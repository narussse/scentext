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17"/>
  </p:notesMasterIdLst>
  <p:handoutMasterIdLst>
    <p:handoutMasterId r:id="rId18"/>
  </p:handoutMasterIdLst>
  <p:sldIdLst>
    <p:sldId id="518" r:id="rId2"/>
    <p:sldId id="490" r:id="rId3"/>
    <p:sldId id="492" r:id="rId4"/>
    <p:sldId id="516" r:id="rId5"/>
    <p:sldId id="494" r:id="rId6"/>
    <p:sldId id="513" r:id="rId7"/>
    <p:sldId id="512" r:id="rId8"/>
    <p:sldId id="509" r:id="rId9"/>
    <p:sldId id="517" r:id="rId10"/>
    <p:sldId id="514" r:id="rId11"/>
    <p:sldId id="515" r:id="rId12"/>
    <p:sldId id="479" r:id="rId13"/>
    <p:sldId id="480" r:id="rId14"/>
    <p:sldId id="510" r:id="rId15"/>
    <p:sldId id="503" r:id="rId16"/>
  </p:sldIdLst>
  <p:sldSz cx="12192000" cy="6858000"/>
  <p:notesSz cx="6734175"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898989"/>
    <a:srgbClr val="B3B3B3"/>
    <a:srgbClr val="FF6600"/>
    <a:srgbClr val="FFFF00"/>
    <a:srgbClr val="FF0000"/>
    <a:srgbClr val="3333FF"/>
    <a:srgbClr val="3399FF"/>
    <a:srgbClr val="0066FF"/>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799B23B-EC83-4686-B30A-512413B5E67A}" styleName="淡色スタイル 3 - アクセント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80769" autoAdjust="0"/>
  </p:normalViewPr>
  <p:slideViewPr>
    <p:cSldViewPr snapToGrid="0">
      <p:cViewPr>
        <p:scale>
          <a:sx n="66" d="100"/>
          <a:sy n="66" d="100"/>
        </p:scale>
        <p:origin x="4110" y="1302"/>
      </p:cViewPr>
      <p:guideLst>
        <p:guide orient="horz" pos="2160"/>
        <p:guide pos="3840"/>
      </p:guideLst>
    </p:cSldViewPr>
  </p:slideViewPr>
  <p:notesTextViewPr>
    <p:cViewPr>
      <p:scale>
        <a:sx n="125" d="100"/>
        <a:sy n="125"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9426" name="Rectangle 2"/>
          <p:cNvSpPr>
            <a:spLocks noGrp="1" noChangeArrowheads="1"/>
          </p:cNvSpPr>
          <p:nvPr>
            <p:ph type="hdr" sz="quarter"/>
          </p:nvPr>
        </p:nvSpPr>
        <p:spPr bwMode="auto">
          <a:xfrm>
            <a:off x="0" y="0"/>
            <a:ext cx="2916238"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4" tIns="45712" rIns="91424" bIns="45712" numCol="1" anchor="t" anchorCtr="0" compatLnSpc="1">
            <a:prstTxWarp prst="textNoShape">
              <a:avLst/>
            </a:prstTxWarp>
          </a:bodyPr>
          <a:lstStyle>
            <a:lvl1pPr algn="l" eaLnBrk="1" hangingPunct="1">
              <a:spcBef>
                <a:spcPct val="0"/>
              </a:spcBef>
              <a:defRPr sz="1200" b="0">
                <a:latin typeface="Times New Roman" panose="02020603050405020304" pitchFamily="18" charset="0"/>
              </a:defRPr>
            </a:lvl1pPr>
          </a:lstStyle>
          <a:p>
            <a:pPr>
              <a:defRPr/>
            </a:pPr>
            <a:endParaRPr lang="en-US" altLang="ja-JP"/>
          </a:p>
        </p:txBody>
      </p:sp>
      <p:sp>
        <p:nvSpPr>
          <p:cNvPr id="359427" name="Rectangle 3"/>
          <p:cNvSpPr>
            <a:spLocks noGrp="1" noChangeArrowheads="1"/>
          </p:cNvSpPr>
          <p:nvPr>
            <p:ph type="dt" sz="quarter" idx="1"/>
          </p:nvPr>
        </p:nvSpPr>
        <p:spPr bwMode="auto">
          <a:xfrm>
            <a:off x="3814763" y="0"/>
            <a:ext cx="29178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4" tIns="45712" rIns="91424" bIns="45712" numCol="1" anchor="t" anchorCtr="0" compatLnSpc="1">
            <a:prstTxWarp prst="textNoShape">
              <a:avLst/>
            </a:prstTxWarp>
          </a:bodyPr>
          <a:lstStyle>
            <a:lvl1pPr algn="r" eaLnBrk="1" hangingPunct="1">
              <a:spcBef>
                <a:spcPct val="0"/>
              </a:spcBef>
              <a:defRPr sz="1200" b="0">
                <a:latin typeface="Times New Roman" panose="02020603050405020304" pitchFamily="18" charset="0"/>
              </a:defRPr>
            </a:lvl1pPr>
          </a:lstStyle>
          <a:p>
            <a:pPr>
              <a:defRPr/>
            </a:pPr>
            <a:endParaRPr lang="en-US" altLang="ja-JP"/>
          </a:p>
        </p:txBody>
      </p:sp>
      <p:sp>
        <p:nvSpPr>
          <p:cNvPr id="359428" name="Rectangle 4"/>
          <p:cNvSpPr>
            <a:spLocks noGrp="1" noChangeArrowheads="1"/>
          </p:cNvSpPr>
          <p:nvPr>
            <p:ph type="ftr" sz="quarter" idx="2"/>
          </p:nvPr>
        </p:nvSpPr>
        <p:spPr bwMode="auto">
          <a:xfrm>
            <a:off x="0" y="9369425"/>
            <a:ext cx="2916238"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4" tIns="45712" rIns="91424" bIns="45712" numCol="1" anchor="b" anchorCtr="0" compatLnSpc="1">
            <a:prstTxWarp prst="textNoShape">
              <a:avLst/>
            </a:prstTxWarp>
          </a:bodyPr>
          <a:lstStyle>
            <a:lvl1pPr algn="l" eaLnBrk="1" hangingPunct="1">
              <a:spcBef>
                <a:spcPct val="0"/>
              </a:spcBef>
              <a:defRPr sz="1200" b="0">
                <a:latin typeface="Times New Roman" panose="02020603050405020304" pitchFamily="18" charset="0"/>
              </a:defRPr>
            </a:lvl1pPr>
          </a:lstStyle>
          <a:p>
            <a:pPr>
              <a:defRPr/>
            </a:pPr>
            <a:endParaRPr lang="en-US" altLang="ja-JP"/>
          </a:p>
        </p:txBody>
      </p:sp>
      <p:sp>
        <p:nvSpPr>
          <p:cNvPr id="359429" name="Rectangle 5"/>
          <p:cNvSpPr>
            <a:spLocks noGrp="1" noChangeArrowheads="1"/>
          </p:cNvSpPr>
          <p:nvPr>
            <p:ph type="sldNum" sz="quarter" idx="3"/>
          </p:nvPr>
        </p:nvSpPr>
        <p:spPr bwMode="auto">
          <a:xfrm>
            <a:off x="3814763" y="9369425"/>
            <a:ext cx="29178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4" tIns="45712" rIns="91424" bIns="45712" numCol="1" anchor="b" anchorCtr="0" compatLnSpc="1">
            <a:prstTxWarp prst="textNoShape">
              <a:avLst/>
            </a:prstTxWarp>
          </a:bodyPr>
          <a:lstStyle>
            <a:lvl1pPr algn="r" eaLnBrk="1" hangingPunct="1">
              <a:spcBef>
                <a:spcPct val="0"/>
              </a:spcBef>
              <a:defRPr sz="1200" b="0">
                <a:latin typeface="Times New Roman" panose="02020603050405020304" pitchFamily="18" charset="0"/>
              </a:defRPr>
            </a:lvl1pPr>
          </a:lstStyle>
          <a:p>
            <a:pPr>
              <a:defRPr/>
            </a:pPr>
            <a:fld id="{EF37D8F6-591F-467A-BF6F-A8A070EBDB87}" type="slidenum">
              <a:rPr lang="ja-JP" altLang="en-US"/>
              <a:pPr>
                <a:defRPr/>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16238"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76" tIns="45738" rIns="91476" bIns="45738" numCol="1" anchor="t" anchorCtr="0" compatLnSpc="1">
            <a:prstTxWarp prst="textNoShape">
              <a:avLst/>
            </a:prstTxWarp>
          </a:bodyPr>
          <a:lstStyle>
            <a:lvl1pPr algn="l" eaLnBrk="1" hangingPunct="1">
              <a:spcBef>
                <a:spcPct val="0"/>
              </a:spcBef>
              <a:defRPr sz="1200" b="0">
                <a:latin typeface="Times New Roman" panose="02020603050405020304" pitchFamily="18" charset="0"/>
              </a:defRPr>
            </a:lvl1pPr>
          </a:lstStyle>
          <a:p>
            <a:pPr>
              <a:defRPr/>
            </a:pPr>
            <a:endParaRPr lang="en-US" altLang="ja-JP"/>
          </a:p>
        </p:txBody>
      </p:sp>
      <p:sp>
        <p:nvSpPr>
          <p:cNvPr id="31747" name="Rectangle 3"/>
          <p:cNvSpPr>
            <a:spLocks noGrp="1" noChangeArrowheads="1"/>
          </p:cNvSpPr>
          <p:nvPr>
            <p:ph type="dt" idx="1"/>
          </p:nvPr>
        </p:nvSpPr>
        <p:spPr bwMode="auto">
          <a:xfrm>
            <a:off x="3814763" y="0"/>
            <a:ext cx="2917825"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76" tIns="45738" rIns="91476" bIns="45738" numCol="1" anchor="t" anchorCtr="0" compatLnSpc="1">
            <a:prstTxWarp prst="textNoShape">
              <a:avLst/>
            </a:prstTxWarp>
          </a:bodyPr>
          <a:lstStyle>
            <a:lvl1pPr algn="r" eaLnBrk="1" hangingPunct="1">
              <a:spcBef>
                <a:spcPct val="0"/>
              </a:spcBef>
              <a:defRPr sz="1200" b="0">
                <a:latin typeface="Times New Roman" panose="02020603050405020304" pitchFamily="18" charset="0"/>
              </a:defRPr>
            </a:lvl1pPr>
          </a:lstStyle>
          <a:p>
            <a:pPr>
              <a:defRPr/>
            </a:pPr>
            <a:endParaRPr lang="en-US" altLang="ja-JP"/>
          </a:p>
        </p:txBody>
      </p:sp>
      <p:sp>
        <p:nvSpPr>
          <p:cNvPr id="2052" name="Rectangle 4"/>
          <p:cNvSpPr>
            <a:spLocks noGrp="1" noRot="1" noChangeAspect="1" noChangeArrowheads="1" noTextEdit="1"/>
          </p:cNvSpPr>
          <p:nvPr>
            <p:ph type="sldImg" idx="2"/>
          </p:nvPr>
        </p:nvSpPr>
        <p:spPr bwMode="auto">
          <a:xfrm>
            <a:off x="80963" y="741363"/>
            <a:ext cx="6575425" cy="36988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9" name="Rectangle 5"/>
          <p:cNvSpPr>
            <a:spLocks noGrp="1" noChangeArrowheads="1"/>
          </p:cNvSpPr>
          <p:nvPr>
            <p:ph type="body" sz="quarter" idx="3"/>
          </p:nvPr>
        </p:nvSpPr>
        <p:spPr bwMode="auto">
          <a:xfrm>
            <a:off x="674688" y="4686300"/>
            <a:ext cx="5386387" cy="443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76" tIns="45738" rIns="91476" bIns="45738"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31750" name="Rectangle 6"/>
          <p:cNvSpPr>
            <a:spLocks noGrp="1" noChangeArrowheads="1"/>
          </p:cNvSpPr>
          <p:nvPr>
            <p:ph type="ftr" sz="quarter" idx="4"/>
          </p:nvPr>
        </p:nvSpPr>
        <p:spPr bwMode="auto">
          <a:xfrm>
            <a:off x="0" y="9369425"/>
            <a:ext cx="2916238"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76" tIns="45738" rIns="91476" bIns="45738" numCol="1" anchor="b" anchorCtr="0" compatLnSpc="1">
            <a:prstTxWarp prst="textNoShape">
              <a:avLst/>
            </a:prstTxWarp>
          </a:bodyPr>
          <a:lstStyle>
            <a:lvl1pPr algn="l" eaLnBrk="1" hangingPunct="1">
              <a:spcBef>
                <a:spcPct val="0"/>
              </a:spcBef>
              <a:defRPr sz="1200" b="0">
                <a:latin typeface="Times New Roman" panose="02020603050405020304" pitchFamily="18" charset="0"/>
              </a:defRPr>
            </a:lvl1pPr>
          </a:lstStyle>
          <a:p>
            <a:pPr>
              <a:defRPr/>
            </a:pPr>
            <a:endParaRPr lang="en-US" altLang="ja-JP"/>
          </a:p>
        </p:txBody>
      </p:sp>
      <p:sp>
        <p:nvSpPr>
          <p:cNvPr id="31751" name="Rectangle 7"/>
          <p:cNvSpPr>
            <a:spLocks noGrp="1" noChangeArrowheads="1"/>
          </p:cNvSpPr>
          <p:nvPr>
            <p:ph type="sldNum" sz="quarter" idx="5"/>
          </p:nvPr>
        </p:nvSpPr>
        <p:spPr bwMode="auto">
          <a:xfrm>
            <a:off x="3814763" y="9369425"/>
            <a:ext cx="29178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76" tIns="45738" rIns="91476" bIns="45738" numCol="1" anchor="b" anchorCtr="0" compatLnSpc="1">
            <a:prstTxWarp prst="textNoShape">
              <a:avLst/>
            </a:prstTxWarp>
          </a:bodyPr>
          <a:lstStyle>
            <a:lvl1pPr algn="r" eaLnBrk="1" hangingPunct="1">
              <a:spcBef>
                <a:spcPct val="0"/>
              </a:spcBef>
              <a:defRPr sz="1200" b="0">
                <a:latin typeface="Times New Roman" panose="02020603050405020304" pitchFamily="18" charset="0"/>
              </a:defRPr>
            </a:lvl1pPr>
          </a:lstStyle>
          <a:p>
            <a:pPr>
              <a:defRPr/>
            </a:pPr>
            <a:fld id="{8EB19B81-7CAA-403D-80DF-AB873C7EA82F}" type="slidenum">
              <a:rPr lang="ja-JP" altLang="en-US"/>
              <a:pPr>
                <a:defRPr/>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spect="1" noChangeArrowheads="1" noTextEdit="1"/>
          </p:cNvSpPr>
          <p:nvPr>
            <p:ph type="sldImg"/>
          </p:nvPr>
        </p:nvSpPr>
        <p:spPr>
          <a:xfrm>
            <a:off x="77788" y="739775"/>
            <a:ext cx="6580187" cy="3702050"/>
          </a:xfrm>
          <a:ln/>
        </p:spPr>
      </p:sp>
      <p:sp>
        <p:nvSpPr>
          <p:cNvPr id="5123" name="Rectangle 3"/>
          <p:cNvSpPr>
            <a:spLocks noGrp="1" noChangeArrowheads="1"/>
          </p:cNvSpPr>
          <p:nvPr>
            <p:ph type="body" idx="1"/>
          </p:nvPr>
        </p:nvSpPr>
        <p:spPr>
          <a:xfrm>
            <a:off x="671513" y="4684713"/>
            <a:ext cx="5392737" cy="4441825"/>
          </a:xfrm>
          <a:noFill/>
        </p:spPr>
        <p:txBody>
          <a:bodyPr lIns="87615" tIns="43806" rIns="87615" bIns="43806"/>
          <a:lstStyle/>
          <a:p>
            <a:pPr marL="0" indent="0" eaLnBrk="1" hangingPunct="1">
              <a:buFontTx/>
              <a:buNone/>
            </a:pPr>
            <a:endParaRPr lang="en-US" altLang="ja-JP" b="1" dirty="0">
              <a:latin typeface="Arial" panose="020B0604020202020204" pitchFamily="34" charset="0"/>
            </a:endParaRPr>
          </a:p>
        </p:txBody>
      </p:sp>
    </p:spTree>
    <p:extLst>
      <p:ext uri="{BB962C8B-B14F-4D97-AF65-F5344CB8AC3E}">
        <p14:creationId xmlns:p14="http://schemas.microsoft.com/office/powerpoint/2010/main" val="7425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8EB19B81-7CAA-403D-80DF-AB873C7EA82F}" type="slidenum">
              <a:rPr lang="ja-JP" altLang="en-US" smtClean="0"/>
              <a:pPr>
                <a:defRPr/>
              </a:pPr>
              <a:t>3</a:t>
            </a:fld>
            <a:endParaRPr lang="en-US" altLang="ja-JP"/>
          </a:p>
        </p:txBody>
      </p:sp>
    </p:spTree>
    <p:extLst>
      <p:ext uri="{BB962C8B-B14F-4D97-AF65-F5344CB8AC3E}">
        <p14:creationId xmlns:p14="http://schemas.microsoft.com/office/powerpoint/2010/main" val="2772009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8EB19B81-7CAA-403D-80DF-AB873C7EA82F}" type="slidenum">
              <a:rPr lang="ja-JP" altLang="en-US" smtClean="0"/>
              <a:pPr>
                <a:defRPr/>
              </a:pPr>
              <a:t>6</a:t>
            </a:fld>
            <a:endParaRPr lang="en-US" altLang="ja-JP"/>
          </a:p>
        </p:txBody>
      </p:sp>
    </p:spTree>
    <p:extLst>
      <p:ext uri="{BB962C8B-B14F-4D97-AF65-F5344CB8AC3E}">
        <p14:creationId xmlns:p14="http://schemas.microsoft.com/office/powerpoint/2010/main" val="1508475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8EB19B81-7CAA-403D-80DF-AB873C7EA82F}" type="slidenum">
              <a:rPr lang="ja-JP" altLang="en-US" smtClean="0"/>
              <a:pPr>
                <a:defRPr/>
              </a:pPr>
              <a:t>7</a:t>
            </a:fld>
            <a:endParaRPr lang="en-US" altLang="ja-JP"/>
          </a:p>
        </p:txBody>
      </p:sp>
    </p:spTree>
    <p:extLst>
      <p:ext uri="{BB962C8B-B14F-4D97-AF65-F5344CB8AC3E}">
        <p14:creationId xmlns:p14="http://schemas.microsoft.com/office/powerpoint/2010/main" val="2040722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8EB19B81-7CAA-403D-80DF-AB873C7EA82F}" type="slidenum">
              <a:rPr lang="ja-JP" altLang="en-US" smtClean="0"/>
              <a:pPr>
                <a:defRPr/>
              </a:pPr>
              <a:t>8</a:t>
            </a:fld>
            <a:endParaRPr lang="en-US" altLang="ja-JP"/>
          </a:p>
        </p:txBody>
      </p:sp>
    </p:spTree>
    <p:extLst>
      <p:ext uri="{BB962C8B-B14F-4D97-AF65-F5344CB8AC3E}">
        <p14:creationId xmlns:p14="http://schemas.microsoft.com/office/powerpoint/2010/main" val="3944754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8A2B6-11EA-BEBB-D53C-597A2FC974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8039C4-3529-9E45-0005-BEC650C1612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5AF9605-0384-B233-DB74-E615556E014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353F465-2490-BF66-FC8A-C83D3C4E7FEE}"/>
              </a:ext>
            </a:extLst>
          </p:cNvPr>
          <p:cNvSpPr>
            <a:spLocks noGrp="1"/>
          </p:cNvSpPr>
          <p:nvPr>
            <p:ph type="sldNum" sz="quarter" idx="5"/>
          </p:nvPr>
        </p:nvSpPr>
        <p:spPr/>
        <p:txBody>
          <a:bodyPr/>
          <a:lstStyle/>
          <a:p>
            <a:pPr>
              <a:defRPr/>
            </a:pPr>
            <a:fld id="{8EB19B81-7CAA-403D-80DF-AB873C7EA82F}" type="slidenum">
              <a:rPr lang="ja-JP" altLang="en-US" smtClean="0"/>
              <a:pPr>
                <a:defRPr/>
              </a:pPr>
              <a:t>9</a:t>
            </a:fld>
            <a:endParaRPr lang="en-US" altLang="ja-JP"/>
          </a:p>
        </p:txBody>
      </p:sp>
    </p:spTree>
    <p:extLst>
      <p:ext uri="{BB962C8B-B14F-4D97-AF65-F5344CB8AC3E}">
        <p14:creationId xmlns:p14="http://schemas.microsoft.com/office/powerpoint/2010/main" val="1904126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pPr>
              <a:defRPr/>
            </a:pPr>
            <a:endParaRPr lang="en-US" altLang="ja-JP"/>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76174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pPr>
              <a:defRPr/>
            </a:pPr>
            <a:endParaRPr lang="en-US" altLang="ja-JP"/>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901130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pPr>
              <a:defRPr/>
            </a:pPr>
            <a:endParaRPr lang="en-US" altLang="ja-JP"/>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62516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pPr>
              <a:defRPr/>
            </a:pPr>
            <a:endParaRPr lang="en-US" altLang="ja-JP"/>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7926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pPr>
              <a:defRPr/>
            </a:pPr>
            <a:endParaRPr lang="en-US" altLang="ja-JP"/>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595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pPr>
              <a:defRPr/>
            </a:pPr>
            <a:endParaRPr lang="en-US" altLang="ja-JP"/>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63522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ja-JP"/>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10794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pPr>
              <a:defRPr/>
            </a:pPr>
            <a:endParaRPr lang="en-US" altLang="ja-JP"/>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40899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pPr>
              <a:defRPr/>
            </a:pPr>
            <a:endParaRPr lang="en-US" altLang="ja-JP"/>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52666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pPr>
              <a:defRPr/>
            </a:pPr>
            <a:endParaRPr lang="en-US" altLang="ja-JP"/>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694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pPr>
              <a:defRPr/>
            </a:pPr>
            <a:endParaRPr lang="en-US" altLang="ja-JP"/>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6888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36525"/>
            <a:ext cx="10515600" cy="623521"/>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8200" y="816708"/>
            <a:ext cx="10515600" cy="5360255"/>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ja-JP"/>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Text Box 14">
            <a:extLst>
              <a:ext uri="{FF2B5EF4-FFF2-40B4-BE49-F238E27FC236}">
                <a16:creationId xmlns:a16="http://schemas.microsoft.com/office/drawing/2014/main" id="{F226EE85-2306-44EF-B58C-4F035A90C7F6}"/>
              </a:ext>
            </a:extLst>
          </p:cNvPr>
          <p:cNvSpPr txBox="1">
            <a:spLocks noChangeArrowheads="1"/>
          </p:cNvSpPr>
          <p:nvPr userDrawn="1"/>
        </p:nvSpPr>
        <p:spPr bwMode="auto">
          <a:xfrm>
            <a:off x="3727451" y="6565903"/>
            <a:ext cx="4701116"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963" tIns="42981" rIns="85963" bIns="42981">
            <a:spAutoFit/>
          </a:bodyPr>
          <a:lstStyle>
            <a:lvl1pPr algn="l" defTabSz="858838">
              <a:spcBef>
                <a:spcPct val="0"/>
              </a:spcBef>
              <a:defRPr kumimoji="1" sz="2400">
                <a:solidFill>
                  <a:schemeClr val="tx1"/>
                </a:solidFill>
                <a:latin typeface="Times New Roman" panose="02020603050405020304" pitchFamily="18" charset="0"/>
                <a:ea typeface="ＭＳ Ｐゴシック" panose="020B0600070205080204" pitchFamily="50" charset="-128"/>
              </a:defRPr>
            </a:lvl1pPr>
            <a:lvl2pPr marL="430213" algn="l" defTabSz="858838">
              <a:spcBef>
                <a:spcPct val="0"/>
              </a:spcBef>
              <a:defRPr kumimoji="1" sz="2400">
                <a:solidFill>
                  <a:schemeClr val="tx1"/>
                </a:solidFill>
                <a:latin typeface="Times New Roman" panose="02020603050405020304" pitchFamily="18" charset="0"/>
                <a:ea typeface="ＭＳ Ｐゴシック" panose="020B0600070205080204" pitchFamily="50" charset="-128"/>
              </a:defRPr>
            </a:lvl2pPr>
            <a:lvl3pPr marL="858838" algn="l" defTabSz="858838">
              <a:spcBef>
                <a:spcPct val="0"/>
              </a:spcBef>
              <a:defRPr kumimoji="1" sz="2400">
                <a:solidFill>
                  <a:schemeClr val="tx1"/>
                </a:solidFill>
                <a:latin typeface="Times New Roman" panose="02020603050405020304" pitchFamily="18" charset="0"/>
                <a:ea typeface="ＭＳ Ｐゴシック" panose="020B0600070205080204" pitchFamily="50" charset="-128"/>
              </a:defRPr>
            </a:lvl3pPr>
            <a:lvl4pPr marL="1289050" algn="l" defTabSz="858838">
              <a:spcBef>
                <a:spcPct val="0"/>
              </a:spcBef>
              <a:defRPr kumimoji="1" sz="2400">
                <a:solidFill>
                  <a:schemeClr val="tx1"/>
                </a:solidFill>
                <a:latin typeface="Times New Roman" panose="02020603050405020304" pitchFamily="18" charset="0"/>
                <a:ea typeface="ＭＳ Ｐゴシック" panose="020B0600070205080204" pitchFamily="50" charset="-128"/>
              </a:defRPr>
            </a:lvl4pPr>
            <a:lvl5pPr marL="1719263" algn="l" defTabSz="858838">
              <a:spcBef>
                <a:spcPct val="0"/>
              </a:spcBef>
              <a:defRPr kumimoji="1" sz="2400">
                <a:solidFill>
                  <a:schemeClr val="tx1"/>
                </a:solidFill>
                <a:latin typeface="Times New Roman" panose="02020603050405020304" pitchFamily="18" charset="0"/>
                <a:ea typeface="ＭＳ Ｐゴシック" panose="020B0600070205080204" pitchFamily="50" charset="-128"/>
              </a:defRPr>
            </a:lvl5pPr>
            <a:lvl6pPr marL="2176463" defTabSz="858838"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633663" defTabSz="858838"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090863" defTabSz="858838"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548063" defTabSz="858838"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defRPr/>
            </a:pPr>
            <a:r>
              <a:rPr kumimoji="0" lang="en-US" altLang="ja-JP" sz="1400" b="1" dirty="0">
                <a:latin typeface="Arial" panose="020B0604020202020204" pitchFamily="34" charset="0"/>
                <a:ea typeface="Arial Unicode MS" pitchFamily="50" charset="-128"/>
                <a:cs typeface="Arial" panose="020B0604020202020204" pitchFamily="34" charset="0"/>
              </a:rPr>
              <a:t>©K. </a:t>
            </a:r>
            <a:r>
              <a:rPr kumimoji="0" lang="en-US" altLang="ja-JP" sz="1400" b="1" dirty="0" err="1">
                <a:latin typeface="Arial" panose="020B0604020202020204" pitchFamily="34" charset="0"/>
                <a:ea typeface="Arial Unicode MS" pitchFamily="50" charset="-128"/>
                <a:cs typeface="Arial" panose="020B0604020202020204" pitchFamily="34" charset="0"/>
              </a:rPr>
              <a:t>Naruse</a:t>
            </a:r>
            <a:r>
              <a:rPr kumimoji="0" lang="en-US" altLang="ja-JP" sz="1400" b="1" dirty="0">
                <a:latin typeface="Arial" panose="020B0604020202020204" pitchFamily="34" charset="0"/>
                <a:ea typeface="Arial Unicode MS" pitchFamily="50" charset="-128"/>
                <a:cs typeface="Arial" panose="020B0604020202020204" pitchFamily="34" charset="0"/>
              </a:rPr>
              <a:t> (</a:t>
            </a:r>
            <a:fld id="{F87A9FFD-596A-493B-AD2D-F81A9B74E9F0}" type="slidenum">
              <a:rPr kumimoji="0" lang="ja-JP" altLang="ja-JP" sz="1400" b="1" smtClean="0">
                <a:latin typeface="Arial" panose="020B0604020202020204" pitchFamily="34" charset="0"/>
                <a:ea typeface="Arial Unicode MS" pitchFamily="50" charset="-128"/>
                <a:cs typeface="Arial" panose="020B0604020202020204" pitchFamily="34" charset="0"/>
              </a:rPr>
              <a:pPr algn="ctr">
                <a:defRPr/>
              </a:pPr>
              <a:t>‹#›</a:t>
            </a:fld>
            <a:r>
              <a:rPr kumimoji="0" lang="ja-JP" altLang="ja-JP" sz="1400" b="1" dirty="0">
                <a:latin typeface="Arial" panose="020B0604020202020204" pitchFamily="34" charset="0"/>
                <a:ea typeface="Arial Unicode MS" pitchFamily="50" charset="-128"/>
                <a:cs typeface="Arial" panose="020B0604020202020204" pitchFamily="34" charset="0"/>
              </a:rPr>
              <a:t>/</a:t>
            </a:r>
            <a:r>
              <a:rPr kumimoji="0" lang="en-US" altLang="ja-JP" sz="1400" b="1" dirty="0">
                <a:latin typeface="Arial" panose="020B0604020202020204" pitchFamily="34" charset="0"/>
                <a:ea typeface="Arial Unicode MS" pitchFamily="50" charset="-128"/>
                <a:cs typeface="Arial" panose="020B0604020202020204" pitchFamily="34" charset="0"/>
              </a:rPr>
              <a:t>15)</a:t>
            </a:r>
          </a:p>
        </p:txBody>
      </p:sp>
    </p:spTree>
    <p:extLst>
      <p:ext uri="{BB962C8B-B14F-4D97-AF65-F5344CB8AC3E}">
        <p14:creationId xmlns:p14="http://schemas.microsoft.com/office/powerpoint/2010/main" val="349823077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914400" rtl="0" eaLnBrk="1" latinLnBrk="0" hangingPunct="1">
        <a:lnSpc>
          <a:spcPct val="90000"/>
        </a:lnSpc>
        <a:spcBef>
          <a:spcPct val="0"/>
        </a:spcBef>
        <a:buNone/>
        <a:defRPr kumimoji="1" sz="4000" b="1"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b="1"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1pPr>
      <a:lvl2pPr marL="685800" indent="-228600" algn="l" defTabSz="914400" rtl="0" eaLnBrk="1" latinLnBrk="0" hangingPunct="1">
        <a:lnSpc>
          <a:spcPct val="90000"/>
        </a:lnSpc>
        <a:spcBef>
          <a:spcPts val="500"/>
        </a:spcBef>
        <a:buFont typeface="ＭＳ Ｐゴシック" panose="020B0600070205080204" pitchFamily="50" charset="-128"/>
        <a:buChar char="–"/>
        <a:defRPr kumimoji="1" sz="2400" b="1"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1"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3pPr>
      <a:lvl4pPr marL="1600200" indent="-228600" algn="l" defTabSz="914400" rtl="0" eaLnBrk="1" latinLnBrk="0" hangingPunct="1">
        <a:lnSpc>
          <a:spcPct val="90000"/>
        </a:lnSpc>
        <a:spcBef>
          <a:spcPts val="500"/>
        </a:spcBef>
        <a:buFont typeface="ＭＳ Ｐゴシック" panose="020B0600070205080204" pitchFamily="50" charset="-128"/>
        <a:buChar char="‒"/>
        <a:defRPr kumimoji="1" sz="1800" b="1"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4pPr>
      <a:lvl5pPr marL="2057400" indent="-228600" algn="l" defTabSz="914400" rtl="0" eaLnBrk="1" latinLnBrk="0" hangingPunct="1">
        <a:lnSpc>
          <a:spcPct val="90000"/>
        </a:lnSpc>
        <a:spcBef>
          <a:spcPts val="500"/>
        </a:spcBef>
        <a:buFont typeface="ＭＳ Ｐゴシック" panose="020B0600070205080204" pitchFamily="50" charset="-128"/>
        <a:buChar char="»"/>
        <a:defRPr kumimoji="1" sz="1800" b="1"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video" Target="https://www.youtube.com/embed/4oaNcdFGCXA?feature=oembed"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video" Target="https://www.youtube.com/embed/nnyO5X-fEu4?feature=oembed"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video" Target="https://www.youtube.com/embed/4pa7zj7xIqU?feature=oembe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idx="4294967295"/>
          </p:nvPr>
        </p:nvSpPr>
        <p:spPr>
          <a:xfrm>
            <a:off x="0" y="2442593"/>
            <a:ext cx="12192000" cy="1089529"/>
          </a:xfrm>
        </p:spPr>
        <p:txBody>
          <a:bodyPr wrap="square">
            <a:spAutoFit/>
          </a:bodyPr>
          <a:lstStyle/>
          <a:p>
            <a:r>
              <a:rPr lang="en-US" altLang="ja-JP" dirty="0" err="1">
                <a:latin typeface="ＭＳ Ｐゴシック" panose="020B0600070205080204" pitchFamily="50" charset="-128"/>
              </a:rPr>
              <a:t>Scentext</a:t>
            </a:r>
            <a:br>
              <a:rPr lang="en-US" altLang="ja-JP" dirty="0">
                <a:latin typeface="ＭＳ Ｐゴシック" panose="020B0600070205080204" pitchFamily="50" charset="-128"/>
              </a:rPr>
            </a:br>
            <a:r>
              <a:rPr lang="ja-JP" altLang="en-US" sz="3200" dirty="0">
                <a:latin typeface="ＭＳ Ｐゴシック" panose="020B0600070205080204" pitchFamily="50" charset="-128"/>
              </a:rPr>
              <a:t>～音で遡る「においの文脈」リアルタイム認識システム～</a:t>
            </a:r>
            <a:endParaRPr lang="en-US" altLang="ja-JP" sz="3200" b="1"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sp>
        <p:nvSpPr>
          <p:cNvPr id="4099" name="Rectangle 5"/>
          <p:cNvSpPr>
            <a:spLocks noChangeArrowheads="1"/>
          </p:cNvSpPr>
          <p:nvPr/>
        </p:nvSpPr>
        <p:spPr bwMode="auto">
          <a:xfrm>
            <a:off x="1524000" y="4086270"/>
            <a:ext cx="9144000" cy="424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6" tIns="45712" rIns="91426" bIns="45712">
            <a:spAutoFit/>
          </a:bodyPr>
          <a:lstStyle>
            <a:lvl1pPr>
              <a:spcBef>
                <a:spcPct val="20000"/>
              </a:spcBef>
              <a:buFont typeface="Arial" panose="020B0604020202020204" pitchFamily="34" charset="0"/>
              <a:buChar char="►"/>
              <a:defRPr kumimoji="1" sz="2800" b="1">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400" b="1">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b="1">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b="1">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b="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b="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b="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b="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b="1">
                <a:solidFill>
                  <a:schemeClr val="tx1"/>
                </a:solidFill>
                <a:latin typeface="Arial" panose="020B0604020202020204" pitchFamily="34" charset="0"/>
                <a:ea typeface="ＭＳ Ｐゴシック" panose="020B0600070205080204" pitchFamily="50" charset="-128"/>
              </a:defRPr>
            </a:lvl9pPr>
          </a:lstStyle>
          <a:p>
            <a:pPr algn="ctr">
              <a:lnSpc>
                <a:spcPct val="90000"/>
              </a:lnSpc>
              <a:buNone/>
            </a:pPr>
            <a:r>
              <a:rPr lang="ja-JP" altLang="en-US" sz="2400" dirty="0"/>
              <a:t>成瀬厚太郎</a:t>
            </a:r>
            <a:endParaRPr lang="ja-JP" altLang="en-US" sz="2400" baseline="30000" dirty="0"/>
          </a:p>
        </p:txBody>
      </p:sp>
      <p:sp>
        <p:nvSpPr>
          <p:cNvPr id="4100" name="Rectangle 8"/>
          <p:cNvSpPr>
            <a:spLocks noChangeArrowheads="1"/>
          </p:cNvSpPr>
          <p:nvPr/>
        </p:nvSpPr>
        <p:spPr bwMode="auto">
          <a:xfrm>
            <a:off x="1524000" y="4646661"/>
            <a:ext cx="9144000" cy="424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6" tIns="45712" rIns="91426" bIns="45712">
            <a:spAutoFit/>
          </a:bodyPr>
          <a:lstStyle>
            <a:lvl1pPr>
              <a:spcBef>
                <a:spcPct val="20000"/>
              </a:spcBef>
              <a:buFont typeface="Arial" panose="020B0604020202020204" pitchFamily="34" charset="0"/>
              <a:buChar char="►"/>
              <a:defRPr kumimoji="1" sz="2800" b="1">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400" b="1">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b="1">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b="1">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b="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b="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b="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b="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b="1">
                <a:solidFill>
                  <a:schemeClr val="tx1"/>
                </a:solidFill>
                <a:latin typeface="Arial" panose="020B0604020202020204" pitchFamily="34" charset="0"/>
                <a:ea typeface="ＭＳ Ｐゴシック" panose="020B0600070205080204" pitchFamily="50" charset="-128"/>
              </a:defRPr>
            </a:lvl9pPr>
          </a:lstStyle>
          <a:p>
            <a:pPr algn="ctr" eaLnBrk="1" hangingPunct="1">
              <a:lnSpc>
                <a:spcPct val="90000"/>
              </a:lnSpc>
              <a:buFont typeface="Arial" panose="020B0604020202020204" pitchFamily="34" charset="0"/>
              <a:buNone/>
            </a:pPr>
            <a:r>
              <a:rPr lang="ja-JP" altLang="en-US" sz="2400" dirty="0"/>
              <a:t>大阪大学大学院情報科学研究科</a:t>
            </a:r>
            <a:endParaRPr lang="en-US" altLang="ja-JP" sz="2400" dirty="0"/>
          </a:p>
        </p:txBody>
      </p:sp>
      <p:pic>
        <p:nvPicPr>
          <p:cNvPr id="5" name="図 4">
            <a:extLst>
              <a:ext uri="{FF2B5EF4-FFF2-40B4-BE49-F238E27FC236}">
                <a16:creationId xmlns:a16="http://schemas.microsoft.com/office/drawing/2014/main" id="{B835DAED-8FE0-4C8C-920B-FF0E85E8BAE0}"/>
              </a:ext>
            </a:extLst>
          </p:cNvPr>
          <p:cNvPicPr>
            <a:picLocks noChangeAspect="1"/>
          </p:cNvPicPr>
          <p:nvPr/>
        </p:nvPicPr>
        <p:blipFill>
          <a:blip r:embed="rId3"/>
          <a:stretch>
            <a:fillRect/>
          </a:stretch>
        </p:blipFill>
        <p:spPr>
          <a:xfrm>
            <a:off x="124461" y="5996940"/>
            <a:ext cx="777210" cy="769620"/>
          </a:xfrm>
          <a:prstGeom prst="rect">
            <a:avLst/>
          </a:prstGeom>
        </p:spPr>
      </p:pic>
      <p:pic>
        <p:nvPicPr>
          <p:cNvPr id="6" name="図 5">
            <a:extLst>
              <a:ext uri="{FF2B5EF4-FFF2-40B4-BE49-F238E27FC236}">
                <a16:creationId xmlns:a16="http://schemas.microsoft.com/office/drawing/2014/main" id="{FD385B09-4E1D-4455-999F-FAA90D350B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90330" y="6021907"/>
            <a:ext cx="777209" cy="763555"/>
          </a:xfrm>
          <a:prstGeom prst="rect">
            <a:avLst/>
          </a:prstGeom>
        </p:spPr>
      </p:pic>
      <p:sp>
        <p:nvSpPr>
          <p:cNvPr id="3" name="字幕 2">
            <a:extLst>
              <a:ext uri="{FF2B5EF4-FFF2-40B4-BE49-F238E27FC236}">
                <a16:creationId xmlns:a16="http://schemas.microsoft.com/office/drawing/2014/main" id="{F72020BD-3155-5B8A-5E39-7363A8A4B66D}"/>
              </a:ext>
            </a:extLst>
          </p:cNvPr>
          <p:cNvSpPr txBox="1">
            <a:spLocks/>
          </p:cNvSpPr>
          <p:nvPr/>
        </p:nvSpPr>
        <p:spPr>
          <a:xfrm>
            <a:off x="123092" y="191192"/>
            <a:ext cx="11923906" cy="403612"/>
          </a:xfrm>
          <a:prstGeom prst="rect">
            <a:avLst/>
          </a:prstGeom>
        </p:spPr>
        <p:txBody>
          <a:bodyPr vert="horz" lIns="91440" tIns="45720" rIns="91440" bIns="4572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altLang="ja-JP" sz="2000" u="sng" dirty="0">
                <a:latin typeface="ＭＳ Ｐゴシック" panose="020B0600070205080204" pitchFamily="50" charset="-128"/>
                <a:ea typeface="ＭＳ Ｐゴシック" panose="020B0600070205080204" pitchFamily="50" charset="-128"/>
              </a:rPr>
              <a:t>TRON</a:t>
            </a:r>
            <a:r>
              <a:rPr lang="ja-JP" altLang="en-US" sz="2000" u="sng" dirty="0">
                <a:latin typeface="ＭＳ Ｐゴシック" panose="020B0600070205080204" pitchFamily="50" charset="-128"/>
                <a:ea typeface="ＭＳ Ｐゴシック" panose="020B0600070205080204" pitchFamily="50" charset="-128"/>
              </a:rPr>
              <a:t>プログラミングコンテスト応募作品紹介</a:t>
            </a:r>
          </a:p>
        </p:txBody>
      </p:sp>
      <p:pic>
        <p:nvPicPr>
          <p:cNvPr id="7" name="図 6">
            <a:extLst>
              <a:ext uri="{FF2B5EF4-FFF2-40B4-BE49-F238E27FC236}">
                <a16:creationId xmlns:a16="http://schemas.microsoft.com/office/drawing/2014/main" id="{BB829B6E-9652-B11F-649A-987F0E76B155}"/>
              </a:ext>
            </a:extLst>
          </p:cNvPr>
          <p:cNvPicPr>
            <a:picLocks noChangeAspect="1"/>
          </p:cNvPicPr>
          <p:nvPr/>
        </p:nvPicPr>
        <p:blipFill>
          <a:blip r:embed="rId5"/>
          <a:stretch>
            <a:fillRect/>
          </a:stretch>
        </p:blipFill>
        <p:spPr>
          <a:xfrm>
            <a:off x="27558" y="15614"/>
            <a:ext cx="772542" cy="175578"/>
          </a:xfrm>
          <a:prstGeom prst="rect">
            <a:avLst/>
          </a:prstGeom>
        </p:spPr>
      </p:pic>
      <p:sp>
        <p:nvSpPr>
          <p:cNvPr id="4" name="Rectangle 8">
            <a:extLst>
              <a:ext uri="{FF2B5EF4-FFF2-40B4-BE49-F238E27FC236}">
                <a16:creationId xmlns:a16="http://schemas.microsoft.com/office/drawing/2014/main" id="{F71117A3-8C93-7E91-8E85-F6B502FF8115}"/>
              </a:ext>
            </a:extLst>
          </p:cNvPr>
          <p:cNvSpPr>
            <a:spLocks noChangeArrowheads="1"/>
          </p:cNvSpPr>
          <p:nvPr/>
        </p:nvSpPr>
        <p:spPr bwMode="auto">
          <a:xfrm>
            <a:off x="1134319" y="5625526"/>
            <a:ext cx="9923362" cy="646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6" tIns="45712" rIns="91426" bIns="45712">
            <a:spAutoFit/>
          </a:bodyPr>
          <a:lstStyle>
            <a:lvl1pPr>
              <a:spcBef>
                <a:spcPct val="20000"/>
              </a:spcBef>
              <a:buFont typeface="Arial" panose="020B0604020202020204" pitchFamily="34" charset="0"/>
              <a:buChar char="►"/>
              <a:defRPr kumimoji="1" sz="2800" b="1">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400" b="1">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b="1">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b="1">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b="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b="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b="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b="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b="1">
                <a:solidFill>
                  <a:schemeClr val="tx1"/>
                </a:solidFill>
                <a:latin typeface="Arial" panose="020B0604020202020204" pitchFamily="34" charset="0"/>
                <a:ea typeface="ＭＳ Ｐゴシック" panose="020B0600070205080204" pitchFamily="50" charset="-128"/>
              </a:defRPr>
            </a:lvl9pPr>
          </a:lstStyle>
          <a:p>
            <a:pPr algn="ctr">
              <a:lnSpc>
                <a:spcPct val="90000"/>
              </a:lnSpc>
              <a:buNone/>
            </a:pPr>
            <a:r>
              <a:rPr lang="ja-JP" altLang="en-US" sz="2000" b="0" dirty="0"/>
              <a:t>本システムは、物理的応答の遅いガス情報と、即時性の高い音響情報を遡及的に紐付け、</a:t>
            </a:r>
            <a:r>
              <a:rPr lang="ja-JP" altLang="en-US" sz="2000" dirty="0">
                <a:solidFill>
                  <a:srgbClr val="FF0000"/>
                </a:solidFill>
              </a:rPr>
              <a:t>におい（</a:t>
            </a:r>
            <a:r>
              <a:rPr lang="en-US" altLang="ja-JP" sz="2000" dirty="0">
                <a:solidFill>
                  <a:srgbClr val="FF0000"/>
                </a:solidFill>
              </a:rPr>
              <a:t>Scent</a:t>
            </a:r>
            <a:r>
              <a:rPr lang="ja-JP" altLang="en-US" sz="2000" dirty="0">
                <a:solidFill>
                  <a:srgbClr val="FF0000"/>
                </a:solidFill>
              </a:rPr>
              <a:t>）</a:t>
            </a:r>
            <a:r>
              <a:rPr lang="ja-JP" altLang="en-US" sz="2000" b="0" dirty="0"/>
              <a:t>だけでなく、その発生した</a:t>
            </a:r>
            <a:r>
              <a:rPr lang="ja-JP" altLang="en-US" sz="2000" dirty="0">
                <a:solidFill>
                  <a:srgbClr val="FF0000"/>
                </a:solidFill>
              </a:rPr>
              <a:t>文脈（</a:t>
            </a:r>
            <a:r>
              <a:rPr lang="en-US" altLang="ja-JP" sz="2000" dirty="0">
                <a:solidFill>
                  <a:srgbClr val="FF0000"/>
                </a:solidFill>
              </a:rPr>
              <a:t>Context</a:t>
            </a:r>
            <a:r>
              <a:rPr lang="ja-JP" altLang="en-US" sz="2000" dirty="0">
                <a:solidFill>
                  <a:srgbClr val="FF0000"/>
                </a:solidFill>
              </a:rPr>
              <a:t>）</a:t>
            </a:r>
            <a:r>
              <a:rPr lang="ja-JP" altLang="en-US" sz="2000" b="0" dirty="0"/>
              <a:t>のリアルタイム認識を実現する</a:t>
            </a:r>
            <a:endParaRPr lang="en-US" altLang="ja-JP" sz="2000" b="0" dirty="0"/>
          </a:p>
        </p:txBody>
      </p:sp>
    </p:spTree>
    <p:extLst>
      <p:ext uri="{BB962C8B-B14F-4D97-AF65-F5344CB8AC3E}">
        <p14:creationId xmlns:p14="http://schemas.microsoft.com/office/powerpoint/2010/main" val="1699658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1B79B8-457E-6AAB-2B79-39E7D90D454B}"/>
              </a:ext>
            </a:extLst>
          </p:cNvPr>
          <p:cNvSpPr>
            <a:spLocks noGrp="1"/>
          </p:cNvSpPr>
          <p:nvPr>
            <p:ph type="title"/>
          </p:nvPr>
        </p:nvSpPr>
        <p:spPr/>
        <p:txBody>
          <a:bodyPr>
            <a:normAutofit fontScale="90000"/>
          </a:bodyPr>
          <a:lstStyle/>
          <a:p>
            <a:r>
              <a:rPr kumimoji="1" lang="ja-JP" altLang="en-US" dirty="0"/>
              <a:t>はじめに</a:t>
            </a:r>
          </a:p>
        </p:txBody>
      </p:sp>
      <p:sp>
        <p:nvSpPr>
          <p:cNvPr id="3" name="コンテンツ プレースホルダー 2">
            <a:extLst>
              <a:ext uri="{FF2B5EF4-FFF2-40B4-BE49-F238E27FC236}">
                <a16:creationId xmlns:a16="http://schemas.microsoft.com/office/drawing/2014/main" id="{0A602E6B-687F-C728-7010-1FBA5C4E763E}"/>
              </a:ext>
            </a:extLst>
          </p:cNvPr>
          <p:cNvSpPr>
            <a:spLocks noGrp="1"/>
          </p:cNvSpPr>
          <p:nvPr>
            <p:ph idx="1"/>
          </p:nvPr>
        </p:nvSpPr>
        <p:spPr>
          <a:xfrm>
            <a:off x="838200" y="816708"/>
            <a:ext cx="11049000" cy="5659043"/>
          </a:xfrm>
        </p:spPr>
        <p:txBody>
          <a:bodyPr>
            <a:normAutofit/>
          </a:bodyPr>
          <a:lstStyle/>
          <a:p>
            <a:r>
              <a:rPr lang="en-US" altLang="ja-JP" dirty="0"/>
              <a:t>IoT</a:t>
            </a:r>
            <a:r>
              <a:rPr lang="ja-JP" altLang="en-US" dirty="0"/>
              <a:t>の普及や環境・安全規制の強化を背景に、香りや異臭の可視化</a:t>
            </a:r>
            <a:br>
              <a:rPr lang="en-US" altLang="ja-JP" dirty="0"/>
            </a:br>
            <a:r>
              <a:rPr lang="ja-JP" altLang="en-US" dirty="0"/>
              <a:t>技術として、嗅覚センサへの注目が集まっている</a:t>
            </a:r>
            <a:endParaRPr kumimoji="1" lang="en-US" altLang="ja-JP" dirty="0"/>
          </a:p>
          <a:p>
            <a:pPr>
              <a:spcBef>
                <a:spcPts val="3000"/>
              </a:spcBef>
            </a:pPr>
            <a:r>
              <a:rPr lang="ja-JP" altLang="en-US" dirty="0"/>
              <a:t>嗅覚センサ実用化に向けた課題</a:t>
            </a:r>
            <a:endParaRPr lang="en-US" altLang="ja-JP" dirty="0"/>
          </a:p>
          <a:p>
            <a:pPr lvl="1"/>
            <a:r>
              <a:rPr lang="ja-JP" altLang="en-US" b="0" dirty="0"/>
              <a:t>選択性が低く、狙ったにおいの嗅ぎ分け精度に限界あり</a:t>
            </a:r>
            <a:endParaRPr lang="en-US" altLang="ja-JP" b="0" dirty="0"/>
          </a:p>
          <a:p>
            <a:pPr lvl="1"/>
            <a:r>
              <a:rPr lang="ja-JP" altLang="en-US" b="0" dirty="0"/>
              <a:t>嗅覚情報だけでは、においの発生原因まで特定不可能</a:t>
            </a:r>
            <a:endParaRPr kumimoji="1" lang="en-US" altLang="ja-JP" b="0" dirty="0"/>
          </a:p>
          <a:p>
            <a:pPr>
              <a:spcBef>
                <a:spcPts val="3000"/>
              </a:spcBef>
            </a:pPr>
            <a:r>
              <a:rPr lang="en-US" altLang="ja-JP" dirty="0" err="1"/>
              <a:t>Scentext</a:t>
            </a:r>
            <a:r>
              <a:rPr lang="ja-JP" altLang="en-US" dirty="0"/>
              <a:t>は、応答の遅いガス情報に対し、瞬時に消える音の情報を</a:t>
            </a:r>
            <a:r>
              <a:rPr lang="ja-JP" altLang="en-US" u="sng" dirty="0">
                <a:solidFill>
                  <a:srgbClr val="FF0000"/>
                </a:solidFill>
              </a:rPr>
              <a:t>時間を遡って紐付けることで、「においの文脈」認識を実現</a:t>
            </a:r>
            <a:endParaRPr lang="en-US" altLang="ja-JP" u="sng" dirty="0">
              <a:solidFill>
                <a:srgbClr val="FF0000"/>
              </a:solidFill>
            </a:endParaRPr>
          </a:p>
          <a:p>
            <a:pPr lvl="1"/>
            <a:r>
              <a:rPr lang="en-US" altLang="ja-JP" b="0" dirty="0"/>
              <a:t>RTOS</a:t>
            </a:r>
            <a:r>
              <a:rPr lang="ja-JP" altLang="en-US" b="0" dirty="0">
                <a:latin typeface="Symbol" panose="05050102010706020507" pitchFamily="18" charset="2"/>
              </a:rPr>
              <a:t>「</a:t>
            </a:r>
            <a:r>
              <a:rPr lang="en-US" altLang="ja-JP" b="0" dirty="0" err="1">
                <a:latin typeface="Symbol" panose="05050102010706020507" pitchFamily="18" charset="2"/>
              </a:rPr>
              <a:t>m</a:t>
            </a:r>
            <a:r>
              <a:rPr lang="en-US" altLang="ja-JP" b="0" dirty="0" err="1"/>
              <a:t>T</a:t>
            </a:r>
            <a:r>
              <a:rPr lang="en-US" altLang="ja-JP" b="0" dirty="0"/>
              <a:t>-Kernel</a:t>
            </a:r>
            <a:r>
              <a:rPr lang="ja-JP" altLang="en-US" b="0" dirty="0"/>
              <a:t> </a:t>
            </a:r>
            <a:r>
              <a:rPr lang="en-US" altLang="ja-JP" b="0" dirty="0"/>
              <a:t>3.0</a:t>
            </a:r>
            <a:r>
              <a:rPr lang="ja-JP" altLang="en-US" b="0" dirty="0"/>
              <a:t>」の厳密なタスクスケジューラと効率的なメモリ管理を活用</a:t>
            </a:r>
            <a:endParaRPr lang="en-US" altLang="ja-JP" b="0" dirty="0"/>
          </a:p>
          <a:p>
            <a:pPr lvl="1"/>
            <a:r>
              <a:rPr lang="ja-JP" altLang="en-US" b="0" dirty="0"/>
              <a:t>限られた内蔵メモリ内での過去データ参照のために比較的軽い音響情報を採用</a:t>
            </a:r>
            <a:endParaRPr lang="en-US" altLang="ja-JP" b="0" dirty="0"/>
          </a:p>
          <a:p>
            <a:pPr>
              <a:spcBef>
                <a:spcPts val="3000"/>
              </a:spcBef>
            </a:pPr>
            <a:r>
              <a:rPr kumimoji="1" lang="ja-JP" altLang="en-US" dirty="0"/>
              <a:t>エッジ</a:t>
            </a:r>
            <a:r>
              <a:rPr kumimoji="1" lang="en-US" altLang="ja-JP" dirty="0"/>
              <a:t>AI</a:t>
            </a:r>
            <a:r>
              <a:rPr kumimoji="1" lang="ja-JP" altLang="en-US" dirty="0"/>
              <a:t>としてシステムを構築することで、常時監視における通信負荷の削減やプライバシーの保護、緊急時の即時判断を可能に</a:t>
            </a:r>
          </a:p>
        </p:txBody>
      </p:sp>
      <p:sp>
        <p:nvSpPr>
          <p:cNvPr id="4" name="右中かっこ 3">
            <a:extLst>
              <a:ext uri="{FF2B5EF4-FFF2-40B4-BE49-F238E27FC236}">
                <a16:creationId xmlns:a16="http://schemas.microsoft.com/office/drawing/2014/main" id="{37A72B44-B93A-8782-9FAF-641158A111B3}"/>
              </a:ext>
            </a:extLst>
          </p:cNvPr>
          <p:cNvSpPr/>
          <p:nvPr/>
        </p:nvSpPr>
        <p:spPr>
          <a:xfrm>
            <a:off x="8777037" y="2310200"/>
            <a:ext cx="180870" cy="866950"/>
          </a:xfrm>
          <a:prstGeom prst="rightBrace">
            <a:avLst>
              <a:gd name="adj1" fmla="val 24132"/>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C5944B0D-BF4E-5958-B00F-E9C7E925F13E}"/>
              </a:ext>
            </a:extLst>
          </p:cNvPr>
          <p:cNvSpPr txBox="1"/>
          <p:nvPr/>
        </p:nvSpPr>
        <p:spPr>
          <a:xfrm>
            <a:off x="8957907" y="2351622"/>
            <a:ext cx="2731838" cy="830997"/>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2400" b="1"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50" charset="-128"/>
              </a:rPr>
              <a:t>他センサと連携した</a:t>
            </a:r>
            <a:br>
              <a:rPr kumimoji="1" lang="en-US" altLang="ja-JP" sz="2400" b="1"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50" charset="-128"/>
              </a:rPr>
            </a:br>
            <a:r>
              <a:rPr kumimoji="1" lang="ja-JP" altLang="en-US" sz="2400" b="1"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50" charset="-128"/>
              </a:rPr>
              <a:t>情報補完が重要</a:t>
            </a:r>
          </a:p>
        </p:txBody>
      </p:sp>
    </p:spTree>
    <p:extLst>
      <p:ext uri="{BB962C8B-B14F-4D97-AF65-F5344CB8AC3E}">
        <p14:creationId xmlns:p14="http://schemas.microsoft.com/office/powerpoint/2010/main" val="2479566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CDF73C-2C59-0511-2AD5-9B51948A9D85}"/>
              </a:ext>
            </a:extLst>
          </p:cNvPr>
          <p:cNvSpPr>
            <a:spLocks noGrp="1"/>
          </p:cNvSpPr>
          <p:nvPr>
            <p:ph type="title"/>
          </p:nvPr>
        </p:nvSpPr>
        <p:spPr/>
        <p:txBody>
          <a:bodyPr>
            <a:normAutofit fontScale="90000"/>
          </a:bodyPr>
          <a:lstStyle/>
          <a:p>
            <a:r>
              <a:rPr kumimoji="1" lang="en-US" altLang="ja-JP" dirty="0" err="1"/>
              <a:t>Scentext</a:t>
            </a:r>
            <a:r>
              <a:rPr kumimoji="1" lang="ja-JP" altLang="en-US" dirty="0"/>
              <a:t>のコンセプト</a:t>
            </a:r>
          </a:p>
        </p:txBody>
      </p:sp>
      <p:grpSp>
        <p:nvGrpSpPr>
          <p:cNvPr id="8" name="グループ化 7">
            <a:extLst>
              <a:ext uri="{FF2B5EF4-FFF2-40B4-BE49-F238E27FC236}">
                <a16:creationId xmlns:a16="http://schemas.microsoft.com/office/drawing/2014/main" id="{EBD01091-BE27-0ADD-3967-8F44315CD372}"/>
              </a:ext>
            </a:extLst>
          </p:cNvPr>
          <p:cNvGrpSpPr/>
          <p:nvPr/>
        </p:nvGrpSpPr>
        <p:grpSpPr>
          <a:xfrm>
            <a:off x="1533511" y="4265603"/>
            <a:ext cx="5752455" cy="1740519"/>
            <a:chOff x="1348547" y="668717"/>
            <a:chExt cx="1325218" cy="1325218"/>
          </a:xfrm>
        </p:grpSpPr>
        <p:cxnSp>
          <p:nvCxnSpPr>
            <p:cNvPr id="43" name="直線矢印コネクタ 42">
              <a:extLst>
                <a:ext uri="{FF2B5EF4-FFF2-40B4-BE49-F238E27FC236}">
                  <a16:creationId xmlns:a16="http://schemas.microsoft.com/office/drawing/2014/main" id="{6BB13DC5-1A2E-2E81-4315-2C64DE785F74}"/>
                </a:ext>
              </a:extLst>
            </p:cNvPr>
            <p:cNvCxnSpPr/>
            <p:nvPr/>
          </p:nvCxnSpPr>
          <p:spPr bwMode="auto">
            <a:xfrm flipV="1">
              <a:off x="1349422" y="668717"/>
              <a:ext cx="0" cy="1325218"/>
            </a:xfrm>
            <a:prstGeom prst="straightConnector1">
              <a:avLst/>
            </a:prstGeom>
            <a:noFill/>
            <a:ln w="28575" cap="flat" cmpd="sng" algn="ctr">
              <a:solidFill>
                <a:srgbClr val="000000"/>
              </a:solidFill>
              <a:prstDash val="solid"/>
              <a:round/>
              <a:headEnd type="none" w="med" len="med"/>
              <a:tailEnd type="triangle"/>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直線矢印コネクタ 43">
              <a:extLst>
                <a:ext uri="{FF2B5EF4-FFF2-40B4-BE49-F238E27FC236}">
                  <a16:creationId xmlns:a16="http://schemas.microsoft.com/office/drawing/2014/main" id="{94C3785C-6986-DF95-CC8E-FA21D98819ED}"/>
                </a:ext>
              </a:extLst>
            </p:cNvPr>
            <p:cNvCxnSpPr/>
            <p:nvPr/>
          </p:nvCxnSpPr>
          <p:spPr bwMode="auto">
            <a:xfrm rot="5400000" flipV="1">
              <a:off x="2011156" y="1328945"/>
              <a:ext cx="0" cy="1325218"/>
            </a:xfrm>
            <a:prstGeom prst="straightConnector1">
              <a:avLst/>
            </a:prstGeom>
            <a:noFill/>
            <a:ln w="28575" cap="flat" cmpd="sng" algn="ctr">
              <a:solidFill>
                <a:srgbClr val="000000"/>
              </a:solidFill>
              <a:prstDash val="solid"/>
              <a:round/>
              <a:headEnd type="none" w="med" len="med"/>
              <a:tailEnd type="triangle"/>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9" name="Freeform 12">
            <a:extLst>
              <a:ext uri="{FF2B5EF4-FFF2-40B4-BE49-F238E27FC236}">
                <a16:creationId xmlns:a16="http://schemas.microsoft.com/office/drawing/2014/main" id="{428F3EBA-D1F0-8898-5F88-B57A09D9276C}"/>
              </a:ext>
            </a:extLst>
          </p:cNvPr>
          <p:cNvSpPr>
            <a:spLocks/>
          </p:cNvSpPr>
          <p:nvPr/>
        </p:nvSpPr>
        <p:spPr bwMode="auto">
          <a:xfrm>
            <a:off x="1533522" y="4927561"/>
            <a:ext cx="5752465" cy="875262"/>
          </a:xfrm>
          <a:custGeom>
            <a:avLst/>
            <a:gdLst>
              <a:gd name="T0" fmla="*/ 67 w 4212"/>
              <a:gd name="T1" fmla="*/ 554 h 1137"/>
              <a:gd name="T2" fmla="*/ 133 w 4212"/>
              <a:gd name="T3" fmla="*/ 570 h 1137"/>
              <a:gd name="T4" fmla="*/ 198 w 4212"/>
              <a:gd name="T5" fmla="*/ 580 h 1137"/>
              <a:gd name="T6" fmla="*/ 265 w 4212"/>
              <a:gd name="T7" fmla="*/ 578 h 1137"/>
              <a:gd name="T8" fmla="*/ 331 w 4212"/>
              <a:gd name="T9" fmla="*/ 576 h 1137"/>
              <a:gd name="T10" fmla="*/ 397 w 4212"/>
              <a:gd name="T11" fmla="*/ 564 h 1137"/>
              <a:gd name="T12" fmla="*/ 463 w 4212"/>
              <a:gd name="T13" fmla="*/ 445 h 1137"/>
              <a:gd name="T14" fmla="*/ 530 w 4212"/>
              <a:gd name="T15" fmla="*/ 657 h 1137"/>
              <a:gd name="T16" fmla="*/ 596 w 4212"/>
              <a:gd name="T17" fmla="*/ 516 h 1137"/>
              <a:gd name="T18" fmla="*/ 662 w 4212"/>
              <a:gd name="T19" fmla="*/ 602 h 1137"/>
              <a:gd name="T20" fmla="*/ 727 w 4212"/>
              <a:gd name="T21" fmla="*/ 601 h 1137"/>
              <a:gd name="T22" fmla="*/ 794 w 4212"/>
              <a:gd name="T23" fmla="*/ 589 h 1137"/>
              <a:gd name="T24" fmla="*/ 860 w 4212"/>
              <a:gd name="T25" fmla="*/ 587 h 1137"/>
              <a:gd name="T26" fmla="*/ 926 w 4212"/>
              <a:gd name="T27" fmla="*/ 584 h 1137"/>
              <a:gd name="T28" fmla="*/ 992 w 4212"/>
              <a:gd name="T29" fmla="*/ 516 h 1137"/>
              <a:gd name="T30" fmla="*/ 1059 w 4212"/>
              <a:gd name="T31" fmla="*/ 548 h 1137"/>
              <a:gd name="T32" fmla="*/ 1125 w 4212"/>
              <a:gd name="T33" fmla="*/ 492 h 1137"/>
              <a:gd name="T34" fmla="*/ 1190 w 4212"/>
              <a:gd name="T35" fmla="*/ 540 h 1137"/>
              <a:gd name="T36" fmla="*/ 1256 w 4212"/>
              <a:gd name="T37" fmla="*/ 573 h 1137"/>
              <a:gd name="T38" fmla="*/ 1323 w 4212"/>
              <a:gd name="T39" fmla="*/ 598 h 1137"/>
              <a:gd name="T40" fmla="*/ 1389 w 4212"/>
              <a:gd name="T41" fmla="*/ 547 h 1137"/>
              <a:gd name="T42" fmla="*/ 1455 w 4212"/>
              <a:gd name="T43" fmla="*/ 584 h 1137"/>
              <a:gd name="T44" fmla="*/ 1521 w 4212"/>
              <a:gd name="T45" fmla="*/ 579 h 1137"/>
              <a:gd name="T46" fmla="*/ 1588 w 4212"/>
              <a:gd name="T47" fmla="*/ 564 h 1137"/>
              <a:gd name="T48" fmla="*/ 1654 w 4212"/>
              <a:gd name="T49" fmla="*/ 690 h 1137"/>
              <a:gd name="T50" fmla="*/ 1719 w 4212"/>
              <a:gd name="T51" fmla="*/ 657 h 1137"/>
              <a:gd name="T52" fmla="*/ 1785 w 4212"/>
              <a:gd name="T53" fmla="*/ 543 h 1137"/>
              <a:gd name="T54" fmla="*/ 1852 w 4212"/>
              <a:gd name="T55" fmla="*/ 612 h 1137"/>
              <a:gd name="T56" fmla="*/ 1918 w 4212"/>
              <a:gd name="T57" fmla="*/ 575 h 1137"/>
              <a:gd name="T58" fmla="*/ 1984 w 4212"/>
              <a:gd name="T59" fmla="*/ 586 h 1137"/>
              <a:gd name="T60" fmla="*/ 2050 w 4212"/>
              <a:gd name="T61" fmla="*/ 570 h 1137"/>
              <a:gd name="T62" fmla="*/ 2117 w 4212"/>
              <a:gd name="T63" fmla="*/ 609 h 1137"/>
              <a:gd name="T64" fmla="*/ 2182 w 4212"/>
              <a:gd name="T65" fmla="*/ 588 h 1137"/>
              <a:gd name="T66" fmla="*/ 2248 w 4212"/>
              <a:gd name="T67" fmla="*/ 687 h 1137"/>
              <a:gd name="T68" fmla="*/ 2315 w 4212"/>
              <a:gd name="T69" fmla="*/ 540 h 1137"/>
              <a:gd name="T70" fmla="*/ 2381 w 4212"/>
              <a:gd name="T71" fmla="*/ 535 h 1137"/>
              <a:gd name="T72" fmla="*/ 2447 w 4212"/>
              <a:gd name="T73" fmla="*/ 347 h 1137"/>
              <a:gd name="T74" fmla="*/ 2513 w 4212"/>
              <a:gd name="T75" fmla="*/ 589 h 1137"/>
              <a:gd name="T76" fmla="*/ 2580 w 4212"/>
              <a:gd name="T77" fmla="*/ 605 h 1137"/>
              <a:gd name="T78" fmla="*/ 2646 w 4212"/>
              <a:gd name="T79" fmla="*/ 575 h 1137"/>
              <a:gd name="T80" fmla="*/ 2711 w 4212"/>
              <a:gd name="T81" fmla="*/ 601 h 1137"/>
              <a:gd name="T82" fmla="*/ 2777 w 4212"/>
              <a:gd name="T83" fmla="*/ 598 h 1137"/>
              <a:gd name="T84" fmla="*/ 2844 w 4212"/>
              <a:gd name="T85" fmla="*/ 525 h 1137"/>
              <a:gd name="T86" fmla="*/ 2910 w 4212"/>
              <a:gd name="T87" fmla="*/ 652 h 1137"/>
              <a:gd name="T88" fmla="*/ 2976 w 4212"/>
              <a:gd name="T89" fmla="*/ 568 h 1137"/>
              <a:gd name="T90" fmla="*/ 3042 w 4212"/>
              <a:gd name="T91" fmla="*/ 705 h 1137"/>
              <a:gd name="T92" fmla="*/ 3109 w 4212"/>
              <a:gd name="T93" fmla="*/ 577 h 1137"/>
              <a:gd name="T94" fmla="*/ 3175 w 4212"/>
              <a:gd name="T95" fmla="*/ 614 h 1137"/>
              <a:gd name="T96" fmla="*/ 3240 w 4212"/>
              <a:gd name="T97" fmla="*/ 549 h 1137"/>
              <a:gd name="T98" fmla="*/ 3306 w 4212"/>
              <a:gd name="T99" fmla="*/ 579 h 1137"/>
              <a:gd name="T100" fmla="*/ 3373 w 4212"/>
              <a:gd name="T101" fmla="*/ 579 h 1137"/>
              <a:gd name="T102" fmla="*/ 3439 w 4212"/>
              <a:gd name="T103" fmla="*/ 652 h 1137"/>
              <a:gd name="T104" fmla="*/ 3505 w 4212"/>
              <a:gd name="T105" fmla="*/ 918 h 1137"/>
              <a:gd name="T106" fmla="*/ 3571 w 4212"/>
              <a:gd name="T107" fmla="*/ 761 h 1137"/>
              <a:gd name="T108" fmla="*/ 3638 w 4212"/>
              <a:gd name="T109" fmla="*/ 680 h 1137"/>
              <a:gd name="T110" fmla="*/ 3703 w 4212"/>
              <a:gd name="T111" fmla="*/ 662 h 1137"/>
              <a:gd name="T112" fmla="*/ 3769 w 4212"/>
              <a:gd name="T113" fmla="*/ 607 h 1137"/>
              <a:gd name="T114" fmla="*/ 3835 w 4212"/>
              <a:gd name="T115" fmla="*/ 646 h 1137"/>
              <a:gd name="T116" fmla="*/ 3902 w 4212"/>
              <a:gd name="T117" fmla="*/ 427 h 1137"/>
              <a:gd name="T118" fmla="*/ 3968 w 4212"/>
              <a:gd name="T119" fmla="*/ 576 h 1137"/>
              <a:gd name="T120" fmla="*/ 4034 w 4212"/>
              <a:gd name="T121" fmla="*/ 623 h 1137"/>
              <a:gd name="T122" fmla="*/ 4100 w 4212"/>
              <a:gd name="T123" fmla="*/ 617 h 1137"/>
              <a:gd name="T124" fmla="*/ 4167 w 4212"/>
              <a:gd name="T125" fmla="*/ 554 h 1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12" h="1137">
                <a:moveTo>
                  <a:pt x="0" y="578"/>
                </a:moveTo>
                <a:lnTo>
                  <a:pt x="1" y="584"/>
                </a:lnTo>
                <a:lnTo>
                  <a:pt x="1" y="575"/>
                </a:lnTo>
                <a:lnTo>
                  <a:pt x="2" y="564"/>
                </a:lnTo>
                <a:lnTo>
                  <a:pt x="2" y="585"/>
                </a:lnTo>
                <a:lnTo>
                  <a:pt x="2" y="585"/>
                </a:lnTo>
                <a:lnTo>
                  <a:pt x="3" y="562"/>
                </a:lnTo>
                <a:lnTo>
                  <a:pt x="3" y="571"/>
                </a:lnTo>
                <a:lnTo>
                  <a:pt x="4" y="587"/>
                </a:lnTo>
                <a:lnTo>
                  <a:pt x="4" y="573"/>
                </a:lnTo>
                <a:lnTo>
                  <a:pt x="5" y="587"/>
                </a:lnTo>
                <a:lnTo>
                  <a:pt x="5" y="587"/>
                </a:lnTo>
                <a:lnTo>
                  <a:pt x="6" y="576"/>
                </a:lnTo>
                <a:lnTo>
                  <a:pt x="6" y="610"/>
                </a:lnTo>
                <a:lnTo>
                  <a:pt x="6" y="607"/>
                </a:lnTo>
                <a:lnTo>
                  <a:pt x="7" y="588"/>
                </a:lnTo>
                <a:lnTo>
                  <a:pt x="7" y="596"/>
                </a:lnTo>
                <a:lnTo>
                  <a:pt x="8" y="573"/>
                </a:lnTo>
                <a:lnTo>
                  <a:pt x="8" y="594"/>
                </a:lnTo>
                <a:lnTo>
                  <a:pt x="9" y="603"/>
                </a:lnTo>
                <a:lnTo>
                  <a:pt x="9" y="550"/>
                </a:lnTo>
                <a:lnTo>
                  <a:pt x="10" y="581"/>
                </a:lnTo>
                <a:lnTo>
                  <a:pt x="10" y="575"/>
                </a:lnTo>
                <a:lnTo>
                  <a:pt x="10" y="605"/>
                </a:lnTo>
                <a:lnTo>
                  <a:pt x="11" y="586"/>
                </a:lnTo>
                <a:lnTo>
                  <a:pt x="11" y="573"/>
                </a:lnTo>
                <a:lnTo>
                  <a:pt x="12" y="599"/>
                </a:lnTo>
                <a:lnTo>
                  <a:pt x="12" y="567"/>
                </a:lnTo>
                <a:lnTo>
                  <a:pt x="13" y="587"/>
                </a:lnTo>
                <a:lnTo>
                  <a:pt x="13" y="581"/>
                </a:lnTo>
                <a:lnTo>
                  <a:pt x="13" y="586"/>
                </a:lnTo>
                <a:lnTo>
                  <a:pt x="14" y="536"/>
                </a:lnTo>
                <a:lnTo>
                  <a:pt x="14" y="574"/>
                </a:lnTo>
                <a:lnTo>
                  <a:pt x="15" y="596"/>
                </a:lnTo>
                <a:lnTo>
                  <a:pt x="15" y="557"/>
                </a:lnTo>
                <a:lnTo>
                  <a:pt x="16" y="599"/>
                </a:lnTo>
                <a:lnTo>
                  <a:pt x="16" y="569"/>
                </a:lnTo>
                <a:lnTo>
                  <a:pt x="17" y="613"/>
                </a:lnTo>
                <a:lnTo>
                  <a:pt x="17" y="601"/>
                </a:lnTo>
                <a:lnTo>
                  <a:pt x="17" y="569"/>
                </a:lnTo>
                <a:lnTo>
                  <a:pt x="18" y="558"/>
                </a:lnTo>
                <a:lnTo>
                  <a:pt x="18" y="569"/>
                </a:lnTo>
                <a:lnTo>
                  <a:pt x="19" y="575"/>
                </a:lnTo>
                <a:lnTo>
                  <a:pt x="19" y="579"/>
                </a:lnTo>
                <a:lnTo>
                  <a:pt x="20" y="603"/>
                </a:lnTo>
                <a:lnTo>
                  <a:pt x="20" y="587"/>
                </a:lnTo>
                <a:lnTo>
                  <a:pt x="20" y="582"/>
                </a:lnTo>
                <a:lnTo>
                  <a:pt x="21" y="550"/>
                </a:lnTo>
                <a:lnTo>
                  <a:pt x="21" y="565"/>
                </a:lnTo>
                <a:lnTo>
                  <a:pt x="22" y="609"/>
                </a:lnTo>
                <a:lnTo>
                  <a:pt x="22" y="565"/>
                </a:lnTo>
                <a:lnTo>
                  <a:pt x="23" y="581"/>
                </a:lnTo>
                <a:lnTo>
                  <a:pt x="23" y="586"/>
                </a:lnTo>
                <a:lnTo>
                  <a:pt x="24" y="560"/>
                </a:lnTo>
                <a:lnTo>
                  <a:pt x="24" y="551"/>
                </a:lnTo>
                <a:lnTo>
                  <a:pt x="24" y="553"/>
                </a:lnTo>
                <a:lnTo>
                  <a:pt x="24" y="590"/>
                </a:lnTo>
                <a:lnTo>
                  <a:pt x="24" y="579"/>
                </a:lnTo>
                <a:lnTo>
                  <a:pt x="25" y="565"/>
                </a:lnTo>
                <a:lnTo>
                  <a:pt x="25" y="553"/>
                </a:lnTo>
                <a:lnTo>
                  <a:pt x="26" y="583"/>
                </a:lnTo>
                <a:lnTo>
                  <a:pt x="26" y="577"/>
                </a:lnTo>
                <a:lnTo>
                  <a:pt x="27" y="596"/>
                </a:lnTo>
                <a:lnTo>
                  <a:pt x="27" y="598"/>
                </a:lnTo>
                <a:lnTo>
                  <a:pt x="27" y="557"/>
                </a:lnTo>
                <a:lnTo>
                  <a:pt x="28" y="545"/>
                </a:lnTo>
                <a:lnTo>
                  <a:pt x="28" y="575"/>
                </a:lnTo>
                <a:lnTo>
                  <a:pt x="29" y="553"/>
                </a:lnTo>
                <a:lnTo>
                  <a:pt x="29" y="566"/>
                </a:lnTo>
                <a:lnTo>
                  <a:pt x="30" y="587"/>
                </a:lnTo>
                <a:lnTo>
                  <a:pt x="30" y="566"/>
                </a:lnTo>
                <a:lnTo>
                  <a:pt x="30" y="542"/>
                </a:lnTo>
                <a:lnTo>
                  <a:pt x="31" y="575"/>
                </a:lnTo>
                <a:lnTo>
                  <a:pt x="31" y="542"/>
                </a:lnTo>
                <a:lnTo>
                  <a:pt x="32" y="630"/>
                </a:lnTo>
                <a:lnTo>
                  <a:pt x="32" y="559"/>
                </a:lnTo>
                <a:lnTo>
                  <a:pt x="33" y="574"/>
                </a:lnTo>
                <a:lnTo>
                  <a:pt x="33" y="582"/>
                </a:lnTo>
                <a:lnTo>
                  <a:pt x="34" y="574"/>
                </a:lnTo>
                <a:lnTo>
                  <a:pt x="34" y="617"/>
                </a:lnTo>
                <a:lnTo>
                  <a:pt x="34" y="581"/>
                </a:lnTo>
                <a:lnTo>
                  <a:pt x="35" y="569"/>
                </a:lnTo>
                <a:lnTo>
                  <a:pt x="35" y="546"/>
                </a:lnTo>
                <a:lnTo>
                  <a:pt x="36" y="588"/>
                </a:lnTo>
                <a:lnTo>
                  <a:pt x="36" y="594"/>
                </a:lnTo>
                <a:lnTo>
                  <a:pt x="37" y="588"/>
                </a:lnTo>
                <a:lnTo>
                  <a:pt x="37" y="560"/>
                </a:lnTo>
                <a:lnTo>
                  <a:pt x="37" y="572"/>
                </a:lnTo>
                <a:lnTo>
                  <a:pt x="38" y="589"/>
                </a:lnTo>
                <a:lnTo>
                  <a:pt x="38" y="568"/>
                </a:lnTo>
                <a:lnTo>
                  <a:pt x="39" y="578"/>
                </a:lnTo>
                <a:lnTo>
                  <a:pt x="39" y="560"/>
                </a:lnTo>
                <a:lnTo>
                  <a:pt x="40" y="594"/>
                </a:lnTo>
                <a:lnTo>
                  <a:pt x="40" y="587"/>
                </a:lnTo>
                <a:lnTo>
                  <a:pt x="41" y="588"/>
                </a:lnTo>
                <a:lnTo>
                  <a:pt x="41" y="611"/>
                </a:lnTo>
                <a:lnTo>
                  <a:pt x="41" y="575"/>
                </a:lnTo>
                <a:lnTo>
                  <a:pt x="42" y="576"/>
                </a:lnTo>
                <a:lnTo>
                  <a:pt x="42" y="582"/>
                </a:lnTo>
                <a:lnTo>
                  <a:pt x="43" y="587"/>
                </a:lnTo>
                <a:lnTo>
                  <a:pt x="43" y="612"/>
                </a:lnTo>
                <a:lnTo>
                  <a:pt x="44" y="591"/>
                </a:lnTo>
                <a:lnTo>
                  <a:pt x="44" y="590"/>
                </a:lnTo>
                <a:lnTo>
                  <a:pt x="44" y="600"/>
                </a:lnTo>
                <a:lnTo>
                  <a:pt x="45" y="587"/>
                </a:lnTo>
                <a:lnTo>
                  <a:pt x="45" y="576"/>
                </a:lnTo>
                <a:lnTo>
                  <a:pt x="46" y="545"/>
                </a:lnTo>
                <a:lnTo>
                  <a:pt x="46" y="582"/>
                </a:lnTo>
                <a:lnTo>
                  <a:pt x="47" y="580"/>
                </a:lnTo>
                <a:lnTo>
                  <a:pt x="47" y="587"/>
                </a:lnTo>
                <a:lnTo>
                  <a:pt x="48" y="626"/>
                </a:lnTo>
                <a:lnTo>
                  <a:pt x="48" y="586"/>
                </a:lnTo>
                <a:lnTo>
                  <a:pt x="48" y="586"/>
                </a:lnTo>
                <a:lnTo>
                  <a:pt x="48" y="536"/>
                </a:lnTo>
                <a:lnTo>
                  <a:pt x="48" y="591"/>
                </a:lnTo>
                <a:lnTo>
                  <a:pt x="49" y="581"/>
                </a:lnTo>
                <a:lnTo>
                  <a:pt x="49" y="588"/>
                </a:lnTo>
                <a:lnTo>
                  <a:pt x="50" y="612"/>
                </a:lnTo>
                <a:lnTo>
                  <a:pt x="50" y="564"/>
                </a:lnTo>
                <a:lnTo>
                  <a:pt x="51" y="573"/>
                </a:lnTo>
                <a:lnTo>
                  <a:pt x="51" y="572"/>
                </a:lnTo>
                <a:lnTo>
                  <a:pt x="51" y="608"/>
                </a:lnTo>
                <a:lnTo>
                  <a:pt x="52" y="561"/>
                </a:lnTo>
                <a:lnTo>
                  <a:pt x="52" y="618"/>
                </a:lnTo>
                <a:lnTo>
                  <a:pt x="53" y="578"/>
                </a:lnTo>
                <a:lnTo>
                  <a:pt x="53" y="544"/>
                </a:lnTo>
                <a:lnTo>
                  <a:pt x="54" y="610"/>
                </a:lnTo>
                <a:lnTo>
                  <a:pt x="54" y="602"/>
                </a:lnTo>
                <a:lnTo>
                  <a:pt x="54" y="588"/>
                </a:lnTo>
                <a:lnTo>
                  <a:pt x="55" y="601"/>
                </a:lnTo>
                <a:lnTo>
                  <a:pt x="55" y="623"/>
                </a:lnTo>
                <a:lnTo>
                  <a:pt x="56" y="589"/>
                </a:lnTo>
                <a:lnTo>
                  <a:pt x="56" y="613"/>
                </a:lnTo>
                <a:lnTo>
                  <a:pt x="57" y="582"/>
                </a:lnTo>
                <a:lnTo>
                  <a:pt x="57" y="610"/>
                </a:lnTo>
                <a:lnTo>
                  <a:pt x="58" y="560"/>
                </a:lnTo>
                <a:lnTo>
                  <a:pt x="58" y="609"/>
                </a:lnTo>
                <a:lnTo>
                  <a:pt x="58" y="599"/>
                </a:lnTo>
                <a:lnTo>
                  <a:pt x="59" y="575"/>
                </a:lnTo>
                <a:lnTo>
                  <a:pt x="59" y="618"/>
                </a:lnTo>
                <a:lnTo>
                  <a:pt x="60" y="587"/>
                </a:lnTo>
                <a:lnTo>
                  <a:pt x="60" y="565"/>
                </a:lnTo>
                <a:lnTo>
                  <a:pt x="61" y="626"/>
                </a:lnTo>
                <a:lnTo>
                  <a:pt x="61" y="589"/>
                </a:lnTo>
                <a:lnTo>
                  <a:pt x="61" y="587"/>
                </a:lnTo>
                <a:lnTo>
                  <a:pt x="62" y="577"/>
                </a:lnTo>
                <a:lnTo>
                  <a:pt x="62" y="618"/>
                </a:lnTo>
                <a:lnTo>
                  <a:pt x="63" y="620"/>
                </a:lnTo>
                <a:lnTo>
                  <a:pt x="63" y="583"/>
                </a:lnTo>
                <a:lnTo>
                  <a:pt x="64" y="586"/>
                </a:lnTo>
                <a:lnTo>
                  <a:pt x="64" y="587"/>
                </a:lnTo>
                <a:lnTo>
                  <a:pt x="65" y="586"/>
                </a:lnTo>
                <a:lnTo>
                  <a:pt x="65" y="607"/>
                </a:lnTo>
                <a:lnTo>
                  <a:pt x="65" y="588"/>
                </a:lnTo>
                <a:lnTo>
                  <a:pt x="66" y="586"/>
                </a:lnTo>
                <a:lnTo>
                  <a:pt x="66" y="608"/>
                </a:lnTo>
                <a:lnTo>
                  <a:pt x="67" y="554"/>
                </a:lnTo>
                <a:lnTo>
                  <a:pt x="67" y="583"/>
                </a:lnTo>
                <a:lnTo>
                  <a:pt x="68" y="617"/>
                </a:lnTo>
                <a:lnTo>
                  <a:pt x="68" y="579"/>
                </a:lnTo>
                <a:lnTo>
                  <a:pt x="68" y="612"/>
                </a:lnTo>
                <a:lnTo>
                  <a:pt x="69" y="576"/>
                </a:lnTo>
                <a:lnTo>
                  <a:pt x="69" y="568"/>
                </a:lnTo>
                <a:lnTo>
                  <a:pt x="70" y="610"/>
                </a:lnTo>
                <a:lnTo>
                  <a:pt x="70" y="572"/>
                </a:lnTo>
                <a:lnTo>
                  <a:pt x="71" y="584"/>
                </a:lnTo>
                <a:lnTo>
                  <a:pt x="71" y="575"/>
                </a:lnTo>
                <a:lnTo>
                  <a:pt x="72" y="552"/>
                </a:lnTo>
                <a:lnTo>
                  <a:pt x="72" y="596"/>
                </a:lnTo>
                <a:lnTo>
                  <a:pt x="72" y="607"/>
                </a:lnTo>
                <a:lnTo>
                  <a:pt x="72" y="610"/>
                </a:lnTo>
                <a:lnTo>
                  <a:pt x="72" y="608"/>
                </a:lnTo>
                <a:lnTo>
                  <a:pt x="73" y="592"/>
                </a:lnTo>
                <a:lnTo>
                  <a:pt x="73" y="584"/>
                </a:lnTo>
                <a:lnTo>
                  <a:pt x="74" y="585"/>
                </a:lnTo>
                <a:lnTo>
                  <a:pt x="74" y="573"/>
                </a:lnTo>
                <a:lnTo>
                  <a:pt x="75" y="589"/>
                </a:lnTo>
                <a:lnTo>
                  <a:pt x="75" y="560"/>
                </a:lnTo>
                <a:lnTo>
                  <a:pt x="75" y="595"/>
                </a:lnTo>
                <a:lnTo>
                  <a:pt x="76" y="533"/>
                </a:lnTo>
                <a:lnTo>
                  <a:pt x="76" y="576"/>
                </a:lnTo>
                <a:lnTo>
                  <a:pt x="77" y="607"/>
                </a:lnTo>
                <a:lnTo>
                  <a:pt x="77" y="610"/>
                </a:lnTo>
                <a:lnTo>
                  <a:pt x="78" y="578"/>
                </a:lnTo>
                <a:lnTo>
                  <a:pt x="78" y="592"/>
                </a:lnTo>
                <a:lnTo>
                  <a:pt x="78" y="572"/>
                </a:lnTo>
                <a:lnTo>
                  <a:pt x="79" y="577"/>
                </a:lnTo>
                <a:lnTo>
                  <a:pt x="79" y="588"/>
                </a:lnTo>
                <a:lnTo>
                  <a:pt x="80" y="604"/>
                </a:lnTo>
                <a:lnTo>
                  <a:pt x="80" y="617"/>
                </a:lnTo>
                <a:lnTo>
                  <a:pt x="81" y="595"/>
                </a:lnTo>
                <a:lnTo>
                  <a:pt x="81" y="568"/>
                </a:lnTo>
                <a:lnTo>
                  <a:pt x="82" y="581"/>
                </a:lnTo>
                <a:lnTo>
                  <a:pt x="82" y="610"/>
                </a:lnTo>
                <a:lnTo>
                  <a:pt x="82" y="581"/>
                </a:lnTo>
                <a:lnTo>
                  <a:pt x="83" y="576"/>
                </a:lnTo>
                <a:lnTo>
                  <a:pt x="83" y="602"/>
                </a:lnTo>
                <a:lnTo>
                  <a:pt x="84" y="581"/>
                </a:lnTo>
                <a:lnTo>
                  <a:pt x="84" y="582"/>
                </a:lnTo>
                <a:lnTo>
                  <a:pt x="85" y="607"/>
                </a:lnTo>
                <a:lnTo>
                  <a:pt x="85" y="575"/>
                </a:lnTo>
                <a:lnTo>
                  <a:pt x="85" y="571"/>
                </a:lnTo>
                <a:lnTo>
                  <a:pt x="86" y="560"/>
                </a:lnTo>
                <a:lnTo>
                  <a:pt x="86" y="560"/>
                </a:lnTo>
                <a:lnTo>
                  <a:pt x="87" y="610"/>
                </a:lnTo>
                <a:lnTo>
                  <a:pt x="87" y="601"/>
                </a:lnTo>
                <a:lnTo>
                  <a:pt x="88" y="570"/>
                </a:lnTo>
                <a:lnTo>
                  <a:pt x="88" y="570"/>
                </a:lnTo>
                <a:lnTo>
                  <a:pt x="89" y="569"/>
                </a:lnTo>
                <a:lnTo>
                  <a:pt x="89" y="500"/>
                </a:lnTo>
                <a:lnTo>
                  <a:pt x="89" y="567"/>
                </a:lnTo>
                <a:lnTo>
                  <a:pt x="90" y="556"/>
                </a:lnTo>
                <a:lnTo>
                  <a:pt x="90" y="559"/>
                </a:lnTo>
                <a:lnTo>
                  <a:pt x="91" y="565"/>
                </a:lnTo>
                <a:lnTo>
                  <a:pt x="91" y="585"/>
                </a:lnTo>
                <a:lnTo>
                  <a:pt x="92" y="562"/>
                </a:lnTo>
                <a:lnTo>
                  <a:pt x="92" y="593"/>
                </a:lnTo>
                <a:lnTo>
                  <a:pt x="92" y="583"/>
                </a:lnTo>
                <a:lnTo>
                  <a:pt x="93" y="587"/>
                </a:lnTo>
                <a:lnTo>
                  <a:pt x="93" y="575"/>
                </a:lnTo>
                <a:lnTo>
                  <a:pt x="94" y="529"/>
                </a:lnTo>
                <a:lnTo>
                  <a:pt x="94" y="615"/>
                </a:lnTo>
                <a:lnTo>
                  <a:pt x="95" y="562"/>
                </a:lnTo>
                <a:lnTo>
                  <a:pt x="95" y="610"/>
                </a:lnTo>
                <a:lnTo>
                  <a:pt x="96" y="586"/>
                </a:lnTo>
                <a:lnTo>
                  <a:pt x="96" y="553"/>
                </a:lnTo>
                <a:lnTo>
                  <a:pt x="96" y="574"/>
                </a:lnTo>
                <a:lnTo>
                  <a:pt x="97" y="597"/>
                </a:lnTo>
                <a:lnTo>
                  <a:pt x="97" y="589"/>
                </a:lnTo>
                <a:lnTo>
                  <a:pt x="97" y="561"/>
                </a:lnTo>
                <a:lnTo>
                  <a:pt x="97" y="589"/>
                </a:lnTo>
                <a:lnTo>
                  <a:pt x="98" y="569"/>
                </a:lnTo>
                <a:lnTo>
                  <a:pt x="98" y="573"/>
                </a:lnTo>
                <a:lnTo>
                  <a:pt x="99" y="587"/>
                </a:lnTo>
                <a:lnTo>
                  <a:pt x="99" y="529"/>
                </a:lnTo>
                <a:lnTo>
                  <a:pt x="99" y="561"/>
                </a:lnTo>
                <a:lnTo>
                  <a:pt x="100" y="615"/>
                </a:lnTo>
                <a:lnTo>
                  <a:pt x="100" y="569"/>
                </a:lnTo>
                <a:lnTo>
                  <a:pt x="101" y="586"/>
                </a:lnTo>
                <a:lnTo>
                  <a:pt x="101" y="555"/>
                </a:lnTo>
                <a:lnTo>
                  <a:pt x="102" y="589"/>
                </a:lnTo>
                <a:lnTo>
                  <a:pt x="102" y="575"/>
                </a:lnTo>
                <a:lnTo>
                  <a:pt x="102" y="562"/>
                </a:lnTo>
                <a:lnTo>
                  <a:pt x="103" y="555"/>
                </a:lnTo>
                <a:lnTo>
                  <a:pt x="103" y="597"/>
                </a:lnTo>
                <a:lnTo>
                  <a:pt x="104" y="580"/>
                </a:lnTo>
                <a:lnTo>
                  <a:pt x="104" y="583"/>
                </a:lnTo>
                <a:lnTo>
                  <a:pt x="105" y="586"/>
                </a:lnTo>
                <a:lnTo>
                  <a:pt x="105" y="536"/>
                </a:lnTo>
                <a:lnTo>
                  <a:pt x="106" y="563"/>
                </a:lnTo>
                <a:lnTo>
                  <a:pt x="106" y="598"/>
                </a:lnTo>
                <a:lnTo>
                  <a:pt x="106" y="553"/>
                </a:lnTo>
                <a:lnTo>
                  <a:pt x="107" y="529"/>
                </a:lnTo>
                <a:lnTo>
                  <a:pt x="107" y="551"/>
                </a:lnTo>
                <a:lnTo>
                  <a:pt x="108" y="604"/>
                </a:lnTo>
                <a:lnTo>
                  <a:pt x="108" y="583"/>
                </a:lnTo>
                <a:lnTo>
                  <a:pt x="109" y="546"/>
                </a:lnTo>
                <a:lnTo>
                  <a:pt x="109" y="587"/>
                </a:lnTo>
                <a:lnTo>
                  <a:pt x="109" y="563"/>
                </a:lnTo>
                <a:lnTo>
                  <a:pt x="110" y="557"/>
                </a:lnTo>
                <a:lnTo>
                  <a:pt x="110" y="592"/>
                </a:lnTo>
                <a:lnTo>
                  <a:pt x="111" y="574"/>
                </a:lnTo>
                <a:lnTo>
                  <a:pt x="111" y="640"/>
                </a:lnTo>
                <a:lnTo>
                  <a:pt x="112" y="594"/>
                </a:lnTo>
                <a:lnTo>
                  <a:pt x="112" y="579"/>
                </a:lnTo>
                <a:lnTo>
                  <a:pt x="113" y="599"/>
                </a:lnTo>
                <a:lnTo>
                  <a:pt x="113" y="539"/>
                </a:lnTo>
                <a:lnTo>
                  <a:pt x="113" y="604"/>
                </a:lnTo>
                <a:lnTo>
                  <a:pt x="114" y="583"/>
                </a:lnTo>
                <a:lnTo>
                  <a:pt x="114" y="571"/>
                </a:lnTo>
                <a:lnTo>
                  <a:pt x="115" y="544"/>
                </a:lnTo>
                <a:lnTo>
                  <a:pt x="115" y="604"/>
                </a:lnTo>
                <a:lnTo>
                  <a:pt x="116" y="551"/>
                </a:lnTo>
                <a:lnTo>
                  <a:pt x="116" y="575"/>
                </a:lnTo>
                <a:lnTo>
                  <a:pt x="116" y="595"/>
                </a:lnTo>
                <a:lnTo>
                  <a:pt x="117" y="565"/>
                </a:lnTo>
                <a:lnTo>
                  <a:pt x="117" y="571"/>
                </a:lnTo>
                <a:lnTo>
                  <a:pt x="118" y="588"/>
                </a:lnTo>
                <a:lnTo>
                  <a:pt x="118" y="575"/>
                </a:lnTo>
                <a:lnTo>
                  <a:pt x="119" y="585"/>
                </a:lnTo>
                <a:lnTo>
                  <a:pt x="119" y="574"/>
                </a:lnTo>
                <a:lnTo>
                  <a:pt x="120" y="563"/>
                </a:lnTo>
                <a:lnTo>
                  <a:pt x="120" y="544"/>
                </a:lnTo>
                <a:lnTo>
                  <a:pt x="120" y="603"/>
                </a:lnTo>
                <a:lnTo>
                  <a:pt x="121" y="534"/>
                </a:lnTo>
                <a:lnTo>
                  <a:pt x="121" y="618"/>
                </a:lnTo>
                <a:lnTo>
                  <a:pt x="121" y="582"/>
                </a:lnTo>
                <a:lnTo>
                  <a:pt x="121" y="566"/>
                </a:lnTo>
                <a:lnTo>
                  <a:pt x="122" y="573"/>
                </a:lnTo>
                <a:lnTo>
                  <a:pt x="122" y="592"/>
                </a:lnTo>
                <a:lnTo>
                  <a:pt x="123" y="584"/>
                </a:lnTo>
                <a:lnTo>
                  <a:pt x="123" y="590"/>
                </a:lnTo>
                <a:lnTo>
                  <a:pt x="123" y="592"/>
                </a:lnTo>
                <a:lnTo>
                  <a:pt x="124" y="562"/>
                </a:lnTo>
                <a:lnTo>
                  <a:pt x="124" y="573"/>
                </a:lnTo>
                <a:lnTo>
                  <a:pt x="125" y="595"/>
                </a:lnTo>
                <a:lnTo>
                  <a:pt x="125" y="562"/>
                </a:lnTo>
                <a:lnTo>
                  <a:pt x="126" y="575"/>
                </a:lnTo>
                <a:lnTo>
                  <a:pt x="126" y="565"/>
                </a:lnTo>
                <a:lnTo>
                  <a:pt x="126" y="569"/>
                </a:lnTo>
                <a:lnTo>
                  <a:pt x="127" y="600"/>
                </a:lnTo>
                <a:lnTo>
                  <a:pt x="127" y="594"/>
                </a:lnTo>
                <a:lnTo>
                  <a:pt x="128" y="568"/>
                </a:lnTo>
                <a:lnTo>
                  <a:pt x="128" y="571"/>
                </a:lnTo>
                <a:lnTo>
                  <a:pt x="129" y="585"/>
                </a:lnTo>
                <a:lnTo>
                  <a:pt x="129" y="582"/>
                </a:lnTo>
                <a:lnTo>
                  <a:pt x="130" y="558"/>
                </a:lnTo>
                <a:lnTo>
                  <a:pt x="130" y="597"/>
                </a:lnTo>
                <a:lnTo>
                  <a:pt x="130" y="574"/>
                </a:lnTo>
                <a:lnTo>
                  <a:pt x="131" y="589"/>
                </a:lnTo>
                <a:lnTo>
                  <a:pt x="131" y="590"/>
                </a:lnTo>
                <a:lnTo>
                  <a:pt x="132" y="563"/>
                </a:lnTo>
                <a:lnTo>
                  <a:pt x="132" y="569"/>
                </a:lnTo>
                <a:lnTo>
                  <a:pt x="133" y="570"/>
                </a:lnTo>
                <a:lnTo>
                  <a:pt x="133" y="560"/>
                </a:lnTo>
                <a:lnTo>
                  <a:pt x="133" y="586"/>
                </a:lnTo>
                <a:lnTo>
                  <a:pt x="134" y="574"/>
                </a:lnTo>
                <a:lnTo>
                  <a:pt x="134" y="594"/>
                </a:lnTo>
                <a:lnTo>
                  <a:pt x="135" y="582"/>
                </a:lnTo>
                <a:lnTo>
                  <a:pt x="135" y="591"/>
                </a:lnTo>
                <a:lnTo>
                  <a:pt x="136" y="586"/>
                </a:lnTo>
                <a:lnTo>
                  <a:pt x="136" y="577"/>
                </a:lnTo>
                <a:lnTo>
                  <a:pt x="137" y="607"/>
                </a:lnTo>
                <a:lnTo>
                  <a:pt x="137" y="546"/>
                </a:lnTo>
                <a:lnTo>
                  <a:pt x="137" y="610"/>
                </a:lnTo>
                <a:lnTo>
                  <a:pt x="138" y="615"/>
                </a:lnTo>
                <a:lnTo>
                  <a:pt x="138" y="566"/>
                </a:lnTo>
                <a:lnTo>
                  <a:pt x="139" y="574"/>
                </a:lnTo>
                <a:lnTo>
                  <a:pt x="139" y="578"/>
                </a:lnTo>
                <a:lnTo>
                  <a:pt x="140" y="578"/>
                </a:lnTo>
                <a:lnTo>
                  <a:pt x="140" y="591"/>
                </a:lnTo>
                <a:lnTo>
                  <a:pt x="140" y="610"/>
                </a:lnTo>
                <a:lnTo>
                  <a:pt x="141" y="589"/>
                </a:lnTo>
                <a:lnTo>
                  <a:pt x="141" y="606"/>
                </a:lnTo>
                <a:lnTo>
                  <a:pt x="142" y="571"/>
                </a:lnTo>
                <a:lnTo>
                  <a:pt x="142" y="595"/>
                </a:lnTo>
                <a:lnTo>
                  <a:pt x="143" y="610"/>
                </a:lnTo>
                <a:lnTo>
                  <a:pt x="143" y="599"/>
                </a:lnTo>
                <a:lnTo>
                  <a:pt x="144" y="584"/>
                </a:lnTo>
                <a:lnTo>
                  <a:pt x="144" y="604"/>
                </a:lnTo>
                <a:lnTo>
                  <a:pt x="144" y="610"/>
                </a:lnTo>
                <a:lnTo>
                  <a:pt x="145" y="587"/>
                </a:lnTo>
                <a:lnTo>
                  <a:pt x="145" y="587"/>
                </a:lnTo>
                <a:lnTo>
                  <a:pt x="145" y="603"/>
                </a:lnTo>
                <a:lnTo>
                  <a:pt x="145" y="603"/>
                </a:lnTo>
                <a:lnTo>
                  <a:pt x="146" y="588"/>
                </a:lnTo>
                <a:lnTo>
                  <a:pt x="146" y="623"/>
                </a:lnTo>
                <a:lnTo>
                  <a:pt x="147" y="622"/>
                </a:lnTo>
                <a:lnTo>
                  <a:pt x="147" y="608"/>
                </a:lnTo>
                <a:lnTo>
                  <a:pt x="147" y="597"/>
                </a:lnTo>
                <a:lnTo>
                  <a:pt x="148" y="586"/>
                </a:lnTo>
                <a:lnTo>
                  <a:pt x="148" y="562"/>
                </a:lnTo>
                <a:lnTo>
                  <a:pt x="149" y="575"/>
                </a:lnTo>
                <a:lnTo>
                  <a:pt x="149" y="596"/>
                </a:lnTo>
                <a:lnTo>
                  <a:pt x="150" y="593"/>
                </a:lnTo>
                <a:lnTo>
                  <a:pt x="150" y="613"/>
                </a:lnTo>
                <a:lnTo>
                  <a:pt x="150" y="593"/>
                </a:lnTo>
                <a:lnTo>
                  <a:pt x="151" y="599"/>
                </a:lnTo>
                <a:lnTo>
                  <a:pt x="151" y="586"/>
                </a:lnTo>
                <a:lnTo>
                  <a:pt x="152" y="610"/>
                </a:lnTo>
                <a:lnTo>
                  <a:pt x="152" y="582"/>
                </a:lnTo>
                <a:lnTo>
                  <a:pt x="153" y="561"/>
                </a:lnTo>
                <a:lnTo>
                  <a:pt x="153" y="594"/>
                </a:lnTo>
                <a:lnTo>
                  <a:pt x="154" y="584"/>
                </a:lnTo>
                <a:lnTo>
                  <a:pt x="154" y="578"/>
                </a:lnTo>
                <a:lnTo>
                  <a:pt x="154" y="600"/>
                </a:lnTo>
                <a:lnTo>
                  <a:pt x="155" y="587"/>
                </a:lnTo>
                <a:lnTo>
                  <a:pt x="155" y="591"/>
                </a:lnTo>
                <a:lnTo>
                  <a:pt x="156" y="589"/>
                </a:lnTo>
                <a:lnTo>
                  <a:pt x="156" y="608"/>
                </a:lnTo>
                <a:lnTo>
                  <a:pt x="157" y="590"/>
                </a:lnTo>
                <a:lnTo>
                  <a:pt x="157" y="581"/>
                </a:lnTo>
                <a:lnTo>
                  <a:pt x="157" y="561"/>
                </a:lnTo>
                <a:lnTo>
                  <a:pt x="158" y="570"/>
                </a:lnTo>
                <a:lnTo>
                  <a:pt x="158" y="545"/>
                </a:lnTo>
                <a:lnTo>
                  <a:pt x="159" y="606"/>
                </a:lnTo>
                <a:lnTo>
                  <a:pt x="159" y="572"/>
                </a:lnTo>
                <a:lnTo>
                  <a:pt x="160" y="586"/>
                </a:lnTo>
                <a:lnTo>
                  <a:pt x="160" y="544"/>
                </a:lnTo>
                <a:lnTo>
                  <a:pt x="161" y="606"/>
                </a:lnTo>
                <a:lnTo>
                  <a:pt x="161" y="606"/>
                </a:lnTo>
                <a:lnTo>
                  <a:pt x="161" y="601"/>
                </a:lnTo>
                <a:lnTo>
                  <a:pt x="162" y="633"/>
                </a:lnTo>
                <a:lnTo>
                  <a:pt x="162" y="599"/>
                </a:lnTo>
                <a:lnTo>
                  <a:pt x="163" y="604"/>
                </a:lnTo>
                <a:lnTo>
                  <a:pt x="163" y="585"/>
                </a:lnTo>
                <a:lnTo>
                  <a:pt x="164" y="580"/>
                </a:lnTo>
                <a:lnTo>
                  <a:pt x="164" y="548"/>
                </a:lnTo>
                <a:lnTo>
                  <a:pt x="165" y="566"/>
                </a:lnTo>
                <a:lnTo>
                  <a:pt x="165" y="598"/>
                </a:lnTo>
                <a:lnTo>
                  <a:pt x="165" y="605"/>
                </a:lnTo>
                <a:lnTo>
                  <a:pt x="166" y="575"/>
                </a:lnTo>
                <a:lnTo>
                  <a:pt x="166" y="612"/>
                </a:lnTo>
                <a:lnTo>
                  <a:pt x="167" y="547"/>
                </a:lnTo>
                <a:lnTo>
                  <a:pt x="167" y="561"/>
                </a:lnTo>
                <a:lnTo>
                  <a:pt x="168" y="594"/>
                </a:lnTo>
                <a:lnTo>
                  <a:pt x="168" y="619"/>
                </a:lnTo>
                <a:lnTo>
                  <a:pt x="168" y="556"/>
                </a:lnTo>
                <a:lnTo>
                  <a:pt x="169" y="586"/>
                </a:lnTo>
                <a:lnTo>
                  <a:pt x="169" y="558"/>
                </a:lnTo>
                <a:lnTo>
                  <a:pt x="169" y="615"/>
                </a:lnTo>
                <a:lnTo>
                  <a:pt x="169" y="595"/>
                </a:lnTo>
                <a:lnTo>
                  <a:pt x="170" y="582"/>
                </a:lnTo>
                <a:lnTo>
                  <a:pt x="170" y="581"/>
                </a:lnTo>
                <a:lnTo>
                  <a:pt x="171" y="590"/>
                </a:lnTo>
                <a:lnTo>
                  <a:pt x="171" y="568"/>
                </a:lnTo>
                <a:lnTo>
                  <a:pt x="171" y="603"/>
                </a:lnTo>
                <a:lnTo>
                  <a:pt x="172" y="584"/>
                </a:lnTo>
                <a:lnTo>
                  <a:pt x="172" y="578"/>
                </a:lnTo>
                <a:lnTo>
                  <a:pt x="173" y="569"/>
                </a:lnTo>
                <a:lnTo>
                  <a:pt x="173" y="564"/>
                </a:lnTo>
                <a:lnTo>
                  <a:pt x="174" y="603"/>
                </a:lnTo>
                <a:lnTo>
                  <a:pt x="174" y="610"/>
                </a:lnTo>
                <a:lnTo>
                  <a:pt x="174" y="552"/>
                </a:lnTo>
                <a:lnTo>
                  <a:pt x="175" y="571"/>
                </a:lnTo>
                <a:lnTo>
                  <a:pt x="175" y="593"/>
                </a:lnTo>
                <a:lnTo>
                  <a:pt x="176" y="545"/>
                </a:lnTo>
                <a:lnTo>
                  <a:pt x="176" y="575"/>
                </a:lnTo>
                <a:lnTo>
                  <a:pt x="177" y="553"/>
                </a:lnTo>
                <a:lnTo>
                  <a:pt x="177" y="575"/>
                </a:lnTo>
                <a:lnTo>
                  <a:pt x="178" y="534"/>
                </a:lnTo>
                <a:lnTo>
                  <a:pt x="178" y="540"/>
                </a:lnTo>
                <a:lnTo>
                  <a:pt x="178" y="581"/>
                </a:lnTo>
                <a:lnTo>
                  <a:pt x="179" y="556"/>
                </a:lnTo>
                <a:lnTo>
                  <a:pt x="179" y="562"/>
                </a:lnTo>
                <a:lnTo>
                  <a:pt x="180" y="547"/>
                </a:lnTo>
                <a:lnTo>
                  <a:pt x="180" y="595"/>
                </a:lnTo>
                <a:lnTo>
                  <a:pt x="181" y="561"/>
                </a:lnTo>
                <a:lnTo>
                  <a:pt x="181" y="553"/>
                </a:lnTo>
                <a:lnTo>
                  <a:pt x="181" y="610"/>
                </a:lnTo>
                <a:lnTo>
                  <a:pt x="182" y="599"/>
                </a:lnTo>
                <a:lnTo>
                  <a:pt x="182" y="616"/>
                </a:lnTo>
                <a:lnTo>
                  <a:pt x="183" y="580"/>
                </a:lnTo>
                <a:lnTo>
                  <a:pt x="183" y="559"/>
                </a:lnTo>
                <a:lnTo>
                  <a:pt x="184" y="542"/>
                </a:lnTo>
                <a:lnTo>
                  <a:pt x="184" y="572"/>
                </a:lnTo>
                <a:lnTo>
                  <a:pt x="185" y="539"/>
                </a:lnTo>
                <a:lnTo>
                  <a:pt x="185" y="602"/>
                </a:lnTo>
                <a:lnTo>
                  <a:pt x="185" y="609"/>
                </a:lnTo>
                <a:lnTo>
                  <a:pt x="186" y="574"/>
                </a:lnTo>
                <a:lnTo>
                  <a:pt x="186" y="564"/>
                </a:lnTo>
                <a:lnTo>
                  <a:pt x="187" y="573"/>
                </a:lnTo>
                <a:lnTo>
                  <a:pt x="187" y="615"/>
                </a:lnTo>
                <a:lnTo>
                  <a:pt x="188" y="574"/>
                </a:lnTo>
                <a:lnTo>
                  <a:pt x="188" y="600"/>
                </a:lnTo>
                <a:lnTo>
                  <a:pt x="189" y="559"/>
                </a:lnTo>
                <a:lnTo>
                  <a:pt x="189" y="564"/>
                </a:lnTo>
                <a:lnTo>
                  <a:pt x="189" y="592"/>
                </a:lnTo>
                <a:lnTo>
                  <a:pt x="190" y="583"/>
                </a:lnTo>
                <a:lnTo>
                  <a:pt x="190" y="594"/>
                </a:lnTo>
                <a:lnTo>
                  <a:pt x="191" y="574"/>
                </a:lnTo>
                <a:lnTo>
                  <a:pt x="191" y="553"/>
                </a:lnTo>
                <a:lnTo>
                  <a:pt x="192" y="592"/>
                </a:lnTo>
                <a:lnTo>
                  <a:pt x="192" y="562"/>
                </a:lnTo>
                <a:lnTo>
                  <a:pt x="192" y="584"/>
                </a:lnTo>
                <a:lnTo>
                  <a:pt x="193" y="588"/>
                </a:lnTo>
                <a:lnTo>
                  <a:pt x="193" y="575"/>
                </a:lnTo>
                <a:lnTo>
                  <a:pt x="193" y="594"/>
                </a:lnTo>
                <a:lnTo>
                  <a:pt x="193" y="584"/>
                </a:lnTo>
                <a:lnTo>
                  <a:pt x="194" y="597"/>
                </a:lnTo>
                <a:lnTo>
                  <a:pt x="194" y="532"/>
                </a:lnTo>
                <a:lnTo>
                  <a:pt x="195" y="572"/>
                </a:lnTo>
                <a:lnTo>
                  <a:pt x="195" y="587"/>
                </a:lnTo>
                <a:lnTo>
                  <a:pt x="195" y="569"/>
                </a:lnTo>
                <a:lnTo>
                  <a:pt x="196" y="576"/>
                </a:lnTo>
                <a:lnTo>
                  <a:pt x="196" y="578"/>
                </a:lnTo>
                <a:lnTo>
                  <a:pt x="197" y="561"/>
                </a:lnTo>
                <a:lnTo>
                  <a:pt x="197" y="558"/>
                </a:lnTo>
                <a:lnTo>
                  <a:pt x="198" y="585"/>
                </a:lnTo>
                <a:lnTo>
                  <a:pt x="198" y="586"/>
                </a:lnTo>
                <a:lnTo>
                  <a:pt x="198" y="580"/>
                </a:lnTo>
                <a:lnTo>
                  <a:pt x="199" y="622"/>
                </a:lnTo>
                <a:lnTo>
                  <a:pt x="199" y="606"/>
                </a:lnTo>
                <a:lnTo>
                  <a:pt x="200" y="546"/>
                </a:lnTo>
                <a:lnTo>
                  <a:pt x="200" y="541"/>
                </a:lnTo>
                <a:lnTo>
                  <a:pt x="201" y="581"/>
                </a:lnTo>
                <a:lnTo>
                  <a:pt x="201" y="563"/>
                </a:lnTo>
                <a:lnTo>
                  <a:pt x="202" y="569"/>
                </a:lnTo>
                <a:lnTo>
                  <a:pt x="202" y="513"/>
                </a:lnTo>
                <a:lnTo>
                  <a:pt x="202" y="553"/>
                </a:lnTo>
                <a:lnTo>
                  <a:pt x="203" y="579"/>
                </a:lnTo>
                <a:lnTo>
                  <a:pt x="203" y="597"/>
                </a:lnTo>
                <a:lnTo>
                  <a:pt x="204" y="610"/>
                </a:lnTo>
                <a:lnTo>
                  <a:pt x="204" y="573"/>
                </a:lnTo>
                <a:lnTo>
                  <a:pt x="205" y="593"/>
                </a:lnTo>
                <a:lnTo>
                  <a:pt x="205" y="608"/>
                </a:lnTo>
                <a:lnTo>
                  <a:pt x="205" y="591"/>
                </a:lnTo>
                <a:lnTo>
                  <a:pt x="206" y="601"/>
                </a:lnTo>
                <a:lnTo>
                  <a:pt x="206" y="544"/>
                </a:lnTo>
                <a:lnTo>
                  <a:pt x="207" y="561"/>
                </a:lnTo>
                <a:lnTo>
                  <a:pt x="207" y="580"/>
                </a:lnTo>
                <a:lnTo>
                  <a:pt x="208" y="549"/>
                </a:lnTo>
                <a:lnTo>
                  <a:pt x="208" y="579"/>
                </a:lnTo>
                <a:lnTo>
                  <a:pt x="209" y="598"/>
                </a:lnTo>
                <a:lnTo>
                  <a:pt x="209" y="549"/>
                </a:lnTo>
                <a:lnTo>
                  <a:pt x="209" y="570"/>
                </a:lnTo>
                <a:lnTo>
                  <a:pt x="210" y="603"/>
                </a:lnTo>
                <a:lnTo>
                  <a:pt x="210" y="586"/>
                </a:lnTo>
                <a:lnTo>
                  <a:pt x="211" y="600"/>
                </a:lnTo>
                <a:lnTo>
                  <a:pt x="211" y="610"/>
                </a:lnTo>
                <a:lnTo>
                  <a:pt x="212" y="563"/>
                </a:lnTo>
                <a:lnTo>
                  <a:pt x="212" y="543"/>
                </a:lnTo>
                <a:lnTo>
                  <a:pt x="213" y="612"/>
                </a:lnTo>
                <a:lnTo>
                  <a:pt x="213" y="572"/>
                </a:lnTo>
                <a:lnTo>
                  <a:pt x="213" y="597"/>
                </a:lnTo>
                <a:lnTo>
                  <a:pt x="214" y="594"/>
                </a:lnTo>
                <a:lnTo>
                  <a:pt x="214" y="597"/>
                </a:lnTo>
                <a:lnTo>
                  <a:pt x="215" y="603"/>
                </a:lnTo>
                <a:lnTo>
                  <a:pt x="215" y="585"/>
                </a:lnTo>
                <a:lnTo>
                  <a:pt x="216" y="603"/>
                </a:lnTo>
                <a:lnTo>
                  <a:pt x="216" y="581"/>
                </a:lnTo>
                <a:lnTo>
                  <a:pt x="216" y="587"/>
                </a:lnTo>
                <a:lnTo>
                  <a:pt x="217" y="591"/>
                </a:lnTo>
                <a:lnTo>
                  <a:pt x="217" y="606"/>
                </a:lnTo>
                <a:lnTo>
                  <a:pt x="217" y="599"/>
                </a:lnTo>
                <a:lnTo>
                  <a:pt x="217" y="572"/>
                </a:lnTo>
                <a:lnTo>
                  <a:pt x="218" y="577"/>
                </a:lnTo>
                <a:lnTo>
                  <a:pt x="218" y="609"/>
                </a:lnTo>
                <a:lnTo>
                  <a:pt x="219" y="586"/>
                </a:lnTo>
                <a:lnTo>
                  <a:pt x="219" y="573"/>
                </a:lnTo>
                <a:lnTo>
                  <a:pt x="219" y="623"/>
                </a:lnTo>
                <a:lnTo>
                  <a:pt x="220" y="578"/>
                </a:lnTo>
                <a:lnTo>
                  <a:pt x="220" y="603"/>
                </a:lnTo>
                <a:lnTo>
                  <a:pt x="221" y="578"/>
                </a:lnTo>
                <a:lnTo>
                  <a:pt x="221" y="606"/>
                </a:lnTo>
                <a:lnTo>
                  <a:pt x="222" y="628"/>
                </a:lnTo>
                <a:lnTo>
                  <a:pt x="222" y="624"/>
                </a:lnTo>
                <a:lnTo>
                  <a:pt x="222" y="589"/>
                </a:lnTo>
                <a:lnTo>
                  <a:pt x="223" y="586"/>
                </a:lnTo>
                <a:lnTo>
                  <a:pt x="223" y="610"/>
                </a:lnTo>
                <a:lnTo>
                  <a:pt x="224" y="578"/>
                </a:lnTo>
                <a:lnTo>
                  <a:pt x="224" y="626"/>
                </a:lnTo>
                <a:lnTo>
                  <a:pt x="225" y="593"/>
                </a:lnTo>
                <a:lnTo>
                  <a:pt x="225" y="616"/>
                </a:lnTo>
                <a:lnTo>
                  <a:pt x="226" y="606"/>
                </a:lnTo>
                <a:lnTo>
                  <a:pt x="226" y="591"/>
                </a:lnTo>
                <a:lnTo>
                  <a:pt x="226" y="610"/>
                </a:lnTo>
                <a:lnTo>
                  <a:pt x="227" y="600"/>
                </a:lnTo>
                <a:lnTo>
                  <a:pt x="227" y="571"/>
                </a:lnTo>
                <a:lnTo>
                  <a:pt x="228" y="605"/>
                </a:lnTo>
                <a:lnTo>
                  <a:pt x="228" y="575"/>
                </a:lnTo>
                <a:lnTo>
                  <a:pt x="229" y="616"/>
                </a:lnTo>
                <a:lnTo>
                  <a:pt x="229" y="582"/>
                </a:lnTo>
                <a:lnTo>
                  <a:pt x="229" y="562"/>
                </a:lnTo>
                <a:lnTo>
                  <a:pt x="230" y="644"/>
                </a:lnTo>
                <a:lnTo>
                  <a:pt x="230" y="610"/>
                </a:lnTo>
                <a:lnTo>
                  <a:pt x="231" y="581"/>
                </a:lnTo>
                <a:lnTo>
                  <a:pt x="231" y="597"/>
                </a:lnTo>
                <a:lnTo>
                  <a:pt x="232" y="586"/>
                </a:lnTo>
                <a:lnTo>
                  <a:pt x="232" y="606"/>
                </a:lnTo>
                <a:lnTo>
                  <a:pt x="233" y="591"/>
                </a:lnTo>
                <a:lnTo>
                  <a:pt x="233" y="596"/>
                </a:lnTo>
                <a:lnTo>
                  <a:pt x="233" y="569"/>
                </a:lnTo>
                <a:lnTo>
                  <a:pt x="234" y="587"/>
                </a:lnTo>
                <a:lnTo>
                  <a:pt x="234" y="586"/>
                </a:lnTo>
                <a:lnTo>
                  <a:pt x="235" y="602"/>
                </a:lnTo>
                <a:lnTo>
                  <a:pt x="235" y="603"/>
                </a:lnTo>
                <a:lnTo>
                  <a:pt x="236" y="602"/>
                </a:lnTo>
                <a:lnTo>
                  <a:pt x="236" y="585"/>
                </a:lnTo>
                <a:lnTo>
                  <a:pt x="237" y="601"/>
                </a:lnTo>
                <a:lnTo>
                  <a:pt x="237" y="586"/>
                </a:lnTo>
                <a:lnTo>
                  <a:pt x="237" y="549"/>
                </a:lnTo>
                <a:lnTo>
                  <a:pt x="238" y="574"/>
                </a:lnTo>
                <a:lnTo>
                  <a:pt x="238" y="599"/>
                </a:lnTo>
                <a:lnTo>
                  <a:pt x="239" y="567"/>
                </a:lnTo>
                <a:lnTo>
                  <a:pt x="239" y="600"/>
                </a:lnTo>
                <a:lnTo>
                  <a:pt x="240" y="634"/>
                </a:lnTo>
                <a:lnTo>
                  <a:pt x="240" y="612"/>
                </a:lnTo>
                <a:lnTo>
                  <a:pt x="240" y="630"/>
                </a:lnTo>
                <a:lnTo>
                  <a:pt x="241" y="598"/>
                </a:lnTo>
                <a:lnTo>
                  <a:pt x="241" y="590"/>
                </a:lnTo>
                <a:lnTo>
                  <a:pt x="241" y="556"/>
                </a:lnTo>
                <a:lnTo>
                  <a:pt x="241" y="584"/>
                </a:lnTo>
                <a:lnTo>
                  <a:pt x="242" y="595"/>
                </a:lnTo>
                <a:lnTo>
                  <a:pt x="242" y="573"/>
                </a:lnTo>
                <a:lnTo>
                  <a:pt x="243" y="635"/>
                </a:lnTo>
                <a:lnTo>
                  <a:pt x="243" y="585"/>
                </a:lnTo>
                <a:lnTo>
                  <a:pt x="243" y="573"/>
                </a:lnTo>
                <a:lnTo>
                  <a:pt x="244" y="620"/>
                </a:lnTo>
                <a:lnTo>
                  <a:pt x="244" y="565"/>
                </a:lnTo>
                <a:lnTo>
                  <a:pt x="245" y="582"/>
                </a:lnTo>
                <a:lnTo>
                  <a:pt x="245" y="597"/>
                </a:lnTo>
                <a:lnTo>
                  <a:pt x="246" y="575"/>
                </a:lnTo>
                <a:lnTo>
                  <a:pt x="246" y="541"/>
                </a:lnTo>
                <a:lnTo>
                  <a:pt x="246" y="584"/>
                </a:lnTo>
                <a:lnTo>
                  <a:pt x="247" y="583"/>
                </a:lnTo>
                <a:lnTo>
                  <a:pt x="247" y="596"/>
                </a:lnTo>
                <a:lnTo>
                  <a:pt x="248" y="605"/>
                </a:lnTo>
                <a:lnTo>
                  <a:pt x="248" y="569"/>
                </a:lnTo>
                <a:lnTo>
                  <a:pt x="249" y="604"/>
                </a:lnTo>
                <a:lnTo>
                  <a:pt x="249" y="585"/>
                </a:lnTo>
                <a:lnTo>
                  <a:pt x="250" y="595"/>
                </a:lnTo>
                <a:lnTo>
                  <a:pt x="250" y="575"/>
                </a:lnTo>
                <a:lnTo>
                  <a:pt x="250" y="578"/>
                </a:lnTo>
                <a:lnTo>
                  <a:pt x="251" y="563"/>
                </a:lnTo>
                <a:lnTo>
                  <a:pt x="251" y="595"/>
                </a:lnTo>
                <a:lnTo>
                  <a:pt x="252" y="589"/>
                </a:lnTo>
                <a:lnTo>
                  <a:pt x="252" y="604"/>
                </a:lnTo>
                <a:lnTo>
                  <a:pt x="253" y="592"/>
                </a:lnTo>
                <a:lnTo>
                  <a:pt x="253" y="575"/>
                </a:lnTo>
                <a:lnTo>
                  <a:pt x="253" y="567"/>
                </a:lnTo>
                <a:lnTo>
                  <a:pt x="254" y="602"/>
                </a:lnTo>
                <a:lnTo>
                  <a:pt x="254" y="564"/>
                </a:lnTo>
                <a:lnTo>
                  <a:pt x="255" y="554"/>
                </a:lnTo>
                <a:lnTo>
                  <a:pt x="255" y="573"/>
                </a:lnTo>
                <a:lnTo>
                  <a:pt x="256" y="542"/>
                </a:lnTo>
                <a:lnTo>
                  <a:pt x="256" y="597"/>
                </a:lnTo>
                <a:lnTo>
                  <a:pt x="257" y="606"/>
                </a:lnTo>
                <a:lnTo>
                  <a:pt x="257" y="617"/>
                </a:lnTo>
                <a:lnTo>
                  <a:pt x="257" y="549"/>
                </a:lnTo>
                <a:lnTo>
                  <a:pt x="258" y="566"/>
                </a:lnTo>
                <a:lnTo>
                  <a:pt x="258" y="581"/>
                </a:lnTo>
                <a:lnTo>
                  <a:pt x="259" y="573"/>
                </a:lnTo>
                <a:lnTo>
                  <a:pt x="259" y="602"/>
                </a:lnTo>
                <a:lnTo>
                  <a:pt x="260" y="528"/>
                </a:lnTo>
                <a:lnTo>
                  <a:pt x="260" y="575"/>
                </a:lnTo>
                <a:lnTo>
                  <a:pt x="261" y="575"/>
                </a:lnTo>
                <a:lnTo>
                  <a:pt x="261" y="562"/>
                </a:lnTo>
                <a:lnTo>
                  <a:pt x="261" y="567"/>
                </a:lnTo>
                <a:lnTo>
                  <a:pt x="262" y="572"/>
                </a:lnTo>
                <a:lnTo>
                  <a:pt x="262" y="593"/>
                </a:lnTo>
                <a:lnTo>
                  <a:pt x="263" y="566"/>
                </a:lnTo>
                <a:lnTo>
                  <a:pt x="263" y="537"/>
                </a:lnTo>
                <a:lnTo>
                  <a:pt x="264" y="548"/>
                </a:lnTo>
                <a:lnTo>
                  <a:pt x="264" y="542"/>
                </a:lnTo>
                <a:lnTo>
                  <a:pt x="264" y="586"/>
                </a:lnTo>
                <a:lnTo>
                  <a:pt x="265" y="595"/>
                </a:lnTo>
                <a:lnTo>
                  <a:pt x="265" y="578"/>
                </a:lnTo>
                <a:lnTo>
                  <a:pt x="265" y="573"/>
                </a:lnTo>
                <a:lnTo>
                  <a:pt x="265" y="552"/>
                </a:lnTo>
                <a:lnTo>
                  <a:pt x="266" y="610"/>
                </a:lnTo>
                <a:lnTo>
                  <a:pt x="266" y="542"/>
                </a:lnTo>
                <a:lnTo>
                  <a:pt x="267" y="577"/>
                </a:lnTo>
                <a:lnTo>
                  <a:pt x="267" y="583"/>
                </a:lnTo>
                <a:lnTo>
                  <a:pt x="267" y="594"/>
                </a:lnTo>
                <a:lnTo>
                  <a:pt x="268" y="608"/>
                </a:lnTo>
                <a:lnTo>
                  <a:pt x="268" y="556"/>
                </a:lnTo>
                <a:lnTo>
                  <a:pt x="269" y="572"/>
                </a:lnTo>
                <a:lnTo>
                  <a:pt x="269" y="600"/>
                </a:lnTo>
                <a:lnTo>
                  <a:pt x="270" y="600"/>
                </a:lnTo>
                <a:lnTo>
                  <a:pt x="270" y="580"/>
                </a:lnTo>
                <a:lnTo>
                  <a:pt x="270" y="538"/>
                </a:lnTo>
                <a:lnTo>
                  <a:pt x="271" y="578"/>
                </a:lnTo>
                <a:lnTo>
                  <a:pt x="271" y="604"/>
                </a:lnTo>
                <a:lnTo>
                  <a:pt x="272" y="578"/>
                </a:lnTo>
                <a:lnTo>
                  <a:pt x="272" y="578"/>
                </a:lnTo>
                <a:lnTo>
                  <a:pt x="273" y="628"/>
                </a:lnTo>
                <a:lnTo>
                  <a:pt x="273" y="573"/>
                </a:lnTo>
                <a:lnTo>
                  <a:pt x="274" y="577"/>
                </a:lnTo>
                <a:lnTo>
                  <a:pt x="274" y="558"/>
                </a:lnTo>
                <a:lnTo>
                  <a:pt x="274" y="534"/>
                </a:lnTo>
                <a:lnTo>
                  <a:pt x="275" y="549"/>
                </a:lnTo>
                <a:lnTo>
                  <a:pt x="275" y="578"/>
                </a:lnTo>
                <a:lnTo>
                  <a:pt x="276" y="595"/>
                </a:lnTo>
                <a:lnTo>
                  <a:pt x="276" y="519"/>
                </a:lnTo>
                <a:lnTo>
                  <a:pt x="277" y="571"/>
                </a:lnTo>
                <a:lnTo>
                  <a:pt x="277" y="572"/>
                </a:lnTo>
                <a:lnTo>
                  <a:pt x="277" y="573"/>
                </a:lnTo>
                <a:lnTo>
                  <a:pt x="278" y="568"/>
                </a:lnTo>
                <a:lnTo>
                  <a:pt x="278" y="576"/>
                </a:lnTo>
                <a:lnTo>
                  <a:pt x="279" y="585"/>
                </a:lnTo>
                <a:lnTo>
                  <a:pt x="279" y="585"/>
                </a:lnTo>
                <a:lnTo>
                  <a:pt x="280" y="574"/>
                </a:lnTo>
                <a:lnTo>
                  <a:pt x="280" y="585"/>
                </a:lnTo>
                <a:lnTo>
                  <a:pt x="281" y="588"/>
                </a:lnTo>
                <a:lnTo>
                  <a:pt x="281" y="571"/>
                </a:lnTo>
                <a:lnTo>
                  <a:pt x="281" y="579"/>
                </a:lnTo>
                <a:lnTo>
                  <a:pt x="282" y="542"/>
                </a:lnTo>
                <a:lnTo>
                  <a:pt x="282" y="629"/>
                </a:lnTo>
                <a:lnTo>
                  <a:pt x="283" y="552"/>
                </a:lnTo>
                <a:lnTo>
                  <a:pt x="283" y="548"/>
                </a:lnTo>
                <a:lnTo>
                  <a:pt x="284" y="617"/>
                </a:lnTo>
                <a:lnTo>
                  <a:pt x="284" y="582"/>
                </a:lnTo>
                <a:lnTo>
                  <a:pt x="285" y="583"/>
                </a:lnTo>
                <a:lnTo>
                  <a:pt x="285" y="604"/>
                </a:lnTo>
                <a:lnTo>
                  <a:pt x="285" y="591"/>
                </a:lnTo>
                <a:lnTo>
                  <a:pt x="286" y="599"/>
                </a:lnTo>
                <a:lnTo>
                  <a:pt x="286" y="539"/>
                </a:lnTo>
                <a:lnTo>
                  <a:pt x="287" y="557"/>
                </a:lnTo>
                <a:lnTo>
                  <a:pt x="287" y="550"/>
                </a:lnTo>
                <a:lnTo>
                  <a:pt x="288" y="562"/>
                </a:lnTo>
                <a:lnTo>
                  <a:pt x="288" y="600"/>
                </a:lnTo>
                <a:lnTo>
                  <a:pt x="288" y="588"/>
                </a:lnTo>
                <a:lnTo>
                  <a:pt x="289" y="567"/>
                </a:lnTo>
                <a:lnTo>
                  <a:pt x="289" y="603"/>
                </a:lnTo>
                <a:lnTo>
                  <a:pt x="289" y="563"/>
                </a:lnTo>
                <a:lnTo>
                  <a:pt x="289" y="584"/>
                </a:lnTo>
                <a:lnTo>
                  <a:pt x="290" y="586"/>
                </a:lnTo>
                <a:lnTo>
                  <a:pt x="290" y="564"/>
                </a:lnTo>
                <a:lnTo>
                  <a:pt x="291" y="570"/>
                </a:lnTo>
                <a:lnTo>
                  <a:pt x="291" y="586"/>
                </a:lnTo>
                <a:lnTo>
                  <a:pt x="291" y="556"/>
                </a:lnTo>
                <a:lnTo>
                  <a:pt x="292" y="603"/>
                </a:lnTo>
                <a:lnTo>
                  <a:pt x="292" y="567"/>
                </a:lnTo>
                <a:lnTo>
                  <a:pt x="293" y="568"/>
                </a:lnTo>
                <a:lnTo>
                  <a:pt x="293" y="587"/>
                </a:lnTo>
                <a:lnTo>
                  <a:pt x="294" y="575"/>
                </a:lnTo>
                <a:lnTo>
                  <a:pt x="294" y="608"/>
                </a:lnTo>
                <a:lnTo>
                  <a:pt x="294" y="562"/>
                </a:lnTo>
                <a:lnTo>
                  <a:pt x="295" y="586"/>
                </a:lnTo>
                <a:lnTo>
                  <a:pt x="295" y="593"/>
                </a:lnTo>
                <a:lnTo>
                  <a:pt x="296" y="562"/>
                </a:lnTo>
                <a:lnTo>
                  <a:pt x="296" y="598"/>
                </a:lnTo>
                <a:lnTo>
                  <a:pt x="297" y="612"/>
                </a:lnTo>
                <a:lnTo>
                  <a:pt x="297" y="616"/>
                </a:lnTo>
                <a:lnTo>
                  <a:pt x="298" y="572"/>
                </a:lnTo>
                <a:lnTo>
                  <a:pt x="298" y="611"/>
                </a:lnTo>
                <a:lnTo>
                  <a:pt x="298" y="549"/>
                </a:lnTo>
                <a:lnTo>
                  <a:pt x="299" y="629"/>
                </a:lnTo>
                <a:lnTo>
                  <a:pt x="299" y="550"/>
                </a:lnTo>
                <a:lnTo>
                  <a:pt x="300" y="582"/>
                </a:lnTo>
                <a:lnTo>
                  <a:pt x="300" y="588"/>
                </a:lnTo>
                <a:lnTo>
                  <a:pt x="301" y="598"/>
                </a:lnTo>
                <a:lnTo>
                  <a:pt x="301" y="579"/>
                </a:lnTo>
                <a:lnTo>
                  <a:pt x="302" y="587"/>
                </a:lnTo>
                <a:lnTo>
                  <a:pt x="302" y="564"/>
                </a:lnTo>
                <a:lnTo>
                  <a:pt x="302" y="586"/>
                </a:lnTo>
                <a:lnTo>
                  <a:pt x="303" y="585"/>
                </a:lnTo>
                <a:lnTo>
                  <a:pt x="303" y="596"/>
                </a:lnTo>
                <a:lnTo>
                  <a:pt x="304" y="589"/>
                </a:lnTo>
                <a:lnTo>
                  <a:pt x="304" y="583"/>
                </a:lnTo>
                <a:lnTo>
                  <a:pt x="305" y="624"/>
                </a:lnTo>
                <a:lnTo>
                  <a:pt x="305" y="617"/>
                </a:lnTo>
                <a:lnTo>
                  <a:pt x="305" y="574"/>
                </a:lnTo>
                <a:lnTo>
                  <a:pt x="306" y="586"/>
                </a:lnTo>
                <a:lnTo>
                  <a:pt x="306" y="594"/>
                </a:lnTo>
                <a:lnTo>
                  <a:pt x="307" y="589"/>
                </a:lnTo>
                <a:lnTo>
                  <a:pt x="307" y="584"/>
                </a:lnTo>
                <a:lnTo>
                  <a:pt x="308" y="602"/>
                </a:lnTo>
                <a:lnTo>
                  <a:pt x="308" y="607"/>
                </a:lnTo>
                <a:lnTo>
                  <a:pt x="309" y="587"/>
                </a:lnTo>
                <a:lnTo>
                  <a:pt x="309" y="611"/>
                </a:lnTo>
                <a:lnTo>
                  <a:pt x="309" y="583"/>
                </a:lnTo>
                <a:lnTo>
                  <a:pt x="310" y="627"/>
                </a:lnTo>
                <a:lnTo>
                  <a:pt x="310" y="570"/>
                </a:lnTo>
                <a:lnTo>
                  <a:pt x="311" y="582"/>
                </a:lnTo>
                <a:lnTo>
                  <a:pt x="311" y="586"/>
                </a:lnTo>
                <a:lnTo>
                  <a:pt x="312" y="572"/>
                </a:lnTo>
                <a:lnTo>
                  <a:pt x="312" y="558"/>
                </a:lnTo>
                <a:lnTo>
                  <a:pt x="312" y="571"/>
                </a:lnTo>
                <a:lnTo>
                  <a:pt x="313" y="631"/>
                </a:lnTo>
                <a:lnTo>
                  <a:pt x="313" y="619"/>
                </a:lnTo>
                <a:lnTo>
                  <a:pt x="314" y="606"/>
                </a:lnTo>
                <a:lnTo>
                  <a:pt x="314" y="592"/>
                </a:lnTo>
                <a:lnTo>
                  <a:pt x="314" y="582"/>
                </a:lnTo>
                <a:lnTo>
                  <a:pt x="314" y="608"/>
                </a:lnTo>
                <a:lnTo>
                  <a:pt x="315" y="589"/>
                </a:lnTo>
                <a:lnTo>
                  <a:pt x="315" y="609"/>
                </a:lnTo>
                <a:lnTo>
                  <a:pt x="315" y="606"/>
                </a:lnTo>
                <a:lnTo>
                  <a:pt x="316" y="622"/>
                </a:lnTo>
                <a:lnTo>
                  <a:pt x="316" y="612"/>
                </a:lnTo>
                <a:lnTo>
                  <a:pt x="317" y="621"/>
                </a:lnTo>
                <a:lnTo>
                  <a:pt x="317" y="613"/>
                </a:lnTo>
                <a:lnTo>
                  <a:pt x="318" y="571"/>
                </a:lnTo>
                <a:lnTo>
                  <a:pt x="318" y="612"/>
                </a:lnTo>
                <a:lnTo>
                  <a:pt x="318" y="538"/>
                </a:lnTo>
                <a:lnTo>
                  <a:pt x="319" y="583"/>
                </a:lnTo>
                <a:lnTo>
                  <a:pt x="319" y="589"/>
                </a:lnTo>
                <a:lnTo>
                  <a:pt x="320" y="610"/>
                </a:lnTo>
                <a:lnTo>
                  <a:pt x="320" y="578"/>
                </a:lnTo>
                <a:lnTo>
                  <a:pt x="321" y="605"/>
                </a:lnTo>
                <a:lnTo>
                  <a:pt x="321" y="590"/>
                </a:lnTo>
                <a:lnTo>
                  <a:pt x="322" y="539"/>
                </a:lnTo>
                <a:lnTo>
                  <a:pt x="322" y="594"/>
                </a:lnTo>
                <a:lnTo>
                  <a:pt x="322" y="568"/>
                </a:lnTo>
                <a:lnTo>
                  <a:pt x="323" y="607"/>
                </a:lnTo>
                <a:lnTo>
                  <a:pt x="323" y="592"/>
                </a:lnTo>
                <a:lnTo>
                  <a:pt x="324" y="555"/>
                </a:lnTo>
                <a:lnTo>
                  <a:pt x="324" y="605"/>
                </a:lnTo>
                <a:lnTo>
                  <a:pt x="325" y="554"/>
                </a:lnTo>
                <a:lnTo>
                  <a:pt x="325" y="576"/>
                </a:lnTo>
                <a:lnTo>
                  <a:pt x="326" y="603"/>
                </a:lnTo>
                <a:lnTo>
                  <a:pt x="326" y="578"/>
                </a:lnTo>
                <a:lnTo>
                  <a:pt x="326" y="570"/>
                </a:lnTo>
                <a:lnTo>
                  <a:pt x="327" y="577"/>
                </a:lnTo>
                <a:lnTo>
                  <a:pt x="327" y="622"/>
                </a:lnTo>
                <a:lnTo>
                  <a:pt x="328" y="605"/>
                </a:lnTo>
                <a:lnTo>
                  <a:pt x="328" y="594"/>
                </a:lnTo>
                <a:lnTo>
                  <a:pt x="329" y="590"/>
                </a:lnTo>
                <a:lnTo>
                  <a:pt x="329" y="576"/>
                </a:lnTo>
                <a:lnTo>
                  <a:pt x="329" y="585"/>
                </a:lnTo>
                <a:lnTo>
                  <a:pt x="330" y="616"/>
                </a:lnTo>
                <a:lnTo>
                  <a:pt x="330" y="581"/>
                </a:lnTo>
                <a:lnTo>
                  <a:pt x="331" y="575"/>
                </a:lnTo>
                <a:lnTo>
                  <a:pt x="331" y="576"/>
                </a:lnTo>
                <a:lnTo>
                  <a:pt x="332" y="565"/>
                </a:lnTo>
                <a:lnTo>
                  <a:pt x="332" y="570"/>
                </a:lnTo>
                <a:lnTo>
                  <a:pt x="333" y="577"/>
                </a:lnTo>
                <a:lnTo>
                  <a:pt x="333" y="587"/>
                </a:lnTo>
                <a:lnTo>
                  <a:pt x="333" y="620"/>
                </a:lnTo>
                <a:lnTo>
                  <a:pt x="334" y="577"/>
                </a:lnTo>
                <a:lnTo>
                  <a:pt x="334" y="582"/>
                </a:lnTo>
                <a:lnTo>
                  <a:pt x="335" y="580"/>
                </a:lnTo>
                <a:lnTo>
                  <a:pt x="335" y="611"/>
                </a:lnTo>
                <a:lnTo>
                  <a:pt x="336" y="607"/>
                </a:lnTo>
                <a:lnTo>
                  <a:pt x="336" y="562"/>
                </a:lnTo>
                <a:lnTo>
                  <a:pt x="336" y="585"/>
                </a:lnTo>
                <a:lnTo>
                  <a:pt x="337" y="569"/>
                </a:lnTo>
                <a:lnTo>
                  <a:pt x="337" y="583"/>
                </a:lnTo>
                <a:lnTo>
                  <a:pt x="338" y="583"/>
                </a:lnTo>
                <a:lnTo>
                  <a:pt x="338" y="563"/>
                </a:lnTo>
                <a:lnTo>
                  <a:pt x="338" y="593"/>
                </a:lnTo>
                <a:lnTo>
                  <a:pt x="338" y="580"/>
                </a:lnTo>
                <a:lnTo>
                  <a:pt x="339" y="591"/>
                </a:lnTo>
                <a:lnTo>
                  <a:pt x="339" y="590"/>
                </a:lnTo>
                <a:lnTo>
                  <a:pt x="339" y="587"/>
                </a:lnTo>
                <a:lnTo>
                  <a:pt x="340" y="576"/>
                </a:lnTo>
                <a:lnTo>
                  <a:pt x="340" y="590"/>
                </a:lnTo>
                <a:lnTo>
                  <a:pt x="341" y="554"/>
                </a:lnTo>
                <a:lnTo>
                  <a:pt x="341" y="598"/>
                </a:lnTo>
                <a:lnTo>
                  <a:pt x="342" y="584"/>
                </a:lnTo>
                <a:lnTo>
                  <a:pt x="342" y="588"/>
                </a:lnTo>
                <a:lnTo>
                  <a:pt x="342" y="549"/>
                </a:lnTo>
                <a:lnTo>
                  <a:pt x="343" y="574"/>
                </a:lnTo>
                <a:lnTo>
                  <a:pt x="343" y="557"/>
                </a:lnTo>
                <a:lnTo>
                  <a:pt x="344" y="609"/>
                </a:lnTo>
                <a:lnTo>
                  <a:pt x="344" y="572"/>
                </a:lnTo>
                <a:lnTo>
                  <a:pt x="345" y="559"/>
                </a:lnTo>
                <a:lnTo>
                  <a:pt x="345" y="575"/>
                </a:lnTo>
                <a:lnTo>
                  <a:pt x="346" y="555"/>
                </a:lnTo>
                <a:lnTo>
                  <a:pt x="346" y="587"/>
                </a:lnTo>
                <a:lnTo>
                  <a:pt x="346" y="547"/>
                </a:lnTo>
                <a:lnTo>
                  <a:pt x="347" y="529"/>
                </a:lnTo>
                <a:lnTo>
                  <a:pt x="347" y="584"/>
                </a:lnTo>
                <a:lnTo>
                  <a:pt x="348" y="585"/>
                </a:lnTo>
                <a:lnTo>
                  <a:pt x="348" y="545"/>
                </a:lnTo>
                <a:lnTo>
                  <a:pt x="349" y="542"/>
                </a:lnTo>
                <a:lnTo>
                  <a:pt x="349" y="586"/>
                </a:lnTo>
                <a:lnTo>
                  <a:pt x="350" y="584"/>
                </a:lnTo>
                <a:lnTo>
                  <a:pt x="350" y="581"/>
                </a:lnTo>
                <a:lnTo>
                  <a:pt x="350" y="602"/>
                </a:lnTo>
                <a:lnTo>
                  <a:pt x="351" y="593"/>
                </a:lnTo>
                <a:lnTo>
                  <a:pt x="351" y="595"/>
                </a:lnTo>
                <a:lnTo>
                  <a:pt x="352" y="589"/>
                </a:lnTo>
                <a:lnTo>
                  <a:pt x="352" y="574"/>
                </a:lnTo>
                <a:lnTo>
                  <a:pt x="353" y="568"/>
                </a:lnTo>
                <a:lnTo>
                  <a:pt x="353" y="541"/>
                </a:lnTo>
                <a:lnTo>
                  <a:pt x="353" y="594"/>
                </a:lnTo>
                <a:lnTo>
                  <a:pt x="354" y="553"/>
                </a:lnTo>
                <a:lnTo>
                  <a:pt x="354" y="577"/>
                </a:lnTo>
                <a:lnTo>
                  <a:pt x="355" y="574"/>
                </a:lnTo>
                <a:lnTo>
                  <a:pt x="355" y="559"/>
                </a:lnTo>
                <a:lnTo>
                  <a:pt x="356" y="596"/>
                </a:lnTo>
                <a:lnTo>
                  <a:pt x="356" y="564"/>
                </a:lnTo>
                <a:lnTo>
                  <a:pt x="357" y="569"/>
                </a:lnTo>
                <a:lnTo>
                  <a:pt x="357" y="562"/>
                </a:lnTo>
                <a:lnTo>
                  <a:pt x="357" y="566"/>
                </a:lnTo>
                <a:lnTo>
                  <a:pt x="358" y="521"/>
                </a:lnTo>
                <a:lnTo>
                  <a:pt x="358" y="586"/>
                </a:lnTo>
                <a:lnTo>
                  <a:pt x="359" y="584"/>
                </a:lnTo>
                <a:lnTo>
                  <a:pt x="359" y="586"/>
                </a:lnTo>
                <a:lnTo>
                  <a:pt x="360" y="584"/>
                </a:lnTo>
                <a:lnTo>
                  <a:pt x="360" y="586"/>
                </a:lnTo>
                <a:lnTo>
                  <a:pt x="360" y="548"/>
                </a:lnTo>
                <a:lnTo>
                  <a:pt x="361" y="543"/>
                </a:lnTo>
                <a:lnTo>
                  <a:pt x="361" y="585"/>
                </a:lnTo>
                <a:lnTo>
                  <a:pt x="362" y="589"/>
                </a:lnTo>
                <a:lnTo>
                  <a:pt x="362" y="562"/>
                </a:lnTo>
                <a:lnTo>
                  <a:pt x="362" y="584"/>
                </a:lnTo>
                <a:lnTo>
                  <a:pt x="362" y="560"/>
                </a:lnTo>
                <a:lnTo>
                  <a:pt x="363" y="568"/>
                </a:lnTo>
                <a:lnTo>
                  <a:pt x="363" y="605"/>
                </a:lnTo>
                <a:lnTo>
                  <a:pt x="363" y="541"/>
                </a:lnTo>
                <a:lnTo>
                  <a:pt x="364" y="536"/>
                </a:lnTo>
                <a:lnTo>
                  <a:pt x="364" y="586"/>
                </a:lnTo>
                <a:lnTo>
                  <a:pt x="365" y="582"/>
                </a:lnTo>
                <a:lnTo>
                  <a:pt x="365" y="567"/>
                </a:lnTo>
                <a:lnTo>
                  <a:pt x="366" y="567"/>
                </a:lnTo>
                <a:lnTo>
                  <a:pt x="366" y="561"/>
                </a:lnTo>
                <a:lnTo>
                  <a:pt x="366" y="533"/>
                </a:lnTo>
                <a:lnTo>
                  <a:pt x="367" y="578"/>
                </a:lnTo>
                <a:lnTo>
                  <a:pt x="367" y="591"/>
                </a:lnTo>
                <a:lnTo>
                  <a:pt x="368" y="603"/>
                </a:lnTo>
                <a:lnTo>
                  <a:pt x="368" y="590"/>
                </a:lnTo>
                <a:lnTo>
                  <a:pt x="369" y="576"/>
                </a:lnTo>
                <a:lnTo>
                  <a:pt x="369" y="538"/>
                </a:lnTo>
                <a:lnTo>
                  <a:pt x="370" y="586"/>
                </a:lnTo>
                <a:lnTo>
                  <a:pt x="370" y="571"/>
                </a:lnTo>
                <a:lnTo>
                  <a:pt x="370" y="577"/>
                </a:lnTo>
                <a:lnTo>
                  <a:pt x="371" y="552"/>
                </a:lnTo>
                <a:lnTo>
                  <a:pt x="371" y="524"/>
                </a:lnTo>
                <a:lnTo>
                  <a:pt x="372" y="587"/>
                </a:lnTo>
                <a:lnTo>
                  <a:pt x="372" y="587"/>
                </a:lnTo>
                <a:lnTo>
                  <a:pt x="373" y="556"/>
                </a:lnTo>
                <a:lnTo>
                  <a:pt x="373" y="563"/>
                </a:lnTo>
                <a:lnTo>
                  <a:pt x="374" y="539"/>
                </a:lnTo>
                <a:lnTo>
                  <a:pt x="374" y="566"/>
                </a:lnTo>
                <a:lnTo>
                  <a:pt x="374" y="586"/>
                </a:lnTo>
                <a:lnTo>
                  <a:pt x="375" y="566"/>
                </a:lnTo>
                <a:lnTo>
                  <a:pt x="375" y="556"/>
                </a:lnTo>
                <a:lnTo>
                  <a:pt x="376" y="562"/>
                </a:lnTo>
                <a:lnTo>
                  <a:pt x="376" y="569"/>
                </a:lnTo>
                <a:lnTo>
                  <a:pt x="377" y="558"/>
                </a:lnTo>
                <a:lnTo>
                  <a:pt x="377" y="556"/>
                </a:lnTo>
                <a:lnTo>
                  <a:pt x="377" y="552"/>
                </a:lnTo>
                <a:lnTo>
                  <a:pt x="378" y="567"/>
                </a:lnTo>
                <a:lnTo>
                  <a:pt x="378" y="585"/>
                </a:lnTo>
                <a:lnTo>
                  <a:pt x="379" y="579"/>
                </a:lnTo>
                <a:lnTo>
                  <a:pt x="379" y="557"/>
                </a:lnTo>
                <a:lnTo>
                  <a:pt x="380" y="599"/>
                </a:lnTo>
                <a:lnTo>
                  <a:pt x="380" y="575"/>
                </a:lnTo>
                <a:lnTo>
                  <a:pt x="381" y="591"/>
                </a:lnTo>
                <a:lnTo>
                  <a:pt x="381" y="583"/>
                </a:lnTo>
                <a:lnTo>
                  <a:pt x="381" y="557"/>
                </a:lnTo>
                <a:lnTo>
                  <a:pt x="382" y="580"/>
                </a:lnTo>
                <a:lnTo>
                  <a:pt x="382" y="584"/>
                </a:lnTo>
                <a:lnTo>
                  <a:pt x="383" y="612"/>
                </a:lnTo>
                <a:lnTo>
                  <a:pt x="383" y="569"/>
                </a:lnTo>
                <a:lnTo>
                  <a:pt x="384" y="572"/>
                </a:lnTo>
                <a:lnTo>
                  <a:pt x="384" y="540"/>
                </a:lnTo>
                <a:lnTo>
                  <a:pt x="384" y="592"/>
                </a:lnTo>
                <a:lnTo>
                  <a:pt x="385" y="582"/>
                </a:lnTo>
                <a:lnTo>
                  <a:pt x="385" y="582"/>
                </a:lnTo>
                <a:lnTo>
                  <a:pt x="386" y="554"/>
                </a:lnTo>
                <a:lnTo>
                  <a:pt x="386" y="589"/>
                </a:lnTo>
                <a:lnTo>
                  <a:pt x="386" y="582"/>
                </a:lnTo>
                <a:lnTo>
                  <a:pt x="386" y="575"/>
                </a:lnTo>
                <a:lnTo>
                  <a:pt x="387" y="584"/>
                </a:lnTo>
                <a:lnTo>
                  <a:pt x="387" y="597"/>
                </a:lnTo>
                <a:lnTo>
                  <a:pt x="387" y="585"/>
                </a:lnTo>
                <a:lnTo>
                  <a:pt x="388" y="566"/>
                </a:lnTo>
                <a:lnTo>
                  <a:pt x="388" y="610"/>
                </a:lnTo>
                <a:lnTo>
                  <a:pt x="389" y="586"/>
                </a:lnTo>
                <a:lnTo>
                  <a:pt x="389" y="604"/>
                </a:lnTo>
                <a:lnTo>
                  <a:pt x="390" y="565"/>
                </a:lnTo>
                <a:lnTo>
                  <a:pt x="390" y="621"/>
                </a:lnTo>
                <a:lnTo>
                  <a:pt x="390" y="604"/>
                </a:lnTo>
                <a:lnTo>
                  <a:pt x="391" y="583"/>
                </a:lnTo>
                <a:lnTo>
                  <a:pt x="391" y="552"/>
                </a:lnTo>
                <a:lnTo>
                  <a:pt x="392" y="595"/>
                </a:lnTo>
                <a:lnTo>
                  <a:pt x="392" y="610"/>
                </a:lnTo>
                <a:lnTo>
                  <a:pt x="393" y="537"/>
                </a:lnTo>
                <a:lnTo>
                  <a:pt x="393" y="643"/>
                </a:lnTo>
                <a:lnTo>
                  <a:pt x="394" y="672"/>
                </a:lnTo>
                <a:lnTo>
                  <a:pt x="394" y="583"/>
                </a:lnTo>
                <a:lnTo>
                  <a:pt x="394" y="618"/>
                </a:lnTo>
                <a:lnTo>
                  <a:pt x="395" y="640"/>
                </a:lnTo>
                <a:lnTo>
                  <a:pt x="395" y="572"/>
                </a:lnTo>
                <a:lnTo>
                  <a:pt x="396" y="592"/>
                </a:lnTo>
                <a:lnTo>
                  <a:pt x="396" y="628"/>
                </a:lnTo>
                <a:lnTo>
                  <a:pt x="397" y="662"/>
                </a:lnTo>
                <a:lnTo>
                  <a:pt x="397" y="564"/>
                </a:lnTo>
                <a:lnTo>
                  <a:pt x="398" y="575"/>
                </a:lnTo>
                <a:lnTo>
                  <a:pt x="398" y="612"/>
                </a:lnTo>
                <a:lnTo>
                  <a:pt x="398" y="512"/>
                </a:lnTo>
                <a:lnTo>
                  <a:pt x="399" y="667"/>
                </a:lnTo>
                <a:lnTo>
                  <a:pt x="399" y="695"/>
                </a:lnTo>
                <a:lnTo>
                  <a:pt x="400" y="651"/>
                </a:lnTo>
                <a:lnTo>
                  <a:pt x="400" y="614"/>
                </a:lnTo>
                <a:lnTo>
                  <a:pt x="401" y="598"/>
                </a:lnTo>
                <a:lnTo>
                  <a:pt x="401" y="629"/>
                </a:lnTo>
                <a:lnTo>
                  <a:pt x="401" y="592"/>
                </a:lnTo>
                <a:lnTo>
                  <a:pt x="402" y="697"/>
                </a:lnTo>
                <a:lnTo>
                  <a:pt x="402" y="519"/>
                </a:lnTo>
                <a:lnTo>
                  <a:pt x="403" y="622"/>
                </a:lnTo>
                <a:lnTo>
                  <a:pt x="403" y="538"/>
                </a:lnTo>
                <a:lnTo>
                  <a:pt x="404" y="593"/>
                </a:lnTo>
                <a:lnTo>
                  <a:pt x="404" y="585"/>
                </a:lnTo>
                <a:lnTo>
                  <a:pt x="405" y="576"/>
                </a:lnTo>
                <a:lnTo>
                  <a:pt x="405" y="586"/>
                </a:lnTo>
                <a:lnTo>
                  <a:pt x="405" y="569"/>
                </a:lnTo>
                <a:lnTo>
                  <a:pt x="406" y="513"/>
                </a:lnTo>
                <a:lnTo>
                  <a:pt x="406" y="605"/>
                </a:lnTo>
                <a:lnTo>
                  <a:pt x="407" y="562"/>
                </a:lnTo>
                <a:lnTo>
                  <a:pt x="407" y="629"/>
                </a:lnTo>
                <a:lnTo>
                  <a:pt x="408" y="496"/>
                </a:lnTo>
                <a:lnTo>
                  <a:pt x="408" y="682"/>
                </a:lnTo>
                <a:lnTo>
                  <a:pt x="408" y="459"/>
                </a:lnTo>
                <a:lnTo>
                  <a:pt x="409" y="625"/>
                </a:lnTo>
                <a:lnTo>
                  <a:pt x="409" y="756"/>
                </a:lnTo>
                <a:lnTo>
                  <a:pt x="410" y="609"/>
                </a:lnTo>
                <a:lnTo>
                  <a:pt x="410" y="686"/>
                </a:lnTo>
                <a:lnTo>
                  <a:pt x="410" y="537"/>
                </a:lnTo>
                <a:lnTo>
                  <a:pt x="410" y="685"/>
                </a:lnTo>
                <a:lnTo>
                  <a:pt x="411" y="665"/>
                </a:lnTo>
                <a:lnTo>
                  <a:pt x="411" y="815"/>
                </a:lnTo>
                <a:lnTo>
                  <a:pt x="411" y="665"/>
                </a:lnTo>
                <a:lnTo>
                  <a:pt x="412" y="868"/>
                </a:lnTo>
                <a:lnTo>
                  <a:pt x="412" y="780"/>
                </a:lnTo>
                <a:lnTo>
                  <a:pt x="413" y="536"/>
                </a:lnTo>
                <a:lnTo>
                  <a:pt x="413" y="532"/>
                </a:lnTo>
                <a:lnTo>
                  <a:pt x="414" y="567"/>
                </a:lnTo>
                <a:lnTo>
                  <a:pt x="414" y="710"/>
                </a:lnTo>
                <a:lnTo>
                  <a:pt x="414" y="613"/>
                </a:lnTo>
                <a:lnTo>
                  <a:pt x="415" y="608"/>
                </a:lnTo>
                <a:lnTo>
                  <a:pt x="415" y="726"/>
                </a:lnTo>
                <a:lnTo>
                  <a:pt x="416" y="449"/>
                </a:lnTo>
                <a:lnTo>
                  <a:pt x="416" y="513"/>
                </a:lnTo>
                <a:lnTo>
                  <a:pt x="417" y="624"/>
                </a:lnTo>
                <a:lnTo>
                  <a:pt x="417" y="597"/>
                </a:lnTo>
                <a:lnTo>
                  <a:pt x="418" y="577"/>
                </a:lnTo>
                <a:lnTo>
                  <a:pt x="418" y="808"/>
                </a:lnTo>
                <a:lnTo>
                  <a:pt x="418" y="621"/>
                </a:lnTo>
                <a:lnTo>
                  <a:pt x="419" y="664"/>
                </a:lnTo>
                <a:lnTo>
                  <a:pt x="419" y="696"/>
                </a:lnTo>
                <a:lnTo>
                  <a:pt x="420" y="620"/>
                </a:lnTo>
                <a:lnTo>
                  <a:pt x="420" y="403"/>
                </a:lnTo>
                <a:lnTo>
                  <a:pt x="421" y="521"/>
                </a:lnTo>
                <a:lnTo>
                  <a:pt x="421" y="645"/>
                </a:lnTo>
                <a:lnTo>
                  <a:pt x="422" y="525"/>
                </a:lnTo>
                <a:lnTo>
                  <a:pt x="422" y="438"/>
                </a:lnTo>
                <a:lnTo>
                  <a:pt x="422" y="485"/>
                </a:lnTo>
                <a:lnTo>
                  <a:pt x="423" y="573"/>
                </a:lnTo>
                <a:lnTo>
                  <a:pt x="423" y="644"/>
                </a:lnTo>
                <a:lnTo>
                  <a:pt x="424" y="504"/>
                </a:lnTo>
                <a:lnTo>
                  <a:pt x="424" y="534"/>
                </a:lnTo>
                <a:lnTo>
                  <a:pt x="425" y="480"/>
                </a:lnTo>
                <a:lnTo>
                  <a:pt x="425" y="506"/>
                </a:lnTo>
                <a:lnTo>
                  <a:pt x="425" y="461"/>
                </a:lnTo>
                <a:lnTo>
                  <a:pt x="426" y="623"/>
                </a:lnTo>
                <a:lnTo>
                  <a:pt x="426" y="430"/>
                </a:lnTo>
                <a:lnTo>
                  <a:pt x="427" y="544"/>
                </a:lnTo>
                <a:lnTo>
                  <a:pt x="427" y="348"/>
                </a:lnTo>
                <a:lnTo>
                  <a:pt x="428" y="634"/>
                </a:lnTo>
                <a:lnTo>
                  <a:pt x="428" y="381"/>
                </a:lnTo>
                <a:lnTo>
                  <a:pt x="429" y="538"/>
                </a:lnTo>
                <a:lnTo>
                  <a:pt x="429" y="625"/>
                </a:lnTo>
                <a:lnTo>
                  <a:pt x="429" y="607"/>
                </a:lnTo>
                <a:lnTo>
                  <a:pt x="430" y="588"/>
                </a:lnTo>
                <a:lnTo>
                  <a:pt x="430" y="510"/>
                </a:lnTo>
                <a:lnTo>
                  <a:pt x="431" y="498"/>
                </a:lnTo>
                <a:lnTo>
                  <a:pt x="431" y="610"/>
                </a:lnTo>
                <a:lnTo>
                  <a:pt x="432" y="552"/>
                </a:lnTo>
                <a:lnTo>
                  <a:pt x="432" y="326"/>
                </a:lnTo>
                <a:lnTo>
                  <a:pt x="432" y="368"/>
                </a:lnTo>
                <a:lnTo>
                  <a:pt x="433" y="501"/>
                </a:lnTo>
                <a:lnTo>
                  <a:pt x="433" y="541"/>
                </a:lnTo>
                <a:lnTo>
                  <a:pt x="434" y="532"/>
                </a:lnTo>
                <a:lnTo>
                  <a:pt x="434" y="479"/>
                </a:lnTo>
                <a:lnTo>
                  <a:pt x="434" y="648"/>
                </a:lnTo>
                <a:lnTo>
                  <a:pt x="434" y="567"/>
                </a:lnTo>
                <a:lnTo>
                  <a:pt x="435" y="712"/>
                </a:lnTo>
                <a:lnTo>
                  <a:pt x="435" y="497"/>
                </a:lnTo>
                <a:lnTo>
                  <a:pt x="435" y="471"/>
                </a:lnTo>
                <a:lnTo>
                  <a:pt x="436" y="587"/>
                </a:lnTo>
                <a:lnTo>
                  <a:pt x="436" y="373"/>
                </a:lnTo>
                <a:lnTo>
                  <a:pt x="437" y="662"/>
                </a:lnTo>
                <a:lnTo>
                  <a:pt x="437" y="686"/>
                </a:lnTo>
                <a:lnTo>
                  <a:pt x="438" y="512"/>
                </a:lnTo>
                <a:lnTo>
                  <a:pt x="438" y="425"/>
                </a:lnTo>
                <a:lnTo>
                  <a:pt x="438" y="359"/>
                </a:lnTo>
                <a:lnTo>
                  <a:pt x="439" y="581"/>
                </a:lnTo>
                <a:lnTo>
                  <a:pt x="439" y="421"/>
                </a:lnTo>
                <a:lnTo>
                  <a:pt x="440" y="537"/>
                </a:lnTo>
                <a:lnTo>
                  <a:pt x="440" y="550"/>
                </a:lnTo>
                <a:lnTo>
                  <a:pt x="441" y="440"/>
                </a:lnTo>
                <a:lnTo>
                  <a:pt x="441" y="464"/>
                </a:lnTo>
                <a:lnTo>
                  <a:pt x="442" y="694"/>
                </a:lnTo>
                <a:lnTo>
                  <a:pt x="442" y="378"/>
                </a:lnTo>
                <a:lnTo>
                  <a:pt x="442" y="388"/>
                </a:lnTo>
                <a:lnTo>
                  <a:pt x="443" y="596"/>
                </a:lnTo>
                <a:lnTo>
                  <a:pt x="443" y="489"/>
                </a:lnTo>
                <a:lnTo>
                  <a:pt x="444" y="480"/>
                </a:lnTo>
                <a:lnTo>
                  <a:pt x="444" y="504"/>
                </a:lnTo>
                <a:lnTo>
                  <a:pt x="445" y="588"/>
                </a:lnTo>
                <a:lnTo>
                  <a:pt x="445" y="601"/>
                </a:lnTo>
                <a:lnTo>
                  <a:pt x="446" y="535"/>
                </a:lnTo>
                <a:lnTo>
                  <a:pt x="446" y="411"/>
                </a:lnTo>
                <a:lnTo>
                  <a:pt x="446" y="476"/>
                </a:lnTo>
                <a:lnTo>
                  <a:pt x="447" y="571"/>
                </a:lnTo>
                <a:lnTo>
                  <a:pt x="447" y="454"/>
                </a:lnTo>
                <a:lnTo>
                  <a:pt x="448" y="829"/>
                </a:lnTo>
                <a:lnTo>
                  <a:pt x="448" y="415"/>
                </a:lnTo>
                <a:lnTo>
                  <a:pt x="449" y="715"/>
                </a:lnTo>
                <a:lnTo>
                  <a:pt x="449" y="573"/>
                </a:lnTo>
                <a:lnTo>
                  <a:pt x="449" y="653"/>
                </a:lnTo>
                <a:lnTo>
                  <a:pt x="450" y="671"/>
                </a:lnTo>
                <a:lnTo>
                  <a:pt x="450" y="418"/>
                </a:lnTo>
                <a:lnTo>
                  <a:pt x="451" y="587"/>
                </a:lnTo>
                <a:lnTo>
                  <a:pt x="451" y="504"/>
                </a:lnTo>
                <a:lnTo>
                  <a:pt x="452" y="546"/>
                </a:lnTo>
                <a:lnTo>
                  <a:pt x="452" y="492"/>
                </a:lnTo>
                <a:lnTo>
                  <a:pt x="453" y="535"/>
                </a:lnTo>
                <a:lnTo>
                  <a:pt x="453" y="677"/>
                </a:lnTo>
                <a:lnTo>
                  <a:pt x="453" y="441"/>
                </a:lnTo>
                <a:lnTo>
                  <a:pt x="454" y="597"/>
                </a:lnTo>
                <a:lnTo>
                  <a:pt x="454" y="713"/>
                </a:lnTo>
                <a:lnTo>
                  <a:pt x="455" y="593"/>
                </a:lnTo>
                <a:lnTo>
                  <a:pt x="455" y="372"/>
                </a:lnTo>
                <a:lnTo>
                  <a:pt x="456" y="444"/>
                </a:lnTo>
                <a:lnTo>
                  <a:pt x="456" y="589"/>
                </a:lnTo>
                <a:lnTo>
                  <a:pt x="456" y="591"/>
                </a:lnTo>
                <a:lnTo>
                  <a:pt x="457" y="590"/>
                </a:lnTo>
                <a:lnTo>
                  <a:pt x="457" y="265"/>
                </a:lnTo>
                <a:lnTo>
                  <a:pt x="458" y="495"/>
                </a:lnTo>
                <a:lnTo>
                  <a:pt x="458" y="488"/>
                </a:lnTo>
                <a:lnTo>
                  <a:pt x="458" y="403"/>
                </a:lnTo>
                <a:lnTo>
                  <a:pt x="458" y="519"/>
                </a:lnTo>
                <a:lnTo>
                  <a:pt x="459" y="594"/>
                </a:lnTo>
                <a:lnTo>
                  <a:pt x="459" y="586"/>
                </a:lnTo>
                <a:lnTo>
                  <a:pt x="459" y="571"/>
                </a:lnTo>
                <a:lnTo>
                  <a:pt x="460" y="568"/>
                </a:lnTo>
                <a:lnTo>
                  <a:pt x="460" y="460"/>
                </a:lnTo>
                <a:lnTo>
                  <a:pt x="461" y="560"/>
                </a:lnTo>
                <a:lnTo>
                  <a:pt x="461" y="464"/>
                </a:lnTo>
                <a:lnTo>
                  <a:pt x="462" y="584"/>
                </a:lnTo>
                <a:lnTo>
                  <a:pt x="462" y="562"/>
                </a:lnTo>
                <a:lnTo>
                  <a:pt x="463" y="866"/>
                </a:lnTo>
                <a:lnTo>
                  <a:pt x="463" y="445"/>
                </a:lnTo>
                <a:lnTo>
                  <a:pt x="463" y="531"/>
                </a:lnTo>
                <a:lnTo>
                  <a:pt x="464" y="439"/>
                </a:lnTo>
                <a:lnTo>
                  <a:pt x="464" y="1005"/>
                </a:lnTo>
                <a:lnTo>
                  <a:pt x="465" y="285"/>
                </a:lnTo>
                <a:lnTo>
                  <a:pt x="465" y="610"/>
                </a:lnTo>
                <a:lnTo>
                  <a:pt x="466" y="432"/>
                </a:lnTo>
                <a:lnTo>
                  <a:pt x="466" y="745"/>
                </a:lnTo>
                <a:lnTo>
                  <a:pt x="466" y="508"/>
                </a:lnTo>
                <a:lnTo>
                  <a:pt x="467" y="752"/>
                </a:lnTo>
                <a:lnTo>
                  <a:pt x="467" y="691"/>
                </a:lnTo>
                <a:lnTo>
                  <a:pt x="468" y="325"/>
                </a:lnTo>
                <a:lnTo>
                  <a:pt x="468" y="633"/>
                </a:lnTo>
                <a:lnTo>
                  <a:pt x="469" y="576"/>
                </a:lnTo>
                <a:lnTo>
                  <a:pt x="469" y="484"/>
                </a:lnTo>
                <a:lnTo>
                  <a:pt x="470" y="539"/>
                </a:lnTo>
                <a:lnTo>
                  <a:pt x="470" y="592"/>
                </a:lnTo>
                <a:lnTo>
                  <a:pt x="470" y="562"/>
                </a:lnTo>
                <a:lnTo>
                  <a:pt x="471" y="269"/>
                </a:lnTo>
                <a:lnTo>
                  <a:pt x="471" y="628"/>
                </a:lnTo>
                <a:lnTo>
                  <a:pt x="472" y="592"/>
                </a:lnTo>
                <a:lnTo>
                  <a:pt x="472" y="471"/>
                </a:lnTo>
                <a:lnTo>
                  <a:pt x="473" y="465"/>
                </a:lnTo>
                <a:lnTo>
                  <a:pt x="473" y="455"/>
                </a:lnTo>
                <a:lnTo>
                  <a:pt x="473" y="537"/>
                </a:lnTo>
                <a:lnTo>
                  <a:pt x="474" y="797"/>
                </a:lnTo>
                <a:lnTo>
                  <a:pt x="474" y="395"/>
                </a:lnTo>
                <a:lnTo>
                  <a:pt x="475" y="801"/>
                </a:lnTo>
                <a:lnTo>
                  <a:pt x="475" y="591"/>
                </a:lnTo>
                <a:lnTo>
                  <a:pt x="476" y="737"/>
                </a:lnTo>
                <a:lnTo>
                  <a:pt x="476" y="642"/>
                </a:lnTo>
                <a:lnTo>
                  <a:pt x="477" y="591"/>
                </a:lnTo>
                <a:lnTo>
                  <a:pt x="477" y="593"/>
                </a:lnTo>
                <a:lnTo>
                  <a:pt x="477" y="582"/>
                </a:lnTo>
                <a:lnTo>
                  <a:pt x="478" y="444"/>
                </a:lnTo>
                <a:lnTo>
                  <a:pt x="478" y="580"/>
                </a:lnTo>
                <a:lnTo>
                  <a:pt x="479" y="657"/>
                </a:lnTo>
                <a:lnTo>
                  <a:pt x="479" y="529"/>
                </a:lnTo>
                <a:lnTo>
                  <a:pt x="480" y="507"/>
                </a:lnTo>
                <a:lnTo>
                  <a:pt x="480" y="757"/>
                </a:lnTo>
                <a:lnTo>
                  <a:pt x="480" y="569"/>
                </a:lnTo>
                <a:lnTo>
                  <a:pt x="481" y="559"/>
                </a:lnTo>
                <a:lnTo>
                  <a:pt x="481" y="662"/>
                </a:lnTo>
                <a:lnTo>
                  <a:pt x="482" y="490"/>
                </a:lnTo>
                <a:lnTo>
                  <a:pt x="482" y="648"/>
                </a:lnTo>
                <a:lnTo>
                  <a:pt x="482" y="620"/>
                </a:lnTo>
                <a:lnTo>
                  <a:pt x="482" y="652"/>
                </a:lnTo>
                <a:lnTo>
                  <a:pt x="483" y="633"/>
                </a:lnTo>
                <a:lnTo>
                  <a:pt x="483" y="748"/>
                </a:lnTo>
                <a:lnTo>
                  <a:pt x="483" y="783"/>
                </a:lnTo>
                <a:lnTo>
                  <a:pt x="484" y="469"/>
                </a:lnTo>
                <a:lnTo>
                  <a:pt x="484" y="722"/>
                </a:lnTo>
                <a:lnTo>
                  <a:pt x="485" y="737"/>
                </a:lnTo>
                <a:lnTo>
                  <a:pt x="485" y="857"/>
                </a:lnTo>
                <a:lnTo>
                  <a:pt x="486" y="701"/>
                </a:lnTo>
                <a:lnTo>
                  <a:pt x="486" y="771"/>
                </a:lnTo>
                <a:lnTo>
                  <a:pt x="487" y="464"/>
                </a:lnTo>
                <a:lnTo>
                  <a:pt x="487" y="529"/>
                </a:lnTo>
                <a:lnTo>
                  <a:pt x="487" y="705"/>
                </a:lnTo>
                <a:lnTo>
                  <a:pt x="488" y="400"/>
                </a:lnTo>
                <a:lnTo>
                  <a:pt x="488" y="531"/>
                </a:lnTo>
                <a:lnTo>
                  <a:pt x="489" y="666"/>
                </a:lnTo>
                <a:lnTo>
                  <a:pt x="489" y="891"/>
                </a:lnTo>
                <a:lnTo>
                  <a:pt x="490" y="394"/>
                </a:lnTo>
                <a:lnTo>
                  <a:pt x="490" y="775"/>
                </a:lnTo>
                <a:lnTo>
                  <a:pt x="490" y="801"/>
                </a:lnTo>
                <a:lnTo>
                  <a:pt x="491" y="523"/>
                </a:lnTo>
                <a:lnTo>
                  <a:pt x="491" y="376"/>
                </a:lnTo>
                <a:lnTo>
                  <a:pt x="492" y="485"/>
                </a:lnTo>
                <a:lnTo>
                  <a:pt x="492" y="569"/>
                </a:lnTo>
                <a:lnTo>
                  <a:pt x="493" y="564"/>
                </a:lnTo>
                <a:lnTo>
                  <a:pt x="493" y="537"/>
                </a:lnTo>
                <a:lnTo>
                  <a:pt x="494" y="546"/>
                </a:lnTo>
                <a:lnTo>
                  <a:pt x="494" y="594"/>
                </a:lnTo>
                <a:lnTo>
                  <a:pt x="494" y="611"/>
                </a:lnTo>
                <a:lnTo>
                  <a:pt x="495" y="628"/>
                </a:lnTo>
                <a:lnTo>
                  <a:pt x="495" y="698"/>
                </a:lnTo>
                <a:lnTo>
                  <a:pt x="496" y="648"/>
                </a:lnTo>
                <a:lnTo>
                  <a:pt x="496" y="793"/>
                </a:lnTo>
                <a:lnTo>
                  <a:pt x="497" y="627"/>
                </a:lnTo>
                <a:lnTo>
                  <a:pt x="497" y="718"/>
                </a:lnTo>
                <a:lnTo>
                  <a:pt x="497" y="729"/>
                </a:lnTo>
                <a:lnTo>
                  <a:pt x="498" y="594"/>
                </a:lnTo>
                <a:lnTo>
                  <a:pt x="498" y="467"/>
                </a:lnTo>
                <a:lnTo>
                  <a:pt x="499" y="515"/>
                </a:lnTo>
                <a:lnTo>
                  <a:pt x="499" y="772"/>
                </a:lnTo>
                <a:lnTo>
                  <a:pt x="500" y="709"/>
                </a:lnTo>
                <a:lnTo>
                  <a:pt x="500" y="509"/>
                </a:lnTo>
                <a:lnTo>
                  <a:pt x="501" y="707"/>
                </a:lnTo>
                <a:lnTo>
                  <a:pt x="501" y="626"/>
                </a:lnTo>
                <a:lnTo>
                  <a:pt x="501" y="544"/>
                </a:lnTo>
                <a:lnTo>
                  <a:pt x="502" y="700"/>
                </a:lnTo>
                <a:lnTo>
                  <a:pt x="502" y="587"/>
                </a:lnTo>
                <a:lnTo>
                  <a:pt x="503" y="735"/>
                </a:lnTo>
                <a:lnTo>
                  <a:pt x="503" y="658"/>
                </a:lnTo>
                <a:lnTo>
                  <a:pt x="504" y="561"/>
                </a:lnTo>
                <a:lnTo>
                  <a:pt x="504" y="757"/>
                </a:lnTo>
                <a:lnTo>
                  <a:pt x="504" y="545"/>
                </a:lnTo>
                <a:lnTo>
                  <a:pt x="505" y="591"/>
                </a:lnTo>
                <a:lnTo>
                  <a:pt x="505" y="530"/>
                </a:lnTo>
                <a:lnTo>
                  <a:pt x="506" y="562"/>
                </a:lnTo>
                <a:lnTo>
                  <a:pt x="506" y="442"/>
                </a:lnTo>
                <a:lnTo>
                  <a:pt x="507" y="569"/>
                </a:lnTo>
                <a:lnTo>
                  <a:pt x="507" y="625"/>
                </a:lnTo>
                <a:lnTo>
                  <a:pt x="507" y="566"/>
                </a:lnTo>
                <a:lnTo>
                  <a:pt x="507" y="521"/>
                </a:lnTo>
                <a:lnTo>
                  <a:pt x="507" y="571"/>
                </a:lnTo>
                <a:lnTo>
                  <a:pt x="508" y="570"/>
                </a:lnTo>
                <a:lnTo>
                  <a:pt x="508" y="645"/>
                </a:lnTo>
                <a:lnTo>
                  <a:pt x="509" y="639"/>
                </a:lnTo>
                <a:lnTo>
                  <a:pt x="509" y="715"/>
                </a:lnTo>
                <a:lnTo>
                  <a:pt x="510" y="387"/>
                </a:lnTo>
                <a:lnTo>
                  <a:pt x="510" y="695"/>
                </a:lnTo>
                <a:lnTo>
                  <a:pt x="511" y="636"/>
                </a:lnTo>
                <a:lnTo>
                  <a:pt x="511" y="637"/>
                </a:lnTo>
                <a:lnTo>
                  <a:pt x="511" y="469"/>
                </a:lnTo>
                <a:lnTo>
                  <a:pt x="512" y="591"/>
                </a:lnTo>
                <a:lnTo>
                  <a:pt x="512" y="430"/>
                </a:lnTo>
                <a:lnTo>
                  <a:pt x="513" y="627"/>
                </a:lnTo>
                <a:lnTo>
                  <a:pt x="513" y="527"/>
                </a:lnTo>
                <a:lnTo>
                  <a:pt x="514" y="641"/>
                </a:lnTo>
                <a:lnTo>
                  <a:pt x="514" y="331"/>
                </a:lnTo>
                <a:lnTo>
                  <a:pt x="514" y="675"/>
                </a:lnTo>
                <a:lnTo>
                  <a:pt x="515" y="518"/>
                </a:lnTo>
                <a:lnTo>
                  <a:pt x="515" y="484"/>
                </a:lnTo>
                <a:lnTo>
                  <a:pt x="516" y="506"/>
                </a:lnTo>
                <a:lnTo>
                  <a:pt x="516" y="566"/>
                </a:lnTo>
                <a:lnTo>
                  <a:pt x="517" y="560"/>
                </a:lnTo>
                <a:lnTo>
                  <a:pt x="517" y="540"/>
                </a:lnTo>
                <a:lnTo>
                  <a:pt x="518" y="559"/>
                </a:lnTo>
                <a:lnTo>
                  <a:pt x="518" y="442"/>
                </a:lnTo>
                <a:lnTo>
                  <a:pt x="518" y="313"/>
                </a:lnTo>
                <a:lnTo>
                  <a:pt x="519" y="598"/>
                </a:lnTo>
                <a:lnTo>
                  <a:pt x="519" y="682"/>
                </a:lnTo>
                <a:lnTo>
                  <a:pt x="520" y="548"/>
                </a:lnTo>
                <a:lnTo>
                  <a:pt x="520" y="270"/>
                </a:lnTo>
                <a:lnTo>
                  <a:pt x="521" y="620"/>
                </a:lnTo>
                <a:lnTo>
                  <a:pt x="521" y="367"/>
                </a:lnTo>
                <a:lnTo>
                  <a:pt x="521" y="362"/>
                </a:lnTo>
                <a:lnTo>
                  <a:pt x="522" y="592"/>
                </a:lnTo>
                <a:lnTo>
                  <a:pt x="522" y="475"/>
                </a:lnTo>
                <a:lnTo>
                  <a:pt x="523" y="366"/>
                </a:lnTo>
                <a:lnTo>
                  <a:pt x="523" y="573"/>
                </a:lnTo>
                <a:lnTo>
                  <a:pt x="524" y="554"/>
                </a:lnTo>
                <a:lnTo>
                  <a:pt x="524" y="592"/>
                </a:lnTo>
                <a:lnTo>
                  <a:pt x="525" y="637"/>
                </a:lnTo>
                <a:lnTo>
                  <a:pt x="525" y="599"/>
                </a:lnTo>
                <a:lnTo>
                  <a:pt x="525" y="659"/>
                </a:lnTo>
                <a:lnTo>
                  <a:pt x="526" y="528"/>
                </a:lnTo>
                <a:lnTo>
                  <a:pt x="526" y="610"/>
                </a:lnTo>
                <a:lnTo>
                  <a:pt x="527" y="507"/>
                </a:lnTo>
                <a:lnTo>
                  <a:pt x="527" y="692"/>
                </a:lnTo>
                <a:lnTo>
                  <a:pt x="528" y="496"/>
                </a:lnTo>
                <a:lnTo>
                  <a:pt x="528" y="444"/>
                </a:lnTo>
                <a:lnTo>
                  <a:pt x="528" y="737"/>
                </a:lnTo>
                <a:lnTo>
                  <a:pt x="529" y="492"/>
                </a:lnTo>
                <a:lnTo>
                  <a:pt x="529" y="404"/>
                </a:lnTo>
                <a:lnTo>
                  <a:pt x="530" y="657"/>
                </a:lnTo>
                <a:lnTo>
                  <a:pt x="530" y="359"/>
                </a:lnTo>
                <a:lnTo>
                  <a:pt x="531" y="489"/>
                </a:lnTo>
                <a:lnTo>
                  <a:pt x="531" y="606"/>
                </a:lnTo>
                <a:lnTo>
                  <a:pt x="531" y="538"/>
                </a:lnTo>
                <a:lnTo>
                  <a:pt x="531" y="476"/>
                </a:lnTo>
                <a:lnTo>
                  <a:pt x="531" y="526"/>
                </a:lnTo>
                <a:lnTo>
                  <a:pt x="532" y="479"/>
                </a:lnTo>
                <a:lnTo>
                  <a:pt x="532" y="631"/>
                </a:lnTo>
                <a:lnTo>
                  <a:pt x="533" y="518"/>
                </a:lnTo>
                <a:lnTo>
                  <a:pt x="533" y="683"/>
                </a:lnTo>
                <a:lnTo>
                  <a:pt x="534" y="549"/>
                </a:lnTo>
                <a:lnTo>
                  <a:pt x="534" y="632"/>
                </a:lnTo>
                <a:lnTo>
                  <a:pt x="535" y="615"/>
                </a:lnTo>
                <a:lnTo>
                  <a:pt x="535" y="412"/>
                </a:lnTo>
                <a:lnTo>
                  <a:pt x="535" y="428"/>
                </a:lnTo>
                <a:lnTo>
                  <a:pt x="536" y="479"/>
                </a:lnTo>
                <a:lnTo>
                  <a:pt x="536" y="656"/>
                </a:lnTo>
                <a:lnTo>
                  <a:pt x="537" y="577"/>
                </a:lnTo>
                <a:lnTo>
                  <a:pt x="537" y="419"/>
                </a:lnTo>
                <a:lnTo>
                  <a:pt x="538" y="532"/>
                </a:lnTo>
                <a:lnTo>
                  <a:pt x="538" y="307"/>
                </a:lnTo>
                <a:lnTo>
                  <a:pt x="538" y="508"/>
                </a:lnTo>
                <a:lnTo>
                  <a:pt x="539" y="530"/>
                </a:lnTo>
                <a:lnTo>
                  <a:pt x="539" y="583"/>
                </a:lnTo>
                <a:lnTo>
                  <a:pt x="540" y="538"/>
                </a:lnTo>
                <a:lnTo>
                  <a:pt x="540" y="569"/>
                </a:lnTo>
                <a:lnTo>
                  <a:pt x="541" y="482"/>
                </a:lnTo>
                <a:lnTo>
                  <a:pt x="541" y="458"/>
                </a:lnTo>
                <a:lnTo>
                  <a:pt x="542" y="639"/>
                </a:lnTo>
                <a:lnTo>
                  <a:pt x="542" y="697"/>
                </a:lnTo>
                <a:lnTo>
                  <a:pt x="542" y="751"/>
                </a:lnTo>
                <a:lnTo>
                  <a:pt x="543" y="510"/>
                </a:lnTo>
                <a:lnTo>
                  <a:pt x="543" y="678"/>
                </a:lnTo>
                <a:lnTo>
                  <a:pt x="544" y="788"/>
                </a:lnTo>
                <a:lnTo>
                  <a:pt x="544" y="527"/>
                </a:lnTo>
                <a:lnTo>
                  <a:pt x="545" y="310"/>
                </a:lnTo>
                <a:lnTo>
                  <a:pt x="545" y="570"/>
                </a:lnTo>
                <a:lnTo>
                  <a:pt x="545" y="485"/>
                </a:lnTo>
                <a:lnTo>
                  <a:pt x="546" y="564"/>
                </a:lnTo>
                <a:lnTo>
                  <a:pt x="546" y="585"/>
                </a:lnTo>
                <a:lnTo>
                  <a:pt x="547" y="481"/>
                </a:lnTo>
                <a:lnTo>
                  <a:pt x="547" y="608"/>
                </a:lnTo>
                <a:lnTo>
                  <a:pt x="548" y="552"/>
                </a:lnTo>
                <a:lnTo>
                  <a:pt x="548" y="548"/>
                </a:lnTo>
                <a:lnTo>
                  <a:pt x="549" y="652"/>
                </a:lnTo>
                <a:lnTo>
                  <a:pt x="549" y="482"/>
                </a:lnTo>
                <a:lnTo>
                  <a:pt x="549" y="604"/>
                </a:lnTo>
                <a:lnTo>
                  <a:pt x="550" y="666"/>
                </a:lnTo>
                <a:lnTo>
                  <a:pt x="550" y="534"/>
                </a:lnTo>
                <a:lnTo>
                  <a:pt x="551" y="683"/>
                </a:lnTo>
                <a:lnTo>
                  <a:pt x="551" y="589"/>
                </a:lnTo>
                <a:lnTo>
                  <a:pt x="552" y="595"/>
                </a:lnTo>
                <a:lnTo>
                  <a:pt x="552" y="484"/>
                </a:lnTo>
                <a:lnTo>
                  <a:pt x="552" y="548"/>
                </a:lnTo>
                <a:lnTo>
                  <a:pt x="553" y="602"/>
                </a:lnTo>
                <a:lnTo>
                  <a:pt x="553" y="515"/>
                </a:lnTo>
                <a:lnTo>
                  <a:pt x="554" y="458"/>
                </a:lnTo>
                <a:lnTo>
                  <a:pt x="554" y="545"/>
                </a:lnTo>
                <a:lnTo>
                  <a:pt x="555" y="604"/>
                </a:lnTo>
                <a:lnTo>
                  <a:pt x="555" y="742"/>
                </a:lnTo>
                <a:lnTo>
                  <a:pt x="555" y="718"/>
                </a:lnTo>
                <a:lnTo>
                  <a:pt x="555" y="641"/>
                </a:lnTo>
                <a:lnTo>
                  <a:pt x="555" y="674"/>
                </a:lnTo>
                <a:lnTo>
                  <a:pt x="556" y="632"/>
                </a:lnTo>
                <a:lnTo>
                  <a:pt x="556" y="608"/>
                </a:lnTo>
                <a:lnTo>
                  <a:pt x="557" y="560"/>
                </a:lnTo>
                <a:lnTo>
                  <a:pt x="557" y="623"/>
                </a:lnTo>
                <a:lnTo>
                  <a:pt x="558" y="566"/>
                </a:lnTo>
                <a:lnTo>
                  <a:pt x="558" y="611"/>
                </a:lnTo>
                <a:lnTo>
                  <a:pt x="559" y="824"/>
                </a:lnTo>
                <a:lnTo>
                  <a:pt x="559" y="718"/>
                </a:lnTo>
                <a:lnTo>
                  <a:pt x="559" y="636"/>
                </a:lnTo>
                <a:lnTo>
                  <a:pt x="560" y="748"/>
                </a:lnTo>
                <a:lnTo>
                  <a:pt x="560" y="562"/>
                </a:lnTo>
                <a:lnTo>
                  <a:pt x="561" y="466"/>
                </a:lnTo>
                <a:lnTo>
                  <a:pt x="561" y="499"/>
                </a:lnTo>
                <a:lnTo>
                  <a:pt x="562" y="649"/>
                </a:lnTo>
                <a:lnTo>
                  <a:pt x="562" y="473"/>
                </a:lnTo>
                <a:lnTo>
                  <a:pt x="562" y="612"/>
                </a:lnTo>
                <a:lnTo>
                  <a:pt x="563" y="663"/>
                </a:lnTo>
                <a:lnTo>
                  <a:pt x="563" y="693"/>
                </a:lnTo>
                <a:lnTo>
                  <a:pt x="564" y="661"/>
                </a:lnTo>
                <a:lnTo>
                  <a:pt x="564" y="671"/>
                </a:lnTo>
                <a:lnTo>
                  <a:pt x="565" y="613"/>
                </a:lnTo>
                <a:lnTo>
                  <a:pt x="565" y="615"/>
                </a:lnTo>
                <a:lnTo>
                  <a:pt x="566" y="632"/>
                </a:lnTo>
                <a:lnTo>
                  <a:pt x="566" y="587"/>
                </a:lnTo>
                <a:lnTo>
                  <a:pt x="566" y="510"/>
                </a:lnTo>
                <a:lnTo>
                  <a:pt x="567" y="536"/>
                </a:lnTo>
                <a:lnTo>
                  <a:pt x="567" y="787"/>
                </a:lnTo>
                <a:lnTo>
                  <a:pt x="568" y="899"/>
                </a:lnTo>
                <a:lnTo>
                  <a:pt x="568" y="537"/>
                </a:lnTo>
                <a:lnTo>
                  <a:pt x="569" y="776"/>
                </a:lnTo>
                <a:lnTo>
                  <a:pt x="569" y="658"/>
                </a:lnTo>
                <a:lnTo>
                  <a:pt x="569" y="756"/>
                </a:lnTo>
                <a:lnTo>
                  <a:pt x="570" y="821"/>
                </a:lnTo>
                <a:lnTo>
                  <a:pt x="570" y="578"/>
                </a:lnTo>
                <a:lnTo>
                  <a:pt x="571" y="556"/>
                </a:lnTo>
                <a:lnTo>
                  <a:pt x="571" y="694"/>
                </a:lnTo>
                <a:lnTo>
                  <a:pt x="572" y="902"/>
                </a:lnTo>
                <a:lnTo>
                  <a:pt x="572" y="690"/>
                </a:lnTo>
                <a:lnTo>
                  <a:pt x="573" y="592"/>
                </a:lnTo>
                <a:lnTo>
                  <a:pt x="573" y="786"/>
                </a:lnTo>
                <a:lnTo>
                  <a:pt x="573" y="613"/>
                </a:lnTo>
                <a:lnTo>
                  <a:pt x="574" y="634"/>
                </a:lnTo>
                <a:lnTo>
                  <a:pt x="574" y="571"/>
                </a:lnTo>
                <a:lnTo>
                  <a:pt x="575" y="618"/>
                </a:lnTo>
                <a:lnTo>
                  <a:pt x="575" y="731"/>
                </a:lnTo>
                <a:lnTo>
                  <a:pt x="576" y="506"/>
                </a:lnTo>
                <a:lnTo>
                  <a:pt x="576" y="645"/>
                </a:lnTo>
                <a:lnTo>
                  <a:pt x="576" y="631"/>
                </a:lnTo>
                <a:lnTo>
                  <a:pt x="577" y="724"/>
                </a:lnTo>
                <a:lnTo>
                  <a:pt x="577" y="672"/>
                </a:lnTo>
                <a:lnTo>
                  <a:pt x="578" y="717"/>
                </a:lnTo>
                <a:lnTo>
                  <a:pt x="578" y="642"/>
                </a:lnTo>
                <a:lnTo>
                  <a:pt x="579" y="446"/>
                </a:lnTo>
                <a:lnTo>
                  <a:pt x="579" y="764"/>
                </a:lnTo>
                <a:lnTo>
                  <a:pt x="579" y="788"/>
                </a:lnTo>
                <a:lnTo>
                  <a:pt x="579" y="468"/>
                </a:lnTo>
                <a:lnTo>
                  <a:pt x="579" y="641"/>
                </a:lnTo>
                <a:lnTo>
                  <a:pt x="580" y="687"/>
                </a:lnTo>
                <a:lnTo>
                  <a:pt x="580" y="509"/>
                </a:lnTo>
                <a:lnTo>
                  <a:pt x="581" y="678"/>
                </a:lnTo>
                <a:lnTo>
                  <a:pt x="581" y="425"/>
                </a:lnTo>
                <a:lnTo>
                  <a:pt x="582" y="542"/>
                </a:lnTo>
                <a:lnTo>
                  <a:pt x="582" y="662"/>
                </a:lnTo>
                <a:lnTo>
                  <a:pt x="583" y="387"/>
                </a:lnTo>
                <a:lnTo>
                  <a:pt x="583" y="672"/>
                </a:lnTo>
                <a:lnTo>
                  <a:pt x="583" y="531"/>
                </a:lnTo>
                <a:lnTo>
                  <a:pt x="584" y="575"/>
                </a:lnTo>
                <a:lnTo>
                  <a:pt x="584" y="469"/>
                </a:lnTo>
                <a:lnTo>
                  <a:pt x="585" y="441"/>
                </a:lnTo>
                <a:lnTo>
                  <a:pt x="585" y="598"/>
                </a:lnTo>
                <a:lnTo>
                  <a:pt x="586" y="678"/>
                </a:lnTo>
                <a:lnTo>
                  <a:pt x="586" y="551"/>
                </a:lnTo>
                <a:lnTo>
                  <a:pt x="586" y="667"/>
                </a:lnTo>
                <a:lnTo>
                  <a:pt x="587" y="387"/>
                </a:lnTo>
                <a:lnTo>
                  <a:pt x="587" y="580"/>
                </a:lnTo>
                <a:lnTo>
                  <a:pt x="588" y="630"/>
                </a:lnTo>
                <a:lnTo>
                  <a:pt x="588" y="571"/>
                </a:lnTo>
                <a:lnTo>
                  <a:pt x="589" y="729"/>
                </a:lnTo>
                <a:lnTo>
                  <a:pt x="589" y="688"/>
                </a:lnTo>
                <a:lnTo>
                  <a:pt x="590" y="462"/>
                </a:lnTo>
                <a:lnTo>
                  <a:pt x="590" y="652"/>
                </a:lnTo>
                <a:lnTo>
                  <a:pt x="590" y="691"/>
                </a:lnTo>
                <a:lnTo>
                  <a:pt x="591" y="525"/>
                </a:lnTo>
                <a:lnTo>
                  <a:pt x="591" y="457"/>
                </a:lnTo>
                <a:lnTo>
                  <a:pt x="592" y="503"/>
                </a:lnTo>
                <a:lnTo>
                  <a:pt x="592" y="473"/>
                </a:lnTo>
                <a:lnTo>
                  <a:pt x="593" y="653"/>
                </a:lnTo>
                <a:lnTo>
                  <a:pt x="593" y="720"/>
                </a:lnTo>
                <a:lnTo>
                  <a:pt x="593" y="415"/>
                </a:lnTo>
                <a:lnTo>
                  <a:pt x="594" y="603"/>
                </a:lnTo>
                <a:lnTo>
                  <a:pt x="594" y="594"/>
                </a:lnTo>
                <a:lnTo>
                  <a:pt x="595" y="429"/>
                </a:lnTo>
                <a:lnTo>
                  <a:pt x="595" y="508"/>
                </a:lnTo>
                <a:lnTo>
                  <a:pt x="596" y="516"/>
                </a:lnTo>
                <a:lnTo>
                  <a:pt x="596" y="338"/>
                </a:lnTo>
                <a:lnTo>
                  <a:pt x="597" y="627"/>
                </a:lnTo>
                <a:lnTo>
                  <a:pt x="597" y="463"/>
                </a:lnTo>
                <a:lnTo>
                  <a:pt x="597" y="552"/>
                </a:lnTo>
                <a:lnTo>
                  <a:pt x="598" y="528"/>
                </a:lnTo>
                <a:lnTo>
                  <a:pt x="598" y="396"/>
                </a:lnTo>
                <a:lnTo>
                  <a:pt x="599" y="501"/>
                </a:lnTo>
                <a:lnTo>
                  <a:pt x="599" y="496"/>
                </a:lnTo>
                <a:lnTo>
                  <a:pt x="600" y="440"/>
                </a:lnTo>
                <a:lnTo>
                  <a:pt x="600" y="587"/>
                </a:lnTo>
                <a:lnTo>
                  <a:pt x="601" y="635"/>
                </a:lnTo>
                <a:lnTo>
                  <a:pt x="601" y="656"/>
                </a:lnTo>
                <a:lnTo>
                  <a:pt x="601" y="750"/>
                </a:lnTo>
                <a:lnTo>
                  <a:pt x="602" y="336"/>
                </a:lnTo>
                <a:lnTo>
                  <a:pt x="602" y="656"/>
                </a:lnTo>
                <a:lnTo>
                  <a:pt x="603" y="566"/>
                </a:lnTo>
                <a:lnTo>
                  <a:pt x="603" y="571"/>
                </a:lnTo>
                <a:lnTo>
                  <a:pt x="603" y="514"/>
                </a:lnTo>
                <a:lnTo>
                  <a:pt x="603" y="467"/>
                </a:lnTo>
                <a:lnTo>
                  <a:pt x="603" y="464"/>
                </a:lnTo>
                <a:lnTo>
                  <a:pt x="604" y="596"/>
                </a:lnTo>
                <a:lnTo>
                  <a:pt x="604" y="559"/>
                </a:lnTo>
                <a:lnTo>
                  <a:pt x="605" y="519"/>
                </a:lnTo>
                <a:lnTo>
                  <a:pt x="605" y="565"/>
                </a:lnTo>
                <a:lnTo>
                  <a:pt x="606" y="410"/>
                </a:lnTo>
                <a:lnTo>
                  <a:pt x="606" y="504"/>
                </a:lnTo>
                <a:lnTo>
                  <a:pt x="607" y="486"/>
                </a:lnTo>
                <a:lnTo>
                  <a:pt x="607" y="493"/>
                </a:lnTo>
                <a:lnTo>
                  <a:pt x="607" y="455"/>
                </a:lnTo>
                <a:lnTo>
                  <a:pt x="608" y="533"/>
                </a:lnTo>
                <a:lnTo>
                  <a:pt x="608" y="642"/>
                </a:lnTo>
                <a:lnTo>
                  <a:pt x="609" y="518"/>
                </a:lnTo>
                <a:lnTo>
                  <a:pt x="609" y="594"/>
                </a:lnTo>
                <a:lnTo>
                  <a:pt x="610" y="585"/>
                </a:lnTo>
                <a:lnTo>
                  <a:pt x="610" y="510"/>
                </a:lnTo>
                <a:lnTo>
                  <a:pt x="610" y="469"/>
                </a:lnTo>
                <a:lnTo>
                  <a:pt x="611" y="549"/>
                </a:lnTo>
                <a:lnTo>
                  <a:pt x="611" y="533"/>
                </a:lnTo>
                <a:lnTo>
                  <a:pt x="612" y="449"/>
                </a:lnTo>
                <a:lnTo>
                  <a:pt x="612" y="539"/>
                </a:lnTo>
                <a:lnTo>
                  <a:pt x="613" y="406"/>
                </a:lnTo>
                <a:lnTo>
                  <a:pt x="613" y="524"/>
                </a:lnTo>
                <a:lnTo>
                  <a:pt x="614" y="651"/>
                </a:lnTo>
                <a:lnTo>
                  <a:pt x="614" y="517"/>
                </a:lnTo>
                <a:lnTo>
                  <a:pt x="614" y="538"/>
                </a:lnTo>
                <a:lnTo>
                  <a:pt x="615" y="496"/>
                </a:lnTo>
                <a:lnTo>
                  <a:pt x="615" y="528"/>
                </a:lnTo>
                <a:lnTo>
                  <a:pt x="616" y="567"/>
                </a:lnTo>
                <a:lnTo>
                  <a:pt x="616" y="615"/>
                </a:lnTo>
                <a:lnTo>
                  <a:pt x="617" y="572"/>
                </a:lnTo>
                <a:lnTo>
                  <a:pt x="617" y="599"/>
                </a:lnTo>
                <a:lnTo>
                  <a:pt x="617" y="587"/>
                </a:lnTo>
                <a:lnTo>
                  <a:pt x="618" y="544"/>
                </a:lnTo>
                <a:lnTo>
                  <a:pt x="618" y="508"/>
                </a:lnTo>
                <a:lnTo>
                  <a:pt x="619" y="555"/>
                </a:lnTo>
                <a:lnTo>
                  <a:pt x="619" y="608"/>
                </a:lnTo>
                <a:lnTo>
                  <a:pt x="620" y="557"/>
                </a:lnTo>
                <a:lnTo>
                  <a:pt x="620" y="537"/>
                </a:lnTo>
                <a:lnTo>
                  <a:pt x="621" y="588"/>
                </a:lnTo>
                <a:lnTo>
                  <a:pt x="621" y="576"/>
                </a:lnTo>
                <a:lnTo>
                  <a:pt x="621" y="573"/>
                </a:lnTo>
                <a:lnTo>
                  <a:pt x="622" y="592"/>
                </a:lnTo>
                <a:lnTo>
                  <a:pt x="622" y="562"/>
                </a:lnTo>
                <a:lnTo>
                  <a:pt x="623" y="578"/>
                </a:lnTo>
                <a:lnTo>
                  <a:pt x="623" y="567"/>
                </a:lnTo>
                <a:lnTo>
                  <a:pt x="624" y="594"/>
                </a:lnTo>
                <a:lnTo>
                  <a:pt x="624" y="586"/>
                </a:lnTo>
                <a:lnTo>
                  <a:pt x="625" y="562"/>
                </a:lnTo>
                <a:lnTo>
                  <a:pt x="625" y="585"/>
                </a:lnTo>
                <a:lnTo>
                  <a:pt x="625" y="541"/>
                </a:lnTo>
                <a:lnTo>
                  <a:pt x="626" y="586"/>
                </a:lnTo>
                <a:lnTo>
                  <a:pt x="626" y="573"/>
                </a:lnTo>
                <a:lnTo>
                  <a:pt x="627" y="559"/>
                </a:lnTo>
                <a:lnTo>
                  <a:pt x="627" y="608"/>
                </a:lnTo>
                <a:lnTo>
                  <a:pt x="627" y="615"/>
                </a:lnTo>
                <a:lnTo>
                  <a:pt x="627" y="610"/>
                </a:lnTo>
                <a:lnTo>
                  <a:pt x="627" y="553"/>
                </a:lnTo>
                <a:lnTo>
                  <a:pt x="628" y="591"/>
                </a:lnTo>
                <a:lnTo>
                  <a:pt x="628" y="527"/>
                </a:lnTo>
                <a:lnTo>
                  <a:pt x="629" y="592"/>
                </a:lnTo>
                <a:lnTo>
                  <a:pt x="629" y="577"/>
                </a:lnTo>
                <a:lnTo>
                  <a:pt x="630" y="549"/>
                </a:lnTo>
                <a:lnTo>
                  <a:pt x="630" y="539"/>
                </a:lnTo>
                <a:lnTo>
                  <a:pt x="631" y="538"/>
                </a:lnTo>
                <a:lnTo>
                  <a:pt x="631" y="557"/>
                </a:lnTo>
                <a:lnTo>
                  <a:pt x="631" y="561"/>
                </a:lnTo>
                <a:lnTo>
                  <a:pt x="632" y="570"/>
                </a:lnTo>
                <a:lnTo>
                  <a:pt x="632" y="566"/>
                </a:lnTo>
                <a:lnTo>
                  <a:pt x="633" y="594"/>
                </a:lnTo>
                <a:lnTo>
                  <a:pt x="633" y="600"/>
                </a:lnTo>
                <a:lnTo>
                  <a:pt x="634" y="584"/>
                </a:lnTo>
                <a:lnTo>
                  <a:pt x="634" y="587"/>
                </a:lnTo>
                <a:lnTo>
                  <a:pt x="634" y="594"/>
                </a:lnTo>
                <a:lnTo>
                  <a:pt x="635" y="570"/>
                </a:lnTo>
                <a:lnTo>
                  <a:pt x="635" y="565"/>
                </a:lnTo>
                <a:lnTo>
                  <a:pt x="636" y="584"/>
                </a:lnTo>
                <a:lnTo>
                  <a:pt x="636" y="555"/>
                </a:lnTo>
                <a:lnTo>
                  <a:pt x="637" y="610"/>
                </a:lnTo>
                <a:lnTo>
                  <a:pt x="637" y="590"/>
                </a:lnTo>
                <a:lnTo>
                  <a:pt x="638" y="601"/>
                </a:lnTo>
                <a:lnTo>
                  <a:pt x="638" y="626"/>
                </a:lnTo>
                <a:lnTo>
                  <a:pt x="638" y="588"/>
                </a:lnTo>
                <a:lnTo>
                  <a:pt x="639" y="590"/>
                </a:lnTo>
                <a:lnTo>
                  <a:pt x="639" y="557"/>
                </a:lnTo>
                <a:lnTo>
                  <a:pt x="640" y="575"/>
                </a:lnTo>
                <a:lnTo>
                  <a:pt x="640" y="610"/>
                </a:lnTo>
                <a:lnTo>
                  <a:pt x="641" y="550"/>
                </a:lnTo>
                <a:lnTo>
                  <a:pt x="641" y="563"/>
                </a:lnTo>
                <a:lnTo>
                  <a:pt x="641" y="577"/>
                </a:lnTo>
                <a:lnTo>
                  <a:pt x="642" y="594"/>
                </a:lnTo>
                <a:lnTo>
                  <a:pt x="642" y="610"/>
                </a:lnTo>
                <a:lnTo>
                  <a:pt x="643" y="597"/>
                </a:lnTo>
                <a:lnTo>
                  <a:pt x="643" y="567"/>
                </a:lnTo>
                <a:lnTo>
                  <a:pt x="644" y="551"/>
                </a:lnTo>
                <a:lnTo>
                  <a:pt x="644" y="559"/>
                </a:lnTo>
                <a:lnTo>
                  <a:pt x="645" y="601"/>
                </a:lnTo>
                <a:lnTo>
                  <a:pt x="645" y="614"/>
                </a:lnTo>
                <a:lnTo>
                  <a:pt x="645" y="588"/>
                </a:lnTo>
                <a:lnTo>
                  <a:pt x="646" y="628"/>
                </a:lnTo>
                <a:lnTo>
                  <a:pt x="646" y="585"/>
                </a:lnTo>
                <a:lnTo>
                  <a:pt x="647" y="594"/>
                </a:lnTo>
                <a:lnTo>
                  <a:pt x="647" y="602"/>
                </a:lnTo>
                <a:lnTo>
                  <a:pt x="648" y="625"/>
                </a:lnTo>
                <a:lnTo>
                  <a:pt x="648" y="582"/>
                </a:lnTo>
                <a:lnTo>
                  <a:pt x="649" y="603"/>
                </a:lnTo>
                <a:lnTo>
                  <a:pt x="649" y="616"/>
                </a:lnTo>
                <a:lnTo>
                  <a:pt x="649" y="652"/>
                </a:lnTo>
                <a:lnTo>
                  <a:pt x="650" y="593"/>
                </a:lnTo>
                <a:lnTo>
                  <a:pt x="650" y="556"/>
                </a:lnTo>
                <a:lnTo>
                  <a:pt x="651" y="559"/>
                </a:lnTo>
                <a:lnTo>
                  <a:pt x="651" y="602"/>
                </a:lnTo>
                <a:lnTo>
                  <a:pt x="651" y="606"/>
                </a:lnTo>
                <a:lnTo>
                  <a:pt x="651" y="584"/>
                </a:lnTo>
                <a:lnTo>
                  <a:pt x="651" y="613"/>
                </a:lnTo>
                <a:lnTo>
                  <a:pt x="652" y="586"/>
                </a:lnTo>
                <a:lnTo>
                  <a:pt x="652" y="577"/>
                </a:lnTo>
                <a:lnTo>
                  <a:pt x="653" y="567"/>
                </a:lnTo>
                <a:lnTo>
                  <a:pt x="653" y="595"/>
                </a:lnTo>
                <a:lnTo>
                  <a:pt x="654" y="597"/>
                </a:lnTo>
                <a:lnTo>
                  <a:pt x="654" y="611"/>
                </a:lnTo>
                <a:lnTo>
                  <a:pt x="655" y="610"/>
                </a:lnTo>
                <a:lnTo>
                  <a:pt x="655" y="598"/>
                </a:lnTo>
                <a:lnTo>
                  <a:pt x="655" y="586"/>
                </a:lnTo>
                <a:lnTo>
                  <a:pt x="656" y="574"/>
                </a:lnTo>
                <a:lnTo>
                  <a:pt x="656" y="610"/>
                </a:lnTo>
                <a:lnTo>
                  <a:pt x="657" y="562"/>
                </a:lnTo>
                <a:lnTo>
                  <a:pt x="657" y="598"/>
                </a:lnTo>
                <a:lnTo>
                  <a:pt x="658" y="593"/>
                </a:lnTo>
                <a:lnTo>
                  <a:pt x="658" y="608"/>
                </a:lnTo>
                <a:lnTo>
                  <a:pt x="658" y="642"/>
                </a:lnTo>
                <a:lnTo>
                  <a:pt x="659" y="574"/>
                </a:lnTo>
                <a:lnTo>
                  <a:pt x="659" y="577"/>
                </a:lnTo>
                <a:lnTo>
                  <a:pt x="660" y="598"/>
                </a:lnTo>
                <a:lnTo>
                  <a:pt x="660" y="590"/>
                </a:lnTo>
                <a:lnTo>
                  <a:pt x="661" y="581"/>
                </a:lnTo>
                <a:lnTo>
                  <a:pt x="661" y="624"/>
                </a:lnTo>
                <a:lnTo>
                  <a:pt x="662" y="602"/>
                </a:lnTo>
                <a:lnTo>
                  <a:pt x="662" y="575"/>
                </a:lnTo>
                <a:lnTo>
                  <a:pt x="662" y="617"/>
                </a:lnTo>
                <a:lnTo>
                  <a:pt x="663" y="585"/>
                </a:lnTo>
                <a:lnTo>
                  <a:pt x="663" y="618"/>
                </a:lnTo>
                <a:lnTo>
                  <a:pt x="664" y="581"/>
                </a:lnTo>
                <a:lnTo>
                  <a:pt x="664" y="590"/>
                </a:lnTo>
                <a:lnTo>
                  <a:pt x="665" y="623"/>
                </a:lnTo>
                <a:lnTo>
                  <a:pt x="665" y="565"/>
                </a:lnTo>
                <a:lnTo>
                  <a:pt x="665" y="605"/>
                </a:lnTo>
                <a:lnTo>
                  <a:pt x="666" y="606"/>
                </a:lnTo>
                <a:lnTo>
                  <a:pt x="666" y="585"/>
                </a:lnTo>
                <a:lnTo>
                  <a:pt x="667" y="564"/>
                </a:lnTo>
                <a:lnTo>
                  <a:pt x="667" y="610"/>
                </a:lnTo>
                <a:lnTo>
                  <a:pt x="668" y="586"/>
                </a:lnTo>
                <a:lnTo>
                  <a:pt x="668" y="579"/>
                </a:lnTo>
                <a:lnTo>
                  <a:pt x="669" y="573"/>
                </a:lnTo>
                <a:lnTo>
                  <a:pt x="669" y="584"/>
                </a:lnTo>
                <a:lnTo>
                  <a:pt x="669" y="594"/>
                </a:lnTo>
                <a:lnTo>
                  <a:pt x="670" y="604"/>
                </a:lnTo>
                <a:lnTo>
                  <a:pt x="670" y="585"/>
                </a:lnTo>
                <a:lnTo>
                  <a:pt x="671" y="608"/>
                </a:lnTo>
                <a:lnTo>
                  <a:pt x="671" y="646"/>
                </a:lnTo>
                <a:lnTo>
                  <a:pt x="672" y="576"/>
                </a:lnTo>
                <a:lnTo>
                  <a:pt x="672" y="566"/>
                </a:lnTo>
                <a:lnTo>
                  <a:pt x="673" y="634"/>
                </a:lnTo>
                <a:lnTo>
                  <a:pt x="673" y="605"/>
                </a:lnTo>
                <a:lnTo>
                  <a:pt x="673" y="571"/>
                </a:lnTo>
                <a:lnTo>
                  <a:pt x="674" y="541"/>
                </a:lnTo>
                <a:lnTo>
                  <a:pt x="674" y="583"/>
                </a:lnTo>
                <a:lnTo>
                  <a:pt x="675" y="598"/>
                </a:lnTo>
                <a:lnTo>
                  <a:pt x="675" y="586"/>
                </a:lnTo>
                <a:lnTo>
                  <a:pt x="675" y="554"/>
                </a:lnTo>
                <a:lnTo>
                  <a:pt x="675" y="595"/>
                </a:lnTo>
                <a:lnTo>
                  <a:pt x="675" y="598"/>
                </a:lnTo>
                <a:lnTo>
                  <a:pt x="676" y="591"/>
                </a:lnTo>
                <a:lnTo>
                  <a:pt x="676" y="601"/>
                </a:lnTo>
                <a:lnTo>
                  <a:pt x="677" y="578"/>
                </a:lnTo>
                <a:lnTo>
                  <a:pt x="677" y="547"/>
                </a:lnTo>
                <a:lnTo>
                  <a:pt x="678" y="573"/>
                </a:lnTo>
                <a:lnTo>
                  <a:pt x="678" y="585"/>
                </a:lnTo>
                <a:lnTo>
                  <a:pt x="679" y="586"/>
                </a:lnTo>
                <a:lnTo>
                  <a:pt x="679" y="611"/>
                </a:lnTo>
                <a:lnTo>
                  <a:pt x="679" y="561"/>
                </a:lnTo>
                <a:lnTo>
                  <a:pt x="680" y="580"/>
                </a:lnTo>
                <a:lnTo>
                  <a:pt x="680" y="582"/>
                </a:lnTo>
                <a:lnTo>
                  <a:pt x="681" y="512"/>
                </a:lnTo>
                <a:lnTo>
                  <a:pt x="681" y="571"/>
                </a:lnTo>
                <a:lnTo>
                  <a:pt x="682" y="593"/>
                </a:lnTo>
                <a:lnTo>
                  <a:pt x="682" y="586"/>
                </a:lnTo>
                <a:lnTo>
                  <a:pt x="682" y="553"/>
                </a:lnTo>
                <a:lnTo>
                  <a:pt x="683" y="574"/>
                </a:lnTo>
                <a:lnTo>
                  <a:pt x="683" y="606"/>
                </a:lnTo>
                <a:lnTo>
                  <a:pt x="684" y="557"/>
                </a:lnTo>
                <a:lnTo>
                  <a:pt x="684" y="589"/>
                </a:lnTo>
                <a:lnTo>
                  <a:pt x="685" y="537"/>
                </a:lnTo>
                <a:lnTo>
                  <a:pt x="685" y="553"/>
                </a:lnTo>
                <a:lnTo>
                  <a:pt x="686" y="585"/>
                </a:lnTo>
                <a:lnTo>
                  <a:pt x="686" y="548"/>
                </a:lnTo>
                <a:lnTo>
                  <a:pt x="686" y="573"/>
                </a:lnTo>
                <a:lnTo>
                  <a:pt x="687" y="557"/>
                </a:lnTo>
                <a:lnTo>
                  <a:pt x="687" y="564"/>
                </a:lnTo>
                <a:lnTo>
                  <a:pt x="688" y="591"/>
                </a:lnTo>
                <a:lnTo>
                  <a:pt x="688" y="587"/>
                </a:lnTo>
                <a:lnTo>
                  <a:pt x="689" y="552"/>
                </a:lnTo>
                <a:lnTo>
                  <a:pt x="689" y="581"/>
                </a:lnTo>
                <a:lnTo>
                  <a:pt x="689" y="582"/>
                </a:lnTo>
                <a:lnTo>
                  <a:pt x="690" y="593"/>
                </a:lnTo>
                <a:lnTo>
                  <a:pt x="690" y="564"/>
                </a:lnTo>
                <a:lnTo>
                  <a:pt x="691" y="531"/>
                </a:lnTo>
                <a:lnTo>
                  <a:pt x="691" y="595"/>
                </a:lnTo>
                <a:lnTo>
                  <a:pt x="692" y="572"/>
                </a:lnTo>
                <a:lnTo>
                  <a:pt x="692" y="543"/>
                </a:lnTo>
                <a:lnTo>
                  <a:pt x="693" y="574"/>
                </a:lnTo>
                <a:lnTo>
                  <a:pt x="693" y="563"/>
                </a:lnTo>
                <a:lnTo>
                  <a:pt x="693" y="594"/>
                </a:lnTo>
                <a:lnTo>
                  <a:pt x="694" y="563"/>
                </a:lnTo>
                <a:lnTo>
                  <a:pt x="694" y="576"/>
                </a:lnTo>
                <a:lnTo>
                  <a:pt x="695" y="552"/>
                </a:lnTo>
                <a:lnTo>
                  <a:pt x="695" y="548"/>
                </a:lnTo>
                <a:lnTo>
                  <a:pt x="696" y="518"/>
                </a:lnTo>
                <a:lnTo>
                  <a:pt x="696" y="561"/>
                </a:lnTo>
                <a:lnTo>
                  <a:pt x="697" y="565"/>
                </a:lnTo>
                <a:lnTo>
                  <a:pt x="697" y="568"/>
                </a:lnTo>
                <a:lnTo>
                  <a:pt x="697" y="580"/>
                </a:lnTo>
                <a:lnTo>
                  <a:pt x="698" y="565"/>
                </a:lnTo>
                <a:lnTo>
                  <a:pt x="698" y="579"/>
                </a:lnTo>
                <a:lnTo>
                  <a:pt x="699" y="569"/>
                </a:lnTo>
                <a:lnTo>
                  <a:pt x="699" y="545"/>
                </a:lnTo>
                <a:lnTo>
                  <a:pt x="699" y="593"/>
                </a:lnTo>
                <a:lnTo>
                  <a:pt x="699" y="549"/>
                </a:lnTo>
                <a:lnTo>
                  <a:pt x="699" y="545"/>
                </a:lnTo>
                <a:lnTo>
                  <a:pt x="700" y="575"/>
                </a:lnTo>
                <a:lnTo>
                  <a:pt x="700" y="617"/>
                </a:lnTo>
                <a:lnTo>
                  <a:pt x="701" y="586"/>
                </a:lnTo>
                <a:lnTo>
                  <a:pt x="701" y="546"/>
                </a:lnTo>
                <a:lnTo>
                  <a:pt x="702" y="574"/>
                </a:lnTo>
                <a:lnTo>
                  <a:pt x="702" y="594"/>
                </a:lnTo>
                <a:lnTo>
                  <a:pt x="703" y="585"/>
                </a:lnTo>
                <a:lnTo>
                  <a:pt x="703" y="557"/>
                </a:lnTo>
                <a:lnTo>
                  <a:pt x="703" y="562"/>
                </a:lnTo>
                <a:lnTo>
                  <a:pt x="704" y="579"/>
                </a:lnTo>
                <a:lnTo>
                  <a:pt x="704" y="582"/>
                </a:lnTo>
                <a:lnTo>
                  <a:pt x="705" y="583"/>
                </a:lnTo>
                <a:lnTo>
                  <a:pt x="705" y="594"/>
                </a:lnTo>
                <a:lnTo>
                  <a:pt x="706" y="541"/>
                </a:lnTo>
                <a:lnTo>
                  <a:pt x="706" y="582"/>
                </a:lnTo>
                <a:lnTo>
                  <a:pt x="706" y="550"/>
                </a:lnTo>
                <a:lnTo>
                  <a:pt x="707" y="544"/>
                </a:lnTo>
                <a:lnTo>
                  <a:pt x="707" y="556"/>
                </a:lnTo>
                <a:lnTo>
                  <a:pt x="708" y="586"/>
                </a:lnTo>
                <a:lnTo>
                  <a:pt x="708" y="568"/>
                </a:lnTo>
                <a:lnTo>
                  <a:pt x="709" y="578"/>
                </a:lnTo>
                <a:lnTo>
                  <a:pt x="709" y="596"/>
                </a:lnTo>
                <a:lnTo>
                  <a:pt x="710" y="571"/>
                </a:lnTo>
                <a:lnTo>
                  <a:pt x="710" y="602"/>
                </a:lnTo>
                <a:lnTo>
                  <a:pt x="710" y="554"/>
                </a:lnTo>
                <a:lnTo>
                  <a:pt x="711" y="587"/>
                </a:lnTo>
                <a:lnTo>
                  <a:pt x="711" y="574"/>
                </a:lnTo>
                <a:lnTo>
                  <a:pt x="712" y="573"/>
                </a:lnTo>
                <a:lnTo>
                  <a:pt x="712" y="585"/>
                </a:lnTo>
                <a:lnTo>
                  <a:pt x="713" y="567"/>
                </a:lnTo>
                <a:lnTo>
                  <a:pt x="713" y="589"/>
                </a:lnTo>
                <a:lnTo>
                  <a:pt x="713" y="562"/>
                </a:lnTo>
                <a:lnTo>
                  <a:pt x="714" y="609"/>
                </a:lnTo>
                <a:lnTo>
                  <a:pt x="714" y="578"/>
                </a:lnTo>
                <a:lnTo>
                  <a:pt x="715" y="541"/>
                </a:lnTo>
                <a:lnTo>
                  <a:pt x="715" y="602"/>
                </a:lnTo>
                <a:lnTo>
                  <a:pt x="716" y="596"/>
                </a:lnTo>
                <a:lnTo>
                  <a:pt x="716" y="571"/>
                </a:lnTo>
                <a:lnTo>
                  <a:pt x="717" y="579"/>
                </a:lnTo>
                <a:lnTo>
                  <a:pt x="717" y="575"/>
                </a:lnTo>
                <a:lnTo>
                  <a:pt x="717" y="573"/>
                </a:lnTo>
                <a:lnTo>
                  <a:pt x="718" y="570"/>
                </a:lnTo>
                <a:lnTo>
                  <a:pt x="718" y="561"/>
                </a:lnTo>
                <a:lnTo>
                  <a:pt x="719" y="576"/>
                </a:lnTo>
                <a:lnTo>
                  <a:pt x="719" y="589"/>
                </a:lnTo>
                <a:lnTo>
                  <a:pt x="720" y="571"/>
                </a:lnTo>
                <a:lnTo>
                  <a:pt x="720" y="545"/>
                </a:lnTo>
                <a:lnTo>
                  <a:pt x="721" y="588"/>
                </a:lnTo>
                <a:lnTo>
                  <a:pt x="721" y="606"/>
                </a:lnTo>
                <a:lnTo>
                  <a:pt x="721" y="563"/>
                </a:lnTo>
                <a:lnTo>
                  <a:pt x="722" y="588"/>
                </a:lnTo>
                <a:lnTo>
                  <a:pt x="722" y="632"/>
                </a:lnTo>
                <a:lnTo>
                  <a:pt x="723" y="569"/>
                </a:lnTo>
                <a:lnTo>
                  <a:pt x="723" y="598"/>
                </a:lnTo>
                <a:lnTo>
                  <a:pt x="724" y="589"/>
                </a:lnTo>
                <a:lnTo>
                  <a:pt x="724" y="581"/>
                </a:lnTo>
                <a:lnTo>
                  <a:pt x="724" y="584"/>
                </a:lnTo>
                <a:lnTo>
                  <a:pt x="724" y="574"/>
                </a:lnTo>
                <a:lnTo>
                  <a:pt x="724" y="597"/>
                </a:lnTo>
                <a:lnTo>
                  <a:pt x="725" y="578"/>
                </a:lnTo>
                <a:lnTo>
                  <a:pt x="725" y="594"/>
                </a:lnTo>
                <a:lnTo>
                  <a:pt x="726" y="574"/>
                </a:lnTo>
                <a:lnTo>
                  <a:pt x="726" y="577"/>
                </a:lnTo>
                <a:lnTo>
                  <a:pt x="727" y="610"/>
                </a:lnTo>
                <a:lnTo>
                  <a:pt x="727" y="567"/>
                </a:lnTo>
                <a:lnTo>
                  <a:pt x="727" y="601"/>
                </a:lnTo>
                <a:lnTo>
                  <a:pt x="728" y="574"/>
                </a:lnTo>
                <a:lnTo>
                  <a:pt x="728" y="583"/>
                </a:lnTo>
                <a:lnTo>
                  <a:pt x="729" y="553"/>
                </a:lnTo>
                <a:lnTo>
                  <a:pt x="729" y="596"/>
                </a:lnTo>
                <a:lnTo>
                  <a:pt x="730" y="598"/>
                </a:lnTo>
                <a:lnTo>
                  <a:pt x="730" y="592"/>
                </a:lnTo>
                <a:lnTo>
                  <a:pt x="730" y="598"/>
                </a:lnTo>
                <a:lnTo>
                  <a:pt x="731" y="575"/>
                </a:lnTo>
                <a:lnTo>
                  <a:pt x="731" y="625"/>
                </a:lnTo>
                <a:lnTo>
                  <a:pt x="732" y="613"/>
                </a:lnTo>
                <a:lnTo>
                  <a:pt x="732" y="614"/>
                </a:lnTo>
                <a:lnTo>
                  <a:pt x="733" y="573"/>
                </a:lnTo>
                <a:lnTo>
                  <a:pt x="733" y="557"/>
                </a:lnTo>
                <a:lnTo>
                  <a:pt x="734" y="595"/>
                </a:lnTo>
                <a:lnTo>
                  <a:pt x="734" y="596"/>
                </a:lnTo>
                <a:lnTo>
                  <a:pt x="734" y="591"/>
                </a:lnTo>
                <a:lnTo>
                  <a:pt x="735" y="568"/>
                </a:lnTo>
                <a:lnTo>
                  <a:pt x="735" y="612"/>
                </a:lnTo>
                <a:lnTo>
                  <a:pt x="736" y="588"/>
                </a:lnTo>
                <a:lnTo>
                  <a:pt x="736" y="573"/>
                </a:lnTo>
                <a:lnTo>
                  <a:pt x="737" y="583"/>
                </a:lnTo>
                <a:lnTo>
                  <a:pt x="737" y="589"/>
                </a:lnTo>
                <a:lnTo>
                  <a:pt x="737" y="572"/>
                </a:lnTo>
                <a:lnTo>
                  <a:pt x="738" y="649"/>
                </a:lnTo>
                <a:lnTo>
                  <a:pt x="738" y="579"/>
                </a:lnTo>
                <a:lnTo>
                  <a:pt x="739" y="607"/>
                </a:lnTo>
                <a:lnTo>
                  <a:pt x="739" y="631"/>
                </a:lnTo>
                <a:lnTo>
                  <a:pt x="740" y="583"/>
                </a:lnTo>
                <a:lnTo>
                  <a:pt x="740" y="564"/>
                </a:lnTo>
                <a:lnTo>
                  <a:pt x="741" y="596"/>
                </a:lnTo>
                <a:lnTo>
                  <a:pt x="741" y="573"/>
                </a:lnTo>
                <a:lnTo>
                  <a:pt x="741" y="560"/>
                </a:lnTo>
                <a:lnTo>
                  <a:pt x="742" y="565"/>
                </a:lnTo>
                <a:lnTo>
                  <a:pt x="742" y="559"/>
                </a:lnTo>
                <a:lnTo>
                  <a:pt x="743" y="577"/>
                </a:lnTo>
                <a:lnTo>
                  <a:pt x="743" y="590"/>
                </a:lnTo>
                <a:lnTo>
                  <a:pt x="744" y="625"/>
                </a:lnTo>
                <a:lnTo>
                  <a:pt x="744" y="597"/>
                </a:lnTo>
                <a:lnTo>
                  <a:pt x="745" y="610"/>
                </a:lnTo>
                <a:lnTo>
                  <a:pt x="745" y="547"/>
                </a:lnTo>
                <a:lnTo>
                  <a:pt x="745" y="595"/>
                </a:lnTo>
                <a:lnTo>
                  <a:pt x="746" y="588"/>
                </a:lnTo>
                <a:lnTo>
                  <a:pt x="746" y="580"/>
                </a:lnTo>
                <a:lnTo>
                  <a:pt x="747" y="590"/>
                </a:lnTo>
                <a:lnTo>
                  <a:pt x="747" y="556"/>
                </a:lnTo>
                <a:lnTo>
                  <a:pt x="748" y="604"/>
                </a:lnTo>
                <a:lnTo>
                  <a:pt x="748" y="586"/>
                </a:lnTo>
                <a:lnTo>
                  <a:pt x="748" y="606"/>
                </a:lnTo>
                <a:lnTo>
                  <a:pt x="748" y="617"/>
                </a:lnTo>
                <a:lnTo>
                  <a:pt x="748" y="603"/>
                </a:lnTo>
                <a:lnTo>
                  <a:pt x="749" y="590"/>
                </a:lnTo>
                <a:lnTo>
                  <a:pt x="749" y="598"/>
                </a:lnTo>
                <a:lnTo>
                  <a:pt x="750" y="603"/>
                </a:lnTo>
                <a:lnTo>
                  <a:pt x="750" y="618"/>
                </a:lnTo>
                <a:lnTo>
                  <a:pt x="751" y="590"/>
                </a:lnTo>
                <a:lnTo>
                  <a:pt x="751" y="619"/>
                </a:lnTo>
                <a:lnTo>
                  <a:pt x="751" y="572"/>
                </a:lnTo>
                <a:lnTo>
                  <a:pt x="752" y="586"/>
                </a:lnTo>
                <a:lnTo>
                  <a:pt x="752" y="617"/>
                </a:lnTo>
                <a:lnTo>
                  <a:pt x="753" y="593"/>
                </a:lnTo>
                <a:lnTo>
                  <a:pt x="753" y="602"/>
                </a:lnTo>
                <a:lnTo>
                  <a:pt x="754" y="580"/>
                </a:lnTo>
                <a:lnTo>
                  <a:pt x="754" y="559"/>
                </a:lnTo>
                <a:lnTo>
                  <a:pt x="754" y="625"/>
                </a:lnTo>
                <a:lnTo>
                  <a:pt x="755" y="583"/>
                </a:lnTo>
                <a:lnTo>
                  <a:pt x="755" y="588"/>
                </a:lnTo>
                <a:lnTo>
                  <a:pt x="756" y="571"/>
                </a:lnTo>
                <a:lnTo>
                  <a:pt x="756" y="580"/>
                </a:lnTo>
                <a:lnTo>
                  <a:pt x="757" y="600"/>
                </a:lnTo>
                <a:lnTo>
                  <a:pt x="757" y="590"/>
                </a:lnTo>
                <a:lnTo>
                  <a:pt x="758" y="600"/>
                </a:lnTo>
                <a:lnTo>
                  <a:pt x="758" y="561"/>
                </a:lnTo>
                <a:lnTo>
                  <a:pt x="758" y="583"/>
                </a:lnTo>
                <a:lnTo>
                  <a:pt x="759" y="543"/>
                </a:lnTo>
                <a:lnTo>
                  <a:pt x="759" y="584"/>
                </a:lnTo>
                <a:lnTo>
                  <a:pt x="760" y="597"/>
                </a:lnTo>
                <a:lnTo>
                  <a:pt x="760" y="613"/>
                </a:lnTo>
                <a:lnTo>
                  <a:pt x="761" y="618"/>
                </a:lnTo>
                <a:lnTo>
                  <a:pt x="761" y="613"/>
                </a:lnTo>
                <a:lnTo>
                  <a:pt x="762" y="575"/>
                </a:lnTo>
                <a:lnTo>
                  <a:pt x="762" y="570"/>
                </a:lnTo>
                <a:lnTo>
                  <a:pt x="762" y="612"/>
                </a:lnTo>
                <a:lnTo>
                  <a:pt x="763" y="562"/>
                </a:lnTo>
                <a:lnTo>
                  <a:pt x="763" y="589"/>
                </a:lnTo>
                <a:lnTo>
                  <a:pt x="764" y="576"/>
                </a:lnTo>
                <a:lnTo>
                  <a:pt x="764" y="545"/>
                </a:lnTo>
                <a:lnTo>
                  <a:pt x="765" y="560"/>
                </a:lnTo>
                <a:lnTo>
                  <a:pt x="765" y="584"/>
                </a:lnTo>
                <a:lnTo>
                  <a:pt x="765" y="596"/>
                </a:lnTo>
                <a:lnTo>
                  <a:pt x="766" y="622"/>
                </a:lnTo>
                <a:lnTo>
                  <a:pt x="766" y="592"/>
                </a:lnTo>
                <a:lnTo>
                  <a:pt x="767" y="582"/>
                </a:lnTo>
                <a:lnTo>
                  <a:pt x="767" y="597"/>
                </a:lnTo>
                <a:lnTo>
                  <a:pt x="768" y="579"/>
                </a:lnTo>
                <a:lnTo>
                  <a:pt x="768" y="575"/>
                </a:lnTo>
                <a:lnTo>
                  <a:pt x="769" y="581"/>
                </a:lnTo>
                <a:lnTo>
                  <a:pt x="769" y="589"/>
                </a:lnTo>
                <a:lnTo>
                  <a:pt x="769" y="572"/>
                </a:lnTo>
                <a:lnTo>
                  <a:pt x="770" y="566"/>
                </a:lnTo>
                <a:lnTo>
                  <a:pt x="770" y="598"/>
                </a:lnTo>
                <a:lnTo>
                  <a:pt x="771" y="545"/>
                </a:lnTo>
                <a:lnTo>
                  <a:pt x="771" y="577"/>
                </a:lnTo>
                <a:lnTo>
                  <a:pt x="772" y="574"/>
                </a:lnTo>
                <a:lnTo>
                  <a:pt x="772" y="560"/>
                </a:lnTo>
                <a:lnTo>
                  <a:pt x="772" y="569"/>
                </a:lnTo>
                <a:lnTo>
                  <a:pt x="772" y="554"/>
                </a:lnTo>
                <a:lnTo>
                  <a:pt x="772" y="568"/>
                </a:lnTo>
                <a:lnTo>
                  <a:pt x="773" y="586"/>
                </a:lnTo>
                <a:lnTo>
                  <a:pt x="773" y="566"/>
                </a:lnTo>
                <a:lnTo>
                  <a:pt x="774" y="597"/>
                </a:lnTo>
                <a:lnTo>
                  <a:pt x="774" y="571"/>
                </a:lnTo>
                <a:lnTo>
                  <a:pt x="775" y="574"/>
                </a:lnTo>
                <a:lnTo>
                  <a:pt x="775" y="577"/>
                </a:lnTo>
                <a:lnTo>
                  <a:pt x="775" y="576"/>
                </a:lnTo>
                <a:lnTo>
                  <a:pt x="776" y="611"/>
                </a:lnTo>
                <a:lnTo>
                  <a:pt x="776" y="584"/>
                </a:lnTo>
                <a:lnTo>
                  <a:pt x="777" y="570"/>
                </a:lnTo>
                <a:lnTo>
                  <a:pt x="777" y="569"/>
                </a:lnTo>
                <a:lnTo>
                  <a:pt x="778" y="593"/>
                </a:lnTo>
                <a:lnTo>
                  <a:pt x="778" y="546"/>
                </a:lnTo>
                <a:lnTo>
                  <a:pt x="778" y="590"/>
                </a:lnTo>
                <a:lnTo>
                  <a:pt x="779" y="552"/>
                </a:lnTo>
                <a:lnTo>
                  <a:pt x="779" y="563"/>
                </a:lnTo>
                <a:lnTo>
                  <a:pt x="780" y="586"/>
                </a:lnTo>
                <a:lnTo>
                  <a:pt x="780" y="536"/>
                </a:lnTo>
                <a:lnTo>
                  <a:pt x="781" y="597"/>
                </a:lnTo>
                <a:lnTo>
                  <a:pt x="781" y="553"/>
                </a:lnTo>
                <a:lnTo>
                  <a:pt x="782" y="552"/>
                </a:lnTo>
                <a:lnTo>
                  <a:pt x="782" y="586"/>
                </a:lnTo>
                <a:lnTo>
                  <a:pt x="782" y="543"/>
                </a:lnTo>
                <a:lnTo>
                  <a:pt x="783" y="578"/>
                </a:lnTo>
                <a:lnTo>
                  <a:pt x="783" y="566"/>
                </a:lnTo>
                <a:lnTo>
                  <a:pt x="784" y="567"/>
                </a:lnTo>
                <a:lnTo>
                  <a:pt x="784" y="576"/>
                </a:lnTo>
                <a:lnTo>
                  <a:pt x="785" y="556"/>
                </a:lnTo>
                <a:lnTo>
                  <a:pt x="785" y="557"/>
                </a:lnTo>
                <a:lnTo>
                  <a:pt x="786" y="610"/>
                </a:lnTo>
                <a:lnTo>
                  <a:pt x="786" y="546"/>
                </a:lnTo>
                <a:lnTo>
                  <a:pt x="786" y="608"/>
                </a:lnTo>
                <a:lnTo>
                  <a:pt x="787" y="552"/>
                </a:lnTo>
                <a:lnTo>
                  <a:pt x="787" y="550"/>
                </a:lnTo>
                <a:lnTo>
                  <a:pt x="788" y="596"/>
                </a:lnTo>
                <a:lnTo>
                  <a:pt x="788" y="583"/>
                </a:lnTo>
                <a:lnTo>
                  <a:pt x="789" y="597"/>
                </a:lnTo>
                <a:lnTo>
                  <a:pt x="789" y="579"/>
                </a:lnTo>
                <a:lnTo>
                  <a:pt x="789" y="581"/>
                </a:lnTo>
                <a:lnTo>
                  <a:pt x="790" y="559"/>
                </a:lnTo>
                <a:lnTo>
                  <a:pt x="790" y="548"/>
                </a:lnTo>
                <a:lnTo>
                  <a:pt x="791" y="546"/>
                </a:lnTo>
                <a:lnTo>
                  <a:pt x="791" y="587"/>
                </a:lnTo>
                <a:lnTo>
                  <a:pt x="792" y="580"/>
                </a:lnTo>
                <a:lnTo>
                  <a:pt x="792" y="610"/>
                </a:lnTo>
                <a:lnTo>
                  <a:pt x="793" y="593"/>
                </a:lnTo>
                <a:lnTo>
                  <a:pt x="793" y="557"/>
                </a:lnTo>
                <a:lnTo>
                  <a:pt x="793" y="543"/>
                </a:lnTo>
                <a:lnTo>
                  <a:pt x="794" y="603"/>
                </a:lnTo>
                <a:lnTo>
                  <a:pt x="794" y="589"/>
                </a:lnTo>
                <a:lnTo>
                  <a:pt x="795" y="578"/>
                </a:lnTo>
                <a:lnTo>
                  <a:pt x="795" y="572"/>
                </a:lnTo>
                <a:lnTo>
                  <a:pt x="796" y="595"/>
                </a:lnTo>
                <a:lnTo>
                  <a:pt x="796" y="570"/>
                </a:lnTo>
                <a:lnTo>
                  <a:pt x="796" y="588"/>
                </a:lnTo>
                <a:lnTo>
                  <a:pt x="796" y="580"/>
                </a:lnTo>
                <a:lnTo>
                  <a:pt x="796" y="568"/>
                </a:lnTo>
                <a:lnTo>
                  <a:pt x="797" y="580"/>
                </a:lnTo>
                <a:lnTo>
                  <a:pt x="797" y="589"/>
                </a:lnTo>
                <a:lnTo>
                  <a:pt x="798" y="583"/>
                </a:lnTo>
                <a:lnTo>
                  <a:pt x="798" y="583"/>
                </a:lnTo>
                <a:lnTo>
                  <a:pt x="799" y="588"/>
                </a:lnTo>
                <a:lnTo>
                  <a:pt x="799" y="586"/>
                </a:lnTo>
                <a:lnTo>
                  <a:pt x="799" y="549"/>
                </a:lnTo>
                <a:lnTo>
                  <a:pt x="800" y="570"/>
                </a:lnTo>
                <a:lnTo>
                  <a:pt x="800" y="588"/>
                </a:lnTo>
                <a:lnTo>
                  <a:pt x="801" y="568"/>
                </a:lnTo>
                <a:lnTo>
                  <a:pt x="801" y="590"/>
                </a:lnTo>
                <a:lnTo>
                  <a:pt x="802" y="559"/>
                </a:lnTo>
                <a:lnTo>
                  <a:pt x="802" y="576"/>
                </a:lnTo>
                <a:lnTo>
                  <a:pt x="802" y="586"/>
                </a:lnTo>
                <a:lnTo>
                  <a:pt x="803" y="575"/>
                </a:lnTo>
                <a:lnTo>
                  <a:pt x="803" y="617"/>
                </a:lnTo>
                <a:lnTo>
                  <a:pt x="804" y="609"/>
                </a:lnTo>
                <a:lnTo>
                  <a:pt x="804" y="610"/>
                </a:lnTo>
                <a:lnTo>
                  <a:pt x="805" y="583"/>
                </a:lnTo>
                <a:lnTo>
                  <a:pt x="805" y="550"/>
                </a:lnTo>
                <a:lnTo>
                  <a:pt x="806" y="540"/>
                </a:lnTo>
                <a:lnTo>
                  <a:pt x="806" y="573"/>
                </a:lnTo>
                <a:lnTo>
                  <a:pt x="806" y="577"/>
                </a:lnTo>
                <a:lnTo>
                  <a:pt x="807" y="624"/>
                </a:lnTo>
                <a:lnTo>
                  <a:pt x="807" y="599"/>
                </a:lnTo>
                <a:lnTo>
                  <a:pt x="808" y="604"/>
                </a:lnTo>
                <a:lnTo>
                  <a:pt x="808" y="601"/>
                </a:lnTo>
                <a:lnTo>
                  <a:pt x="809" y="591"/>
                </a:lnTo>
                <a:lnTo>
                  <a:pt x="809" y="598"/>
                </a:lnTo>
                <a:lnTo>
                  <a:pt x="810" y="630"/>
                </a:lnTo>
                <a:lnTo>
                  <a:pt x="810" y="574"/>
                </a:lnTo>
                <a:lnTo>
                  <a:pt x="810" y="611"/>
                </a:lnTo>
                <a:lnTo>
                  <a:pt x="811" y="585"/>
                </a:lnTo>
                <a:lnTo>
                  <a:pt x="811" y="547"/>
                </a:lnTo>
                <a:lnTo>
                  <a:pt x="812" y="609"/>
                </a:lnTo>
                <a:lnTo>
                  <a:pt x="812" y="642"/>
                </a:lnTo>
                <a:lnTo>
                  <a:pt x="813" y="596"/>
                </a:lnTo>
                <a:lnTo>
                  <a:pt x="813" y="568"/>
                </a:lnTo>
                <a:lnTo>
                  <a:pt x="813" y="550"/>
                </a:lnTo>
                <a:lnTo>
                  <a:pt x="814" y="616"/>
                </a:lnTo>
                <a:lnTo>
                  <a:pt x="814" y="581"/>
                </a:lnTo>
                <a:lnTo>
                  <a:pt x="815" y="601"/>
                </a:lnTo>
                <a:lnTo>
                  <a:pt x="815" y="594"/>
                </a:lnTo>
                <a:lnTo>
                  <a:pt x="816" y="537"/>
                </a:lnTo>
                <a:lnTo>
                  <a:pt x="816" y="623"/>
                </a:lnTo>
                <a:lnTo>
                  <a:pt x="817" y="586"/>
                </a:lnTo>
                <a:lnTo>
                  <a:pt x="817" y="583"/>
                </a:lnTo>
                <a:lnTo>
                  <a:pt x="817" y="570"/>
                </a:lnTo>
                <a:lnTo>
                  <a:pt x="818" y="590"/>
                </a:lnTo>
                <a:lnTo>
                  <a:pt x="818" y="586"/>
                </a:lnTo>
                <a:lnTo>
                  <a:pt x="819" y="601"/>
                </a:lnTo>
                <a:lnTo>
                  <a:pt x="819" y="587"/>
                </a:lnTo>
                <a:lnTo>
                  <a:pt x="820" y="600"/>
                </a:lnTo>
                <a:lnTo>
                  <a:pt x="820" y="580"/>
                </a:lnTo>
                <a:lnTo>
                  <a:pt x="820" y="601"/>
                </a:lnTo>
                <a:lnTo>
                  <a:pt x="820" y="586"/>
                </a:lnTo>
                <a:lnTo>
                  <a:pt x="820" y="593"/>
                </a:lnTo>
                <a:lnTo>
                  <a:pt x="821" y="569"/>
                </a:lnTo>
                <a:lnTo>
                  <a:pt x="821" y="594"/>
                </a:lnTo>
                <a:lnTo>
                  <a:pt x="822" y="630"/>
                </a:lnTo>
                <a:lnTo>
                  <a:pt x="822" y="567"/>
                </a:lnTo>
                <a:lnTo>
                  <a:pt x="823" y="611"/>
                </a:lnTo>
                <a:lnTo>
                  <a:pt x="823" y="607"/>
                </a:lnTo>
                <a:lnTo>
                  <a:pt x="823" y="606"/>
                </a:lnTo>
                <a:lnTo>
                  <a:pt x="824" y="564"/>
                </a:lnTo>
                <a:lnTo>
                  <a:pt x="824" y="637"/>
                </a:lnTo>
                <a:lnTo>
                  <a:pt x="825" y="528"/>
                </a:lnTo>
                <a:lnTo>
                  <a:pt x="825" y="571"/>
                </a:lnTo>
                <a:lnTo>
                  <a:pt x="826" y="588"/>
                </a:lnTo>
                <a:lnTo>
                  <a:pt x="826" y="593"/>
                </a:lnTo>
                <a:lnTo>
                  <a:pt x="826" y="586"/>
                </a:lnTo>
                <a:lnTo>
                  <a:pt x="827" y="582"/>
                </a:lnTo>
                <a:lnTo>
                  <a:pt x="827" y="579"/>
                </a:lnTo>
                <a:lnTo>
                  <a:pt x="828" y="581"/>
                </a:lnTo>
                <a:lnTo>
                  <a:pt x="828" y="590"/>
                </a:lnTo>
                <a:lnTo>
                  <a:pt x="829" y="596"/>
                </a:lnTo>
                <a:lnTo>
                  <a:pt x="829" y="595"/>
                </a:lnTo>
                <a:lnTo>
                  <a:pt x="830" y="595"/>
                </a:lnTo>
                <a:lnTo>
                  <a:pt x="830" y="567"/>
                </a:lnTo>
                <a:lnTo>
                  <a:pt x="830" y="579"/>
                </a:lnTo>
                <a:lnTo>
                  <a:pt x="831" y="652"/>
                </a:lnTo>
                <a:lnTo>
                  <a:pt x="831" y="577"/>
                </a:lnTo>
                <a:lnTo>
                  <a:pt x="832" y="586"/>
                </a:lnTo>
                <a:lnTo>
                  <a:pt x="832" y="590"/>
                </a:lnTo>
                <a:lnTo>
                  <a:pt x="833" y="598"/>
                </a:lnTo>
                <a:lnTo>
                  <a:pt x="833" y="566"/>
                </a:lnTo>
                <a:lnTo>
                  <a:pt x="834" y="570"/>
                </a:lnTo>
                <a:lnTo>
                  <a:pt x="834" y="605"/>
                </a:lnTo>
                <a:lnTo>
                  <a:pt x="834" y="581"/>
                </a:lnTo>
                <a:lnTo>
                  <a:pt x="835" y="609"/>
                </a:lnTo>
                <a:lnTo>
                  <a:pt x="835" y="617"/>
                </a:lnTo>
                <a:lnTo>
                  <a:pt x="836" y="601"/>
                </a:lnTo>
                <a:lnTo>
                  <a:pt x="836" y="570"/>
                </a:lnTo>
                <a:lnTo>
                  <a:pt x="837" y="568"/>
                </a:lnTo>
                <a:lnTo>
                  <a:pt x="837" y="577"/>
                </a:lnTo>
                <a:lnTo>
                  <a:pt x="837" y="572"/>
                </a:lnTo>
                <a:lnTo>
                  <a:pt x="838" y="576"/>
                </a:lnTo>
                <a:lnTo>
                  <a:pt x="838" y="600"/>
                </a:lnTo>
                <a:lnTo>
                  <a:pt x="839" y="577"/>
                </a:lnTo>
                <a:lnTo>
                  <a:pt x="839" y="569"/>
                </a:lnTo>
                <a:lnTo>
                  <a:pt x="840" y="570"/>
                </a:lnTo>
                <a:lnTo>
                  <a:pt x="840" y="561"/>
                </a:lnTo>
                <a:lnTo>
                  <a:pt x="841" y="570"/>
                </a:lnTo>
                <a:lnTo>
                  <a:pt x="841" y="577"/>
                </a:lnTo>
                <a:lnTo>
                  <a:pt x="841" y="562"/>
                </a:lnTo>
                <a:lnTo>
                  <a:pt x="842" y="585"/>
                </a:lnTo>
                <a:lnTo>
                  <a:pt x="842" y="602"/>
                </a:lnTo>
                <a:lnTo>
                  <a:pt x="843" y="586"/>
                </a:lnTo>
                <a:lnTo>
                  <a:pt x="843" y="598"/>
                </a:lnTo>
                <a:lnTo>
                  <a:pt x="844" y="596"/>
                </a:lnTo>
                <a:lnTo>
                  <a:pt x="844" y="586"/>
                </a:lnTo>
                <a:lnTo>
                  <a:pt x="844" y="598"/>
                </a:lnTo>
                <a:lnTo>
                  <a:pt x="844" y="588"/>
                </a:lnTo>
                <a:lnTo>
                  <a:pt x="844" y="620"/>
                </a:lnTo>
                <a:lnTo>
                  <a:pt x="845" y="577"/>
                </a:lnTo>
                <a:lnTo>
                  <a:pt x="845" y="581"/>
                </a:lnTo>
                <a:lnTo>
                  <a:pt x="846" y="597"/>
                </a:lnTo>
                <a:lnTo>
                  <a:pt x="846" y="566"/>
                </a:lnTo>
                <a:lnTo>
                  <a:pt x="847" y="561"/>
                </a:lnTo>
                <a:lnTo>
                  <a:pt x="847" y="612"/>
                </a:lnTo>
                <a:lnTo>
                  <a:pt x="847" y="595"/>
                </a:lnTo>
                <a:lnTo>
                  <a:pt x="848" y="595"/>
                </a:lnTo>
                <a:lnTo>
                  <a:pt x="848" y="598"/>
                </a:lnTo>
                <a:lnTo>
                  <a:pt x="849" y="561"/>
                </a:lnTo>
                <a:lnTo>
                  <a:pt x="849" y="582"/>
                </a:lnTo>
                <a:lnTo>
                  <a:pt x="850" y="583"/>
                </a:lnTo>
                <a:lnTo>
                  <a:pt x="850" y="619"/>
                </a:lnTo>
                <a:lnTo>
                  <a:pt x="850" y="563"/>
                </a:lnTo>
                <a:lnTo>
                  <a:pt x="851" y="603"/>
                </a:lnTo>
                <a:lnTo>
                  <a:pt x="851" y="575"/>
                </a:lnTo>
                <a:lnTo>
                  <a:pt x="852" y="570"/>
                </a:lnTo>
                <a:lnTo>
                  <a:pt x="852" y="548"/>
                </a:lnTo>
                <a:lnTo>
                  <a:pt x="853" y="603"/>
                </a:lnTo>
                <a:lnTo>
                  <a:pt x="853" y="638"/>
                </a:lnTo>
                <a:lnTo>
                  <a:pt x="854" y="571"/>
                </a:lnTo>
                <a:lnTo>
                  <a:pt x="854" y="537"/>
                </a:lnTo>
                <a:lnTo>
                  <a:pt x="854" y="549"/>
                </a:lnTo>
                <a:lnTo>
                  <a:pt x="855" y="570"/>
                </a:lnTo>
                <a:lnTo>
                  <a:pt x="855" y="585"/>
                </a:lnTo>
                <a:lnTo>
                  <a:pt x="856" y="558"/>
                </a:lnTo>
                <a:lnTo>
                  <a:pt x="856" y="594"/>
                </a:lnTo>
                <a:lnTo>
                  <a:pt x="857" y="564"/>
                </a:lnTo>
                <a:lnTo>
                  <a:pt x="857" y="563"/>
                </a:lnTo>
                <a:lnTo>
                  <a:pt x="858" y="552"/>
                </a:lnTo>
                <a:lnTo>
                  <a:pt x="858" y="516"/>
                </a:lnTo>
                <a:lnTo>
                  <a:pt x="858" y="565"/>
                </a:lnTo>
                <a:lnTo>
                  <a:pt x="859" y="584"/>
                </a:lnTo>
                <a:lnTo>
                  <a:pt x="859" y="574"/>
                </a:lnTo>
                <a:lnTo>
                  <a:pt x="860" y="610"/>
                </a:lnTo>
                <a:lnTo>
                  <a:pt x="860" y="587"/>
                </a:lnTo>
                <a:lnTo>
                  <a:pt x="861" y="581"/>
                </a:lnTo>
                <a:lnTo>
                  <a:pt x="861" y="584"/>
                </a:lnTo>
                <a:lnTo>
                  <a:pt x="861" y="569"/>
                </a:lnTo>
                <a:lnTo>
                  <a:pt x="862" y="589"/>
                </a:lnTo>
                <a:lnTo>
                  <a:pt x="862" y="549"/>
                </a:lnTo>
                <a:lnTo>
                  <a:pt x="863" y="572"/>
                </a:lnTo>
                <a:lnTo>
                  <a:pt x="863" y="572"/>
                </a:lnTo>
                <a:lnTo>
                  <a:pt x="864" y="579"/>
                </a:lnTo>
                <a:lnTo>
                  <a:pt x="864" y="569"/>
                </a:lnTo>
                <a:lnTo>
                  <a:pt x="865" y="555"/>
                </a:lnTo>
                <a:lnTo>
                  <a:pt x="865" y="590"/>
                </a:lnTo>
                <a:lnTo>
                  <a:pt x="865" y="586"/>
                </a:lnTo>
                <a:lnTo>
                  <a:pt x="866" y="579"/>
                </a:lnTo>
                <a:lnTo>
                  <a:pt x="866" y="600"/>
                </a:lnTo>
                <a:lnTo>
                  <a:pt x="867" y="589"/>
                </a:lnTo>
                <a:lnTo>
                  <a:pt x="867" y="583"/>
                </a:lnTo>
                <a:lnTo>
                  <a:pt x="868" y="555"/>
                </a:lnTo>
                <a:lnTo>
                  <a:pt x="868" y="567"/>
                </a:lnTo>
                <a:lnTo>
                  <a:pt x="868" y="568"/>
                </a:lnTo>
                <a:lnTo>
                  <a:pt x="868" y="555"/>
                </a:lnTo>
                <a:lnTo>
                  <a:pt x="868" y="576"/>
                </a:lnTo>
                <a:lnTo>
                  <a:pt x="869" y="565"/>
                </a:lnTo>
                <a:lnTo>
                  <a:pt x="869" y="575"/>
                </a:lnTo>
                <a:lnTo>
                  <a:pt x="870" y="568"/>
                </a:lnTo>
                <a:lnTo>
                  <a:pt x="870" y="586"/>
                </a:lnTo>
                <a:lnTo>
                  <a:pt x="871" y="624"/>
                </a:lnTo>
                <a:lnTo>
                  <a:pt x="871" y="577"/>
                </a:lnTo>
                <a:lnTo>
                  <a:pt x="871" y="544"/>
                </a:lnTo>
                <a:lnTo>
                  <a:pt x="872" y="555"/>
                </a:lnTo>
                <a:lnTo>
                  <a:pt x="872" y="555"/>
                </a:lnTo>
                <a:lnTo>
                  <a:pt x="873" y="549"/>
                </a:lnTo>
                <a:lnTo>
                  <a:pt x="873" y="573"/>
                </a:lnTo>
                <a:lnTo>
                  <a:pt x="874" y="571"/>
                </a:lnTo>
                <a:lnTo>
                  <a:pt x="874" y="588"/>
                </a:lnTo>
                <a:lnTo>
                  <a:pt x="874" y="582"/>
                </a:lnTo>
                <a:lnTo>
                  <a:pt x="875" y="562"/>
                </a:lnTo>
                <a:lnTo>
                  <a:pt x="875" y="551"/>
                </a:lnTo>
                <a:lnTo>
                  <a:pt x="876" y="579"/>
                </a:lnTo>
                <a:lnTo>
                  <a:pt x="876" y="586"/>
                </a:lnTo>
                <a:lnTo>
                  <a:pt x="877" y="577"/>
                </a:lnTo>
                <a:lnTo>
                  <a:pt x="877" y="564"/>
                </a:lnTo>
                <a:lnTo>
                  <a:pt x="878" y="607"/>
                </a:lnTo>
                <a:lnTo>
                  <a:pt x="878" y="625"/>
                </a:lnTo>
                <a:lnTo>
                  <a:pt x="878" y="589"/>
                </a:lnTo>
                <a:lnTo>
                  <a:pt x="879" y="603"/>
                </a:lnTo>
                <a:lnTo>
                  <a:pt x="879" y="588"/>
                </a:lnTo>
                <a:lnTo>
                  <a:pt x="880" y="582"/>
                </a:lnTo>
                <a:lnTo>
                  <a:pt x="880" y="588"/>
                </a:lnTo>
                <a:lnTo>
                  <a:pt x="881" y="549"/>
                </a:lnTo>
                <a:lnTo>
                  <a:pt x="881" y="573"/>
                </a:lnTo>
                <a:lnTo>
                  <a:pt x="882" y="574"/>
                </a:lnTo>
                <a:lnTo>
                  <a:pt x="882" y="567"/>
                </a:lnTo>
                <a:lnTo>
                  <a:pt x="882" y="604"/>
                </a:lnTo>
                <a:lnTo>
                  <a:pt x="883" y="560"/>
                </a:lnTo>
                <a:lnTo>
                  <a:pt x="883" y="583"/>
                </a:lnTo>
                <a:lnTo>
                  <a:pt x="884" y="567"/>
                </a:lnTo>
                <a:lnTo>
                  <a:pt x="884" y="604"/>
                </a:lnTo>
                <a:lnTo>
                  <a:pt x="885" y="614"/>
                </a:lnTo>
                <a:lnTo>
                  <a:pt x="885" y="565"/>
                </a:lnTo>
                <a:lnTo>
                  <a:pt x="885" y="575"/>
                </a:lnTo>
                <a:lnTo>
                  <a:pt x="886" y="602"/>
                </a:lnTo>
                <a:lnTo>
                  <a:pt x="886" y="601"/>
                </a:lnTo>
                <a:lnTo>
                  <a:pt x="887" y="561"/>
                </a:lnTo>
                <a:lnTo>
                  <a:pt x="887" y="609"/>
                </a:lnTo>
                <a:lnTo>
                  <a:pt x="888" y="550"/>
                </a:lnTo>
                <a:lnTo>
                  <a:pt x="888" y="604"/>
                </a:lnTo>
                <a:lnTo>
                  <a:pt x="889" y="572"/>
                </a:lnTo>
                <a:lnTo>
                  <a:pt x="889" y="592"/>
                </a:lnTo>
                <a:lnTo>
                  <a:pt x="889" y="573"/>
                </a:lnTo>
                <a:lnTo>
                  <a:pt x="890" y="597"/>
                </a:lnTo>
                <a:lnTo>
                  <a:pt x="890" y="589"/>
                </a:lnTo>
                <a:lnTo>
                  <a:pt x="891" y="586"/>
                </a:lnTo>
                <a:lnTo>
                  <a:pt x="891" y="608"/>
                </a:lnTo>
                <a:lnTo>
                  <a:pt x="892" y="572"/>
                </a:lnTo>
                <a:lnTo>
                  <a:pt x="892" y="598"/>
                </a:lnTo>
                <a:lnTo>
                  <a:pt x="892" y="592"/>
                </a:lnTo>
                <a:lnTo>
                  <a:pt x="892" y="609"/>
                </a:lnTo>
                <a:lnTo>
                  <a:pt x="892" y="641"/>
                </a:lnTo>
                <a:lnTo>
                  <a:pt x="893" y="592"/>
                </a:lnTo>
                <a:lnTo>
                  <a:pt x="893" y="538"/>
                </a:lnTo>
                <a:lnTo>
                  <a:pt x="894" y="573"/>
                </a:lnTo>
                <a:lnTo>
                  <a:pt x="894" y="589"/>
                </a:lnTo>
                <a:lnTo>
                  <a:pt x="895" y="595"/>
                </a:lnTo>
                <a:lnTo>
                  <a:pt x="895" y="589"/>
                </a:lnTo>
                <a:lnTo>
                  <a:pt x="895" y="579"/>
                </a:lnTo>
                <a:lnTo>
                  <a:pt x="896" y="614"/>
                </a:lnTo>
                <a:lnTo>
                  <a:pt x="896" y="567"/>
                </a:lnTo>
                <a:lnTo>
                  <a:pt x="897" y="576"/>
                </a:lnTo>
                <a:lnTo>
                  <a:pt x="897" y="576"/>
                </a:lnTo>
                <a:lnTo>
                  <a:pt x="898" y="582"/>
                </a:lnTo>
                <a:lnTo>
                  <a:pt x="898" y="591"/>
                </a:lnTo>
                <a:lnTo>
                  <a:pt x="899" y="578"/>
                </a:lnTo>
                <a:lnTo>
                  <a:pt x="899" y="580"/>
                </a:lnTo>
                <a:lnTo>
                  <a:pt x="899" y="599"/>
                </a:lnTo>
                <a:lnTo>
                  <a:pt x="900" y="604"/>
                </a:lnTo>
                <a:lnTo>
                  <a:pt x="900" y="590"/>
                </a:lnTo>
                <a:lnTo>
                  <a:pt x="901" y="561"/>
                </a:lnTo>
                <a:lnTo>
                  <a:pt x="901" y="618"/>
                </a:lnTo>
                <a:lnTo>
                  <a:pt x="902" y="623"/>
                </a:lnTo>
                <a:lnTo>
                  <a:pt x="902" y="589"/>
                </a:lnTo>
                <a:lnTo>
                  <a:pt x="902" y="591"/>
                </a:lnTo>
                <a:lnTo>
                  <a:pt x="903" y="589"/>
                </a:lnTo>
                <a:lnTo>
                  <a:pt x="903" y="587"/>
                </a:lnTo>
                <a:lnTo>
                  <a:pt x="904" y="597"/>
                </a:lnTo>
                <a:lnTo>
                  <a:pt x="904" y="562"/>
                </a:lnTo>
                <a:lnTo>
                  <a:pt x="905" y="626"/>
                </a:lnTo>
                <a:lnTo>
                  <a:pt x="905" y="610"/>
                </a:lnTo>
                <a:lnTo>
                  <a:pt x="906" y="595"/>
                </a:lnTo>
                <a:lnTo>
                  <a:pt x="906" y="627"/>
                </a:lnTo>
                <a:lnTo>
                  <a:pt x="906" y="597"/>
                </a:lnTo>
                <a:lnTo>
                  <a:pt x="907" y="559"/>
                </a:lnTo>
                <a:lnTo>
                  <a:pt x="907" y="592"/>
                </a:lnTo>
                <a:lnTo>
                  <a:pt x="908" y="588"/>
                </a:lnTo>
                <a:lnTo>
                  <a:pt x="908" y="619"/>
                </a:lnTo>
                <a:lnTo>
                  <a:pt x="909" y="606"/>
                </a:lnTo>
                <a:lnTo>
                  <a:pt x="909" y="601"/>
                </a:lnTo>
                <a:lnTo>
                  <a:pt x="909" y="599"/>
                </a:lnTo>
                <a:lnTo>
                  <a:pt x="910" y="566"/>
                </a:lnTo>
                <a:lnTo>
                  <a:pt x="910" y="581"/>
                </a:lnTo>
                <a:lnTo>
                  <a:pt x="911" y="615"/>
                </a:lnTo>
                <a:lnTo>
                  <a:pt x="911" y="587"/>
                </a:lnTo>
                <a:lnTo>
                  <a:pt x="912" y="582"/>
                </a:lnTo>
                <a:lnTo>
                  <a:pt x="912" y="568"/>
                </a:lnTo>
                <a:lnTo>
                  <a:pt x="913" y="560"/>
                </a:lnTo>
                <a:lnTo>
                  <a:pt x="913" y="612"/>
                </a:lnTo>
                <a:lnTo>
                  <a:pt x="913" y="609"/>
                </a:lnTo>
                <a:lnTo>
                  <a:pt x="914" y="617"/>
                </a:lnTo>
                <a:lnTo>
                  <a:pt x="914" y="596"/>
                </a:lnTo>
                <a:lnTo>
                  <a:pt x="915" y="582"/>
                </a:lnTo>
                <a:lnTo>
                  <a:pt x="915" y="570"/>
                </a:lnTo>
                <a:lnTo>
                  <a:pt x="916" y="592"/>
                </a:lnTo>
                <a:lnTo>
                  <a:pt x="916" y="597"/>
                </a:lnTo>
                <a:lnTo>
                  <a:pt x="916" y="587"/>
                </a:lnTo>
                <a:lnTo>
                  <a:pt x="916" y="608"/>
                </a:lnTo>
                <a:lnTo>
                  <a:pt x="916" y="547"/>
                </a:lnTo>
                <a:lnTo>
                  <a:pt x="917" y="626"/>
                </a:lnTo>
                <a:lnTo>
                  <a:pt x="917" y="586"/>
                </a:lnTo>
                <a:lnTo>
                  <a:pt x="918" y="539"/>
                </a:lnTo>
                <a:lnTo>
                  <a:pt x="918" y="590"/>
                </a:lnTo>
                <a:lnTo>
                  <a:pt x="919" y="596"/>
                </a:lnTo>
                <a:lnTo>
                  <a:pt x="919" y="601"/>
                </a:lnTo>
                <a:lnTo>
                  <a:pt x="919" y="596"/>
                </a:lnTo>
                <a:lnTo>
                  <a:pt x="920" y="546"/>
                </a:lnTo>
                <a:lnTo>
                  <a:pt x="920" y="665"/>
                </a:lnTo>
                <a:lnTo>
                  <a:pt x="921" y="537"/>
                </a:lnTo>
                <a:lnTo>
                  <a:pt x="921" y="642"/>
                </a:lnTo>
                <a:lnTo>
                  <a:pt x="922" y="600"/>
                </a:lnTo>
                <a:lnTo>
                  <a:pt x="922" y="607"/>
                </a:lnTo>
                <a:lnTo>
                  <a:pt x="923" y="565"/>
                </a:lnTo>
                <a:lnTo>
                  <a:pt x="923" y="657"/>
                </a:lnTo>
                <a:lnTo>
                  <a:pt x="923" y="568"/>
                </a:lnTo>
                <a:lnTo>
                  <a:pt x="924" y="496"/>
                </a:lnTo>
                <a:lnTo>
                  <a:pt x="924" y="652"/>
                </a:lnTo>
                <a:lnTo>
                  <a:pt x="925" y="578"/>
                </a:lnTo>
                <a:lnTo>
                  <a:pt x="925" y="619"/>
                </a:lnTo>
                <a:lnTo>
                  <a:pt x="926" y="563"/>
                </a:lnTo>
                <a:lnTo>
                  <a:pt x="926" y="584"/>
                </a:lnTo>
                <a:lnTo>
                  <a:pt x="926" y="619"/>
                </a:lnTo>
                <a:lnTo>
                  <a:pt x="927" y="557"/>
                </a:lnTo>
                <a:lnTo>
                  <a:pt x="927" y="480"/>
                </a:lnTo>
                <a:lnTo>
                  <a:pt x="928" y="592"/>
                </a:lnTo>
                <a:lnTo>
                  <a:pt x="928" y="537"/>
                </a:lnTo>
                <a:lnTo>
                  <a:pt x="929" y="659"/>
                </a:lnTo>
                <a:lnTo>
                  <a:pt x="929" y="638"/>
                </a:lnTo>
                <a:lnTo>
                  <a:pt x="930" y="547"/>
                </a:lnTo>
                <a:lnTo>
                  <a:pt x="930" y="479"/>
                </a:lnTo>
                <a:lnTo>
                  <a:pt x="930" y="551"/>
                </a:lnTo>
                <a:lnTo>
                  <a:pt x="931" y="595"/>
                </a:lnTo>
                <a:lnTo>
                  <a:pt x="931" y="573"/>
                </a:lnTo>
                <a:lnTo>
                  <a:pt x="932" y="660"/>
                </a:lnTo>
                <a:lnTo>
                  <a:pt x="932" y="526"/>
                </a:lnTo>
                <a:lnTo>
                  <a:pt x="933" y="503"/>
                </a:lnTo>
                <a:lnTo>
                  <a:pt x="933" y="602"/>
                </a:lnTo>
                <a:lnTo>
                  <a:pt x="933" y="602"/>
                </a:lnTo>
                <a:lnTo>
                  <a:pt x="934" y="543"/>
                </a:lnTo>
                <a:lnTo>
                  <a:pt x="934" y="598"/>
                </a:lnTo>
                <a:lnTo>
                  <a:pt x="935" y="567"/>
                </a:lnTo>
                <a:lnTo>
                  <a:pt x="935" y="386"/>
                </a:lnTo>
                <a:lnTo>
                  <a:pt x="936" y="580"/>
                </a:lnTo>
                <a:lnTo>
                  <a:pt x="936" y="588"/>
                </a:lnTo>
                <a:lnTo>
                  <a:pt x="937" y="612"/>
                </a:lnTo>
                <a:lnTo>
                  <a:pt x="937" y="488"/>
                </a:lnTo>
                <a:lnTo>
                  <a:pt x="937" y="569"/>
                </a:lnTo>
                <a:lnTo>
                  <a:pt x="938" y="610"/>
                </a:lnTo>
                <a:lnTo>
                  <a:pt x="938" y="426"/>
                </a:lnTo>
                <a:lnTo>
                  <a:pt x="939" y="416"/>
                </a:lnTo>
                <a:lnTo>
                  <a:pt x="939" y="604"/>
                </a:lnTo>
                <a:lnTo>
                  <a:pt x="940" y="720"/>
                </a:lnTo>
                <a:lnTo>
                  <a:pt x="940" y="452"/>
                </a:lnTo>
                <a:lnTo>
                  <a:pt x="940" y="609"/>
                </a:lnTo>
                <a:lnTo>
                  <a:pt x="941" y="470"/>
                </a:lnTo>
                <a:lnTo>
                  <a:pt x="941" y="727"/>
                </a:lnTo>
                <a:lnTo>
                  <a:pt x="941" y="460"/>
                </a:lnTo>
                <a:lnTo>
                  <a:pt x="941" y="655"/>
                </a:lnTo>
                <a:lnTo>
                  <a:pt x="942" y="473"/>
                </a:lnTo>
                <a:lnTo>
                  <a:pt x="942" y="539"/>
                </a:lnTo>
                <a:lnTo>
                  <a:pt x="943" y="629"/>
                </a:lnTo>
                <a:lnTo>
                  <a:pt x="943" y="577"/>
                </a:lnTo>
                <a:lnTo>
                  <a:pt x="943" y="475"/>
                </a:lnTo>
                <a:lnTo>
                  <a:pt x="944" y="528"/>
                </a:lnTo>
                <a:lnTo>
                  <a:pt x="944" y="484"/>
                </a:lnTo>
                <a:lnTo>
                  <a:pt x="945" y="353"/>
                </a:lnTo>
                <a:lnTo>
                  <a:pt x="945" y="683"/>
                </a:lnTo>
                <a:lnTo>
                  <a:pt x="946" y="386"/>
                </a:lnTo>
                <a:lnTo>
                  <a:pt x="946" y="527"/>
                </a:lnTo>
                <a:lnTo>
                  <a:pt x="947" y="620"/>
                </a:lnTo>
                <a:lnTo>
                  <a:pt x="947" y="660"/>
                </a:lnTo>
                <a:lnTo>
                  <a:pt x="947" y="554"/>
                </a:lnTo>
                <a:lnTo>
                  <a:pt x="948" y="450"/>
                </a:lnTo>
                <a:lnTo>
                  <a:pt x="948" y="548"/>
                </a:lnTo>
                <a:lnTo>
                  <a:pt x="949" y="395"/>
                </a:lnTo>
                <a:lnTo>
                  <a:pt x="949" y="671"/>
                </a:lnTo>
                <a:lnTo>
                  <a:pt x="950" y="537"/>
                </a:lnTo>
                <a:lnTo>
                  <a:pt x="950" y="653"/>
                </a:lnTo>
                <a:lnTo>
                  <a:pt x="950" y="503"/>
                </a:lnTo>
                <a:lnTo>
                  <a:pt x="951" y="454"/>
                </a:lnTo>
                <a:lnTo>
                  <a:pt x="951" y="577"/>
                </a:lnTo>
                <a:lnTo>
                  <a:pt x="952" y="781"/>
                </a:lnTo>
                <a:lnTo>
                  <a:pt x="952" y="519"/>
                </a:lnTo>
                <a:lnTo>
                  <a:pt x="953" y="498"/>
                </a:lnTo>
                <a:lnTo>
                  <a:pt x="953" y="501"/>
                </a:lnTo>
                <a:lnTo>
                  <a:pt x="954" y="424"/>
                </a:lnTo>
                <a:lnTo>
                  <a:pt x="954" y="640"/>
                </a:lnTo>
                <a:lnTo>
                  <a:pt x="954" y="477"/>
                </a:lnTo>
                <a:lnTo>
                  <a:pt x="955" y="430"/>
                </a:lnTo>
                <a:lnTo>
                  <a:pt x="955" y="708"/>
                </a:lnTo>
                <a:lnTo>
                  <a:pt x="956" y="513"/>
                </a:lnTo>
                <a:lnTo>
                  <a:pt x="956" y="590"/>
                </a:lnTo>
                <a:lnTo>
                  <a:pt x="957" y="552"/>
                </a:lnTo>
                <a:lnTo>
                  <a:pt x="957" y="513"/>
                </a:lnTo>
                <a:lnTo>
                  <a:pt x="957" y="591"/>
                </a:lnTo>
                <a:lnTo>
                  <a:pt x="958" y="610"/>
                </a:lnTo>
                <a:lnTo>
                  <a:pt x="958" y="545"/>
                </a:lnTo>
                <a:lnTo>
                  <a:pt x="959" y="650"/>
                </a:lnTo>
                <a:lnTo>
                  <a:pt x="959" y="651"/>
                </a:lnTo>
                <a:lnTo>
                  <a:pt x="960" y="488"/>
                </a:lnTo>
                <a:lnTo>
                  <a:pt x="960" y="659"/>
                </a:lnTo>
                <a:lnTo>
                  <a:pt x="961" y="491"/>
                </a:lnTo>
                <a:lnTo>
                  <a:pt x="961" y="512"/>
                </a:lnTo>
                <a:lnTo>
                  <a:pt x="961" y="716"/>
                </a:lnTo>
                <a:lnTo>
                  <a:pt x="962" y="620"/>
                </a:lnTo>
                <a:lnTo>
                  <a:pt x="962" y="446"/>
                </a:lnTo>
                <a:lnTo>
                  <a:pt x="963" y="651"/>
                </a:lnTo>
                <a:lnTo>
                  <a:pt x="963" y="604"/>
                </a:lnTo>
                <a:lnTo>
                  <a:pt x="964" y="518"/>
                </a:lnTo>
                <a:lnTo>
                  <a:pt x="964" y="490"/>
                </a:lnTo>
                <a:lnTo>
                  <a:pt x="964" y="587"/>
                </a:lnTo>
                <a:lnTo>
                  <a:pt x="965" y="621"/>
                </a:lnTo>
                <a:lnTo>
                  <a:pt x="965" y="435"/>
                </a:lnTo>
                <a:lnTo>
                  <a:pt x="965" y="407"/>
                </a:lnTo>
                <a:lnTo>
                  <a:pt x="965" y="479"/>
                </a:lnTo>
                <a:lnTo>
                  <a:pt x="966" y="563"/>
                </a:lnTo>
                <a:lnTo>
                  <a:pt x="966" y="648"/>
                </a:lnTo>
                <a:lnTo>
                  <a:pt x="967" y="652"/>
                </a:lnTo>
                <a:lnTo>
                  <a:pt x="967" y="527"/>
                </a:lnTo>
                <a:lnTo>
                  <a:pt x="967" y="538"/>
                </a:lnTo>
                <a:lnTo>
                  <a:pt x="968" y="448"/>
                </a:lnTo>
                <a:lnTo>
                  <a:pt x="968" y="519"/>
                </a:lnTo>
                <a:lnTo>
                  <a:pt x="969" y="722"/>
                </a:lnTo>
                <a:lnTo>
                  <a:pt x="969" y="485"/>
                </a:lnTo>
                <a:lnTo>
                  <a:pt x="970" y="678"/>
                </a:lnTo>
                <a:lnTo>
                  <a:pt x="970" y="622"/>
                </a:lnTo>
                <a:lnTo>
                  <a:pt x="971" y="564"/>
                </a:lnTo>
                <a:lnTo>
                  <a:pt x="971" y="403"/>
                </a:lnTo>
                <a:lnTo>
                  <a:pt x="971" y="300"/>
                </a:lnTo>
                <a:lnTo>
                  <a:pt x="972" y="536"/>
                </a:lnTo>
                <a:lnTo>
                  <a:pt x="972" y="610"/>
                </a:lnTo>
                <a:lnTo>
                  <a:pt x="973" y="545"/>
                </a:lnTo>
                <a:lnTo>
                  <a:pt x="973" y="513"/>
                </a:lnTo>
                <a:lnTo>
                  <a:pt x="974" y="627"/>
                </a:lnTo>
                <a:lnTo>
                  <a:pt x="974" y="432"/>
                </a:lnTo>
                <a:lnTo>
                  <a:pt x="974" y="579"/>
                </a:lnTo>
                <a:lnTo>
                  <a:pt x="975" y="555"/>
                </a:lnTo>
                <a:lnTo>
                  <a:pt x="975" y="540"/>
                </a:lnTo>
                <a:lnTo>
                  <a:pt x="976" y="564"/>
                </a:lnTo>
                <a:lnTo>
                  <a:pt x="976" y="527"/>
                </a:lnTo>
                <a:lnTo>
                  <a:pt x="977" y="664"/>
                </a:lnTo>
                <a:lnTo>
                  <a:pt x="977" y="659"/>
                </a:lnTo>
                <a:lnTo>
                  <a:pt x="978" y="711"/>
                </a:lnTo>
                <a:lnTo>
                  <a:pt x="978" y="569"/>
                </a:lnTo>
                <a:lnTo>
                  <a:pt x="978" y="538"/>
                </a:lnTo>
                <a:lnTo>
                  <a:pt x="979" y="570"/>
                </a:lnTo>
                <a:lnTo>
                  <a:pt x="979" y="458"/>
                </a:lnTo>
                <a:lnTo>
                  <a:pt x="980" y="615"/>
                </a:lnTo>
                <a:lnTo>
                  <a:pt x="980" y="554"/>
                </a:lnTo>
                <a:lnTo>
                  <a:pt x="981" y="718"/>
                </a:lnTo>
                <a:lnTo>
                  <a:pt x="981" y="654"/>
                </a:lnTo>
                <a:lnTo>
                  <a:pt x="981" y="554"/>
                </a:lnTo>
                <a:lnTo>
                  <a:pt x="982" y="540"/>
                </a:lnTo>
                <a:lnTo>
                  <a:pt x="982" y="648"/>
                </a:lnTo>
                <a:lnTo>
                  <a:pt x="983" y="628"/>
                </a:lnTo>
                <a:lnTo>
                  <a:pt x="983" y="763"/>
                </a:lnTo>
                <a:lnTo>
                  <a:pt x="984" y="657"/>
                </a:lnTo>
                <a:lnTo>
                  <a:pt x="984" y="540"/>
                </a:lnTo>
                <a:lnTo>
                  <a:pt x="985" y="571"/>
                </a:lnTo>
                <a:lnTo>
                  <a:pt x="985" y="578"/>
                </a:lnTo>
                <a:lnTo>
                  <a:pt x="985" y="621"/>
                </a:lnTo>
                <a:lnTo>
                  <a:pt x="986" y="626"/>
                </a:lnTo>
                <a:lnTo>
                  <a:pt x="986" y="688"/>
                </a:lnTo>
                <a:lnTo>
                  <a:pt x="987" y="562"/>
                </a:lnTo>
                <a:lnTo>
                  <a:pt x="987" y="588"/>
                </a:lnTo>
                <a:lnTo>
                  <a:pt x="988" y="582"/>
                </a:lnTo>
                <a:lnTo>
                  <a:pt x="988" y="677"/>
                </a:lnTo>
                <a:lnTo>
                  <a:pt x="988" y="830"/>
                </a:lnTo>
                <a:lnTo>
                  <a:pt x="989" y="527"/>
                </a:lnTo>
                <a:lnTo>
                  <a:pt x="989" y="674"/>
                </a:lnTo>
                <a:lnTo>
                  <a:pt x="989" y="709"/>
                </a:lnTo>
                <a:lnTo>
                  <a:pt x="989" y="564"/>
                </a:lnTo>
                <a:lnTo>
                  <a:pt x="990" y="666"/>
                </a:lnTo>
                <a:lnTo>
                  <a:pt x="990" y="531"/>
                </a:lnTo>
                <a:lnTo>
                  <a:pt x="991" y="572"/>
                </a:lnTo>
                <a:lnTo>
                  <a:pt x="991" y="565"/>
                </a:lnTo>
                <a:lnTo>
                  <a:pt x="991" y="757"/>
                </a:lnTo>
                <a:lnTo>
                  <a:pt x="992" y="516"/>
                </a:lnTo>
                <a:lnTo>
                  <a:pt x="992" y="605"/>
                </a:lnTo>
                <a:lnTo>
                  <a:pt x="993" y="662"/>
                </a:lnTo>
                <a:lnTo>
                  <a:pt x="993" y="614"/>
                </a:lnTo>
                <a:lnTo>
                  <a:pt x="994" y="793"/>
                </a:lnTo>
                <a:lnTo>
                  <a:pt x="994" y="589"/>
                </a:lnTo>
                <a:lnTo>
                  <a:pt x="995" y="723"/>
                </a:lnTo>
                <a:lnTo>
                  <a:pt x="995" y="753"/>
                </a:lnTo>
                <a:lnTo>
                  <a:pt x="995" y="768"/>
                </a:lnTo>
                <a:lnTo>
                  <a:pt x="996" y="521"/>
                </a:lnTo>
                <a:lnTo>
                  <a:pt x="996" y="683"/>
                </a:lnTo>
                <a:lnTo>
                  <a:pt x="997" y="481"/>
                </a:lnTo>
                <a:lnTo>
                  <a:pt x="997" y="673"/>
                </a:lnTo>
                <a:lnTo>
                  <a:pt x="998" y="781"/>
                </a:lnTo>
                <a:lnTo>
                  <a:pt x="998" y="726"/>
                </a:lnTo>
                <a:lnTo>
                  <a:pt x="998" y="506"/>
                </a:lnTo>
                <a:lnTo>
                  <a:pt x="999" y="635"/>
                </a:lnTo>
                <a:lnTo>
                  <a:pt x="999" y="670"/>
                </a:lnTo>
                <a:lnTo>
                  <a:pt x="1000" y="604"/>
                </a:lnTo>
                <a:lnTo>
                  <a:pt x="1000" y="570"/>
                </a:lnTo>
                <a:lnTo>
                  <a:pt x="1001" y="513"/>
                </a:lnTo>
                <a:lnTo>
                  <a:pt x="1001" y="481"/>
                </a:lnTo>
                <a:lnTo>
                  <a:pt x="1002" y="648"/>
                </a:lnTo>
                <a:lnTo>
                  <a:pt x="1002" y="736"/>
                </a:lnTo>
                <a:lnTo>
                  <a:pt x="1002" y="651"/>
                </a:lnTo>
                <a:lnTo>
                  <a:pt x="1003" y="586"/>
                </a:lnTo>
                <a:lnTo>
                  <a:pt x="1003" y="700"/>
                </a:lnTo>
                <a:lnTo>
                  <a:pt x="1004" y="698"/>
                </a:lnTo>
                <a:lnTo>
                  <a:pt x="1004" y="575"/>
                </a:lnTo>
                <a:lnTo>
                  <a:pt x="1005" y="610"/>
                </a:lnTo>
                <a:lnTo>
                  <a:pt x="1005" y="602"/>
                </a:lnTo>
                <a:lnTo>
                  <a:pt x="1005" y="674"/>
                </a:lnTo>
                <a:lnTo>
                  <a:pt x="1006" y="624"/>
                </a:lnTo>
                <a:lnTo>
                  <a:pt x="1006" y="687"/>
                </a:lnTo>
                <a:lnTo>
                  <a:pt x="1007" y="516"/>
                </a:lnTo>
                <a:lnTo>
                  <a:pt x="1007" y="502"/>
                </a:lnTo>
                <a:lnTo>
                  <a:pt x="1008" y="769"/>
                </a:lnTo>
                <a:lnTo>
                  <a:pt x="1008" y="682"/>
                </a:lnTo>
                <a:lnTo>
                  <a:pt x="1009" y="733"/>
                </a:lnTo>
                <a:lnTo>
                  <a:pt x="1009" y="653"/>
                </a:lnTo>
                <a:lnTo>
                  <a:pt x="1009" y="599"/>
                </a:lnTo>
                <a:lnTo>
                  <a:pt x="1010" y="725"/>
                </a:lnTo>
                <a:lnTo>
                  <a:pt x="1010" y="674"/>
                </a:lnTo>
                <a:lnTo>
                  <a:pt x="1011" y="681"/>
                </a:lnTo>
                <a:lnTo>
                  <a:pt x="1011" y="566"/>
                </a:lnTo>
                <a:lnTo>
                  <a:pt x="1012" y="577"/>
                </a:lnTo>
                <a:lnTo>
                  <a:pt x="1012" y="650"/>
                </a:lnTo>
                <a:lnTo>
                  <a:pt x="1012" y="564"/>
                </a:lnTo>
                <a:lnTo>
                  <a:pt x="1013" y="631"/>
                </a:lnTo>
                <a:lnTo>
                  <a:pt x="1013" y="603"/>
                </a:lnTo>
                <a:lnTo>
                  <a:pt x="1013" y="420"/>
                </a:lnTo>
                <a:lnTo>
                  <a:pt x="1013" y="450"/>
                </a:lnTo>
                <a:lnTo>
                  <a:pt x="1014" y="695"/>
                </a:lnTo>
                <a:lnTo>
                  <a:pt x="1014" y="495"/>
                </a:lnTo>
                <a:lnTo>
                  <a:pt x="1015" y="495"/>
                </a:lnTo>
                <a:lnTo>
                  <a:pt x="1015" y="676"/>
                </a:lnTo>
                <a:lnTo>
                  <a:pt x="1015" y="491"/>
                </a:lnTo>
                <a:lnTo>
                  <a:pt x="1016" y="423"/>
                </a:lnTo>
                <a:lnTo>
                  <a:pt x="1016" y="670"/>
                </a:lnTo>
                <a:lnTo>
                  <a:pt x="1017" y="649"/>
                </a:lnTo>
                <a:lnTo>
                  <a:pt x="1017" y="467"/>
                </a:lnTo>
                <a:lnTo>
                  <a:pt x="1018" y="536"/>
                </a:lnTo>
                <a:lnTo>
                  <a:pt x="1018" y="509"/>
                </a:lnTo>
                <a:lnTo>
                  <a:pt x="1019" y="527"/>
                </a:lnTo>
                <a:lnTo>
                  <a:pt x="1019" y="521"/>
                </a:lnTo>
                <a:lnTo>
                  <a:pt x="1019" y="680"/>
                </a:lnTo>
                <a:lnTo>
                  <a:pt x="1020" y="458"/>
                </a:lnTo>
                <a:lnTo>
                  <a:pt x="1020" y="445"/>
                </a:lnTo>
                <a:lnTo>
                  <a:pt x="1021" y="574"/>
                </a:lnTo>
                <a:lnTo>
                  <a:pt x="1021" y="556"/>
                </a:lnTo>
                <a:lnTo>
                  <a:pt x="1022" y="693"/>
                </a:lnTo>
                <a:lnTo>
                  <a:pt x="1022" y="502"/>
                </a:lnTo>
                <a:lnTo>
                  <a:pt x="1022" y="495"/>
                </a:lnTo>
                <a:lnTo>
                  <a:pt x="1023" y="553"/>
                </a:lnTo>
                <a:lnTo>
                  <a:pt x="1023" y="441"/>
                </a:lnTo>
                <a:lnTo>
                  <a:pt x="1024" y="577"/>
                </a:lnTo>
                <a:lnTo>
                  <a:pt x="1024" y="492"/>
                </a:lnTo>
                <a:lnTo>
                  <a:pt x="1025" y="639"/>
                </a:lnTo>
                <a:lnTo>
                  <a:pt x="1025" y="545"/>
                </a:lnTo>
                <a:lnTo>
                  <a:pt x="1026" y="559"/>
                </a:lnTo>
                <a:lnTo>
                  <a:pt x="1026" y="520"/>
                </a:lnTo>
                <a:lnTo>
                  <a:pt x="1026" y="575"/>
                </a:lnTo>
                <a:lnTo>
                  <a:pt x="1027" y="553"/>
                </a:lnTo>
                <a:lnTo>
                  <a:pt x="1027" y="463"/>
                </a:lnTo>
                <a:lnTo>
                  <a:pt x="1028" y="580"/>
                </a:lnTo>
                <a:lnTo>
                  <a:pt x="1028" y="688"/>
                </a:lnTo>
                <a:lnTo>
                  <a:pt x="1029" y="375"/>
                </a:lnTo>
                <a:lnTo>
                  <a:pt x="1029" y="409"/>
                </a:lnTo>
                <a:lnTo>
                  <a:pt x="1029" y="658"/>
                </a:lnTo>
                <a:lnTo>
                  <a:pt x="1030" y="473"/>
                </a:lnTo>
                <a:lnTo>
                  <a:pt x="1030" y="584"/>
                </a:lnTo>
                <a:lnTo>
                  <a:pt x="1031" y="512"/>
                </a:lnTo>
                <a:lnTo>
                  <a:pt x="1031" y="509"/>
                </a:lnTo>
                <a:lnTo>
                  <a:pt x="1032" y="558"/>
                </a:lnTo>
                <a:lnTo>
                  <a:pt x="1032" y="610"/>
                </a:lnTo>
                <a:lnTo>
                  <a:pt x="1033" y="600"/>
                </a:lnTo>
                <a:lnTo>
                  <a:pt x="1033" y="621"/>
                </a:lnTo>
                <a:lnTo>
                  <a:pt x="1033" y="613"/>
                </a:lnTo>
                <a:lnTo>
                  <a:pt x="1034" y="542"/>
                </a:lnTo>
                <a:lnTo>
                  <a:pt x="1034" y="603"/>
                </a:lnTo>
                <a:lnTo>
                  <a:pt x="1035" y="473"/>
                </a:lnTo>
                <a:lnTo>
                  <a:pt x="1035" y="398"/>
                </a:lnTo>
                <a:lnTo>
                  <a:pt x="1036" y="591"/>
                </a:lnTo>
                <a:lnTo>
                  <a:pt x="1036" y="515"/>
                </a:lnTo>
                <a:lnTo>
                  <a:pt x="1037" y="491"/>
                </a:lnTo>
                <a:lnTo>
                  <a:pt x="1037" y="494"/>
                </a:lnTo>
                <a:lnTo>
                  <a:pt x="1037" y="532"/>
                </a:lnTo>
                <a:lnTo>
                  <a:pt x="1037" y="469"/>
                </a:lnTo>
                <a:lnTo>
                  <a:pt x="1037" y="494"/>
                </a:lnTo>
                <a:lnTo>
                  <a:pt x="1038" y="656"/>
                </a:lnTo>
                <a:lnTo>
                  <a:pt x="1038" y="460"/>
                </a:lnTo>
                <a:lnTo>
                  <a:pt x="1039" y="459"/>
                </a:lnTo>
                <a:lnTo>
                  <a:pt x="1039" y="613"/>
                </a:lnTo>
                <a:lnTo>
                  <a:pt x="1039" y="539"/>
                </a:lnTo>
                <a:lnTo>
                  <a:pt x="1040" y="480"/>
                </a:lnTo>
                <a:lnTo>
                  <a:pt x="1040" y="563"/>
                </a:lnTo>
                <a:lnTo>
                  <a:pt x="1041" y="445"/>
                </a:lnTo>
                <a:lnTo>
                  <a:pt x="1041" y="326"/>
                </a:lnTo>
                <a:lnTo>
                  <a:pt x="1042" y="620"/>
                </a:lnTo>
                <a:lnTo>
                  <a:pt x="1042" y="677"/>
                </a:lnTo>
                <a:lnTo>
                  <a:pt x="1043" y="520"/>
                </a:lnTo>
                <a:lnTo>
                  <a:pt x="1043" y="483"/>
                </a:lnTo>
                <a:lnTo>
                  <a:pt x="1043" y="572"/>
                </a:lnTo>
                <a:lnTo>
                  <a:pt x="1044" y="416"/>
                </a:lnTo>
                <a:lnTo>
                  <a:pt x="1044" y="678"/>
                </a:lnTo>
                <a:lnTo>
                  <a:pt x="1045" y="489"/>
                </a:lnTo>
                <a:lnTo>
                  <a:pt x="1045" y="612"/>
                </a:lnTo>
                <a:lnTo>
                  <a:pt x="1046" y="396"/>
                </a:lnTo>
                <a:lnTo>
                  <a:pt x="1046" y="372"/>
                </a:lnTo>
                <a:lnTo>
                  <a:pt x="1046" y="631"/>
                </a:lnTo>
                <a:lnTo>
                  <a:pt x="1047" y="611"/>
                </a:lnTo>
                <a:lnTo>
                  <a:pt x="1047" y="482"/>
                </a:lnTo>
                <a:lnTo>
                  <a:pt x="1048" y="599"/>
                </a:lnTo>
                <a:lnTo>
                  <a:pt x="1048" y="568"/>
                </a:lnTo>
                <a:lnTo>
                  <a:pt x="1049" y="563"/>
                </a:lnTo>
                <a:lnTo>
                  <a:pt x="1049" y="746"/>
                </a:lnTo>
                <a:lnTo>
                  <a:pt x="1050" y="570"/>
                </a:lnTo>
                <a:lnTo>
                  <a:pt x="1050" y="635"/>
                </a:lnTo>
                <a:lnTo>
                  <a:pt x="1050" y="617"/>
                </a:lnTo>
                <a:lnTo>
                  <a:pt x="1051" y="439"/>
                </a:lnTo>
                <a:lnTo>
                  <a:pt x="1051" y="691"/>
                </a:lnTo>
                <a:lnTo>
                  <a:pt x="1052" y="500"/>
                </a:lnTo>
                <a:lnTo>
                  <a:pt x="1052" y="603"/>
                </a:lnTo>
                <a:lnTo>
                  <a:pt x="1053" y="605"/>
                </a:lnTo>
                <a:lnTo>
                  <a:pt x="1053" y="507"/>
                </a:lnTo>
                <a:lnTo>
                  <a:pt x="1053" y="550"/>
                </a:lnTo>
                <a:lnTo>
                  <a:pt x="1054" y="530"/>
                </a:lnTo>
                <a:lnTo>
                  <a:pt x="1054" y="494"/>
                </a:lnTo>
                <a:lnTo>
                  <a:pt x="1055" y="617"/>
                </a:lnTo>
                <a:lnTo>
                  <a:pt x="1055" y="644"/>
                </a:lnTo>
                <a:lnTo>
                  <a:pt x="1056" y="690"/>
                </a:lnTo>
                <a:lnTo>
                  <a:pt x="1056" y="667"/>
                </a:lnTo>
                <a:lnTo>
                  <a:pt x="1057" y="317"/>
                </a:lnTo>
                <a:lnTo>
                  <a:pt x="1057" y="477"/>
                </a:lnTo>
                <a:lnTo>
                  <a:pt x="1057" y="720"/>
                </a:lnTo>
                <a:lnTo>
                  <a:pt x="1058" y="719"/>
                </a:lnTo>
                <a:lnTo>
                  <a:pt x="1058" y="553"/>
                </a:lnTo>
                <a:lnTo>
                  <a:pt x="1059" y="548"/>
                </a:lnTo>
                <a:lnTo>
                  <a:pt x="1059" y="549"/>
                </a:lnTo>
                <a:lnTo>
                  <a:pt x="1060" y="625"/>
                </a:lnTo>
                <a:lnTo>
                  <a:pt x="1060" y="614"/>
                </a:lnTo>
                <a:lnTo>
                  <a:pt x="1061" y="574"/>
                </a:lnTo>
                <a:lnTo>
                  <a:pt x="1061" y="597"/>
                </a:lnTo>
                <a:lnTo>
                  <a:pt x="1061" y="813"/>
                </a:lnTo>
                <a:lnTo>
                  <a:pt x="1061" y="630"/>
                </a:lnTo>
                <a:lnTo>
                  <a:pt x="1061" y="688"/>
                </a:lnTo>
                <a:lnTo>
                  <a:pt x="1062" y="594"/>
                </a:lnTo>
                <a:lnTo>
                  <a:pt x="1062" y="333"/>
                </a:lnTo>
                <a:lnTo>
                  <a:pt x="1063" y="579"/>
                </a:lnTo>
                <a:lnTo>
                  <a:pt x="1063" y="643"/>
                </a:lnTo>
                <a:lnTo>
                  <a:pt x="1063" y="529"/>
                </a:lnTo>
                <a:lnTo>
                  <a:pt x="1064" y="571"/>
                </a:lnTo>
                <a:lnTo>
                  <a:pt x="1064" y="578"/>
                </a:lnTo>
                <a:lnTo>
                  <a:pt x="1065" y="562"/>
                </a:lnTo>
                <a:lnTo>
                  <a:pt x="1065" y="427"/>
                </a:lnTo>
                <a:lnTo>
                  <a:pt x="1066" y="725"/>
                </a:lnTo>
                <a:lnTo>
                  <a:pt x="1066" y="577"/>
                </a:lnTo>
                <a:lnTo>
                  <a:pt x="1067" y="708"/>
                </a:lnTo>
                <a:lnTo>
                  <a:pt x="1067" y="570"/>
                </a:lnTo>
                <a:lnTo>
                  <a:pt x="1067" y="708"/>
                </a:lnTo>
                <a:lnTo>
                  <a:pt x="1068" y="662"/>
                </a:lnTo>
                <a:lnTo>
                  <a:pt x="1068" y="652"/>
                </a:lnTo>
                <a:lnTo>
                  <a:pt x="1069" y="534"/>
                </a:lnTo>
                <a:lnTo>
                  <a:pt x="1069" y="540"/>
                </a:lnTo>
                <a:lnTo>
                  <a:pt x="1070" y="742"/>
                </a:lnTo>
                <a:lnTo>
                  <a:pt x="1070" y="621"/>
                </a:lnTo>
                <a:lnTo>
                  <a:pt x="1070" y="693"/>
                </a:lnTo>
                <a:lnTo>
                  <a:pt x="1071" y="745"/>
                </a:lnTo>
                <a:lnTo>
                  <a:pt x="1071" y="648"/>
                </a:lnTo>
                <a:lnTo>
                  <a:pt x="1072" y="657"/>
                </a:lnTo>
                <a:lnTo>
                  <a:pt x="1072" y="402"/>
                </a:lnTo>
                <a:lnTo>
                  <a:pt x="1073" y="588"/>
                </a:lnTo>
                <a:lnTo>
                  <a:pt x="1073" y="757"/>
                </a:lnTo>
                <a:lnTo>
                  <a:pt x="1074" y="682"/>
                </a:lnTo>
                <a:lnTo>
                  <a:pt x="1074" y="534"/>
                </a:lnTo>
                <a:lnTo>
                  <a:pt x="1074" y="435"/>
                </a:lnTo>
                <a:lnTo>
                  <a:pt x="1075" y="777"/>
                </a:lnTo>
                <a:lnTo>
                  <a:pt x="1075" y="805"/>
                </a:lnTo>
                <a:lnTo>
                  <a:pt x="1076" y="455"/>
                </a:lnTo>
                <a:lnTo>
                  <a:pt x="1076" y="592"/>
                </a:lnTo>
                <a:lnTo>
                  <a:pt x="1077" y="709"/>
                </a:lnTo>
                <a:lnTo>
                  <a:pt x="1077" y="579"/>
                </a:lnTo>
                <a:lnTo>
                  <a:pt x="1077" y="874"/>
                </a:lnTo>
                <a:lnTo>
                  <a:pt x="1078" y="628"/>
                </a:lnTo>
                <a:lnTo>
                  <a:pt x="1078" y="597"/>
                </a:lnTo>
                <a:lnTo>
                  <a:pt x="1079" y="541"/>
                </a:lnTo>
                <a:lnTo>
                  <a:pt x="1079" y="721"/>
                </a:lnTo>
                <a:lnTo>
                  <a:pt x="1080" y="618"/>
                </a:lnTo>
                <a:lnTo>
                  <a:pt x="1080" y="712"/>
                </a:lnTo>
                <a:lnTo>
                  <a:pt x="1081" y="602"/>
                </a:lnTo>
                <a:lnTo>
                  <a:pt x="1081" y="708"/>
                </a:lnTo>
                <a:lnTo>
                  <a:pt x="1081" y="662"/>
                </a:lnTo>
                <a:lnTo>
                  <a:pt x="1082" y="716"/>
                </a:lnTo>
                <a:lnTo>
                  <a:pt x="1082" y="562"/>
                </a:lnTo>
                <a:lnTo>
                  <a:pt x="1083" y="541"/>
                </a:lnTo>
                <a:lnTo>
                  <a:pt x="1083" y="643"/>
                </a:lnTo>
                <a:lnTo>
                  <a:pt x="1084" y="616"/>
                </a:lnTo>
                <a:lnTo>
                  <a:pt x="1084" y="755"/>
                </a:lnTo>
                <a:lnTo>
                  <a:pt x="1085" y="646"/>
                </a:lnTo>
                <a:lnTo>
                  <a:pt x="1085" y="622"/>
                </a:lnTo>
                <a:lnTo>
                  <a:pt x="1085" y="372"/>
                </a:lnTo>
                <a:lnTo>
                  <a:pt x="1085" y="719"/>
                </a:lnTo>
                <a:lnTo>
                  <a:pt x="1085" y="478"/>
                </a:lnTo>
                <a:lnTo>
                  <a:pt x="1086" y="520"/>
                </a:lnTo>
                <a:lnTo>
                  <a:pt x="1086" y="586"/>
                </a:lnTo>
                <a:lnTo>
                  <a:pt x="1087" y="447"/>
                </a:lnTo>
                <a:lnTo>
                  <a:pt x="1087" y="575"/>
                </a:lnTo>
                <a:lnTo>
                  <a:pt x="1087" y="572"/>
                </a:lnTo>
                <a:lnTo>
                  <a:pt x="1088" y="612"/>
                </a:lnTo>
                <a:lnTo>
                  <a:pt x="1088" y="492"/>
                </a:lnTo>
                <a:lnTo>
                  <a:pt x="1089" y="503"/>
                </a:lnTo>
                <a:lnTo>
                  <a:pt x="1089" y="661"/>
                </a:lnTo>
                <a:lnTo>
                  <a:pt x="1090" y="725"/>
                </a:lnTo>
                <a:lnTo>
                  <a:pt x="1090" y="620"/>
                </a:lnTo>
                <a:lnTo>
                  <a:pt x="1091" y="674"/>
                </a:lnTo>
                <a:lnTo>
                  <a:pt x="1091" y="604"/>
                </a:lnTo>
                <a:lnTo>
                  <a:pt x="1091" y="482"/>
                </a:lnTo>
                <a:lnTo>
                  <a:pt x="1092" y="638"/>
                </a:lnTo>
                <a:lnTo>
                  <a:pt x="1092" y="598"/>
                </a:lnTo>
                <a:lnTo>
                  <a:pt x="1093" y="587"/>
                </a:lnTo>
                <a:lnTo>
                  <a:pt x="1093" y="512"/>
                </a:lnTo>
                <a:lnTo>
                  <a:pt x="1094" y="799"/>
                </a:lnTo>
                <a:lnTo>
                  <a:pt x="1094" y="645"/>
                </a:lnTo>
                <a:lnTo>
                  <a:pt x="1094" y="567"/>
                </a:lnTo>
                <a:lnTo>
                  <a:pt x="1095" y="473"/>
                </a:lnTo>
                <a:lnTo>
                  <a:pt x="1095" y="630"/>
                </a:lnTo>
                <a:lnTo>
                  <a:pt x="1096" y="757"/>
                </a:lnTo>
                <a:lnTo>
                  <a:pt x="1096" y="523"/>
                </a:lnTo>
                <a:lnTo>
                  <a:pt x="1097" y="638"/>
                </a:lnTo>
                <a:lnTo>
                  <a:pt x="1097" y="688"/>
                </a:lnTo>
                <a:lnTo>
                  <a:pt x="1098" y="635"/>
                </a:lnTo>
                <a:lnTo>
                  <a:pt x="1098" y="592"/>
                </a:lnTo>
                <a:lnTo>
                  <a:pt x="1098" y="630"/>
                </a:lnTo>
                <a:lnTo>
                  <a:pt x="1099" y="778"/>
                </a:lnTo>
                <a:lnTo>
                  <a:pt x="1099" y="488"/>
                </a:lnTo>
                <a:lnTo>
                  <a:pt x="1100" y="450"/>
                </a:lnTo>
                <a:lnTo>
                  <a:pt x="1100" y="507"/>
                </a:lnTo>
                <a:lnTo>
                  <a:pt x="1101" y="673"/>
                </a:lnTo>
                <a:lnTo>
                  <a:pt x="1101" y="584"/>
                </a:lnTo>
                <a:lnTo>
                  <a:pt x="1101" y="564"/>
                </a:lnTo>
                <a:lnTo>
                  <a:pt x="1102" y="507"/>
                </a:lnTo>
                <a:lnTo>
                  <a:pt x="1102" y="499"/>
                </a:lnTo>
                <a:lnTo>
                  <a:pt x="1103" y="629"/>
                </a:lnTo>
                <a:lnTo>
                  <a:pt x="1103" y="551"/>
                </a:lnTo>
                <a:lnTo>
                  <a:pt x="1104" y="514"/>
                </a:lnTo>
                <a:lnTo>
                  <a:pt x="1104" y="420"/>
                </a:lnTo>
                <a:lnTo>
                  <a:pt x="1105" y="489"/>
                </a:lnTo>
                <a:lnTo>
                  <a:pt x="1105" y="480"/>
                </a:lnTo>
                <a:lnTo>
                  <a:pt x="1105" y="545"/>
                </a:lnTo>
                <a:lnTo>
                  <a:pt x="1106" y="420"/>
                </a:lnTo>
                <a:lnTo>
                  <a:pt x="1106" y="513"/>
                </a:lnTo>
                <a:lnTo>
                  <a:pt x="1107" y="630"/>
                </a:lnTo>
                <a:lnTo>
                  <a:pt x="1107" y="417"/>
                </a:lnTo>
                <a:lnTo>
                  <a:pt x="1108" y="483"/>
                </a:lnTo>
                <a:lnTo>
                  <a:pt x="1108" y="587"/>
                </a:lnTo>
                <a:lnTo>
                  <a:pt x="1109" y="590"/>
                </a:lnTo>
                <a:lnTo>
                  <a:pt x="1109" y="517"/>
                </a:lnTo>
                <a:lnTo>
                  <a:pt x="1109" y="501"/>
                </a:lnTo>
                <a:lnTo>
                  <a:pt x="1109" y="525"/>
                </a:lnTo>
                <a:lnTo>
                  <a:pt x="1109" y="513"/>
                </a:lnTo>
                <a:lnTo>
                  <a:pt x="1110" y="383"/>
                </a:lnTo>
                <a:lnTo>
                  <a:pt x="1110" y="441"/>
                </a:lnTo>
                <a:lnTo>
                  <a:pt x="1111" y="522"/>
                </a:lnTo>
                <a:lnTo>
                  <a:pt x="1111" y="452"/>
                </a:lnTo>
                <a:lnTo>
                  <a:pt x="1111" y="635"/>
                </a:lnTo>
                <a:lnTo>
                  <a:pt x="1112" y="502"/>
                </a:lnTo>
                <a:lnTo>
                  <a:pt x="1112" y="369"/>
                </a:lnTo>
                <a:lnTo>
                  <a:pt x="1113" y="558"/>
                </a:lnTo>
                <a:lnTo>
                  <a:pt x="1113" y="616"/>
                </a:lnTo>
                <a:lnTo>
                  <a:pt x="1114" y="598"/>
                </a:lnTo>
                <a:lnTo>
                  <a:pt x="1114" y="638"/>
                </a:lnTo>
                <a:lnTo>
                  <a:pt x="1115" y="610"/>
                </a:lnTo>
                <a:lnTo>
                  <a:pt x="1115" y="571"/>
                </a:lnTo>
                <a:lnTo>
                  <a:pt x="1115" y="667"/>
                </a:lnTo>
                <a:lnTo>
                  <a:pt x="1116" y="535"/>
                </a:lnTo>
                <a:lnTo>
                  <a:pt x="1116" y="452"/>
                </a:lnTo>
                <a:lnTo>
                  <a:pt x="1117" y="621"/>
                </a:lnTo>
                <a:lnTo>
                  <a:pt x="1117" y="394"/>
                </a:lnTo>
                <a:lnTo>
                  <a:pt x="1118" y="489"/>
                </a:lnTo>
                <a:lnTo>
                  <a:pt x="1118" y="440"/>
                </a:lnTo>
                <a:lnTo>
                  <a:pt x="1118" y="598"/>
                </a:lnTo>
                <a:lnTo>
                  <a:pt x="1119" y="457"/>
                </a:lnTo>
                <a:lnTo>
                  <a:pt x="1119" y="638"/>
                </a:lnTo>
                <a:lnTo>
                  <a:pt x="1120" y="454"/>
                </a:lnTo>
                <a:lnTo>
                  <a:pt x="1120" y="521"/>
                </a:lnTo>
                <a:lnTo>
                  <a:pt x="1121" y="487"/>
                </a:lnTo>
                <a:lnTo>
                  <a:pt x="1121" y="648"/>
                </a:lnTo>
                <a:lnTo>
                  <a:pt x="1122" y="622"/>
                </a:lnTo>
                <a:lnTo>
                  <a:pt x="1122" y="484"/>
                </a:lnTo>
                <a:lnTo>
                  <a:pt x="1122" y="629"/>
                </a:lnTo>
                <a:lnTo>
                  <a:pt x="1123" y="497"/>
                </a:lnTo>
                <a:lnTo>
                  <a:pt x="1123" y="669"/>
                </a:lnTo>
                <a:lnTo>
                  <a:pt x="1124" y="463"/>
                </a:lnTo>
                <a:lnTo>
                  <a:pt x="1124" y="658"/>
                </a:lnTo>
                <a:lnTo>
                  <a:pt x="1125" y="492"/>
                </a:lnTo>
                <a:lnTo>
                  <a:pt x="1125" y="486"/>
                </a:lnTo>
                <a:lnTo>
                  <a:pt x="1125" y="610"/>
                </a:lnTo>
                <a:lnTo>
                  <a:pt x="1126" y="491"/>
                </a:lnTo>
                <a:lnTo>
                  <a:pt x="1126" y="523"/>
                </a:lnTo>
                <a:lnTo>
                  <a:pt x="1127" y="598"/>
                </a:lnTo>
                <a:lnTo>
                  <a:pt x="1127" y="643"/>
                </a:lnTo>
                <a:lnTo>
                  <a:pt x="1128" y="732"/>
                </a:lnTo>
                <a:lnTo>
                  <a:pt x="1128" y="518"/>
                </a:lnTo>
                <a:lnTo>
                  <a:pt x="1129" y="698"/>
                </a:lnTo>
                <a:lnTo>
                  <a:pt x="1129" y="544"/>
                </a:lnTo>
                <a:lnTo>
                  <a:pt x="1129" y="579"/>
                </a:lnTo>
                <a:lnTo>
                  <a:pt x="1130" y="492"/>
                </a:lnTo>
                <a:lnTo>
                  <a:pt x="1130" y="585"/>
                </a:lnTo>
                <a:lnTo>
                  <a:pt x="1131" y="588"/>
                </a:lnTo>
                <a:lnTo>
                  <a:pt x="1131" y="491"/>
                </a:lnTo>
                <a:lnTo>
                  <a:pt x="1132" y="529"/>
                </a:lnTo>
                <a:lnTo>
                  <a:pt x="1132" y="533"/>
                </a:lnTo>
                <a:lnTo>
                  <a:pt x="1133" y="519"/>
                </a:lnTo>
                <a:lnTo>
                  <a:pt x="1133" y="708"/>
                </a:lnTo>
                <a:lnTo>
                  <a:pt x="1133" y="495"/>
                </a:lnTo>
                <a:lnTo>
                  <a:pt x="1134" y="511"/>
                </a:lnTo>
                <a:lnTo>
                  <a:pt x="1134" y="663"/>
                </a:lnTo>
                <a:lnTo>
                  <a:pt x="1134" y="593"/>
                </a:lnTo>
                <a:lnTo>
                  <a:pt x="1134" y="575"/>
                </a:lnTo>
                <a:lnTo>
                  <a:pt x="1135" y="586"/>
                </a:lnTo>
                <a:lnTo>
                  <a:pt x="1135" y="543"/>
                </a:lnTo>
                <a:lnTo>
                  <a:pt x="1135" y="442"/>
                </a:lnTo>
                <a:lnTo>
                  <a:pt x="1136" y="476"/>
                </a:lnTo>
                <a:lnTo>
                  <a:pt x="1136" y="701"/>
                </a:lnTo>
                <a:lnTo>
                  <a:pt x="1137" y="522"/>
                </a:lnTo>
                <a:lnTo>
                  <a:pt x="1137" y="458"/>
                </a:lnTo>
                <a:lnTo>
                  <a:pt x="1138" y="547"/>
                </a:lnTo>
                <a:lnTo>
                  <a:pt x="1138" y="483"/>
                </a:lnTo>
                <a:lnTo>
                  <a:pt x="1139" y="398"/>
                </a:lnTo>
                <a:lnTo>
                  <a:pt x="1139" y="492"/>
                </a:lnTo>
                <a:lnTo>
                  <a:pt x="1139" y="565"/>
                </a:lnTo>
                <a:lnTo>
                  <a:pt x="1140" y="493"/>
                </a:lnTo>
                <a:lnTo>
                  <a:pt x="1140" y="578"/>
                </a:lnTo>
                <a:lnTo>
                  <a:pt x="1141" y="591"/>
                </a:lnTo>
                <a:lnTo>
                  <a:pt x="1141" y="628"/>
                </a:lnTo>
                <a:lnTo>
                  <a:pt x="1142" y="450"/>
                </a:lnTo>
                <a:lnTo>
                  <a:pt x="1142" y="674"/>
                </a:lnTo>
                <a:lnTo>
                  <a:pt x="1142" y="456"/>
                </a:lnTo>
                <a:lnTo>
                  <a:pt x="1143" y="554"/>
                </a:lnTo>
                <a:lnTo>
                  <a:pt x="1143" y="732"/>
                </a:lnTo>
                <a:lnTo>
                  <a:pt x="1144" y="568"/>
                </a:lnTo>
                <a:lnTo>
                  <a:pt x="1144" y="800"/>
                </a:lnTo>
                <a:lnTo>
                  <a:pt x="1145" y="547"/>
                </a:lnTo>
                <a:lnTo>
                  <a:pt x="1145" y="524"/>
                </a:lnTo>
                <a:lnTo>
                  <a:pt x="1146" y="663"/>
                </a:lnTo>
                <a:lnTo>
                  <a:pt x="1146" y="598"/>
                </a:lnTo>
                <a:lnTo>
                  <a:pt x="1146" y="428"/>
                </a:lnTo>
                <a:lnTo>
                  <a:pt x="1147" y="659"/>
                </a:lnTo>
                <a:lnTo>
                  <a:pt x="1147" y="711"/>
                </a:lnTo>
                <a:lnTo>
                  <a:pt x="1148" y="476"/>
                </a:lnTo>
                <a:lnTo>
                  <a:pt x="1148" y="432"/>
                </a:lnTo>
                <a:lnTo>
                  <a:pt x="1149" y="615"/>
                </a:lnTo>
                <a:lnTo>
                  <a:pt x="1149" y="523"/>
                </a:lnTo>
                <a:lnTo>
                  <a:pt x="1149" y="493"/>
                </a:lnTo>
                <a:lnTo>
                  <a:pt x="1150" y="688"/>
                </a:lnTo>
                <a:lnTo>
                  <a:pt x="1150" y="665"/>
                </a:lnTo>
                <a:lnTo>
                  <a:pt x="1151" y="506"/>
                </a:lnTo>
                <a:lnTo>
                  <a:pt x="1151" y="464"/>
                </a:lnTo>
                <a:lnTo>
                  <a:pt x="1152" y="570"/>
                </a:lnTo>
                <a:lnTo>
                  <a:pt x="1152" y="705"/>
                </a:lnTo>
                <a:lnTo>
                  <a:pt x="1153" y="439"/>
                </a:lnTo>
                <a:lnTo>
                  <a:pt x="1153" y="674"/>
                </a:lnTo>
                <a:lnTo>
                  <a:pt x="1153" y="657"/>
                </a:lnTo>
                <a:lnTo>
                  <a:pt x="1154" y="593"/>
                </a:lnTo>
                <a:lnTo>
                  <a:pt x="1154" y="481"/>
                </a:lnTo>
                <a:lnTo>
                  <a:pt x="1155" y="547"/>
                </a:lnTo>
                <a:lnTo>
                  <a:pt x="1155" y="588"/>
                </a:lnTo>
                <a:lnTo>
                  <a:pt x="1156" y="585"/>
                </a:lnTo>
                <a:lnTo>
                  <a:pt x="1156" y="624"/>
                </a:lnTo>
                <a:lnTo>
                  <a:pt x="1157" y="576"/>
                </a:lnTo>
                <a:lnTo>
                  <a:pt x="1157" y="864"/>
                </a:lnTo>
                <a:lnTo>
                  <a:pt x="1157" y="657"/>
                </a:lnTo>
                <a:lnTo>
                  <a:pt x="1158" y="607"/>
                </a:lnTo>
                <a:lnTo>
                  <a:pt x="1158" y="736"/>
                </a:lnTo>
                <a:lnTo>
                  <a:pt x="1158" y="593"/>
                </a:lnTo>
                <a:lnTo>
                  <a:pt x="1158" y="648"/>
                </a:lnTo>
                <a:lnTo>
                  <a:pt x="1159" y="465"/>
                </a:lnTo>
                <a:lnTo>
                  <a:pt x="1159" y="483"/>
                </a:lnTo>
                <a:lnTo>
                  <a:pt x="1159" y="673"/>
                </a:lnTo>
                <a:lnTo>
                  <a:pt x="1160" y="643"/>
                </a:lnTo>
                <a:lnTo>
                  <a:pt x="1160" y="635"/>
                </a:lnTo>
                <a:lnTo>
                  <a:pt x="1161" y="671"/>
                </a:lnTo>
                <a:lnTo>
                  <a:pt x="1161" y="610"/>
                </a:lnTo>
                <a:lnTo>
                  <a:pt x="1162" y="699"/>
                </a:lnTo>
                <a:lnTo>
                  <a:pt x="1162" y="733"/>
                </a:lnTo>
                <a:lnTo>
                  <a:pt x="1163" y="569"/>
                </a:lnTo>
                <a:lnTo>
                  <a:pt x="1163" y="568"/>
                </a:lnTo>
                <a:lnTo>
                  <a:pt x="1163" y="702"/>
                </a:lnTo>
                <a:lnTo>
                  <a:pt x="1164" y="542"/>
                </a:lnTo>
                <a:lnTo>
                  <a:pt x="1164" y="684"/>
                </a:lnTo>
                <a:lnTo>
                  <a:pt x="1165" y="601"/>
                </a:lnTo>
                <a:lnTo>
                  <a:pt x="1165" y="547"/>
                </a:lnTo>
                <a:lnTo>
                  <a:pt x="1166" y="627"/>
                </a:lnTo>
                <a:lnTo>
                  <a:pt x="1166" y="580"/>
                </a:lnTo>
                <a:lnTo>
                  <a:pt x="1166" y="670"/>
                </a:lnTo>
                <a:lnTo>
                  <a:pt x="1167" y="639"/>
                </a:lnTo>
                <a:lnTo>
                  <a:pt x="1167" y="639"/>
                </a:lnTo>
                <a:lnTo>
                  <a:pt x="1168" y="688"/>
                </a:lnTo>
                <a:lnTo>
                  <a:pt x="1168" y="635"/>
                </a:lnTo>
                <a:lnTo>
                  <a:pt x="1169" y="761"/>
                </a:lnTo>
                <a:lnTo>
                  <a:pt x="1169" y="662"/>
                </a:lnTo>
                <a:lnTo>
                  <a:pt x="1170" y="642"/>
                </a:lnTo>
                <a:lnTo>
                  <a:pt x="1170" y="637"/>
                </a:lnTo>
                <a:lnTo>
                  <a:pt x="1170" y="634"/>
                </a:lnTo>
                <a:lnTo>
                  <a:pt x="1171" y="616"/>
                </a:lnTo>
                <a:lnTo>
                  <a:pt x="1171" y="567"/>
                </a:lnTo>
                <a:lnTo>
                  <a:pt x="1172" y="533"/>
                </a:lnTo>
                <a:lnTo>
                  <a:pt x="1172" y="661"/>
                </a:lnTo>
                <a:lnTo>
                  <a:pt x="1173" y="705"/>
                </a:lnTo>
                <a:lnTo>
                  <a:pt x="1173" y="688"/>
                </a:lnTo>
                <a:lnTo>
                  <a:pt x="1173" y="640"/>
                </a:lnTo>
                <a:lnTo>
                  <a:pt x="1174" y="628"/>
                </a:lnTo>
                <a:lnTo>
                  <a:pt x="1174" y="659"/>
                </a:lnTo>
                <a:lnTo>
                  <a:pt x="1175" y="696"/>
                </a:lnTo>
                <a:lnTo>
                  <a:pt x="1175" y="630"/>
                </a:lnTo>
                <a:lnTo>
                  <a:pt x="1176" y="582"/>
                </a:lnTo>
                <a:lnTo>
                  <a:pt x="1176" y="551"/>
                </a:lnTo>
                <a:lnTo>
                  <a:pt x="1177" y="631"/>
                </a:lnTo>
                <a:lnTo>
                  <a:pt x="1177" y="619"/>
                </a:lnTo>
                <a:lnTo>
                  <a:pt x="1177" y="652"/>
                </a:lnTo>
                <a:lnTo>
                  <a:pt x="1178" y="590"/>
                </a:lnTo>
                <a:lnTo>
                  <a:pt x="1178" y="642"/>
                </a:lnTo>
                <a:lnTo>
                  <a:pt x="1179" y="550"/>
                </a:lnTo>
                <a:lnTo>
                  <a:pt x="1179" y="695"/>
                </a:lnTo>
                <a:lnTo>
                  <a:pt x="1180" y="606"/>
                </a:lnTo>
                <a:lnTo>
                  <a:pt x="1180" y="565"/>
                </a:lnTo>
                <a:lnTo>
                  <a:pt x="1181" y="572"/>
                </a:lnTo>
                <a:lnTo>
                  <a:pt x="1181" y="432"/>
                </a:lnTo>
                <a:lnTo>
                  <a:pt x="1181" y="562"/>
                </a:lnTo>
                <a:lnTo>
                  <a:pt x="1182" y="633"/>
                </a:lnTo>
                <a:lnTo>
                  <a:pt x="1182" y="585"/>
                </a:lnTo>
                <a:lnTo>
                  <a:pt x="1182" y="667"/>
                </a:lnTo>
                <a:lnTo>
                  <a:pt x="1182" y="582"/>
                </a:lnTo>
                <a:lnTo>
                  <a:pt x="1183" y="616"/>
                </a:lnTo>
                <a:lnTo>
                  <a:pt x="1183" y="536"/>
                </a:lnTo>
                <a:lnTo>
                  <a:pt x="1183" y="601"/>
                </a:lnTo>
                <a:lnTo>
                  <a:pt x="1184" y="581"/>
                </a:lnTo>
                <a:lnTo>
                  <a:pt x="1184" y="602"/>
                </a:lnTo>
                <a:lnTo>
                  <a:pt x="1185" y="507"/>
                </a:lnTo>
                <a:lnTo>
                  <a:pt x="1185" y="587"/>
                </a:lnTo>
                <a:lnTo>
                  <a:pt x="1186" y="508"/>
                </a:lnTo>
                <a:lnTo>
                  <a:pt x="1186" y="546"/>
                </a:lnTo>
                <a:lnTo>
                  <a:pt x="1187" y="558"/>
                </a:lnTo>
                <a:lnTo>
                  <a:pt x="1187" y="562"/>
                </a:lnTo>
                <a:lnTo>
                  <a:pt x="1187" y="562"/>
                </a:lnTo>
                <a:lnTo>
                  <a:pt x="1188" y="631"/>
                </a:lnTo>
                <a:lnTo>
                  <a:pt x="1188" y="582"/>
                </a:lnTo>
                <a:lnTo>
                  <a:pt x="1189" y="552"/>
                </a:lnTo>
                <a:lnTo>
                  <a:pt x="1189" y="576"/>
                </a:lnTo>
                <a:lnTo>
                  <a:pt x="1190" y="608"/>
                </a:lnTo>
                <a:lnTo>
                  <a:pt x="1190" y="576"/>
                </a:lnTo>
                <a:lnTo>
                  <a:pt x="1190" y="540"/>
                </a:lnTo>
                <a:lnTo>
                  <a:pt x="1191" y="549"/>
                </a:lnTo>
                <a:lnTo>
                  <a:pt x="1191" y="576"/>
                </a:lnTo>
                <a:lnTo>
                  <a:pt x="1192" y="555"/>
                </a:lnTo>
                <a:lnTo>
                  <a:pt x="1192" y="582"/>
                </a:lnTo>
                <a:lnTo>
                  <a:pt x="1193" y="610"/>
                </a:lnTo>
                <a:lnTo>
                  <a:pt x="1193" y="593"/>
                </a:lnTo>
                <a:lnTo>
                  <a:pt x="1194" y="541"/>
                </a:lnTo>
                <a:lnTo>
                  <a:pt x="1194" y="580"/>
                </a:lnTo>
                <a:lnTo>
                  <a:pt x="1194" y="579"/>
                </a:lnTo>
                <a:lnTo>
                  <a:pt x="1195" y="580"/>
                </a:lnTo>
                <a:lnTo>
                  <a:pt x="1195" y="534"/>
                </a:lnTo>
                <a:lnTo>
                  <a:pt x="1196" y="539"/>
                </a:lnTo>
                <a:lnTo>
                  <a:pt x="1196" y="527"/>
                </a:lnTo>
                <a:lnTo>
                  <a:pt x="1197" y="576"/>
                </a:lnTo>
                <a:lnTo>
                  <a:pt x="1197" y="566"/>
                </a:lnTo>
                <a:lnTo>
                  <a:pt x="1198" y="604"/>
                </a:lnTo>
                <a:lnTo>
                  <a:pt x="1198" y="542"/>
                </a:lnTo>
                <a:lnTo>
                  <a:pt x="1198" y="597"/>
                </a:lnTo>
                <a:lnTo>
                  <a:pt x="1199" y="568"/>
                </a:lnTo>
                <a:lnTo>
                  <a:pt x="1199" y="595"/>
                </a:lnTo>
                <a:lnTo>
                  <a:pt x="1200" y="585"/>
                </a:lnTo>
                <a:lnTo>
                  <a:pt x="1200" y="589"/>
                </a:lnTo>
                <a:lnTo>
                  <a:pt x="1201" y="585"/>
                </a:lnTo>
                <a:lnTo>
                  <a:pt x="1201" y="584"/>
                </a:lnTo>
                <a:lnTo>
                  <a:pt x="1201" y="584"/>
                </a:lnTo>
                <a:lnTo>
                  <a:pt x="1202" y="555"/>
                </a:lnTo>
                <a:lnTo>
                  <a:pt x="1202" y="595"/>
                </a:lnTo>
                <a:lnTo>
                  <a:pt x="1203" y="568"/>
                </a:lnTo>
                <a:lnTo>
                  <a:pt x="1203" y="547"/>
                </a:lnTo>
                <a:lnTo>
                  <a:pt x="1204" y="583"/>
                </a:lnTo>
                <a:lnTo>
                  <a:pt x="1204" y="587"/>
                </a:lnTo>
                <a:lnTo>
                  <a:pt x="1205" y="577"/>
                </a:lnTo>
                <a:lnTo>
                  <a:pt x="1205" y="548"/>
                </a:lnTo>
                <a:lnTo>
                  <a:pt x="1205" y="568"/>
                </a:lnTo>
                <a:lnTo>
                  <a:pt x="1206" y="584"/>
                </a:lnTo>
                <a:lnTo>
                  <a:pt x="1206" y="562"/>
                </a:lnTo>
                <a:lnTo>
                  <a:pt x="1206" y="596"/>
                </a:lnTo>
                <a:lnTo>
                  <a:pt x="1206" y="559"/>
                </a:lnTo>
                <a:lnTo>
                  <a:pt x="1207" y="564"/>
                </a:lnTo>
                <a:lnTo>
                  <a:pt x="1207" y="580"/>
                </a:lnTo>
                <a:lnTo>
                  <a:pt x="1207" y="591"/>
                </a:lnTo>
                <a:lnTo>
                  <a:pt x="1208" y="592"/>
                </a:lnTo>
                <a:lnTo>
                  <a:pt x="1208" y="562"/>
                </a:lnTo>
                <a:lnTo>
                  <a:pt x="1209" y="549"/>
                </a:lnTo>
                <a:lnTo>
                  <a:pt x="1209" y="587"/>
                </a:lnTo>
                <a:lnTo>
                  <a:pt x="1210" y="565"/>
                </a:lnTo>
                <a:lnTo>
                  <a:pt x="1210" y="618"/>
                </a:lnTo>
                <a:lnTo>
                  <a:pt x="1211" y="587"/>
                </a:lnTo>
                <a:lnTo>
                  <a:pt x="1211" y="576"/>
                </a:lnTo>
                <a:lnTo>
                  <a:pt x="1211" y="594"/>
                </a:lnTo>
                <a:lnTo>
                  <a:pt x="1212" y="595"/>
                </a:lnTo>
                <a:lnTo>
                  <a:pt x="1212" y="589"/>
                </a:lnTo>
                <a:lnTo>
                  <a:pt x="1213" y="570"/>
                </a:lnTo>
                <a:lnTo>
                  <a:pt x="1213" y="581"/>
                </a:lnTo>
                <a:lnTo>
                  <a:pt x="1214" y="623"/>
                </a:lnTo>
                <a:lnTo>
                  <a:pt x="1214" y="621"/>
                </a:lnTo>
                <a:lnTo>
                  <a:pt x="1214" y="589"/>
                </a:lnTo>
                <a:lnTo>
                  <a:pt x="1215" y="568"/>
                </a:lnTo>
                <a:lnTo>
                  <a:pt x="1215" y="635"/>
                </a:lnTo>
                <a:lnTo>
                  <a:pt x="1216" y="588"/>
                </a:lnTo>
                <a:lnTo>
                  <a:pt x="1216" y="589"/>
                </a:lnTo>
                <a:lnTo>
                  <a:pt x="1217" y="550"/>
                </a:lnTo>
                <a:lnTo>
                  <a:pt x="1217" y="586"/>
                </a:lnTo>
                <a:lnTo>
                  <a:pt x="1218" y="571"/>
                </a:lnTo>
                <a:lnTo>
                  <a:pt x="1218" y="577"/>
                </a:lnTo>
                <a:lnTo>
                  <a:pt x="1218" y="624"/>
                </a:lnTo>
                <a:lnTo>
                  <a:pt x="1219" y="564"/>
                </a:lnTo>
                <a:lnTo>
                  <a:pt x="1219" y="576"/>
                </a:lnTo>
                <a:lnTo>
                  <a:pt x="1220" y="570"/>
                </a:lnTo>
                <a:lnTo>
                  <a:pt x="1220" y="500"/>
                </a:lnTo>
                <a:lnTo>
                  <a:pt x="1221" y="625"/>
                </a:lnTo>
                <a:lnTo>
                  <a:pt x="1221" y="546"/>
                </a:lnTo>
                <a:lnTo>
                  <a:pt x="1222" y="588"/>
                </a:lnTo>
                <a:lnTo>
                  <a:pt x="1222" y="577"/>
                </a:lnTo>
                <a:lnTo>
                  <a:pt x="1222" y="584"/>
                </a:lnTo>
                <a:lnTo>
                  <a:pt x="1223" y="592"/>
                </a:lnTo>
                <a:lnTo>
                  <a:pt x="1223" y="595"/>
                </a:lnTo>
                <a:lnTo>
                  <a:pt x="1224" y="577"/>
                </a:lnTo>
                <a:lnTo>
                  <a:pt x="1224" y="615"/>
                </a:lnTo>
                <a:lnTo>
                  <a:pt x="1225" y="569"/>
                </a:lnTo>
                <a:lnTo>
                  <a:pt x="1225" y="593"/>
                </a:lnTo>
                <a:lnTo>
                  <a:pt x="1225" y="609"/>
                </a:lnTo>
                <a:lnTo>
                  <a:pt x="1226" y="594"/>
                </a:lnTo>
                <a:lnTo>
                  <a:pt x="1226" y="560"/>
                </a:lnTo>
                <a:lnTo>
                  <a:pt x="1227" y="597"/>
                </a:lnTo>
                <a:lnTo>
                  <a:pt x="1227" y="579"/>
                </a:lnTo>
                <a:lnTo>
                  <a:pt x="1228" y="602"/>
                </a:lnTo>
                <a:lnTo>
                  <a:pt x="1228" y="571"/>
                </a:lnTo>
                <a:lnTo>
                  <a:pt x="1229" y="573"/>
                </a:lnTo>
                <a:lnTo>
                  <a:pt x="1229" y="549"/>
                </a:lnTo>
                <a:lnTo>
                  <a:pt x="1229" y="591"/>
                </a:lnTo>
                <a:lnTo>
                  <a:pt x="1230" y="574"/>
                </a:lnTo>
                <a:lnTo>
                  <a:pt x="1230" y="586"/>
                </a:lnTo>
                <a:lnTo>
                  <a:pt x="1230" y="562"/>
                </a:lnTo>
                <a:lnTo>
                  <a:pt x="1230" y="604"/>
                </a:lnTo>
                <a:lnTo>
                  <a:pt x="1231" y="574"/>
                </a:lnTo>
                <a:lnTo>
                  <a:pt x="1231" y="593"/>
                </a:lnTo>
                <a:lnTo>
                  <a:pt x="1231" y="591"/>
                </a:lnTo>
                <a:lnTo>
                  <a:pt x="1232" y="587"/>
                </a:lnTo>
                <a:lnTo>
                  <a:pt x="1232" y="585"/>
                </a:lnTo>
                <a:lnTo>
                  <a:pt x="1233" y="592"/>
                </a:lnTo>
                <a:lnTo>
                  <a:pt x="1233" y="586"/>
                </a:lnTo>
                <a:lnTo>
                  <a:pt x="1234" y="558"/>
                </a:lnTo>
                <a:lnTo>
                  <a:pt x="1234" y="570"/>
                </a:lnTo>
                <a:lnTo>
                  <a:pt x="1235" y="573"/>
                </a:lnTo>
                <a:lnTo>
                  <a:pt x="1235" y="601"/>
                </a:lnTo>
                <a:lnTo>
                  <a:pt x="1235" y="610"/>
                </a:lnTo>
                <a:lnTo>
                  <a:pt x="1236" y="572"/>
                </a:lnTo>
                <a:lnTo>
                  <a:pt x="1236" y="574"/>
                </a:lnTo>
                <a:lnTo>
                  <a:pt x="1237" y="562"/>
                </a:lnTo>
                <a:lnTo>
                  <a:pt x="1237" y="605"/>
                </a:lnTo>
                <a:lnTo>
                  <a:pt x="1238" y="597"/>
                </a:lnTo>
                <a:lnTo>
                  <a:pt x="1238" y="626"/>
                </a:lnTo>
                <a:lnTo>
                  <a:pt x="1238" y="601"/>
                </a:lnTo>
                <a:lnTo>
                  <a:pt x="1239" y="572"/>
                </a:lnTo>
                <a:lnTo>
                  <a:pt x="1239" y="602"/>
                </a:lnTo>
                <a:lnTo>
                  <a:pt x="1240" y="580"/>
                </a:lnTo>
                <a:lnTo>
                  <a:pt x="1240" y="597"/>
                </a:lnTo>
                <a:lnTo>
                  <a:pt x="1241" y="586"/>
                </a:lnTo>
                <a:lnTo>
                  <a:pt x="1241" y="616"/>
                </a:lnTo>
                <a:lnTo>
                  <a:pt x="1242" y="591"/>
                </a:lnTo>
                <a:lnTo>
                  <a:pt x="1242" y="655"/>
                </a:lnTo>
                <a:lnTo>
                  <a:pt x="1242" y="597"/>
                </a:lnTo>
                <a:lnTo>
                  <a:pt x="1243" y="627"/>
                </a:lnTo>
                <a:lnTo>
                  <a:pt x="1243" y="568"/>
                </a:lnTo>
                <a:lnTo>
                  <a:pt x="1244" y="577"/>
                </a:lnTo>
                <a:lnTo>
                  <a:pt x="1244" y="584"/>
                </a:lnTo>
                <a:lnTo>
                  <a:pt x="1245" y="562"/>
                </a:lnTo>
                <a:lnTo>
                  <a:pt x="1245" y="612"/>
                </a:lnTo>
                <a:lnTo>
                  <a:pt x="1246" y="557"/>
                </a:lnTo>
                <a:lnTo>
                  <a:pt x="1246" y="573"/>
                </a:lnTo>
                <a:lnTo>
                  <a:pt x="1246" y="598"/>
                </a:lnTo>
                <a:lnTo>
                  <a:pt x="1247" y="569"/>
                </a:lnTo>
                <a:lnTo>
                  <a:pt x="1247" y="615"/>
                </a:lnTo>
                <a:lnTo>
                  <a:pt x="1248" y="610"/>
                </a:lnTo>
                <a:lnTo>
                  <a:pt x="1248" y="605"/>
                </a:lnTo>
                <a:lnTo>
                  <a:pt x="1249" y="603"/>
                </a:lnTo>
                <a:lnTo>
                  <a:pt x="1249" y="614"/>
                </a:lnTo>
                <a:lnTo>
                  <a:pt x="1249" y="566"/>
                </a:lnTo>
                <a:lnTo>
                  <a:pt x="1250" y="597"/>
                </a:lnTo>
                <a:lnTo>
                  <a:pt x="1250" y="585"/>
                </a:lnTo>
                <a:lnTo>
                  <a:pt x="1251" y="604"/>
                </a:lnTo>
                <a:lnTo>
                  <a:pt x="1251" y="629"/>
                </a:lnTo>
                <a:lnTo>
                  <a:pt x="1252" y="586"/>
                </a:lnTo>
                <a:lnTo>
                  <a:pt x="1252" y="631"/>
                </a:lnTo>
                <a:lnTo>
                  <a:pt x="1253" y="592"/>
                </a:lnTo>
                <a:lnTo>
                  <a:pt x="1253" y="619"/>
                </a:lnTo>
                <a:lnTo>
                  <a:pt x="1253" y="549"/>
                </a:lnTo>
                <a:lnTo>
                  <a:pt x="1254" y="571"/>
                </a:lnTo>
                <a:lnTo>
                  <a:pt x="1254" y="587"/>
                </a:lnTo>
                <a:lnTo>
                  <a:pt x="1254" y="563"/>
                </a:lnTo>
                <a:lnTo>
                  <a:pt x="1254" y="607"/>
                </a:lnTo>
                <a:lnTo>
                  <a:pt x="1255" y="578"/>
                </a:lnTo>
                <a:lnTo>
                  <a:pt x="1255" y="585"/>
                </a:lnTo>
                <a:lnTo>
                  <a:pt x="1255" y="584"/>
                </a:lnTo>
                <a:lnTo>
                  <a:pt x="1256" y="562"/>
                </a:lnTo>
                <a:lnTo>
                  <a:pt x="1256" y="573"/>
                </a:lnTo>
                <a:lnTo>
                  <a:pt x="1257" y="582"/>
                </a:lnTo>
                <a:lnTo>
                  <a:pt x="1257" y="622"/>
                </a:lnTo>
                <a:lnTo>
                  <a:pt x="1258" y="607"/>
                </a:lnTo>
                <a:lnTo>
                  <a:pt x="1258" y="589"/>
                </a:lnTo>
                <a:lnTo>
                  <a:pt x="1259" y="585"/>
                </a:lnTo>
                <a:lnTo>
                  <a:pt x="1259" y="610"/>
                </a:lnTo>
                <a:lnTo>
                  <a:pt x="1259" y="537"/>
                </a:lnTo>
                <a:lnTo>
                  <a:pt x="1260" y="555"/>
                </a:lnTo>
                <a:lnTo>
                  <a:pt x="1260" y="573"/>
                </a:lnTo>
                <a:lnTo>
                  <a:pt x="1261" y="584"/>
                </a:lnTo>
                <a:lnTo>
                  <a:pt x="1261" y="589"/>
                </a:lnTo>
                <a:lnTo>
                  <a:pt x="1262" y="604"/>
                </a:lnTo>
                <a:lnTo>
                  <a:pt x="1262" y="583"/>
                </a:lnTo>
                <a:lnTo>
                  <a:pt x="1262" y="579"/>
                </a:lnTo>
                <a:lnTo>
                  <a:pt x="1263" y="610"/>
                </a:lnTo>
                <a:lnTo>
                  <a:pt x="1263" y="576"/>
                </a:lnTo>
                <a:lnTo>
                  <a:pt x="1264" y="586"/>
                </a:lnTo>
                <a:lnTo>
                  <a:pt x="1264" y="622"/>
                </a:lnTo>
                <a:lnTo>
                  <a:pt x="1265" y="600"/>
                </a:lnTo>
                <a:lnTo>
                  <a:pt x="1265" y="590"/>
                </a:lnTo>
                <a:lnTo>
                  <a:pt x="1266" y="542"/>
                </a:lnTo>
                <a:lnTo>
                  <a:pt x="1266" y="570"/>
                </a:lnTo>
                <a:lnTo>
                  <a:pt x="1266" y="609"/>
                </a:lnTo>
                <a:lnTo>
                  <a:pt x="1267" y="570"/>
                </a:lnTo>
                <a:lnTo>
                  <a:pt x="1267" y="612"/>
                </a:lnTo>
                <a:lnTo>
                  <a:pt x="1268" y="558"/>
                </a:lnTo>
                <a:lnTo>
                  <a:pt x="1268" y="589"/>
                </a:lnTo>
                <a:lnTo>
                  <a:pt x="1269" y="582"/>
                </a:lnTo>
                <a:lnTo>
                  <a:pt x="1269" y="552"/>
                </a:lnTo>
                <a:lnTo>
                  <a:pt x="1270" y="606"/>
                </a:lnTo>
                <a:lnTo>
                  <a:pt x="1270" y="608"/>
                </a:lnTo>
                <a:lnTo>
                  <a:pt x="1270" y="590"/>
                </a:lnTo>
                <a:lnTo>
                  <a:pt x="1271" y="557"/>
                </a:lnTo>
                <a:lnTo>
                  <a:pt x="1271" y="609"/>
                </a:lnTo>
                <a:lnTo>
                  <a:pt x="1272" y="635"/>
                </a:lnTo>
                <a:lnTo>
                  <a:pt x="1272" y="586"/>
                </a:lnTo>
                <a:lnTo>
                  <a:pt x="1273" y="565"/>
                </a:lnTo>
                <a:lnTo>
                  <a:pt x="1273" y="552"/>
                </a:lnTo>
                <a:lnTo>
                  <a:pt x="1273" y="586"/>
                </a:lnTo>
                <a:lnTo>
                  <a:pt x="1274" y="585"/>
                </a:lnTo>
                <a:lnTo>
                  <a:pt x="1274" y="552"/>
                </a:lnTo>
                <a:lnTo>
                  <a:pt x="1275" y="614"/>
                </a:lnTo>
                <a:lnTo>
                  <a:pt x="1275" y="584"/>
                </a:lnTo>
                <a:lnTo>
                  <a:pt x="1276" y="571"/>
                </a:lnTo>
                <a:lnTo>
                  <a:pt x="1276" y="565"/>
                </a:lnTo>
                <a:lnTo>
                  <a:pt x="1277" y="586"/>
                </a:lnTo>
                <a:lnTo>
                  <a:pt x="1277" y="574"/>
                </a:lnTo>
                <a:lnTo>
                  <a:pt x="1277" y="626"/>
                </a:lnTo>
                <a:lnTo>
                  <a:pt x="1278" y="587"/>
                </a:lnTo>
                <a:lnTo>
                  <a:pt x="1278" y="564"/>
                </a:lnTo>
                <a:lnTo>
                  <a:pt x="1278" y="594"/>
                </a:lnTo>
                <a:lnTo>
                  <a:pt x="1278" y="572"/>
                </a:lnTo>
                <a:lnTo>
                  <a:pt x="1279" y="564"/>
                </a:lnTo>
                <a:lnTo>
                  <a:pt x="1279" y="581"/>
                </a:lnTo>
                <a:lnTo>
                  <a:pt x="1279" y="569"/>
                </a:lnTo>
                <a:lnTo>
                  <a:pt x="1280" y="593"/>
                </a:lnTo>
                <a:lnTo>
                  <a:pt x="1280" y="577"/>
                </a:lnTo>
                <a:lnTo>
                  <a:pt x="1281" y="561"/>
                </a:lnTo>
                <a:lnTo>
                  <a:pt x="1281" y="569"/>
                </a:lnTo>
                <a:lnTo>
                  <a:pt x="1282" y="585"/>
                </a:lnTo>
                <a:lnTo>
                  <a:pt x="1282" y="568"/>
                </a:lnTo>
                <a:lnTo>
                  <a:pt x="1283" y="558"/>
                </a:lnTo>
                <a:lnTo>
                  <a:pt x="1283" y="615"/>
                </a:lnTo>
                <a:lnTo>
                  <a:pt x="1283" y="548"/>
                </a:lnTo>
                <a:lnTo>
                  <a:pt x="1284" y="580"/>
                </a:lnTo>
                <a:lnTo>
                  <a:pt x="1284" y="563"/>
                </a:lnTo>
                <a:lnTo>
                  <a:pt x="1285" y="547"/>
                </a:lnTo>
                <a:lnTo>
                  <a:pt x="1285" y="601"/>
                </a:lnTo>
                <a:lnTo>
                  <a:pt x="1286" y="587"/>
                </a:lnTo>
                <a:lnTo>
                  <a:pt x="1286" y="578"/>
                </a:lnTo>
                <a:lnTo>
                  <a:pt x="1286" y="588"/>
                </a:lnTo>
                <a:lnTo>
                  <a:pt x="1287" y="537"/>
                </a:lnTo>
                <a:lnTo>
                  <a:pt x="1287" y="590"/>
                </a:lnTo>
                <a:lnTo>
                  <a:pt x="1288" y="584"/>
                </a:lnTo>
                <a:lnTo>
                  <a:pt x="1288" y="568"/>
                </a:lnTo>
                <a:lnTo>
                  <a:pt x="1289" y="598"/>
                </a:lnTo>
                <a:lnTo>
                  <a:pt x="1289" y="581"/>
                </a:lnTo>
                <a:lnTo>
                  <a:pt x="1290" y="566"/>
                </a:lnTo>
                <a:lnTo>
                  <a:pt x="1290" y="580"/>
                </a:lnTo>
                <a:lnTo>
                  <a:pt x="1290" y="575"/>
                </a:lnTo>
                <a:lnTo>
                  <a:pt x="1291" y="585"/>
                </a:lnTo>
                <a:lnTo>
                  <a:pt x="1291" y="605"/>
                </a:lnTo>
                <a:lnTo>
                  <a:pt x="1292" y="567"/>
                </a:lnTo>
                <a:lnTo>
                  <a:pt x="1292" y="537"/>
                </a:lnTo>
                <a:lnTo>
                  <a:pt x="1293" y="573"/>
                </a:lnTo>
                <a:lnTo>
                  <a:pt x="1293" y="569"/>
                </a:lnTo>
                <a:lnTo>
                  <a:pt x="1294" y="560"/>
                </a:lnTo>
                <a:lnTo>
                  <a:pt x="1294" y="601"/>
                </a:lnTo>
                <a:lnTo>
                  <a:pt x="1294" y="539"/>
                </a:lnTo>
                <a:lnTo>
                  <a:pt x="1295" y="570"/>
                </a:lnTo>
                <a:lnTo>
                  <a:pt x="1295" y="541"/>
                </a:lnTo>
                <a:lnTo>
                  <a:pt x="1296" y="590"/>
                </a:lnTo>
                <a:lnTo>
                  <a:pt x="1296" y="537"/>
                </a:lnTo>
                <a:lnTo>
                  <a:pt x="1297" y="560"/>
                </a:lnTo>
                <a:lnTo>
                  <a:pt x="1297" y="564"/>
                </a:lnTo>
                <a:lnTo>
                  <a:pt x="1297" y="571"/>
                </a:lnTo>
                <a:lnTo>
                  <a:pt x="1298" y="582"/>
                </a:lnTo>
                <a:lnTo>
                  <a:pt x="1298" y="552"/>
                </a:lnTo>
                <a:lnTo>
                  <a:pt x="1299" y="574"/>
                </a:lnTo>
                <a:lnTo>
                  <a:pt x="1299" y="618"/>
                </a:lnTo>
                <a:lnTo>
                  <a:pt x="1300" y="601"/>
                </a:lnTo>
                <a:lnTo>
                  <a:pt x="1300" y="582"/>
                </a:lnTo>
                <a:lnTo>
                  <a:pt x="1301" y="572"/>
                </a:lnTo>
                <a:lnTo>
                  <a:pt x="1301" y="580"/>
                </a:lnTo>
                <a:lnTo>
                  <a:pt x="1301" y="554"/>
                </a:lnTo>
                <a:lnTo>
                  <a:pt x="1302" y="619"/>
                </a:lnTo>
                <a:lnTo>
                  <a:pt x="1302" y="576"/>
                </a:lnTo>
                <a:lnTo>
                  <a:pt x="1302" y="617"/>
                </a:lnTo>
                <a:lnTo>
                  <a:pt x="1302" y="564"/>
                </a:lnTo>
                <a:lnTo>
                  <a:pt x="1303" y="582"/>
                </a:lnTo>
                <a:lnTo>
                  <a:pt x="1303" y="572"/>
                </a:lnTo>
                <a:lnTo>
                  <a:pt x="1303" y="599"/>
                </a:lnTo>
                <a:lnTo>
                  <a:pt x="1304" y="555"/>
                </a:lnTo>
                <a:lnTo>
                  <a:pt x="1304" y="560"/>
                </a:lnTo>
                <a:lnTo>
                  <a:pt x="1305" y="570"/>
                </a:lnTo>
                <a:lnTo>
                  <a:pt x="1305" y="585"/>
                </a:lnTo>
                <a:lnTo>
                  <a:pt x="1306" y="570"/>
                </a:lnTo>
                <a:lnTo>
                  <a:pt x="1306" y="597"/>
                </a:lnTo>
                <a:lnTo>
                  <a:pt x="1307" y="565"/>
                </a:lnTo>
                <a:lnTo>
                  <a:pt x="1307" y="549"/>
                </a:lnTo>
                <a:lnTo>
                  <a:pt x="1307" y="562"/>
                </a:lnTo>
                <a:lnTo>
                  <a:pt x="1308" y="599"/>
                </a:lnTo>
                <a:lnTo>
                  <a:pt x="1308" y="577"/>
                </a:lnTo>
                <a:lnTo>
                  <a:pt x="1309" y="611"/>
                </a:lnTo>
                <a:lnTo>
                  <a:pt x="1309" y="573"/>
                </a:lnTo>
                <a:lnTo>
                  <a:pt x="1310" y="576"/>
                </a:lnTo>
                <a:lnTo>
                  <a:pt x="1310" y="624"/>
                </a:lnTo>
                <a:lnTo>
                  <a:pt x="1310" y="610"/>
                </a:lnTo>
                <a:lnTo>
                  <a:pt x="1311" y="592"/>
                </a:lnTo>
                <a:lnTo>
                  <a:pt x="1311" y="593"/>
                </a:lnTo>
                <a:lnTo>
                  <a:pt x="1312" y="611"/>
                </a:lnTo>
                <a:lnTo>
                  <a:pt x="1312" y="579"/>
                </a:lnTo>
                <a:lnTo>
                  <a:pt x="1313" y="583"/>
                </a:lnTo>
                <a:lnTo>
                  <a:pt x="1313" y="591"/>
                </a:lnTo>
                <a:lnTo>
                  <a:pt x="1314" y="604"/>
                </a:lnTo>
                <a:lnTo>
                  <a:pt x="1314" y="566"/>
                </a:lnTo>
                <a:lnTo>
                  <a:pt x="1314" y="554"/>
                </a:lnTo>
                <a:lnTo>
                  <a:pt x="1315" y="599"/>
                </a:lnTo>
                <a:lnTo>
                  <a:pt x="1315" y="602"/>
                </a:lnTo>
                <a:lnTo>
                  <a:pt x="1316" y="579"/>
                </a:lnTo>
                <a:lnTo>
                  <a:pt x="1316" y="597"/>
                </a:lnTo>
                <a:lnTo>
                  <a:pt x="1317" y="592"/>
                </a:lnTo>
                <a:lnTo>
                  <a:pt x="1317" y="575"/>
                </a:lnTo>
                <a:lnTo>
                  <a:pt x="1318" y="630"/>
                </a:lnTo>
                <a:lnTo>
                  <a:pt x="1318" y="563"/>
                </a:lnTo>
                <a:lnTo>
                  <a:pt x="1318" y="589"/>
                </a:lnTo>
                <a:lnTo>
                  <a:pt x="1319" y="599"/>
                </a:lnTo>
                <a:lnTo>
                  <a:pt x="1319" y="593"/>
                </a:lnTo>
                <a:lnTo>
                  <a:pt x="1320" y="592"/>
                </a:lnTo>
                <a:lnTo>
                  <a:pt x="1320" y="627"/>
                </a:lnTo>
                <a:lnTo>
                  <a:pt x="1321" y="561"/>
                </a:lnTo>
                <a:lnTo>
                  <a:pt x="1321" y="591"/>
                </a:lnTo>
                <a:lnTo>
                  <a:pt x="1321" y="583"/>
                </a:lnTo>
                <a:lnTo>
                  <a:pt x="1322" y="572"/>
                </a:lnTo>
                <a:lnTo>
                  <a:pt x="1322" y="613"/>
                </a:lnTo>
                <a:lnTo>
                  <a:pt x="1323" y="583"/>
                </a:lnTo>
                <a:lnTo>
                  <a:pt x="1323" y="598"/>
                </a:lnTo>
                <a:lnTo>
                  <a:pt x="1324" y="575"/>
                </a:lnTo>
                <a:lnTo>
                  <a:pt x="1324" y="636"/>
                </a:lnTo>
                <a:lnTo>
                  <a:pt x="1325" y="595"/>
                </a:lnTo>
                <a:lnTo>
                  <a:pt x="1325" y="606"/>
                </a:lnTo>
                <a:lnTo>
                  <a:pt x="1325" y="584"/>
                </a:lnTo>
                <a:lnTo>
                  <a:pt x="1326" y="584"/>
                </a:lnTo>
                <a:lnTo>
                  <a:pt x="1326" y="608"/>
                </a:lnTo>
                <a:lnTo>
                  <a:pt x="1326" y="608"/>
                </a:lnTo>
                <a:lnTo>
                  <a:pt x="1326" y="595"/>
                </a:lnTo>
                <a:lnTo>
                  <a:pt x="1327" y="611"/>
                </a:lnTo>
                <a:lnTo>
                  <a:pt x="1327" y="576"/>
                </a:lnTo>
                <a:lnTo>
                  <a:pt x="1327" y="601"/>
                </a:lnTo>
                <a:lnTo>
                  <a:pt x="1328" y="653"/>
                </a:lnTo>
                <a:lnTo>
                  <a:pt x="1328" y="601"/>
                </a:lnTo>
                <a:lnTo>
                  <a:pt x="1329" y="614"/>
                </a:lnTo>
                <a:lnTo>
                  <a:pt x="1329" y="627"/>
                </a:lnTo>
                <a:lnTo>
                  <a:pt x="1330" y="618"/>
                </a:lnTo>
                <a:lnTo>
                  <a:pt x="1330" y="590"/>
                </a:lnTo>
                <a:lnTo>
                  <a:pt x="1331" y="565"/>
                </a:lnTo>
                <a:lnTo>
                  <a:pt x="1331" y="586"/>
                </a:lnTo>
                <a:lnTo>
                  <a:pt x="1331" y="605"/>
                </a:lnTo>
                <a:lnTo>
                  <a:pt x="1332" y="583"/>
                </a:lnTo>
                <a:lnTo>
                  <a:pt x="1332" y="602"/>
                </a:lnTo>
                <a:lnTo>
                  <a:pt x="1333" y="607"/>
                </a:lnTo>
                <a:lnTo>
                  <a:pt x="1333" y="616"/>
                </a:lnTo>
                <a:lnTo>
                  <a:pt x="1334" y="628"/>
                </a:lnTo>
                <a:lnTo>
                  <a:pt x="1334" y="600"/>
                </a:lnTo>
                <a:lnTo>
                  <a:pt x="1335" y="588"/>
                </a:lnTo>
                <a:lnTo>
                  <a:pt x="1335" y="593"/>
                </a:lnTo>
                <a:lnTo>
                  <a:pt x="1335" y="600"/>
                </a:lnTo>
                <a:lnTo>
                  <a:pt x="1336" y="610"/>
                </a:lnTo>
                <a:lnTo>
                  <a:pt x="1336" y="578"/>
                </a:lnTo>
                <a:lnTo>
                  <a:pt x="1337" y="618"/>
                </a:lnTo>
                <a:lnTo>
                  <a:pt x="1337" y="574"/>
                </a:lnTo>
                <a:lnTo>
                  <a:pt x="1338" y="610"/>
                </a:lnTo>
                <a:lnTo>
                  <a:pt x="1338" y="606"/>
                </a:lnTo>
                <a:lnTo>
                  <a:pt x="1338" y="620"/>
                </a:lnTo>
                <a:lnTo>
                  <a:pt x="1339" y="600"/>
                </a:lnTo>
                <a:lnTo>
                  <a:pt x="1339" y="569"/>
                </a:lnTo>
                <a:lnTo>
                  <a:pt x="1340" y="578"/>
                </a:lnTo>
                <a:lnTo>
                  <a:pt x="1340" y="568"/>
                </a:lnTo>
                <a:lnTo>
                  <a:pt x="1341" y="578"/>
                </a:lnTo>
                <a:lnTo>
                  <a:pt x="1341" y="610"/>
                </a:lnTo>
                <a:lnTo>
                  <a:pt x="1342" y="595"/>
                </a:lnTo>
                <a:lnTo>
                  <a:pt x="1342" y="604"/>
                </a:lnTo>
                <a:lnTo>
                  <a:pt x="1342" y="560"/>
                </a:lnTo>
                <a:lnTo>
                  <a:pt x="1343" y="611"/>
                </a:lnTo>
                <a:lnTo>
                  <a:pt x="1343" y="568"/>
                </a:lnTo>
                <a:lnTo>
                  <a:pt x="1344" y="568"/>
                </a:lnTo>
                <a:lnTo>
                  <a:pt x="1344" y="548"/>
                </a:lnTo>
                <a:lnTo>
                  <a:pt x="1345" y="594"/>
                </a:lnTo>
                <a:lnTo>
                  <a:pt x="1345" y="571"/>
                </a:lnTo>
                <a:lnTo>
                  <a:pt x="1345" y="537"/>
                </a:lnTo>
                <a:lnTo>
                  <a:pt x="1346" y="598"/>
                </a:lnTo>
                <a:lnTo>
                  <a:pt x="1346" y="616"/>
                </a:lnTo>
                <a:lnTo>
                  <a:pt x="1347" y="623"/>
                </a:lnTo>
                <a:lnTo>
                  <a:pt x="1347" y="569"/>
                </a:lnTo>
                <a:lnTo>
                  <a:pt x="1348" y="622"/>
                </a:lnTo>
                <a:lnTo>
                  <a:pt x="1348" y="591"/>
                </a:lnTo>
                <a:lnTo>
                  <a:pt x="1349" y="574"/>
                </a:lnTo>
                <a:lnTo>
                  <a:pt x="1349" y="579"/>
                </a:lnTo>
                <a:lnTo>
                  <a:pt x="1349" y="573"/>
                </a:lnTo>
                <a:lnTo>
                  <a:pt x="1350" y="577"/>
                </a:lnTo>
                <a:lnTo>
                  <a:pt x="1350" y="555"/>
                </a:lnTo>
                <a:lnTo>
                  <a:pt x="1351" y="601"/>
                </a:lnTo>
                <a:lnTo>
                  <a:pt x="1351" y="595"/>
                </a:lnTo>
                <a:lnTo>
                  <a:pt x="1351" y="597"/>
                </a:lnTo>
                <a:lnTo>
                  <a:pt x="1351" y="563"/>
                </a:lnTo>
                <a:lnTo>
                  <a:pt x="1351" y="562"/>
                </a:lnTo>
                <a:lnTo>
                  <a:pt x="1352" y="570"/>
                </a:lnTo>
                <a:lnTo>
                  <a:pt x="1352" y="555"/>
                </a:lnTo>
                <a:lnTo>
                  <a:pt x="1353" y="604"/>
                </a:lnTo>
                <a:lnTo>
                  <a:pt x="1353" y="544"/>
                </a:lnTo>
                <a:lnTo>
                  <a:pt x="1354" y="547"/>
                </a:lnTo>
                <a:lnTo>
                  <a:pt x="1354" y="562"/>
                </a:lnTo>
                <a:lnTo>
                  <a:pt x="1355" y="541"/>
                </a:lnTo>
                <a:lnTo>
                  <a:pt x="1355" y="611"/>
                </a:lnTo>
                <a:lnTo>
                  <a:pt x="1355" y="588"/>
                </a:lnTo>
                <a:lnTo>
                  <a:pt x="1356" y="592"/>
                </a:lnTo>
                <a:lnTo>
                  <a:pt x="1356" y="562"/>
                </a:lnTo>
                <a:lnTo>
                  <a:pt x="1357" y="598"/>
                </a:lnTo>
                <a:lnTo>
                  <a:pt x="1357" y="561"/>
                </a:lnTo>
                <a:lnTo>
                  <a:pt x="1358" y="548"/>
                </a:lnTo>
                <a:lnTo>
                  <a:pt x="1358" y="562"/>
                </a:lnTo>
                <a:lnTo>
                  <a:pt x="1359" y="569"/>
                </a:lnTo>
                <a:lnTo>
                  <a:pt x="1359" y="596"/>
                </a:lnTo>
                <a:lnTo>
                  <a:pt x="1359" y="592"/>
                </a:lnTo>
                <a:lnTo>
                  <a:pt x="1360" y="549"/>
                </a:lnTo>
                <a:lnTo>
                  <a:pt x="1360" y="559"/>
                </a:lnTo>
                <a:lnTo>
                  <a:pt x="1361" y="575"/>
                </a:lnTo>
                <a:lnTo>
                  <a:pt x="1361" y="583"/>
                </a:lnTo>
                <a:lnTo>
                  <a:pt x="1362" y="616"/>
                </a:lnTo>
                <a:lnTo>
                  <a:pt x="1362" y="596"/>
                </a:lnTo>
                <a:lnTo>
                  <a:pt x="1362" y="534"/>
                </a:lnTo>
                <a:lnTo>
                  <a:pt x="1363" y="600"/>
                </a:lnTo>
                <a:lnTo>
                  <a:pt x="1363" y="569"/>
                </a:lnTo>
                <a:lnTo>
                  <a:pt x="1364" y="552"/>
                </a:lnTo>
                <a:lnTo>
                  <a:pt x="1364" y="599"/>
                </a:lnTo>
                <a:lnTo>
                  <a:pt x="1365" y="569"/>
                </a:lnTo>
                <a:lnTo>
                  <a:pt x="1365" y="554"/>
                </a:lnTo>
                <a:lnTo>
                  <a:pt x="1366" y="572"/>
                </a:lnTo>
                <a:lnTo>
                  <a:pt x="1366" y="513"/>
                </a:lnTo>
                <a:lnTo>
                  <a:pt x="1366" y="608"/>
                </a:lnTo>
                <a:lnTo>
                  <a:pt x="1367" y="551"/>
                </a:lnTo>
                <a:lnTo>
                  <a:pt x="1367" y="576"/>
                </a:lnTo>
                <a:lnTo>
                  <a:pt x="1368" y="557"/>
                </a:lnTo>
                <a:lnTo>
                  <a:pt x="1368" y="563"/>
                </a:lnTo>
                <a:lnTo>
                  <a:pt x="1369" y="587"/>
                </a:lnTo>
                <a:lnTo>
                  <a:pt x="1369" y="567"/>
                </a:lnTo>
                <a:lnTo>
                  <a:pt x="1369" y="610"/>
                </a:lnTo>
                <a:lnTo>
                  <a:pt x="1370" y="560"/>
                </a:lnTo>
                <a:lnTo>
                  <a:pt x="1370" y="566"/>
                </a:lnTo>
                <a:lnTo>
                  <a:pt x="1371" y="559"/>
                </a:lnTo>
                <a:lnTo>
                  <a:pt x="1371" y="550"/>
                </a:lnTo>
                <a:lnTo>
                  <a:pt x="1372" y="564"/>
                </a:lnTo>
                <a:lnTo>
                  <a:pt x="1372" y="569"/>
                </a:lnTo>
                <a:lnTo>
                  <a:pt x="1373" y="590"/>
                </a:lnTo>
                <a:lnTo>
                  <a:pt x="1373" y="587"/>
                </a:lnTo>
                <a:lnTo>
                  <a:pt x="1373" y="548"/>
                </a:lnTo>
                <a:lnTo>
                  <a:pt x="1374" y="543"/>
                </a:lnTo>
                <a:lnTo>
                  <a:pt x="1374" y="578"/>
                </a:lnTo>
                <a:lnTo>
                  <a:pt x="1375" y="572"/>
                </a:lnTo>
                <a:lnTo>
                  <a:pt x="1375" y="592"/>
                </a:lnTo>
                <a:lnTo>
                  <a:pt x="1375" y="549"/>
                </a:lnTo>
                <a:lnTo>
                  <a:pt x="1375" y="560"/>
                </a:lnTo>
                <a:lnTo>
                  <a:pt x="1375" y="534"/>
                </a:lnTo>
                <a:lnTo>
                  <a:pt x="1376" y="592"/>
                </a:lnTo>
                <a:lnTo>
                  <a:pt x="1376" y="582"/>
                </a:lnTo>
                <a:lnTo>
                  <a:pt x="1377" y="569"/>
                </a:lnTo>
                <a:lnTo>
                  <a:pt x="1377" y="561"/>
                </a:lnTo>
                <a:lnTo>
                  <a:pt x="1378" y="579"/>
                </a:lnTo>
                <a:lnTo>
                  <a:pt x="1378" y="592"/>
                </a:lnTo>
                <a:lnTo>
                  <a:pt x="1379" y="557"/>
                </a:lnTo>
                <a:lnTo>
                  <a:pt x="1379" y="560"/>
                </a:lnTo>
                <a:lnTo>
                  <a:pt x="1379" y="594"/>
                </a:lnTo>
                <a:lnTo>
                  <a:pt x="1380" y="547"/>
                </a:lnTo>
                <a:lnTo>
                  <a:pt x="1380" y="551"/>
                </a:lnTo>
                <a:lnTo>
                  <a:pt x="1381" y="573"/>
                </a:lnTo>
                <a:lnTo>
                  <a:pt x="1381" y="575"/>
                </a:lnTo>
                <a:lnTo>
                  <a:pt x="1382" y="565"/>
                </a:lnTo>
                <a:lnTo>
                  <a:pt x="1382" y="594"/>
                </a:lnTo>
                <a:lnTo>
                  <a:pt x="1383" y="576"/>
                </a:lnTo>
                <a:lnTo>
                  <a:pt x="1383" y="622"/>
                </a:lnTo>
                <a:lnTo>
                  <a:pt x="1383" y="560"/>
                </a:lnTo>
                <a:lnTo>
                  <a:pt x="1384" y="610"/>
                </a:lnTo>
                <a:lnTo>
                  <a:pt x="1384" y="547"/>
                </a:lnTo>
                <a:lnTo>
                  <a:pt x="1385" y="586"/>
                </a:lnTo>
                <a:lnTo>
                  <a:pt x="1385" y="583"/>
                </a:lnTo>
                <a:lnTo>
                  <a:pt x="1386" y="592"/>
                </a:lnTo>
                <a:lnTo>
                  <a:pt x="1386" y="586"/>
                </a:lnTo>
                <a:lnTo>
                  <a:pt x="1386" y="550"/>
                </a:lnTo>
                <a:lnTo>
                  <a:pt x="1387" y="632"/>
                </a:lnTo>
                <a:lnTo>
                  <a:pt x="1387" y="554"/>
                </a:lnTo>
                <a:lnTo>
                  <a:pt x="1388" y="573"/>
                </a:lnTo>
                <a:lnTo>
                  <a:pt x="1388" y="606"/>
                </a:lnTo>
                <a:lnTo>
                  <a:pt x="1389" y="604"/>
                </a:lnTo>
                <a:lnTo>
                  <a:pt x="1389" y="547"/>
                </a:lnTo>
                <a:lnTo>
                  <a:pt x="1390" y="601"/>
                </a:lnTo>
                <a:lnTo>
                  <a:pt x="1390" y="606"/>
                </a:lnTo>
                <a:lnTo>
                  <a:pt x="1390" y="559"/>
                </a:lnTo>
                <a:lnTo>
                  <a:pt x="1391" y="576"/>
                </a:lnTo>
                <a:lnTo>
                  <a:pt x="1391" y="603"/>
                </a:lnTo>
                <a:lnTo>
                  <a:pt x="1392" y="579"/>
                </a:lnTo>
                <a:lnTo>
                  <a:pt x="1392" y="605"/>
                </a:lnTo>
                <a:lnTo>
                  <a:pt x="1393" y="562"/>
                </a:lnTo>
                <a:lnTo>
                  <a:pt x="1393" y="562"/>
                </a:lnTo>
                <a:lnTo>
                  <a:pt x="1393" y="574"/>
                </a:lnTo>
                <a:lnTo>
                  <a:pt x="1394" y="578"/>
                </a:lnTo>
                <a:lnTo>
                  <a:pt x="1394" y="549"/>
                </a:lnTo>
                <a:lnTo>
                  <a:pt x="1395" y="586"/>
                </a:lnTo>
                <a:lnTo>
                  <a:pt x="1395" y="610"/>
                </a:lnTo>
                <a:lnTo>
                  <a:pt x="1396" y="577"/>
                </a:lnTo>
                <a:lnTo>
                  <a:pt x="1396" y="543"/>
                </a:lnTo>
                <a:lnTo>
                  <a:pt x="1397" y="608"/>
                </a:lnTo>
                <a:lnTo>
                  <a:pt x="1397" y="594"/>
                </a:lnTo>
                <a:lnTo>
                  <a:pt x="1397" y="579"/>
                </a:lnTo>
                <a:lnTo>
                  <a:pt x="1398" y="588"/>
                </a:lnTo>
                <a:lnTo>
                  <a:pt x="1398" y="609"/>
                </a:lnTo>
                <a:lnTo>
                  <a:pt x="1399" y="565"/>
                </a:lnTo>
                <a:lnTo>
                  <a:pt x="1399" y="540"/>
                </a:lnTo>
                <a:lnTo>
                  <a:pt x="1399" y="585"/>
                </a:lnTo>
                <a:lnTo>
                  <a:pt x="1399" y="608"/>
                </a:lnTo>
                <a:lnTo>
                  <a:pt x="1399" y="621"/>
                </a:lnTo>
                <a:lnTo>
                  <a:pt x="1400" y="585"/>
                </a:lnTo>
                <a:lnTo>
                  <a:pt x="1400" y="567"/>
                </a:lnTo>
                <a:lnTo>
                  <a:pt x="1401" y="580"/>
                </a:lnTo>
                <a:lnTo>
                  <a:pt x="1401" y="590"/>
                </a:lnTo>
                <a:lnTo>
                  <a:pt x="1402" y="603"/>
                </a:lnTo>
                <a:lnTo>
                  <a:pt x="1402" y="613"/>
                </a:lnTo>
                <a:lnTo>
                  <a:pt x="1403" y="574"/>
                </a:lnTo>
                <a:lnTo>
                  <a:pt x="1403" y="572"/>
                </a:lnTo>
                <a:lnTo>
                  <a:pt x="1403" y="623"/>
                </a:lnTo>
                <a:lnTo>
                  <a:pt x="1404" y="559"/>
                </a:lnTo>
                <a:lnTo>
                  <a:pt x="1404" y="580"/>
                </a:lnTo>
                <a:lnTo>
                  <a:pt x="1405" y="562"/>
                </a:lnTo>
                <a:lnTo>
                  <a:pt x="1405" y="620"/>
                </a:lnTo>
                <a:lnTo>
                  <a:pt x="1406" y="620"/>
                </a:lnTo>
                <a:lnTo>
                  <a:pt x="1406" y="595"/>
                </a:lnTo>
                <a:lnTo>
                  <a:pt x="1407" y="582"/>
                </a:lnTo>
                <a:lnTo>
                  <a:pt x="1407" y="555"/>
                </a:lnTo>
                <a:lnTo>
                  <a:pt x="1407" y="578"/>
                </a:lnTo>
                <a:lnTo>
                  <a:pt x="1408" y="598"/>
                </a:lnTo>
                <a:lnTo>
                  <a:pt x="1408" y="614"/>
                </a:lnTo>
                <a:lnTo>
                  <a:pt x="1409" y="567"/>
                </a:lnTo>
                <a:lnTo>
                  <a:pt x="1409" y="612"/>
                </a:lnTo>
                <a:lnTo>
                  <a:pt x="1410" y="560"/>
                </a:lnTo>
                <a:lnTo>
                  <a:pt x="1410" y="599"/>
                </a:lnTo>
                <a:lnTo>
                  <a:pt x="1410" y="560"/>
                </a:lnTo>
                <a:lnTo>
                  <a:pt x="1411" y="579"/>
                </a:lnTo>
                <a:lnTo>
                  <a:pt x="1411" y="596"/>
                </a:lnTo>
                <a:lnTo>
                  <a:pt x="1412" y="604"/>
                </a:lnTo>
                <a:lnTo>
                  <a:pt x="1412" y="600"/>
                </a:lnTo>
                <a:lnTo>
                  <a:pt x="1413" y="585"/>
                </a:lnTo>
                <a:lnTo>
                  <a:pt x="1413" y="591"/>
                </a:lnTo>
                <a:lnTo>
                  <a:pt x="1414" y="605"/>
                </a:lnTo>
                <a:lnTo>
                  <a:pt x="1414" y="596"/>
                </a:lnTo>
                <a:lnTo>
                  <a:pt x="1414" y="591"/>
                </a:lnTo>
                <a:lnTo>
                  <a:pt x="1415" y="636"/>
                </a:lnTo>
                <a:lnTo>
                  <a:pt x="1415" y="584"/>
                </a:lnTo>
                <a:lnTo>
                  <a:pt x="1416" y="612"/>
                </a:lnTo>
                <a:lnTo>
                  <a:pt x="1416" y="616"/>
                </a:lnTo>
                <a:lnTo>
                  <a:pt x="1417" y="627"/>
                </a:lnTo>
                <a:lnTo>
                  <a:pt x="1417" y="630"/>
                </a:lnTo>
                <a:lnTo>
                  <a:pt x="1417" y="620"/>
                </a:lnTo>
                <a:lnTo>
                  <a:pt x="1418" y="607"/>
                </a:lnTo>
                <a:lnTo>
                  <a:pt x="1418" y="551"/>
                </a:lnTo>
                <a:lnTo>
                  <a:pt x="1419" y="603"/>
                </a:lnTo>
                <a:lnTo>
                  <a:pt x="1419" y="587"/>
                </a:lnTo>
                <a:lnTo>
                  <a:pt x="1420" y="583"/>
                </a:lnTo>
                <a:lnTo>
                  <a:pt x="1420" y="588"/>
                </a:lnTo>
                <a:lnTo>
                  <a:pt x="1421" y="592"/>
                </a:lnTo>
                <a:lnTo>
                  <a:pt x="1421" y="615"/>
                </a:lnTo>
                <a:lnTo>
                  <a:pt x="1421" y="561"/>
                </a:lnTo>
                <a:lnTo>
                  <a:pt x="1422" y="553"/>
                </a:lnTo>
                <a:lnTo>
                  <a:pt x="1422" y="625"/>
                </a:lnTo>
                <a:lnTo>
                  <a:pt x="1423" y="611"/>
                </a:lnTo>
                <a:lnTo>
                  <a:pt x="1423" y="595"/>
                </a:lnTo>
                <a:lnTo>
                  <a:pt x="1423" y="610"/>
                </a:lnTo>
                <a:lnTo>
                  <a:pt x="1423" y="579"/>
                </a:lnTo>
                <a:lnTo>
                  <a:pt x="1423" y="604"/>
                </a:lnTo>
                <a:lnTo>
                  <a:pt x="1424" y="544"/>
                </a:lnTo>
                <a:lnTo>
                  <a:pt x="1424" y="563"/>
                </a:lnTo>
                <a:lnTo>
                  <a:pt x="1425" y="584"/>
                </a:lnTo>
                <a:lnTo>
                  <a:pt x="1425" y="566"/>
                </a:lnTo>
                <a:lnTo>
                  <a:pt x="1426" y="564"/>
                </a:lnTo>
                <a:lnTo>
                  <a:pt x="1426" y="599"/>
                </a:lnTo>
                <a:lnTo>
                  <a:pt x="1427" y="604"/>
                </a:lnTo>
                <a:lnTo>
                  <a:pt x="1427" y="585"/>
                </a:lnTo>
                <a:lnTo>
                  <a:pt x="1427" y="568"/>
                </a:lnTo>
                <a:lnTo>
                  <a:pt x="1428" y="584"/>
                </a:lnTo>
                <a:lnTo>
                  <a:pt x="1428" y="618"/>
                </a:lnTo>
                <a:lnTo>
                  <a:pt x="1429" y="602"/>
                </a:lnTo>
                <a:lnTo>
                  <a:pt x="1429" y="586"/>
                </a:lnTo>
                <a:lnTo>
                  <a:pt x="1430" y="586"/>
                </a:lnTo>
                <a:lnTo>
                  <a:pt x="1430" y="543"/>
                </a:lnTo>
                <a:lnTo>
                  <a:pt x="1431" y="612"/>
                </a:lnTo>
                <a:lnTo>
                  <a:pt x="1431" y="573"/>
                </a:lnTo>
                <a:lnTo>
                  <a:pt x="1431" y="553"/>
                </a:lnTo>
                <a:lnTo>
                  <a:pt x="1432" y="537"/>
                </a:lnTo>
                <a:lnTo>
                  <a:pt x="1432" y="591"/>
                </a:lnTo>
                <a:lnTo>
                  <a:pt x="1433" y="572"/>
                </a:lnTo>
                <a:lnTo>
                  <a:pt x="1433" y="570"/>
                </a:lnTo>
                <a:lnTo>
                  <a:pt x="1434" y="578"/>
                </a:lnTo>
                <a:lnTo>
                  <a:pt x="1434" y="584"/>
                </a:lnTo>
                <a:lnTo>
                  <a:pt x="1434" y="572"/>
                </a:lnTo>
                <a:lnTo>
                  <a:pt x="1435" y="634"/>
                </a:lnTo>
                <a:lnTo>
                  <a:pt x="1435" y="566"/>
                </a:lnTo>
                <a:lnTo>
                  <a:pt x="1436" y="578"/>
                </a:lnTo>
                <a:lnTo>
                  <a:pt x="1436" y="585"/>
                </a:lnTo>
                <a:lnTo>
                  <a:pt x="1437" y="537"/>
                </a:lnTo>
                <a:lnTo>
                  <a:pt x="1437" y="593"/>
                </a:lnTo>
                <a:lnTo>
                  <a:pt x="1438" y="587"/>
                </a:lnTo>
                <a:lnTo>
                  <a:pt x="1438" y="537"/>
                </a:lnTo>
                <a:lnTo>
                  <a:pt x="1438" y="596"/>
                </a:lnTo>
                <a:lnTo>
                  <a:pt x="1439" y="589"/>
                </a:lnTo>
                <a:lnTo>
                  <a:pt x="1439" y="581"/>
                </a:lnTo>
                <a:lnTo>
                  <a:pt x="1440" y="561"/>
                </a:lnTo>
                <a:lnTo>
                  <a:pt x="1440" y="573"/>
                </a:lnTo>
                <a:lnTo>
                  <a:pt x="1441" y="604"/>
                </a:lnTo>
                <a:lnTo>
                  <a:pt x="1441" y="587"/>
                </a:lnTo>
                <a:lnTo>
                  <a:pt x="1441" y="589"/>
                </a:lnTo>
                <a:lnTo>
                  <a:pt x="1442" y="578"/>
                </a:lnTo>
                <a:lnTo>
                  <a:pt x="1442" y="567"/>
                </a:lnTo>
                <a:lnTo>
                  <a:pt x="1443" y="567"/>
                </a:lnTo>
                <a:lnTo>
                  <a:pt x="1443" y="612"/>
                </a:lnTo>
                <a:lnTo>
                  <a:pt x="1444" y="553"/>
                </a:lnTo>
                <a:lnTo>
                  <a:pt x="1444" y="570"/>
                </a:lnTo>
                <a:lnTo>
                  <a:pt x="1445" y="546"/>
                </a:lnTo>
                <a:lnTo>
                  <a:pt x="1445" y="565"/>
                </a:lnTo>
                <a:lnTo>
                  <a:pt x="1445" y="552"/>
                </a:lnTo>
                <a:lnTo>
                  <a:pt x="1446" y="564"/>
                </a:lnTo>
                <a:lnTo>
                  <a:pt x="1446" y="546"/>
                </a:lnTo>
                <a:lnTo>
                  <a:pt x="1447" y="563"/>
                </a:lnTo>
                <a:lnTo>
                  <a:pt x="1447" y="576"/>
                </a:lnTo>
                <a:lnTo>
                  <a:pt x="1447" y="527"/>
                </a:lnTo>
                <a:lnTo>
                  <a:pt x="1447" y="555"/>
                </a:lnTo>
                <a:lnTo>
                  <a:pt x="1447" y="562"/>
                </a:lnTo>
                <a:lnTo>
                  <a:pt x="1448" y="600"/>
                </a:lnTo>
                <a:lnTo>
                  <a:pt x="1448" y="600"/>
                </a:lnTo>
                <a:lnTo>
                  <a:pt x="1449" y="567"/>
                </a:lnTo>
                <a:lnTo>
                  <a:pt x="1449" y="570"/>
                </a:lnTo>
                <a:lnTo>
                  <a:pt x="1450" y="586"/>
                </a:lnTo>
                <a:lnTo>
                  <a:pt x="1450" y="569"/>
                </a:lnTo>
                <a:lnTo>
                  <a:pt x="1451" y="539"/>
                </a:lnTo>
                <a:lnTo>
                  <a:pt x="1451" y="558"/>
                </a:lnTo>
                <a:lnTo>
                  <a:pt x="1451" y="596"/>
                </a:lnTo>
                <a:lnTo>
                  <a:pt x="1452" y="575"/>
                </a:lnTo>
                <a:lnTo>
                  <a:pt x="1452" y="589"/>
                </a:lnTo>
                <a:lnTo>
                  <a:pt x="1453" y="581"/>
                </a:lnTo>
                <a:lnTo>
                  <a:pt x="1453" y="581"/>
                </a:lnTo>
                <a:lnTo>
                  <a:pt x="1454" y="583"/>
                </a:lnTo>
                <a:lnTo>
                  <a:pt x="1454" y="598"/>
                </a:lnTo>
                <a:lnTo>
                  <a:pt x="1455" y="575"/>
                </a:lnTo>
                <a:lnTo>
                  <a:pt x="1455" y="584"/>
                </a:lnTo>
                <a:lnTo>
                  <a:pt x="1455" y="633"/>
                </a:lnTo>
                <a:lnTo>
                  <a:pt x="1456" y="530"/>
                </a:lnTo>
                <a:lnTo>
                  <a:pt x="1456" y="550"/>
                </a:lnTo>
                <a:lnTo>
                  <a:pt x="1457" y="581"/>
                </a:lnTo>
                <a:lnTo>
                  <a:pt x="1457" y="572"/>
                </a:lnTo>
                <a:lnTo>
                  <a:pt x="1458" y="597"/>
                </a:lnTo>
                <a:lnTo>
                  <a:pt x="1458" y="537"/>
                </a:lnTo>
                <a:lnTo>
                  <a:pt x="1458" y="534"/>
                </a:lnTo>
                <a:lnTo>
                  <a:pt x="1459" y="570"/>
                </a:lnTo>
                <a:lnTo>
                  <a:pt x="1459" y="552"/>
                </a:lnTo>
                <a:lnTo>
                  <a:pt x="1460" y="570"/>
                </a:lnTo>
                <a:lnTo>
                  <a:pt x="1460" y="601"/>
                </a:lnTo>
                <a:lnTo>
                  <a:pt x="1461" y="582"/>
                </a:lnTo>
                <a:lnTo>
                  <a:pt x="1461" y="571"/>
                </a:lnTo>
                <a:lnTo>
                  <a:pt x="1462" y="584"/>
                </a:lnTo>
                <a:lnTo>
                  <a:pt x="1462" y="579"/>
                </a:lnTo>
                <a:lnTo>
                  <a:pt x="1462" y="576"/>
                </a:lnTo>
                <a:lnTo>
                  <a:pt x="1463" y="576"/>
                </a:lnTo>
                <a:lnTo>
                  <a:pt x="1463" y="574"/>
                </a:lnTo>
                <a:lnTo>
                  <a:pt x="1464" y="597"/>
                </a:lnTo>
                <a:lnTo>
                  <a:pt x="1464" y="590"/>
                </a:lnTo>
                <a:lnTo>
                  <a:pt x="1465" y="602"/>
                </a:lnTo>
                <a:lnTo>
                  <a:pt x="1465" y="550"/>
                </a:lnTo>
                <a:lnTo>
                  <a:pt x="1465" y="635"/>
                </a:lnTo>
                <a:lnTo>
                  <a:pt x="1466" y="534"/>
                </a:lnTo>
                <a:lnTo>
                  <a:pt x="1466" y="519"/>
                </a:lnTo>
                <a:lnTo>
                  <a:pt x="1467" y="584"/>
                </a:lnTo>
                <a:lnTo>
                  <a:pt x="1467" y="688"/>
                </a:lnTo>
                <a:lnTo>
                  <a:pt x="1468" y="587"/>
                </a:lnTo>
                <a:lnTo>
                  <a:pt x="1468" y="573"/>
                </a:lnTo>
                <a:lnTo>
                  <a:pt x="1469" y="628"/>
                </a:lnTo>
                <a:lnTo>
                  <a:pt x="1469" y="601"/>
                </a:lnTo>
                <a:lnTo>
                  <a:pt x="1469" y="475"/>
                </a:lnTo>
                <a:lnTo>
                  <a:pt x="1470" y="529"/>
                </a:lnTo>
                <a:lnTo>
                  <a:pt x="1470" y="629"/>
                </a:lnTo>
                <a:lnTo>
                  <a:pt x="1471" y="672"/>
                </a:lnTo>
                <a:lnTo>
                  <a:pt x="1471" y="593"/>
                </a:lnTo>
                <a:lnTo>
                  <a:pt x="1471" y="587"/>
                </a:lnTo>
                <a:lnTo>
                  <a:pt x="1471" y="544"/>
                </a:lnTo>
                <a:lnTo>
                  <a:pt x="1471" y="610"/>
                </a:lnTo>
                <a:lnTo>
                  <a:pt x="1472" y="545"/>
                </a:lnTo>
                <a:lnTo>
                  <a:pt x="1472" y="458"/>
                </a:lnTo>
                <a:lnTo>
                  <a:pt x="1473" y="529"/>
                </a:lnTo>
                <a:lnTo>
                  <a:pt x="1473" y="583"/>
                </a:lnTo>
                <a:lnTo>
                  <a:pt x="1474" y="592"/>
                </a:lnTo>
                <a:lnTo>
                  <a:pt x="1474" y="604"/>
                </a:lnTo>
                <a:lnTo>
                  <a:pt x="1475" y="510"/>
                </a:lnTo>
                <a:lnTo>
                  <a:pt x="1475" y="623"/>
                </a:lnTo>
                <a:lnTo>
                  <a:pt x="1475" y="582"/>
                </a:lnTo>
                <a:lnTo>
                  <a:pt x="1476" y="583"/>
                </a:lnTo>
                <a:lnTo>
                  <a:pt x="1476" y="618"/>
                </a:lnTo>
                <a:lnTo>
                  <a:pt x="1477" y="673"/>
                </a:lnTo>
                <a:lnTo>
                  <a:pt x="1477" y="569"/>
                </a:lnTo>
                <a:lnTo>
                  <a:pt x="1478" y="593"/>
                </a:lnTo>
                <a:lnTo>
                  <a:pt x="1478" y="560"/>
                </a:lnTo>
                <a:lnTo>
                  <a:pt x="1479" y="625"/>
                </a:lnTo>
                <a:lnTo>
                  <a:pt x="1479" y="516"/>
                </a:lnTo>
                <a:lnTo>
                  <a:pt x="1479" y="648"/>
                </a:lnTo>
                <a:lnTo>
                  <a:pt x="1480" y="489"/>
                </a:lnTo>
                <a:lnTo>
                  <a:pt x="1480" y="704"/>
                </a:lnTo>
                <a:lnTo>
                  <a:pt x="1481" y="569"/>
                </a:lnTo>
                <a:lnTo>
                  <a:pt x="1481" y="567"/>
                </a:lnTo>
                <a:lnTo>
                  <a:pt x="1482" y="647"/>
                </a:lnTo>
                <a:lnTo>
                  <a:pt x="1482" y="572"/>
                </a:lnTo>
                <a:lnTo>
                  <a:pt x="1482" y="520"/>
                </a:lnTo>
                <a:lnTo>
                  <a:pt x="1483" y="738"/>
                </a:lnTo>
                <a:lnTo>
                  <a:pt x="1483" y="570"/>
                </a:lnTo>
                <a:lnTo>
                  <a:pt x="1484" y="757"/>
                </a:lnTo>
                <a:lnTo>
                  <a:pt x="1484" y="662"/>
                </a:lnTo>
                <a:lnTo>
                  <a:pt x="1485" y="502"/>
                </a:lnTo>
                <a:lnTo>
                  <a:pt x="1485" y="640"/>
                </a:lnTo>
                <a:lnTo>
                  <a:pt x="1486" y="678"/>
                </a:lnTo>
                <a:lnTo>
                  <a:pt x="1486" y="615"/>
                </a:lnTo>
                <a:lnTo>
                  <a:pt x="1486" y="491"/>
                </a:lnTo>
                <a:lnTo>
                  <a:pt x="1487" y="693"/>
                </a:lnTo>
                <a:lnTo>
                  <a:pt x="1487" y="649"/>
                </a:lnTo>
                <a:lnTo>
                  <a:pt x="1488" y="537"/>
                </a:lnTo>
                <a:lnTo>
                  <a:pt x="1488" y="529"/>
                </a:lnTo>
                <a:lnTo>
                  <a:pt x="1489" y="600"/>
                </a:lnTo>
                <a:lnTo>
                  <a:pt x="1489" y="631"/>
                </a:lnTo>
                <a:lnTo>
                  <a:pt x="1489" y="541"/>
                </a:lnTo>
                <a:lnTo>
                  <a:pt x="1490" y="559"/>
                </a:lnTo>
                <a:lnTo>
                  <a:pt x="1490" y="578"/>
                </a:lnTo>
                <a:lnTo>
                  <a:pt x="1491" y="609"/>
                </a:lnTo>
                <a:lnTo>
                  <a:pt x="1491" y="593"/>
                </a:lnTo>
                <a:lnTo>
                  <a:pt x="1492" y="596"/>
                </a:lnTo>
                <a:lnTo>
                  <a:pt x="1492" y="586"/>
                </a:lnTo>
                <a:lnTo>
                  <a:pt x="1493" y="562"/>
                </a:lnTo>
                <a:lnTo>
                  <a:pt x="1493" y="575"/>
                </a:lnTo>
                <a:lnTo>
                  <a:pt x="1493" y="615"/>
                </a:lnTo>
                <a:lnTo>
                  <a:pt x="1494" y="564"/>
                </a:lnTo>
                <a:lnTo>
                  <a:pt x="1494" y="586"/>
                </a:lnTo>
                <a:lnTo>
                  <a:pt x="1495" y="579"/>
                </a:lnTo>
                <a:lnTo>
                  <a:pt x="1495" y="562"/>
                </a:lnTo>
                <a:lnTo>
                  <a:pt x="1495" y="616"/>
                </a:lnTo>
                <a:lnTo>
                  <a:pt x="1495" y="594"/>
                </a:lnTo>
                <a:lnTo>
                  <a:pt x="1496" y="604"/>
                </a:lnTo>
                <a:lnTo>
                  <a:pt x="1496" y="626"/>
                </a:lnTo>
                <a:lnTo>
                  <a:pt x="1496" y="586"/>
                </a:lnTo>
                <a:lnTo>
                  <a:pt x="1497" y="541"/>
                </a:lnTo>
                <a:lnTo>
                  <a:pt x="1497" y="631"/>
                </a:lnTo>
                <a:lnTo>
                  <a:pt x="1498" y="593"/>
                </a:lnTo>
                <a:lnTo>
                  <a:pt x="1498" y="580"/>
                </a:lnTo>
                <a:lnTo>
                  <a:pt x="1499" y="590"/>
                </a:lnTo>
                <a:lnTo>
                  <a:pt x="1499" y="595"/>
                </a:lnTo>
                <a:lnTo>
                  <a:pt x="1499" y="619"/>
                </a:lnTo>
                <a:lnTo>
                  <a:pt x="1500" y="587"/>
                </a:lnTo>
                <a:lnTo>
                  <a:pt x="1500" y="608"/>
                </a:lnTo>
                <a:lnTo>
                  <a:pt x="1501" y="637"/>
                </a:lnTo>
                <a:lnTo>
                  <a:pt x="1501" y="567"/>
                </a:lnTo>
                <a:lnTo>
                  <a:pt x="1502" y="572"/>
                </a:lnTo>
                <a:lnTo>
                  <a:pt x="1502" y="590"/>
                </a:lnTo>
                <a:lnTo>
                  <a:pt x="1503" y="586"/>
                </a:lnTo>
                <a:lnTo>
                  <a:pt x="1503" y="569"/>
                </a:lnTo>
                <a:lnTo>
                  <a:pt x="1503" y="586"/>
                </a:lnTo>
                <a:lnTo>
                  <a:pt x="1504" y="572"/>
                </a:lnTo>
                <a:lnTo>
                  <a:pt x="1504" y="597"/>
                </a:lnTo>
                <a:lnTo>
                  <a:pt x="1505" y="563"/>
                </a:lnTo>
                <a:lnTo>
                  <a:pt x="1505" y="584"/>
                </a:lnTo>
                <a:lnTo>
                  <a:pt x="1506" y="586"/>
                </a:lnTo>
                <a:lnTo>
                  <a:pt x="1506" y="616"/>
                </a:lnTo>
                <a:lnTo>
                  <a:pt x="1506" y="584"/>
                </a:lnTo>
                <a:lnTo>
                  <a:pt x="1507" y="607"/>
                </a:lnTo>
                <a:lnTo>
                  <a:pt x="1507" y="603"/>
                </a:lnTo>
                <a:lnTo>
                  <a:pt x="1508" y="606"/>
                </a:lnTo>
                <a:lnTo>
                  <a:pt x="1508" y="610"/>
                </a:lnTo>
                <a:lnTo>
                  <a:pt x="1509" y="544"/>
                </a:lnTo>
                <a:lnTo>
                  <a:pt x="1509" y="561"/>
                </a:lnTo>
                <a:lnTo>
                  <a:pt x="1510" y="548"/>
                </a:lnTo>
                <a:lnTo>
                  <a:pt x="1510" y="613"/>
                </a:lnTo>
                <a:lnTo>
                  <a:pt x="1510" y="586"/>
                </a:lnTo>
                <a:lnTo>
                  <a:pt x="1511" y="614"/>
                </a:lnTo>
                <a:lnTo>
                  <a:pt x="1511" y="601"/>
                </a:lnTo>
                <a:lnTo>
                  <a:pt x="1512" y="606"/>
                </a:lnTo>
                <a:lnTo>
                  <a:pt x="1512" y="561"/>
                </a:lnTo>
                <a:lnTo>
                  <a:pt x="1513" y="594"/>
                </a:lnTo>
                <a:lnTo>
                  <a:pt x="1513" y="563"/>
                </a:lnTo>
                <a:lnTo>
                  <a:pt x="1513" y="573"/>
                </a:lnTo>
                <a:lnTo>
                  <a:pt x="1514" y="537"/>
                </a:lnTo>
                <a:lnTo>
                  <a:pt x="1514" y="615"/>
                </a:lnTo>
                <a:lnTo>
                  <a:pt x="1515" y="559"/>
                </a:lnTo>
                <a:lnTo>
                  <a:pt x="1515" y="561"/>
                </a:lnTo>
                <a:lnTo>
                  <a:pt x="1516" y="604"/>
                </a:lnTo>
                <a:lnTo>
                  <a:pt x="1516" y="562"/>
                </a:lnTo>
                <a:lnTo>
                  <a:pt x="1517" y="576"/>
                </a:lnTo>
                <a:lnTo>
                  <a:pt x="1517" y="587"/>
                </a:lnTo>
                <a:lnTo>
                  <a:pt x="1517" y="600"/>
                </a:lnTo>
                <a:lnTo>
                  <a:pt x="1518" y="597"/>
                </a:lnTo>
                <a:lnTo>
                  <a:pt x="1518" y="539"/>
                </a:lnTo>
                <a:lnTo>
                  <a:pt x="1519" y="582"/>
                </a:lnTo>
                <a:lnTo>
                  <a:pt x="1519" y="565"/>
                </a:lnTo>
                <a:lnTo>
                  <a:pt x="1519" y="597"/>
                </a:lnTo>
                <a:lnTo>
                  <a:pt x="1519" y="597"/>
                </a:lnTo>
                <a:lnTo>
                  <a:pt x="1520" y="558"/>
                </a:lnTo>
                <a:lnTo>
                  <a:pt x="1520" y="608"/>
                </a:lnTo>
                <a:lnTo>
                  <a:pt x="1520" y="588"/>
                </a:lnTo>
                <a:lnTo>
                  <a:pt x="1521" y="579"/>
                </a:lnTo>
                <a:lnTo>
                  <a:pt x="1521" y="577"/>
                </a:lnTo>
                <a:lnTo>
                  <a:pt x="1522" y="583"/>
                </a:lnTo>
                <a:lnTo>
                  <a:pt x="1522" y="570"/>
                </a:lnTo>
                <a:lnTo>
                  <a:pt x="1523" y="563"/>
                </a:lnTo>
                <a:lnTo>
                  <a:pt x="1523" y="562"/>
                </a:lnTo>
                <a:lnTo>
                  <a:pt x="1523" y="598"/>
                </a:lnTo>
                <a:lnTo>
                  <a:pt x="1524" y="584"/>
                </a:lnTo>
                <a:lnTo>
                  <a:pt x="1524" y="552"/>
                </a:lnTo>
                <a:lnTo>
                  <a:pt x="1525" y="559"/>
                </a:lnTo>
                <a:lnTo>
                  <a:pt x="1525" y="605"/>
                </a:lnTo>
                <a:lnTo>
                  <a:pt x="1526" y="569"/>
                </a:lnTo>
                <a:lnTo>
                  <a:pt x="1526" y="617"/>
                </a:lnTo>
                <a:lnTo>
                  <a:pt x="1527" y="575"/>
                </a:lnTo>
                <a:lnTo>
                  <a:pt x="1527" y="537"/>
                </a:lnTo>
                <a:lnTo>
                  <a:pt x="1527" y="595"/>
                </a:lnTo>
                <a:lnTo>
                  <a:pt x="1528" y="592"/>
                </a:lnTo>
                <a:lnTo>
                  <a:pt x="1528" y="559"/>
                </a:lnTo>
                <a:lnTo>
                  <a:pt x="1529" y="607"/>
                </a:lnTo>
                <a:lnTo>
                  <a:pt x="1529" y="587"/>
                </a:lnTo>
                <a:lnTo>
                  <a:pt x="1530" y="562"/>
                </a:lnTo>
                <a:lnTo>
                  <a:pt x="1530" y="587"/>
                </a:lnTo>
                <a:lnTo>
                  <a:pt x="1530" y="579"/>
                </a:lnTo>
                <a:lnTo>
                  <a:pt x="1531" y="559"/>
                </a:lnTo>
                <a:lnTo>
                  <a:pt x="1531" y="564"/>
                </a:lnTo>
                <a:lnTo>
                  <a:pt x="1532" y="568"/>
                </a:lnTo>
                <a:lnTo>
                  <a:pt x="1532" y="581"/>
                </a:lnTo>
                <a:lnTo>
                  <a:pt x="1533" y="565"/>
                </a:lnTo>
                <a:lnTo>
                  <a:pt x="1533" y="576"/>
                </a:lnTo>
                <a:lnTo>
                  <a:pt x="1534" y="563"/>
                </a:lnTo>
                <a:lnTo>
                  <a:pt x="1534" y="583"/>
                </a:lnTo>
                <a:lnTo>
                  <a:pt x="1534" y="577"/>
                </a:lnTo>
                <a:lnTo>
                  <a:pt x="1535" y="593"/>
                </a:lnTo>
                <a:lnTo>
                  <a:pt x="1535" y="573"/>
                </a:lnTo>
                <a:lnTo>
                  <a:pt x="1536" y="589"/>
                </a:lnTo>
                <a:lnTo>
                  <a:pt x="1536" y="595"/>
                </a:lnTo>
                <a:lnTo>
                  <a:pt x="1537" y="567"/>
                </a:lnTo>
                <a:lnTo>
                  <a:pt x="1537" y="568"/>
                </a:lnTo>
                <a:lnTo>
                  <a:pt x="1537" y="556"/>
                </a:lnTo>
                <a:lnTo>
                  <a:pt x="1538" y="582"/>
                </a:lnTo>
                <a:lnTo>
                  <a:pt x="1538" y="563"/>
                </a:lnTo>
                <a:lnTo>
                  <a:pt x="1539" y="561"/>
                </a:lnTo>
                <a:lnTo>
                  <a:pt x="1539" y="563"/>
                </a:lnTo>
                <a:lnTo>
                  <a:pt x="1540" y="589"/>
                </a:lnTo>
                <a:lnTo>
                  <a:pt x="1540" y="569"/>
                </a:lnTo>
                <a:lnTo>
                  <a:pt x="1541" y="565"/>
                </a:lnTo>
                <a:lnTo>
                  <a:pt x="1541" y="572"/>
                </a:lnTo>
                <a:lnTo>
                  <a:pt x="1541" y="615"/>
                </a:lnTo>
                <a:lnTo>
                  <a:pt x="1542" y="569"/>
                </a:lnTo>
                <a:lnTo>
                  <a:pt x="1542" y="527"/>
                </a:lnTo>
                <a:lnTo>
                  <a:pt x="1543" y="581"/>
                </a:lnTo>
                <a:lnTo>
                  <a:pt x="1543" y="588"/>
                </a:lnTo>
                <a:lnTo>
                  <a:pt x="1543" y="565"/>
                </a:lnTo>
                <a:lnTo>
                  <a:pt x="1543" y="566"/>
                </a:lnTo>
                <a:lnTo>
                  <a:pt x="1544" y="549"/>
                </a:lnTo>
                <a:lnTo>
                  <a:pt x="1544" y="600"/>
                </a:lnTo>
                <a:lnTo>
                  <a:pt x="1544" y="559"/>
                </a:lnTo>
                <a:lnTo>
                  <a:pt x="1545" y="562"/>
                </a:lnTo>
                <a:lnTo>
                  <a:pt x="1545" y="577"/>
                </a:lnTo>
                <a:lnTo>
                  <a:pt x="1546" y="567"/>
                </a:lnTo>
                <a:lnTo>
                  <a:pt x="1546" y="553"/>
                </a:lnTo>
                <a:lnTo>
                  <a:pt x="1547" y="557"/>
                </a:lnTo>
                <a:lnTo>
                  <a:pt x="1547" y="598"/>
                </a:lnTo>
                <a:lnTo>
                  <a:pt x="1547" y="558"/>
                </a:lnTo>
                <a:lnTo>
                  <a:pt x="1548" y="577"/>
                </a:lnTo>
                <a:lnTo>
                  <a:pt x="1548" y="574"/>
                </a:lnTo>
                <a:lnTo>
                  <a:pt x="1549" y="574"/>
                </a:lnTo>
                <a:lnTo>
                  <a:pt x="1549" y="579"/>
                </a:lnTo>
                <a:lnTo>
                  <a:pt x="1550" y="552"/>
                </a:lnTo>
                <a:lnTo>
                  <a:pt x="1550" y="578"/>
                </a:lnTo>
                <a:lnTo>
                  <a:pt x="1551" y="600"/>
                </a:lnTo>
                <a:lnTo>
                  <a:pt x="1551" y="586"/>
                </a:lnTo>
                <a:lnTo>
                  <a:pt x="1551" y="573"/>
                </a:lnTo>
                <a:lnTo>
                  <a:pt x="1552" y="552"/>
                </a:lnTo>
                <a:lnTo>
                  <a:pt x="1552" y="565"/>
                </a:lnTo>
                <a:lnTo>
                  <a:pt x="1553" y="596"/>
                </a:lnTo>
                <a:lnTo>
                  <a:pt x="1553" y="527"/>
                </a:lnTo>
                <a:lnTo>
                  <a:pt x="1554" y="573"/>
                </a:lnTo>
                <a:lnTo>
                  <a:pt x="1554" y="553"/>
                </a:lnTo>
                <a:lnTo>
                  <a:pt x="1554" y="583"/>
                </a:lnTo>
                <a:lnTo>
                  <a:pt x="1555" y="568"/>
                </a:lnTo>
                <a:lnTo>
                  <a:pt x="1555" y="562"/>
                </a:lnTo>
                <a:lnTo>
                  <a:pt x="1556" y="555"/>
                </a:lnTo>
                <a:lnTo>
                  <a:pt x="1556" y="559"/>
                </a:lnTo>
                <a:lnTo>
                  <a:pt x="1557" y="562"/>
                </a:lnTo>
                <a:lnTo>
                  <a:pt x="1557" y="587"/>
                </a:lnTo>
                <a:lnTo>
                  <a:pt x="1558" y="593"/>
                </a:lnTo>
                <a:lnTo>
                  <a:pt x="1558" y="575"/>
                </a:lnTo>
                <a:lnTo>
                  <a:pt x="1558" y="562"/>
                </a:lnTo>
                <a:lnTo>
                  <a:pt x="1559" y="587"/>
                </a:lnTo>
                <a:lnTo>
                  <a:pt x="1559" y="561"/>
                </a:lnTo>
                <a:lnTo>
                  <a:pt x="1560" y="553"/>
                </a:lnTo>
                <a:lnTo>
                  <a:pt x="1560" y="603"/>
                </a:lnTo>
                <a:lnTo>
                  <a:pt x="1561" y="601"/>
                </a:lnTo>
                <a:lnTo>
                  <a:pt x="1561" y="587"/>
                </a:lnTo>
                <a:lnTo>
                  <a:pt x="1561" y="578"/>
                </a:lnTo>
                <a:lnTo>
                  <a:pt x="1562" y="595"/>
                </a:lnTo>
                <a:lnTo>
                  <a:pt x="1562" y="557"/>
                </a:lnTo>
                <a:lnTo>
                  <a:pt x="1563" y="577"/>
                </a:lnTo>
                <a:lnTo>
                  <a:pt x="1563" y="585"/>
                </a:lnTo>
                <a:lnTo>
                  <a:pt x="1564" y="615"/>
                </a:lnTo>
                <a:lnTo>
                  <a:pt x="1564" y="613"/>
                </a:lnTo>
                <a:lnTo>
                  <a:pt x="1565" y="581"/>
                </a:lnTo>
                <a:lnTo>
                  <a:pt x="1565" y="631"/>
                </a:lnTo>
                <a:lnTo>
                  <a:pt x="1565" y="566"/>
                </a:lnTo>
                <a:lnTo>
                  <a:pt x="1566" y="590"/>
                </a:lnTo>
                <a:lnTo>
                  <a:pt x="1566" y="520"/>
                </a:lnTo>
                <a:lnTo>
                  <a:pt x="1567" y="540"/>
                </a:lnTo>
                <a:lnTo>
                  <a:pt x="1567" y="592"/>
                </a:lnTo>
                <a:lnTo>
                  <a:pt x="1568" y="590"/>
                </a:lnTo>
                <a:lnTo>
                  <a:pt x="1568" y="568"/>
                </a:lnTo>
                <a:lnTo>
                  <a:pt x="1568" y="554"/>
                </a:lnTo>
                <a:lnTo>
                  <a:pt x="1568" y="623"/>
                </a:lnTo>
                <a:lnTo>
                  <a:pt x="1568" y="627"/>
                </a:lnTo>
                <a:lnTo>
                  <a:pt x="1569" y="603"/>
                </a:lnTo>
                <a:lnTo>
                  <a:pt x="1569" y="578"/>
                </a:lnTo>
                <a:lnTo>
                  <a:pt x="1570" y="580"/>
                </a:lnTo>
                <a:lnTo>
                  <a:pt x="1570" y="568"/>
                </a:lnTo>
                <a:lnTo>
                  <a:pt x="1571" y="615"/>
                </a:lnTo>
                <a:lnTo>
                  <a:pt x="1571" y="639"/>
                </a:lnTo>
                <a:lnTo>
                  <a:pt x="1571" y="573"/>
                </a:lnTo>
                <a:lnTo>
                  <a:pt x="1572" y="609"/>
                </a:lnTo>
                <a:lnTo>
                  <a:pt x="1572" y="634"/>
                </a:lnTo>
                <a:lnTo>
                  <a:pt x="1573" y="588"/>
                </a:lnTo>
                <a:lnTo>
                  <a:pt x="1573" y="575"/>
                </a:lnTo>
                <a:lnTo>
                  <a:pt x="1574" y="594"/>
                </a:lnTo>
                <a:lnTo>
                  <a:pt x="1574" y="602"/>
                </a:lnTo>
                <a:lnTo>
                  <a:pt x="1575" y="595"/>
                </a:lnTo>
                <a:lnTo>
                  <a:pt x="1575" y="600"/>
                </a:lnTo>
                <a:lnTo>
                  <a:pt x="1575" y="620"/>
                </a:lnTo>
                <a:lnTo>
                  <a:pt x="1576" y="608"/>
                </a:lnTo>
                <a:lnTo>
                  <a:pt x="1576" y="582"/>
                </a:lnTo>
                <a:lnTo>
                  <a:pt x="1577" y="586"/>
                </a:lnTo>
                <a:lnTo>
                  <a:pt x="1577" y="589"/>
                </a:lnTo>
                <a:lnTo>
                  <a:pt x="1578" y="613"/>
                </a:lnTo>
                <a:lnTo>
                  <a:pt x="1578" y="597"/>
                </a:lnTo>
                <a:lnTo>
                  <a:pt x="1578" y="638"/>
                </a:lnTo>
                <a:lnTo>
                  <a:pt x="1579" y="589"/>
                </a:lnTo>
                <a:lnTo>
                  <a:pt x="1579" y="563"/>
                </a:lnTo>
                <a:lnTo>
                  <a:pt x="1580" y="624"/>
                </a:lnTo>
                <a:lnTo>
                  <a:pt x="1580" y="605"/>
                </a:lnTo>
                <a:lnTo>
                  <a:pt x="1581" y="586"/>
                </a:lnTo>
                <a:lnTo>
                  <a:pt x="1581" y="567"/>
                </a:lnTo>
                <a:lnTo>
                  <a:pt x="1582" y="602"/>
                </a:lnTo>
                <a:lnTo>
                  <a:pt x="1582" y="608"/>
                </a:lnTo>
                <a:lnTo>
                  <a:pt x="1582" y="634"/>
                </a:lnTo>
                <a:lnTo>
                  <a:pt x="1583" y="590"/>
                </a:lnTo>
                <a:lnTo>
                  <a:pt x="1583" y="550"/>
                </a:lnTo>
                <a:lnTo>
                  <a:pt x="1584" y="586"/>
                </a:lnTo>
                <a:lnTo>
                  <a:pt x="1584" y="593"/>
                </a:lnTo>
                <a:lnTo>
                  <a:pt x="1585" y="586"/>
                </a:lnTo>
                <a:lnTo>
                  <a:pt x="1585" y="592"/>
                </a:lnTo>
                <a:lnTo>
                  <a:pt x="1585" y="609"/>
                </a:lnTo>
                <a:lnTo>
                  <a:pt x="1586" y="575"/>
                </a:lnTo>
                <a:lnTo>
                  <a:pt x="1586" y="587"/>
                </a:lnTo>
                <a:lnTo>
                  <a:pt x="1587" y="591"/>
                </a:lnTo>
                <a:lnTo>
                  <a:pt x="1587" y="611"/>
                </a:lnTo>
                <a:lnTo>
                  <a:pt x="1588" y="564"/>
                </a:lnTo>
                <a:lnTo>
                  <a:pt x="1588" y="578"/>
                </a:lnTo>
                <a:lnTo>
                  <a:pt x="1589" y="603"/>
                </a:lnTo>
                <a:lnTo>
                  <a:pt x="1589" y="570"/>
                </a:lnTo>
                <a:lnTo>
                  <a:pt x="1589" y="601"/>
                </a:lnTo>
                <a:lnTo>
                  <a:pt x="1590" y="607"/>
                </a:lnTo>
                <a:lnTo>
                  <a:pt x="1590" y="606"/>
                </a:lnTo>
                <a:lnTo>
                  <a:pt x="1591" y="627"/>
                </a:lnTo>
                <a:lnTo>
                  <a:pt x="1591" y="580"/>
                </a:lnTo>
                <a:lnTo>
                  <a:pt x="1592" y="635"/>
                </a:lnTo>
                <a:lnTo>
                  <a:pt x="1592" y="625"/>
                </a:lnTo>
                <a:lnTo>
                  <a:pt x="1592" y="655"/>
                </a:lnTo>
                <a:lnTo>
                  <a:pt x="1592" y="595"/>
                </a:lnTo>
                <a:lnTo>
                  <a:pt x="1592" y="599"/>
                </a:lnTo>
                <a:lnTo>
                  <a:pt x="1593" y="607"/>
                </a:lnTo>
                <a:lnTo>
                  <a:pt x="1593" y="638"/>
                </a:lnTo>
                <a:lnTo>
                  <a:pt x="1594" y="647"/>
                </a:lnTo>
                <a:lnTo>
                  <a:pt x="1594" y="571"/>
                </a:lnTo>
                <a:lnTo>
                  <a:pt x="1595" y="623"/>
                </a:lnTo>
                <a:lnTo>
                  <a:pt x="1595" y="577"/>
                </a:lnTo>
                <a:lnTo>
                  <a:pt x="1595" y="645"/>
                </a:lnTo>
                <a:lnTo>
                  <a:pt x="1596" y="583"/>
                </a:lnTo>
                <a:lnTo>
                  <a:pt x="1596" y="510"/>
                </a:lnTo>
                <a:lnTo>
                  <a:pt x="1597" y="553"/>
                </a:lnTo>
                <a:lnTo>
                  <a:pt x="1597" y="621"/>
                </a:lnTo>
                <a:lnTo>
                  <a:pt x="1598" y="572"/>
                </a:lnTo>
                <a:lnTo>
                  <a:pt x="1598" y="609"/>
                </a:lnTo>
                <a:lnTo>
                  <a:pt x="1599" y="589"/>
                </a:lnTo>
                <a:lnTo>
                  <a:pt x="1599" y="615"/>
                </a:lnTo>
                <a:lnTo>
                  <a:pt x="1599" y="602"/>
                </a:lnTo>
                <a:lnTo>
                  <a:pt x="1600" y="567"/>
                </a:lnTo>
                <a:lnTo>
                  <a:pt x="1600" y="677"/>
                </a:lnTo>
                <a:lnTo>
                  <a:pt x="1601" y="681"/>
                </a:lnTo>
                <a:lnTo>
                  <a:pt x="1601" y="719"/>
                </a:lnTo>
                <a:lnTo>
                  <a:pt x="1602" y="743"/>
                </a:lnTo>
                <a:lnTo>
                  <a:pt x="1602" y="706"/>
                </a:lnTo>
                <a:lnTo>
                  <a:pt x="1602" y="560"/>
                </a:lnTo>
                <a:lnTo>
                  <a:pt x="1603" y="674"/>
                </a:lnTo>
                <a:lnTo>
                  <a:pt x="1603" y="514"/>
                </a:lnTo>
                <a:lnTo>
                  <a:pt x="1604" y="567"/>
                </a:lnTo>
                <a:lnTo>
                  <a:pt x="1604" y="805"/>
                </a:lnTo>
                <a:lnTo>
                  <a:pt x="1605" y="486"/>
                </a:lnTo>
                <a:lnTo>
                  <a:pt x="1605" y="462"/>
                </a:lnTo>
                <a:lnTo>
                  <a:pt x="1606" y="690"/>
                </a:lnTo>
                <a:lnTo>
                  <a:pt x="1606" y="504"/>
                </a:lnTo>
                <a:lnTo>
                  <a:pt x="1606" y="673"/>
                </a:lnTo>
                <a:lnTo>
                  <a:pt x="1607" y="540"/>
                </a:lnTo>
                <a:lnTo>
                  <a:pt x="1607" y="731"/>
                </a:lnTo>
                <a:lnTo>
                  <a:pt x="1608" y="809"/>
                </a:lnTo>
                <a:lnTo>
                  <a:pt x="1608" y="603"/>
                </a:lnTo>
                <a:lnTo>
                  <a:pt x="1609" y="562"/>
                </a:lnTo>
                <a:lnTo>
                  <a:pt x="1609" y="602"/>
                </a:lnTo>
                <a:lnTo>
                  <a:pt x="1609" y="724"/>
                </a:lnTo>
                <a:lnTo>
                  <a:pt x="1610" y="599"/>
                </a:lnTo>
                <a:lnTo>
                  <a:pt x="1610" y="488"/>
                </a:lnTo>
                <a:lnTo>
                  <a:pt x="1611" y="537"/>
                </a:lnTo>
                <a:lnTo>
                  <a:pt x="1611" y="495"/>
                </a:lnTo>
                <a:lnTo>
                  <a:pt x="1612" y="638"/>
                </a:lnTo>
                <a:lnTo>
                  <a:pt x="1612" y="314"/>
                </a:lnTo>
                <a:lnTo>
                  <a:pt x="1613" y="725"/>
                </a:lnTo>
                <a:lnTo>
                  <a:pt x="1613" y="430"/>
                </a:lnTo>
                <a:lnTo>
                  <a:pt x="1613" y="306"/>
                </a:lnTo>
                <a:lnTo>
                  <a:pt x="1614" y="428"/>
                </a:lnTo>
                <a:lnTo>
                  <a:pt x="1614" y="546"/>
                </a:lnTo>
                <a:lnTo>
                  <a:pt x="1615" y="602"/>
                </a:lnTo>
                <a:lnTo>
                  <a:pt x="1615" y="325"/>
                </a:lnTo>
                <a:lnTo>
                  <a:pt x="1616" y="757"/>
                </a:lnTo>
                <a:lnTo>
                  <a:pt x="1616" y="676"/>
                </a:lnTo>
                <a:lnTo>
                  <a:pt x="1616" y="574"/>
                </a:lnTo>
                <a:lnTo>
                  <a:pt x="1616" y="285"/>
                </a:lnTo>
                <a:lnTo>
                  <a:pt x="1616" y="435"/>
                </a:lnTo>
                <a:lnTo>
                  <a:pt x="1617" y="671"/>
                </a:lnTo>
                <a:lnTo>
                  <a:pt x="1617" y="554"/>
                </a:lnTo>
                <a:lnTo>
                  <a:pt x="1618" y="607"/>
                </a:lnTo>
                <a:lnTo>
                  <a:pt x="1618" y="623"/>
                </a:lnTo>
                <a:lnTo>
                  <a:pt x="1619" y="325"/>
                </a:lnTo>
                <a:lnTo>
                  <a:pt x="1619" y="738"/>
                </a:lnTo>
                <a:lnTo>
                  <a:pt x="1619" y="213"/>
                </a:lnTo>
                <a:lnTo>
                  <a:pt x="1620" y="350"/>
                </a:lnTo>
                <a:lnTo>
                  <a:pt x="1620" y="303"/>
                </a:lnTo>
                <a:lnTo>
                  <a:pt x="1621" y="577"/>
                </a:lnTo>
                <a:lnTo>
                  <a:pt x="1621" y="521"/>
                </a:lnTo>
                <a:lnTo>
                  <a:pt x="1622" y="747"/>
                </a:lnTo>
                <a:lnTo>
                  <a:pt x="1622" y="587"/>
                </a:lnTo>
                <a:lnTo>
                  <a:pt x="1623" y="408"/>
                </a:lnTo>
                <a:lnTo>
                  <a:pt x="1623" y="267"/>
                </a:lnTo>
                <a:lnTo>
                  <a:pt x="1623" y="690"/>
                </a:lnTo>
                <a:lnTo>
                  <a:pt x="1624" y="560"/>
                </a:lnTo>
                <a:lnTo>
                  <a:pt x="1624" y="522"/>
                </a:lnTo>
                <a:lnTo>
                  <a:pt x="1625" y="742"/>
                </a:lnTo>
                <a:lnTo>
                  <a:pt x="1625" y="392"/>
                </a:lnTo>
                <a:lnTo>
                  <a:pt x="1626" y="625"/>
                </a:lnTo>
                <a:lnTo>
                  <a:pt x="1626" y="533"/>
                </a:lnTo>
                <a:lnTo>
                  <a:pt x="1626" y="579"/>
                </a:lnTo>
                <a:lnTo>
                  <a:pt x="1627" y="639"/>
                </a:lnTo>
                <a:lnTo>
                  <a:pt x="1627" y="503"/>
                </a:lnTo>
                <a:lnTo>
                  <a:pt x="1628" y="540"/>
                </a:lnTo>
                <a:lnTo>
                  <a:pt x="1628" y="569"/>
                </a:lnTo>
                <a:lnTo>
                  <a:pt x="1629" y="633"/>
                </a:lnTo>
                <a:lnTo>
                  <a:pt x="1629" y="450"/>
                </a:lnTo>
                <a:lnTo>
                  <a:pt x="1630" y="217"/>
                </a:lnTo>
                <a:lnTo>
                  <a:pt x="1630" y="485"/>
                </a:lnTo>
                <a:lnTo>
                  <a:pt x="1630" y="335"/>
                </a:lnTo>
                <a:lnTo>
                  <a:pt x="1631" y="757"/>
                </a:lnTo>
                <a:lnTo>
                  <a:pt x="1631" y="486"/>
                </a:lnTo>
                <a:lnTo>
                  <a:pt x="1632" y="708"/>
                </a:lnTo>
                <a:lnTo>
                  <a:pt x="1632" y="778"/>
                </a:lnTo>
                <a:lnTo>
                  <a:pt x="1633" y="649"/>
                </a:lnTo>
                <a:lnTo>
                  <a:pt x="1633" y="312"/>
                </a:lnTo>
                <a:lnTo>
                  <a:pt x="1634" y="356"/>
                </a:lnTo>
                <a:lnTo>
                  <a:pt x="1634" y="483"/>
                </a:lnTo>
                <a:lnTo>
                  <a:pt x="1634" y="797"/>
                </a:lnTo>
                <a:lnTo>
                  <a:pt x="1635" y="564"/>
                </a:lnTo>
                <a:lnTo>
                  <a:pt x="1635" y="479"/>
                </a:lnTo>
                <a:lnTo>
                  <a:pt x="1636" y="503"/>
                </a:lnTo>
                <a:lnTo>
                  <a:pt x="1636" y="861"/>
                </a:lnTo>
                <a:lnTo>
                  <a:pt x="1637" y="695"/>
                </a:lnTo>
                <a:lnTo>
                  <a:pt x="1637" y="553"/>
                </a:lnTo>
                <a:lnTo>
                  <a:pt x="1637" y="449"/>
                </a:lnTo>
                <a:lnTo>
                  <a:pt x="1638" y="932"/>
                </a:lnTo>
                <a:lnTo>
                  <a:pt x="1638" y="577"/>
                </a:lnTo>
                <a:lnTo>
                  <a:pt x="1639" y="526"/>
                </a:lnTo>
                <a:lnTo>
                  <a:pt x="1639" y="404"/>
                </a:lnTo>
                <a:lnTo>
                  <a:pt x="1640" y="435"/>
                </a:lnTo>
                <a:lnTo>
                  <a:pt x="1640" y="457"/>
                </a:lnTo>
                <a:lnTo>
                  <a:pt x="1640" y="703"/>
                </a:lnTo>
                <a:lnTo>
                  <a:pt x="1640" y="901"/>
                </a:lnTo>
                <a:lnTo>
                  <a:pt x="1640" y="636"/>
                </a:lnTo>
                <a:lnTo>
                  <a:pt x="1641" y="393"/>
                </a:lnTo>
                <a:lnTo>
                  <a:pt x="1641" y="327"/>
                </a:lnTo>
                <a:lnTo>
                  <a:pt x="1642" y="450"/>
                </a:lnTo>
                <a:lnTo>
                  <a:pt x="1642" y="503"/>
                </a:lnTo>
                <a:lnTo>
                  <a:pt x="1643" y="514"/>
                </a:lnTo>
                <a:lnTo>
                  <a:pt x="1643" y="682"/>
                </a:lnTo>
                <a:lnTo>
                  <a:pt x="1643" y="610"/>
                </a:lnTo>
                <a:lnTo>
                  <a:pt x="1644" y="295"/>
                </a:lnTo>
                <a:lnTo>
                  <a:pt x="1644" y="757"/>
                </a:lnTo>
                <a:lnTo>
                  <a:pt x="1645" y="311"/>
                </a:lnTo>
                <a:lnTo>
                  <a:pt x="1645" y="654"/>
                </a:lnTo>
                <a:lnTo>
                  <a:pt x="1646" y="367"/>
                </a:lnTo>
                <a:lnTo>
                  <a:pt x="1646" y="851"/>
                </a:lnTo>
                <a:lnTo>
                  <a:pt x="1647" y="503"/>
                </a:lnTo>
                <a:lnTo>
                  <a:pt x="1647" y="738"/>
                </a:lnTo>
                <a:lnTo>
                  <a:pt x="1647" y="860"/>
                </a:lnTo>
                <a:lnTo>
                  <a:pt x="1648" y="575"/>
                </a:lnTo>
                <a:lnTo>
                  <a:pt x="1648" y="439"/>
                </a:lnTo>
                <a:lnTo>
                  <a:pt x="1649" y="767"/>
                </a:lnTo>
                <a:lnTo>
                  <a:pt x="1649" y="885"/>
                </a:lnTo>
                <a:lnTo>
                  <a:pt x="1650" y="639"/>
                </a:lnTo>
                <a:lnTo>
                  <a:pt x="1650" y="641"/>
                </a:lnTo>
                <a:lnTo>
                  <a:pt x="1650" y="532"/>
                </a:lnTo>
                <a:lnTo>
                  <a:pt x="1651" y="464"/>
                </a:lnTo>
                <a:lnTo>
                  <a:pt x="1651" y="643"/>
                </a:lnTo>
                <a:lnTo>
                  <a:pt x="1652" y="309"/>
                </a:lnTo>
                <a:lnTo>
                  <a:pt x="1652" y="598"/>
                </a:lnTo>
                <a:lnTo>
                  <a:pt x="1653" y="701"/>
                </a:lnTo>
                <a:lnTo>
                  <a:pt x="1653" y="926"/>
                </a:lnTo>
                <a:lnTo>
                  <a:pt x="1654" y="690"/>
                </a:lnTo>
                <a:lnTo>
                  <a:pt x="1654" y="705"/>
                </a:lnTo>
                <a:lnTo>
                  <a:pt x="1654" y="479"/>
                </a:lnTo>
                <a:lnTo>
                  <a:pt x="1655" y="568"/>
                </a:lnTo>
                <a:lnTo>
                  <a:pt x="1655" y="858"/>
                </a:lnTo>
                <a:lnTo>
                  <a:pt x="1656" y="623"/>
                </a:lnTo>
                <a:lnTo>
                  <a:pt x="1656" y="537"/>
                </a:lnTo>
                <a:lnTo>
                  <a:pt x="1657" y="387"/>
                </a:lnTo>
                <a:lnTo>
                  <a:pt x="1657" y="501"/>
                </a:lnTo>
                <a:lnTo>
                  <a:pt x="1658" y="525"/>
                </a:lnTo>
                <a:lnTo>
                  <a:pt x="1658" y="650"/>
                </a:lnTo>
                <a:lnTo>
                  <a:pt x="1658" y="593"/>
                </a:lnTo>
                <a:lnTo>
                  <a:pt x="1659" y="442"/>
                </a:lnTo>
                <a:lnTo>
                  <a:pt x="1659" y="899"/>
                </a:lnTo>
                <a:lnTo>
                  <a:pt x="1660" y="727"/>
                </a:lnTo>
                <a:lnTo>
                  <a:pt x="1660" y="802"/>
                </a:lnTo>
                <a:lnTo>
                  <a:pt x="1661" y="600"/>
                </a:lnTo>
                <a:lnTo>
                  <a:pt x="1661" y="451"/>
                </a:lnTo>
                <a:lnTo>
                  <a:pt x="1661" y="773"/>
                </a:lnTo>
                <a:lnTo>
                  <a:pt x="1662" y="1090"/>
                </a:lnTo>
                <a:lnTo>
                  <a:pt x="1662" y="742"/>
                </a:lnTo>
                <a:lnTo>
                  <a:pt x="1663" y="509"/>
                </a:lnTo>
                <a:lnTo>
                  <a:pt x="1663" y="576"/>
                </a:lnTo>
                <a:lnTo>
                  <a:pt x="1664" y="595"/>
                </a:lnTo>
                <a:lnTo>
                  <a:pt x="1664" y="720"/>
                </a:lnTo>
                <a:lnTo>
                  <a:pt x="1664" y="896"/>
                </a:lnTo>
                <a:lnTo>
                  <a:pt x="1664" y="580"/>
                </a:lnTo>
                <a:lnTo>
                  <a:pt x="1664" y="817"/>
                </a:lnTo>
                <a:lnTo>
                  <a:pt x="1665" y="286"/>
                </a:lnTo>
                <a:lnTo>
                  <a:pt x="1665" y="570"/>
                </a:lnTo>
                <a:lnTo>
                  <a:pt x="1666" y="772"/>
                </a:lnTo>
                <a:lnTo>
                  <a:pt x="1666" y="777"/>
                </a:lnTo>
                <a:lnTo>
                  <a:pt x="1667" y="685"/>
                </a:lnTo>
                <a:lnTo>
                  <a:pt x="1667" y="710"/>
                </a:lnTo>
                <a:lnTo>
                  <a:pt x="1667" y="471"/>
                </a:lnTo>
                <a:lnTo>
                  <a:pt x="1668" y="634"/>
                </a:lnTo>
                <a:lnTo>
                  <a:pt x="1668" y="795"/>
                </a:lnTo>
                <a:lnTo>
                  <a:pt x="1669" y="332"/>
                </a:lnTo>
                <a:lnTo>
                  <a:pt x="1669" y="656"/>
                </a:lnTo>
                <a:lnTo>
                  <a:pt x="1670" y="528"/>
                </a:lnTo>
                <a:lnTo>
                  <a:pt x="1670" y="769"/>
                </a:lnTo>
                <a:lnTo>
                  <a:pt x="1671" y="597"/>
                </a:lnTo>
                <a:lnTo>
                  <a:pt x="1671" y="605"/>
                </a:lnTo>
                <a:lnTo>
                  <a:pt x="1671" y="990"/>
                </a:lnTo>
                <a:lnTo>
                  <a:pt x="1672" y="301"/>
                </a:lnTo>
                <a:lnTo>
                  <a:pt x="1672" y="428"/>
                </a:lnTo>
                <a:lnTo>
                  <a:pt x="1673" y="723"/>
                </a:lnTo>
                <a:lnTo>
                  <a:pt x="1673" y="846"/>
                </a:lnTo>
                <a:lnTo>
                  <a:pt x="1674" y="588"/>
                </a:lnTo>
                <a:lnTo>
                  <a:pt x="1674" y="633"/>
                </a:lnTo>
                <a:lnTo>
                  <a:pt x="1674" y="584"/>
                </a:lnTo>
                <a:lnTo>
                  <a:pt x="1675" y="610"/>
                </a:lnTo>
                <a:lnTo>
                  <a:pt x="1675" y="553"/>
                </a:lnTo>
                <a:lnTo>
                  <a:pt x="1676" y="386"/>
                </a:lnTo>
                <a:lnTo>
                  <a:pt x="1676" y="537"/>
                </a:lnTo>
                <a:lnTo>
                  <a:pt x="1677" y="821"/>
                </a:lnTo>
                <a:lnTo>
                  <a:pt x="1677" y="393"/>
                </a:lnTo>
                <a:lnTo>
                  <a:pt x="1678" y="342"/>
                </a:lnTo>
                <a:lnTo>
                  <a:pt x="1678" y="74"/>
                </a:lnTo>
                <a:lnTo>
                  <a:pt x="1678" y="824"/>
                </a:lnTo>
                <a:lnTo>
                  <a:pt x="1679" y="582"/>
                </a:lnTo>
                <a:lnTo>
                  <a:pt x="1679" y="988"/>
                </a:lnTo>
                <a:lnTo>
                  <a:pt x="1680" y="522"/>
                </a:lnTo>
                <a:lnTo>
                  <a:pt x="1680" y="713"/>
                </a:lnTo>
                <a:lnTo>
                  <a:pt x="1681" y="275"/>
                </a:lnTo>
                <a:lnTo>
                  <a:pt x="1681" y="748"/>
                </a:lnTo>
                <a:lnTo>
                  <a:pt x="1682" y="906"/>
                </a:lnTo>
                <a:lnTo>
                  <a:pt x="1682" y="689"/>
                </a:lnTo>
                <a:lnTo>
                  <a:pt x="1682" y="952"/>
                </a:lnTo>
                <a:lnTo>
                  <a:pt x="1683" y="468"/>
                </a:lnTo>
                <a:lnTo>
                  <a:pt x="1683" y="961"/>
                </a:lnTo>
                <a:lnTo>
                  <a:pt x="1684" y="590"/>
                </a:lnTo>
                <a:lnTo>
                  <a:pt x="1684" y="958"/>
                </a:lnTo>
                <a:lnTo>
                  <a:pt x="1685" y="646"/>
                </a:lnTo>
                <a:lnTo>
                  <a:pt x="1685" y="298"/>
                </a:lnTo>
                <a:lnTo>
                  <a:pt x="1685" y="521"/>
                </a:lnTo>
                <a:lnTo>
                  <a:pt x="1686" y="733"/>
                </a:lnTo>
                <a:lnTo>
                  <a:pt x="1686" y="585"/>
                </a:lnTo>
                <a:lnTo>
                  <a:pt x="1687" y="573"/>
                </a:lnTo>
                <a:lnTo>
                  <a:pt x="1687" y="490"/>
                </a:lnTo>
                <a:lnTo>
                  <a:pt x="1688" y="811"/>
                </a:lnTo>
                <a:lnTo>
                  <a:pt x="1688" y="464"/>
                </a:lnTo>
                <a:lnTo>
                  <a:pt x="1688" y="1041"/>
                </a:lnTo>
                <a:lnTo>
                  <a:pt x="1688" y="673"/>
                </a:lnTo>
                <a:lnTo>
                  <a:pt x="1688" y="646"/>
                </a:lnTo>
                <a:lnTo>
                  <a:pt x="1689" y="445"/>
                </a:lnTo>
                <a:lnTo>
                  <a:pt x="1689" y="550"/>
                </a:lnTo>
                <a:lnTo>
                  <a:pt x="1690" y="799"/>
                </a:lnTo>
                <a:lnTo>
                  <a:pt x="1690" y="723"/>
                </a:lnTo>
                <a:lnTo>
                  <a:pt x="1691" y="512"/>
                </a:lnTo>
                <a:lnTo>
                  <a:pt x="1691" y="558"/>
                </a:lnTo>
                <a:lnTo>
                  <a:pt x="1691" y="643"/>
                </a:lnTo>
                <a:lnTo>
                  <a:pt x="1692" y="624"/>
                </a:lnTo>
                <a:lnTo>
                  <a:pt x="1692" y="415"/>
                </a:lnTo>
                <a:lnTo>
                  <a:pt x="1693" y="626"/>
                </a:lnTo>
                <a:lnTo>
                  <a:pt x="1693" y="548"/>
                </a:lnTo>
                <a:lnTo>
                  <a:pt x="1694" y="148"/>
                </a:lnTo>
                <a:lnTo>
                  <a:pt x="1694" y="779"/>
                </a:lnTo>
                <a:lnTo>
                  <a:pt x="1695" y="852"/>
                </a:lnTo>
                <a:lnTo>
                  <a:pt x="1695" y="386"/>
                </a:lnTo>
                <a:lnTo>
                  <a:pt x="1695" y="641"/>
                </a:lnTo>
                <a:lnTo>
                  <a:pt x="1696" y="576"/>
                </a:lnTo>
                <a:lnTo>
                  <a:pt x="1696" y="656"/>
                </a:lnTo>
                <a:lnTo>
                  <a:pt x="1697" y="562"/>
                </a:lnTo>
                <a:lnTo>
                  <a:pt x="1697" y="233"/>
                </a:lnTo>
                <a:lnTo>
                  <a:pt x="1698" y="371"/>
                </a:lnTo>
                <a:lnTo>
                  <a:pt x="1698" y="359"/>
                </a:lnTo>
                <a:lnTo>
                  <a:pt x="1698" y="758"/>
                </a:lnTo>
                <a:lnTo>
                  <a:pt x="1699" y="710"/>
                </a:lnTo>
                <a:lnTo>
                  <a:pt x="1699" y="1006"/>
                </a:lnTo>
                <a:lnTo>
                  <a:pt x="1700" y="647"/>
                </a:lnTo>
                <a:lnTo>
                  <a:pt x="1700" y="336"/>
                </a:lnTo>
                <a:lnTo>
                  <a:pt x="1701" y="412"/>
                </a:lnTo>
                <a:lnTo>
                  <a:pt x="1701" y="540"/>
                </a:lnTo>
                <a:lnTo>
                  <a:pt x="1702" y="504"/>
                </a:lnTo>
                <a:lnTo>
                  <a:pt x="1702" y="621"/>
                </a:lnTo>
                <a:lnTo>
                  <a:pt x="1702" y="463"/>
                </a:lnTo>
                <a:lnTo>
                  <a:pt x="1703" y="363"/>
                </a:lnTo>
                <a:lnTo>
                  <a:pt x="1703" y="781"/>
                </a:lnTo>
                <a:lnTo>
                  <a:pt x="1704" y="443"/>
                </a:lnTo>
                <a:lnTo>
                  <a:pt x="1704" y="332"/>
                </a:lnTo>
                <a:lnTo>
                  <a:pt x="1705" y="568"/>
                </a:lnTo>
                <a:lnTo>
                  <a:pt x="1705" y="372"/>
                </a:lnTo>
                <a:lnTo>
                  <a:pt x="1706" y="0"/>
                </a:lnTo>
                <a:lnTo>
                  <a:pt x="1706" y="513"/>
                </a:lnTo>
                <a:lnTo>
                  <a:pt x="1706" y="425"/>
                </a:lnTo>
                <a:lnTo>
                  <a:pt x="1707" y="625"/>
                </a:lnTo>
                <a:lnTo>
                  <a:pt x="1707" y="463"/>
                </a:lnTo>
                <a:lnTo>
                  <a:pt x="1708" y="414"/>
                </a:lnTo>
                <a:lnTo>
                  <a:pt x="1708" y="461"/>
                </a:lnTo>
                <a:lnTo>
                  <a:pt x="1709" y="675"/>
                </a:lnTo>
                <a:lnTo>
                  <a:pt x="1709" y="460"/>
                </a:lnTo>
                <a:lnTo>
                  <a:pt x="1709" y="239"/>
                </a:lnTo>
                <a:lnTo>
                  <a:pt x="1710" y="418"/>
                </a:lnTo>
                <a:lnTo>
                  <a:pt x="1710" y="328"/>
                </a:lnTo>
                <a:lnTo>
                  <a:pt x="1711" y="540"/>
                </a:lnTo>
                <a:lnTo>
                  <a:pt x="1711" y="367"/>
                </a:lnTo>
                <a:lnTo>
                  <a:pt x="1712" y="451"/>
                </a:lnTo>
                <a:lnTo>
                  <a:pt x="1712" y="668"/>
                </a:lnTo>
                <a:lnTo>
                  <a:pt x="1712" y="446"/>
                </a:lnTo>
                <a:lnTo>
                  <a:pt x="1712" y="678"/>
                </a:lnTo>
                <a:lnTo>
                  <a:pt x="1712" y="616"/>
                </a:lnTo>
                <a:lnTo>
                  <a:pt x="1713" y="473"/>
                </a:lnTo>
                <a:lnTo>
                  <a:pt x="1713" y="455"/>
                </a:lnTo>
                <a:lnTo>
                  <a:pt x="1714" y="718"/>
                </a:lnTo>
                <a:lnTo>
                  <a:pt x="1714" y="325"/>
                </a:lnTo>
                <a:lnTo>
                  <a:pt x="1715" y="412"/>
                </a:lnTo>
                <a:lnTo>
                  <a:pt x="1715" y="637"/>
                </a:lnTo>
                <a:lnTo>
                  <a:pt x="1715" y="786"/>
                </a:lnTo>
                <a:lnTo>
                  <a:pt x="1716" y="543"/>
                </a:lnTo>
                <a:lnTo>
                  <a:pt x="1716" y="598"/>
                </a:lnTo>
                <a:lnTo>
                  <a:pt x="1717" y="501"/>
                </a:lnTo>
                <a:lnTo>
                  <a:pt x="1717" y="587"/>
                </a:lnTo>
                <a:lnTo>
                  <a:pt x="1718" y="878"/>
                </a:lnTo>
                <a:lnTo>
                  <a:pt x="1718" y="596"/>
                </a:lnTo>
                <a:lnTo>
                  <a:pt x="1719" y="584"/>
                </a:lnTo>
                <a:lnTo>
                  <a:pt x="1719" y="420"/>
                </a:lnTo>
                <a:lnTo>
                  <a:pt x="1719" y="657"/>
                </a:lnTo>
                <a:lnTo>
                  <a:pt x="1720" y="241"/>
                </a:lnTo>
                <a:lnTo>
                  <a:pt x="1720" y="876"/>
                </a:lnTo>
                <a:lnTo>
                  <a:pt x="1721" y="311"/>
                </a:lnTo>
                <a:lnTo>
                  <a:pt x="1721" y="584"/>
                </a:lnTo>
                <a:lnTo>
                  <a:pt x="1722" y="395"/>
                </a:lnTo>
                <a:lnTo>
                  <a:pt x="1722" y="535"/>
                </a:lnTo>
                <a:lnTo>
                  <a:pt x="1722" y="351"/>
                </a:lnTo>
                <a:lnTo>
                  <a:pt x="1723" y="622"/>
                </a:lnTo>
                <a:lnTo>
                  <a:pt x="1723" y="750"/>
                </a:lnTo>
                <a:lnTo>
                  <a:pt x="1724" y="309"/>
                </a:lnTo>
                <a:lnTo>
                  <a:pt x="1724" y="582"/>
                </a:lnTo>
                <a:lnTo>
                  <a:pt x="1725" y="526"/>
                </a:lnTo>
                <a:lnTo>
                  <a:pt x="1725" y="350"/>
                </a:lnTo>
                <a:lnTo>
                  <a:pt x="1726" y="752"/>
                </a:lnTo>
                <a:lnTo>
                  <a:pt x="1726" y="468"/>
                </a:lnTo>
                <a:lnTo>
                  <a:pt x="1726" y="680"/>
                </a:lnTo>
                <a:lnTo>
                  <a:pt x="1727" y="602"/>
                </a:lnTo>
                <a:lnTo>
                  <a:pt x="1727" y="568"/>
                </a:lnTo>
                <a:lnTo>
                  <a:pt x="1728" y="848"/>
                </a:lnTo>
                <a:lnTo>
                  <a:pt x="1728" y="724"/>
                </a:lnTo>
                <a:lnTo>
                  <a:pt x="1729" y="351"/>
                </a:lnTo>
                <a:lnTo>
                  <a:pt x="1729" y="436"/>
                </a:lnTo>
                <a:lnTo>
                  <a:pt x="1730" y="606"/>
                </a:lnTo>
                <a:lnTo>
                  <a:pt x="1730" y="555"/>
                </a:lnTo>
                <a:lnTo>
                  <a:pt x="1730" y="652"/>
                </a:lnTo>
                <a:lnTo>
                  <a:pt x="1731" y="365"/>
                </a:lnTo>
                <a:lnTo>
                  <a:pt x="1731" y="641"/>
                </a:lnTo>
                <a:lnTo>
                  <a:pt x="1732" y="567"/>
                </a:lnTo>
                <a:lnTo>
                  <a:pt x="1732" y="409"/>
                </a:lnTo>
                <a:lnTo>
                  <a:pt x="1733" y="751"/>
                </a:lnTo>
                <a:lnTo>
                  <a:pt x="1733" y="342"/>
                </a:lnTo>
                <a:lnTo>
                  <a:pt x="1733" y="888"/>
                </a:lnTo>
                <a:lnTo>
                  <a:pt x="1734" y="334"/>
                </a:lnTo>
                <a:lnTo>
                  <a:pt x="1734" y="689"/>
                </a:lnTo>
                <a:lnTo>
                  <a:pt x="1735" y="669"/>
                </a:lnTo>
                <a:lnTo>
                  <a:pt x="1735" y="961"/>
                </a:lnTo>
                <a:lnTo>
                  <a:pt x="1736" y="710"/>
                </a:lnTo>
                <a:lnTo>
                  <a:pt x="1736" y="816"/>
                </a:lnTo>
                <a:lnTo>
                  <a:pt x="1736" y="742"/>
                </a:lnTo>
                <a:lnTo>
                  <a:pt x="1736" y="661"/>
                </a:lnTo>
                <a:lnTo>
                  <a:pt x="1736" y="471"/>
                </a:lnTo>
                <a:lnTo>
                  <a:pt x="1737" y="605"/>
                </a:lnTo>
                <a:lnTo>
                  <a:pt x="1737" y="589"/>
                </a:lnTo>
                <a:lnTo>
                  <a:pt x="1738" y="838"/>
                </a:lnTo>
                <a:lnTo>
                  <a:pt x="1738" y="803"/>
                </a:lnTo>
                <a:lnTo>
                  <a:pt x="1739" y="333"/>
                </a:lnTo>
                <a:lnTo>
                  <a:pt x="1739" y="781"/>
                </a:lnTo>
                <a:lnTo>
                  <a:pt x="1739" y="362"/>
                </a:lnTo>
                <a:lnTo>
                  <a:pt x="1740" y="697"/>
                </a:lnTo>
                <a:lnTo>
                  <a:pt x="1740" y="656"/>
                </a:lnTo>
                <a:lnTo>
                  <a:pt x="1741" y="469"/>
                </a:lnTo>
                <a:lnTo>
                  <a:pt x="1741" y="435"/>
                </a:lnTo>
                <a:lnTo>
                  <a:pt x="1742" y="680"/>
                </a:lnTo>
                <a:lnTo>
                  <a:pt x="1742" y="730"/>
                </a:lnTo>
                <a:lnTo>
                  <a:pt x="1743" y="673"/>
                </a:lnTo>
                <a:lnTo>
                  <a:pt x="1743" y="605"/>
                </a:lnTo>
                <a:lnTo>
                  <a:pt x="1743" y="508"/>
                </a:lnTo>
                <a:lnTo>
                  <a:pt x="1744" y="665"/>
                </a:lnTo>
                <a:lnTo>
                  <a:pt x="1744" y="558"/>
                </a:lnTo>
                <a:lnTo>
                  <a:pt x="1745" y="379"/>
                </a:lnTo>
                <a:lnTo>
                  <a:pt x="1745" y="601"/>
                </a:lnTo>
                <a:lnTo>
                  <a:pt x="1746" y="614"/>
                </a:lnTo>
                <a:lnTo>
                  <a:pt x="1746" y="937"/>
                </a:lnTo>
                <a:lnTo>
                  <a:pt x="1746" y="1133"/>
                </a:lnTo>
                <a:lnTo>
                  <a:pt x="1747" y="602"/>
                </a:lnTo>
                <a:lnTo>
                  <a:pt x="1747" y="687"/>
                </a:lnTo>
                <a:lnTo>
                  <a:pt x="1748" y="761"/>
                </a:lnTo>
                <a:lnTo>
                  <a:pt x="1748" y="628"/>
                </a:lnTo>
                <a:lnTo>
                  <a:pt x="1749" y="682"/>
                </a:lnTo>
                <a:lnTo>
                  <a:pt x="1749" y="472"/>
                </a:lnTo>
                <a:lnTo>
                  <a:pt x="1750" y="656"/>
                </a:lnTo>
                <a:lnTo>
                  <a:pt x="1750" y="802"/>
                </a:lnTo>
                <a:lnTo>
                  <a:pt x="1750" y="495"/>
                </a:lnTo>
                <a:lnTo>
                  <a:pt x="1751" y="708"/>
                </a:lnTo>
                <a:lnTo>
                  <a:pt x="1751" y="576"/>
                </a:lnTo>
                <a:lnTo>
                  <a:pt x="1752" y="753"/>
                </a:lnTo>
                <a:lnTo>
                  <a:pt x="1752" y="781"/>
                </a:lnTo>
                <a:lnTo>
                  <a:pt x="1753" y="652"/>
                </a:lnTo>
                <a:lnTo>
                  <a:pt x="1753" y="663"/>
                </a:lnTo>
                <a:lnTo>
                  <a:pt x="1754" y="581"/>
                </a:lnTo>
                <a:lnTo>
                  <a:pt x="1754" y="711"/>
                </a:lnTo>
                <a:lnTo>
                  <a:pt x="1754" y="986"/>
                </a:lnTo>
                <a:lnTo>
                  <a:pt x="1755" y="738"/>
                </a:lnTo>
                <a:lnTo>
                  <a:pt x="1755" y="521"/>
                </a:lnTo>
                <a:lnTo>
                  <a:pt x="1756" y="711"/>
                </a:lnTo>
                <a:lnTo>
                  <a:pt x="1756" y="701"/>
                </a:lnTo>
                <a:lnTo>
                  <a:pt x="1757" y="483"/>
                </a:lnTo>
                <a:lnTo>
                  <a:pt x="1757" y="781"/>
                </a:lnTo>
                <a:lnTo>
                  <a:pt x="1757" y="925"/>
                </a:lnTo>
                <a:lnTo>
                  <a:pt x="1758" y="680"/>
                </a:lnTo>
                <a:lnTo>
                  <a:pt x="1758" y="735"/>
                </a:lnTo>
                <a:lnTo>
                  <a:pt x="1759" y="818"/>
                </a:lnTo>
                <a:lnTo>
                  <a:pt x="1759" y="677"/>
                </a:lnTo>
                <a:lnTo>
                  <a:pt x="1760" y="558"/>
                </a:lnTo>
                <a:lnTo>
                  <a:pt x="1760" y="642"/>
                </a:lnTo>
                <a:lnTo>
                  <a:pt x="1761" y="586"/>
                </a:lnTo>
                <a:lnTo>
                  <a:pt x="1761" y="333"/>
                </a:lnTo>
                <a:lnTo>
                  <a:pt x="1761" y="688"/>
                </a:lnTo>
                <a:lnTo>
                  <a:pt x="1761" y="585"/>
                </a:lnTo>
                <a:lnTo>
                  <a:pt x="1761" y="707"/>
                </a:lnTo>
                <a:lnTo>
                  <a:pt x="1762" y="754"/>
                </a:lnTo>
                <a:lnTo>
                  <a:pt x="1762" y="708"/>
                </a:lnTo>
                <a:lnTo>
                  <a:pt x="1763" y="688"/>
                </a:lnTo>
                <a:lnTo>
                  <a:pt x="1763" y="562"/>
                </a:lnTo>
                <a:lnTo>
                  <a:pt x="1763" y="279"/>
                </a:lnTo>
                <a:lnTo>
                  <a:pt x="1764" y="708"/>
                </a:lnTo>
                <a:lnTo>
                  <a:pt x="1764" y="663"/>
                </a:lnTo>
                <a:lnTo>
                  <a:pt x="1765" y="612"/>
                </a:lnTo>
                <a:lnTo>
                  <a:pt x="1765" y="551"/>
                </a:lnTo>
                <a:lnTo>
                  <a:pt x="1766" y="566"/>
                </a:lnTo>
                <a:lnTo>
                  <a:pt x="1766" y="439"/>
                </a:lnTo>
                <a:lnTo>
                  <a:pt x="1767" y="886"/>
                </a:lnTo>
                <a:lnTo>
                  <a:pt x="1767" y="872"/>
                </a:lnTo>
                <a:lnTo>
                  <a:pt x="1767" y="647"/>
                </a:lnTo>
                <a:lnTo>
                  <a:pt x="1768" y="467"/>
                </a:lnTo>
                <a:lnTo>
                  <a:pt x="1768" y="756"/>
                </a:lnTo>
                <a:lnTo>
                  <a:pt x="1769" y="900"/>
                </a:lnTo>
                <a:lnTo>
                  <a:pt x="1769" y="526"/>
                </a:lnTo>
                <a:lnTo>
                  <a:pt x="1770" y="558"/>
                </a:lnTo>
                <a:lnTo>
                  <a:pt x="1770" y="684"/>
                </a:lnTo>
                <a:lnTo>
                  <a:pt x="1770" y="670"/>
                </a:lnTo>
                <a:lnTo>
                  <a:pt x="1771" y="664"/>
                </a:lnTo>
                <a:lnTo>
                  <a:pt x="1771" y="567"/>
                </a:lnTo>
                <a:lnTo>
                  <a:pt x="1772" y="628"/>
                </a:lnTo>
                <a:lnTo>
                  <a:pt x="1772" y="536"/>
                </a:lnTo>
                <a:lnTo>
                  <a:pt x="1773" y="792"/>
                </a:lnTo>
                <a:lnTo>
                  <a:pt x="1773" y="636"/>
                </a:lnTo>
                <a:lnTo>
                  <a:pt x="1774" y="652"/>
                </a:lnTo>
                <a:lnTo>
                  <a:pt x="1774" y="589"/>
                </a:lnTo>
                <a:lnTo>
                  <a:pt x="1774" y="606"/>
                </a:lnTo>
                <a:lnTo>
                  <a:pt x="1775" y="522"/>
                </a:lnTo>
                <a:lnTo>
                  <a:pt x="1775" y="679"/>
                </a:lnTo>
                <a:lnTo>
                  <a:pt x="1776" y="568"/>
                </a:lnTo>
                <a:lnTo>
                  <a:pt x="1776" y="541"/>
                </a:lnTo>
                <a:lnTo>
                  <a:pt x="1777" y="480"/>
                </a:lnTo>
                <a:lnTo>
                  <a:pt x="1777" y="593"/>
                </a:lnTo>
                <a:lnTo>
                  <a:pt x="1778" y="558"/>
                </a:lnTo>
                <a:lnTo>
                  <a:pt x="1778" y="642"/>
                </a:lnTo>
                <a:lnTo>
                  <a:pt x="1778" y="659"/>
                </a:lnTo>
                <a:lnTo>
                  <a:pt x="1779" y="544"/>
                </a:lnTo>
                <a:lnTo>
                  <a:pt x="1779" y="573"/>
                </a:lnTo>
                <a:lnTo>
                  <a:pt x="1780" y="542"/>
                </a:lnTo>
                <a:lnTo>
                  <a:pt x="1780" y="607"/>
                </a:lnTo>
                <a:lnTo>
                  <a:pt x="1781" y="564"/>
                </a:lnTo>
                <a:lnTo>
                  <a:pt x="1781" y="537"/>
                </a:lnTo>
                <a:lnTo>
                  <a:pt x="1781" y="566"/>
                </a:lnTo>
                <a:lnTo>
                  <a:pt x="1782" y="569"/>
                </a:lnTo>
                <a:lnTo>
                  <a:pt x="1782" y="574"/>
                </a:lnTo>
                <a:lnTo>
                  <a:pt x="1783" y="607"/>
                </a:lnTo>
                <a:lnTo>
                  <a:pt x="1783" y="546"/>
                </a:lnTo>
                <a:lnTo>
                  <a:pt x="1784" y="586"/>
                </a:lnTo>
                <a:lnTo>
                  <a:pt x="1784" y="563"/>
                </a:lnTo>
                <a:lnTo>
                  <a:pt x="1785" y="606"/>
                </a:lnTo>
                <a:lnTo>
                  <a:pt x="1785" y="598"/>
                </a:lnTo>
                <a:lnTo>
                  <a:pt x="1785" y="543"/>
                </a:lnTo>
                <a:lnTo>
                  <a:pt x="1785" y="581"/>
                </a:lnTo>
                <a:lnTo>
                  <a:pt x="1785" y="543"/>
                </a:lnTo>
                <a:lnTo>
                  <a:pt x="1786" y="574"/>
                </a:lnTo>
                <a:lnTo>
                  <a:pt x="1786" y="610"/>
                </a:lnTo>
                <a:lnTo>
                  <a:pt x="1787" y="554"/>
                </a:lnTo>
                <a:lnTo>
                  <a:pt x="1787" y="585"/>
                </a:lnTo>
                <a:lnTo>
                  <a:pt x="1787" y="558"/>
                </a:lnTo>
                <a:lnTo>
                  <a:pt x="1788" y="572"/>
                </a:lnTo>
                <a:lnTo>
                  <a:pt x="1788" y="605"/>
                </a:lnTo>
                <a:lnTo>
                  <a:pt x="1789" y="569"/>
                </a:lnTo>
                <a:lnTo>
                  <a:pt x="1789" y="527"/>
                </a:lnTo>
                <a:lnTo>
                  <a:pt x="1790" y="562"/>
                </a:lnTo>
                <a:lnTo>
                  <a:pt x="1790" y="573"/>
                </a:lnTo>
                <a:lnTo>
                  <a:pt x="1791" y="550"/>
                </a:lnTo>
                <a:lnTo>
                  <a:pt x="1791" y="568"/>
                </a:lnTo>
                <a:lnTo>
                  <a:pt x="1791" y="568"/>
                </a:lnTo>
                <a:lnTo>
                  <a:pt x="1792" y="595"/>
                </a:lnTo>
                <a:lnTo>
                  <a:pt x="1792" y="567"/>
                </a:lnTo>
                <a:lnTo>
                  <a:pt x="1793" y="551"/>
                </a:lnTo>
                <a:lnTo>
                  <a:pt x="1793" y="589"/>
                </a:lnTo>
                <a:lnTo>
                  <a:pt x="1794" y="543"/>
                </a:lnTo>
                <a:lnTo>
                  <a:pt x="1794" y="575"/>
                </a:lnTo>
                <a:lnTo>
                  <a:pt x="1795" y="591"/>
                </a:lnTo>
                <a:lnTo>
                  <a:pt x="1795" y="552"/>
                </a:lnTo>
                <a:lnTo>
                  <a:pt x="1795" y="579"/>
                </a:lnTo>
                <a:lnTo>
                  <a:pt x="1796" y="558"/>
                </a:lnTo>
                <a:lnTo>
                  <a:pt x="1796" y="579"/>
                </a:lnTo>
                <a:lnTo>
                  <a:pt x="1797" y="575"/>
                </a:lnTo>
                <a:lnTo>
                  <a:pt x="1797" y="563"/>
                </a:lnTo>
                <a:lnTo>
                  <a:pt x="1798" y="567"/>
                </a:lnTo>
                <a:lnTo>
                  <a:pt x="1798" y="615"/>
                </a:lnTo>
                <a:lnTo>
                  <a:pt x="1798" y="597"/>
                </a:lnTo>
                <a:lnTo>
                  <a:pt x="1799" y="555"/>
                </a:lnTo>
                <a:lnTo>
                  <a:pt x="1799" y="577"/>
                </a:lnTo>
                <a:lnTo>
                  <a:pt x="1800" y="586"/>
                </a:lnTo>
                <a:lnTo>
                  <a:pt x="1800" y="603"/>
                </a:lnTo>
                <a:lnTo>
                  <a:pt x="1801" y="597"/>
                </a:lnTo>
                <a:lnTo>
                  <a:pt x="1801" y="617"/>
                </a:lnTo>
                <a:lnTo>
                  <a:pt x="1802" y="578"/>
                </a:lnTo>
                <a:lnTo>
                  <a:pt x="1802" y="588"/>
                </a:lnTo>
                <a:lnTo>
                  <a:pt x="1802" y="596"/>
                </a:lnTo>
                <a:lnTo>
                  <a:pt x="1803" y="578"/>
                </a:lnTo>
                <a:lnTo>
                  <a:pt x="1803" y="569"/>
                </a:lnTo>
                <a:lnTo>
                  <a:pt x="1804" y="534"/>
                </a:lnTo>
                <a:lnTo>
                  <a:pt x="1804" y="609"/>
                </a:lnTo>
                <a:lnTo>
                  <a:pt x="1805" y="553"/>
                </a:lnTo>
                <a:lnTo>
                  <a:pt x="1805" y="558"/>
                </a:lnTo>
                <a:lnTo>
                  <a:pt x="1805" y="594"/>
                </a:lnTo>
                <a:lnTo>
                  <a:pt x="1806" y="574"/>
                </a:lnTo>
                <a:lnTo>
                  <a:pt x="1806" y="587"/>
                </a:lnTo>
                <a:lnTo>
                  <a:pt x="1807" y="575"/>
                </a:lnTo>
                <a:lnTo>
                  <a:pt x="1807" y="548"/>
                </a:lnTo>
                <a:lnTo>
                  <a:pt x="1808" y="566"/>
                </a:lnTo>
                <a:lnTo>
                  <a:pt x="1808" y="569"/>
                </a:lnTo>
                <a:lnTo>
                  <a:pt x="1809" y="588"/>
                </a:lnTo>
                <a:lnTo>
                  <a:pt x="1809" y="610"/>
                </a:lnTo>
                <a:lnTo>
                  <a:pt x="1809" y="585"/>
                </a:lnTo>
                <a:lnTo>
                  <a:pt x="1809" y="556"/>
                </a:lnTo>
                <a:lnTo>
                  <a:pt x="1809" y="612"/>
                </a:lnTo>
                <a:lnTo>
                  <a:pt x="1810" y="604"/>
                </a:lnTo>
                <a:lnTo>
                  <a:pt x="1810" y="579"/>
                </a:lnTo>
                <a:lnTo>
                  <a:pt x="1811" y="603"/>
                </a:lnTo>
                <a:lnTo>
                  <a:pt x="1811" y="599"/>
                </a:lnTo>
                <a:lnTo>
                  <a:pt x="1811" y="591"/>
                </a:lnTo>
                <a:lnTo>
                  <a:pt x="1812" y="611"/>
                </a:lnTo>
                <a:lnTo>
                  <a:pt x="1812" y="604"/>
                </a:lnTo>
                <a:lnTo>
                  <a:pt x="1813" y="569"/>
                </a:lnTo>
                <a:lnTo>
                  <a:pt x="1813" y="611"/>
                </a:lnTo>
                <a:lnTo>
                  <a:pt x="1814" y="617"/>
                </a:lnTo>
                <a:lnTo>
                  <a:pt x="1814" y="598"/>
                </a:lnTo>
                <a:lnTo>
                  <a:pt x="1815" y="570"/>
                </a:lnTo>
                <a:lnTo>
                  <a:pt x="1815" y="589"/>
                </a:lnTo>
                <a:lnTo>
                  <a:pt x="1815" y="595"/>
                </a:lnTo>
                <a:lnTo>
                  <a:pt x="1816" y="586"/>
                </a:lnTo>
                <a:lnTo>
                  <a:pt x="1816" y="622"/>
                </a:lnTo>
                <a:lnTo>
                  <a:pt x="1817" y="576"/>
                </a:lnTo>
                <a:lnTo>
                  <a:pt x="1817" y="579"/>
                </a:lnTo>
                <a:lnTo>
                  <a:pt x="1818" y="596"/>
                </a:lnTo>
                <a:lnTo>
                  <a:pt x="1818" y="566"/>
                </a:lnTo>
                <a:lnTo>
                  <a:pt x="1819" y="611"/>
                </a:lnTo>
                <a:lnTo>
                  <a:pt x="1819" y="564"/>
                </a:lnTo>
                <a:lnTo>
                  <a:pt x="1819" y="586"/>
                </a:lnTo>
                <a:lnTo>
                  <a:pt x="1820" y="595"/>
                </a:lnTo>
                <a:lnTo>
                  <a:pt x="1820" y="589"/>
                </a:lnTo>
                <a:lnTo>
                  <a:pt x="1821" y="591"/>
                </a:lnTo>
                <a:lnTo>
                  <a:pt x="1821" y="564"/>
                </a:lnTo>
                <a:lnTo>
                  <a:pt x="1822" y="611"/>
                </a:lnTo>
                <a:lnTo>
                  <a:pt x="1822" y="606"/>
                </a:lnTo>
                <a:lnTo>
                  <a:pt x="1822" y="568"/>
                </a:lnTo>
                <a:lnTo>
                  <a:pt x="1823" y="603"/>
                </a:lnTo>
                <a:lnTo>
                  <a:pt x="1823" y="572"/>
                </a:lnTo>
                <a:lnTo>
                  <a:pt x="1824" y="556"/>
                </a:lnTo>
                <a:lnTo>
                  <a:pt x="1824" y="599"/>
                </a:lnTo>
                <a:lnTo>
                  <a:pt x="1825" y="577"/>
                </a:lnTo>
                <a:lnTo>
                  <a:pt x="1825" y="615"/>
                </a:lnTo>
                <a:lnTo>
                  <a:pt x="1826" y="576"/>
                </a:lnTo>
                <a:lnTo>
                  <a:pt x="1826" y="587"/>
                </a:lnTo>
                <a:lnTo>
                  <a:pt x="1826" y="582"/>
                </a:lnTo>
                <a:lnTo>
                  <a:pt x="1827" y="606"/>
                </a:lnTo>
                <a:lnTo>
                  <a:pt x="1827" y="627"/>
                </a:lnTo>
                <a:lnTo>
                  <a:pt x="1828" y="582"/>
                </a:lnTo>
                <a:lnTo>
                  <a:pt x="1828" y="635"/>
                </a:lnTo>
                <a:lnTo>
                  <a:pt x="1829" y="599"/>
                </a:lnTo>
                <a:lnTo>
                  <a:pt x="1829" y="573"/>
                </a:lnTo>
                <a:lnTo>
                  <a:pt x="1829" y="588"/>
                </a:lnTo>
                <a:lnTo>
                  <a:pt x="1830" y="552"/>
                </a:lnTo>
                <a:lnTo>
                  <a:pt x="1830" y="571"/>
                </a:lnTo>
                <a:lnTo>
                  <a:pt x="1831" y="607"/>
                </a:lnTo>
                <a:lnTo>
                  <a:pt x="1831" y="592"/>
                </a:lnTo>
                <a:lnTo>
                  <a:pt x="1832" y="594"/>
                </a:lnTo>
                <a:lnTo>
                  <a:pt x="1832" y="626"/>
                </a:lnTo>
                <a:lnTo>
                  <a:pt x="1833" y="612"/>
                </a:lnTo>
                <a:lnTo>
                  <a:pt x="1833" y="605"/>
                </a:lnTo>
                <a:lnTo>
                  <a:pt x="1833" y="635"/>
                </a:lnTo>
                <a:lnTo>
                  <a:pt x="1833" y="592"/>
                </a:lnTo>
                <a:lnTo>
                  <a:pt x="1833" y="598"/>
                </a:lnTo>
                <a:lnTo>
                  <a:pt x="1834" y="628"/>
                </a:lnTo>
                <a:lnTo>
                  <a:pt x="1834" y="585"/>
                </a:lnTo>
                <a:lnTo>
                  <a:pt x="1835" y="578"/>
                </a:lnTo>
                <a:lnTo>
                  <a:pt x="1835" y="588"/>
                </a:lnTo>
                <a:lnTo>
                  <a:pt x="1835" y="599"/>
                </a:lnTo>
                <a:lnTo>
                  <a:pt x="1836" y="581"/>
                </a:lnTo>
                <a:lnTo>
                  <a:pt x="1836" y="579"/>
                </a:lnTo>
                <a:lnTo>
                  <a:pt x="1837" y="586"/>
                </a:lnTo>
                <a:lnTo>
                  <a:pt x="1837" y="610"/>
                </a:lnTo>
                <a:lnTo>
                  <a:pt x="1838" y="586"/>
                </a:lnTo>
                <a:lnTo>
                  <a:pt x="1838" y="567"/>
                </a:lnTo>
                <a:lnTo>
                  <a:pt x="1839" y="605"/>
                </a:lnTo>
                <a:lnTo>
                  <a:pt x="1839" y="548"/>
                </a:lnTo>
                <a:lnTo>
                  <a:pt x="1839" y="603"/>
                </a:lnTo>
                <a:lnTo>
                  <a:pt x="1840" y="591"/>
                </a:lnTo>
                <a:lnTo>
                  <a:pt x="1840" y="606"/>
                </a:lnTo>
                <a:lnTo>
                  <a:pt x="1841" y="586"/>
                </a:lnTo>
                <a:lnTo>
                  <a:pt x="1841" y="627"/>
                </a:lnTo>
                <a:lnTo>
                  <a:pt x="1842" y="602"/>
                </a:lnTo>
                <a:lnTo>
                  <a:pt x="1842" y="613"/>
                </a:lnTo>
                <a:lnTo>
                  <a:pt x="1843" y="587"/>
                </a:lnTo>
                <a:lnTo>
                  <a:pt x="1843" y="569"/>
                </a:lnTo>
                <a:lnTo>
                  <a:pt x="1843" y="577"/>
                </a:lnTo>
                <a:lnTo>
                  <a:pt x="1844" y="638"/>
                </a:lnTo>
                <a:lnTo>
                  <a:pt x="1844" y="547"/>
                </a:lnTo>
                <a:lnTo>
                  <a:pt x="1845" y="583"/>
                </a:lnTo>
                <a:lnTo>
                  <a:pt x="1845" y="605"/>
                </a:lnTo>
                <a:lnTo>
                  <a:pt x="1846" y="586"/>
                </a:lnTo>
                <a:lnTo>
                  <a:pt x="1846" y="585"/>
                </a:lnTo>
                <a:lnTo>
                  <a:pt x="1846" y="602"/>
                </a:lnTo>
                <a:lnTo>
                  <a:pt x="1847" y="584"/>
                </a:lnTo>
                <a:lnTo>
                  <a:pt x="1847" y="600"/>
                </a:lnTo>
                <a:lnTo>
                  <a:pt x="1848" y="595"/>
                </a:lnTo>
                <a:lnTo>
                  <a:pt x="1848" y="601"/>
                </a:lnTo>
                <a:lnTo>
                  <a:pt x="1849" y="616"/>
                </a:lnTo>
                <a:lnTo>
                  <a:pt x="1849" y="584"/>
                </a:lnTo>
                <a:lnTo>
                  <a:pt x="1850" y="574"/>
                </a:lnTo>
                <a:lnTo>
                  <a:pt x="1850" y="575"/>
                </a:lnTo>
                <a:lnTo>
                  <a:pt x="1850" y="568"/>
                </a:lnTo>
                <a:lnTo>
                  <a:pt x="1851" y="579"/>
                </a:lnTo>
                <a:lnTo>
                  <a:pt x="1851" y="596"/>
                </a:lnTo>
                <a:lnTo>
                  <a:pt x="1852" y="567"/>
                </a:lnTo>
                <a:lnTo>
                  <a:pt x="1852" y="612"/>
                </a:lnTo>
                <a:lnTo>
                  <a:pt x="1853" y="603"/>
                </a:lnTo>
                <a:lnTo>
                  <a:pt x="1853" y="604"/>
                </a:lnTo>
                <a:lnTo>
                  <a:pt x="1853" y="561"/>
                </a:lnTo>
                <a:lnTo>
                  <a:pt x="1854" y="563"/>
                </a:lnTo>
                <a:lnTo>
                  <a:pt x="1854" y="572"/>
                </a:lnTo>
                <a:lnTo>
                  <a:pt x="1855" y="560"/>
                </a:lnTo>
                <a:lnTo>
                  <a:pt x="1855" y="600"/>
                </a:lnTo>
                <a:lnTo>
                  <a:pt x="1856" y="574"/>
                </a:lnTo>
                <a:lnTo>
                  <a:pt x="1856" y="584"/>
                </a:lnTo>
                <a:lnTo>
                  <a:pt x="1857" y="563"/>
                </a:lnTo>
                <a:lnTo>
                  <a:pt x="1857" y="583"/>
                </a:lnTo>
                <a:lnTo>
                  <a:pt x="1857" y="588"/>
                </a:lnTo>
                <a:lnTo>
                  <a:pt x="1857" y="569"/>
                </a:lnTo>
                <a:lnTo>
                  <a:pt x="1857" y="562"/>
                </a:lnTo>
                <a:lnTo>
                  <a:pt x="1858" y="593"/>
                </a:lnTo>
                <a:lnTo>
                  <a:pt x="1858" y="581"/>
                </a:lnTo>
                <a:lnTo>
                  <a:pt x="1859" y="601"/>
                </a:lnTo>
                <a:lnTo>
                  <a:pt x="1859" y="630"/>
                </a:lnTo>
                <a:lnTo>
                  <a:pt x="1859" y="574"/>
                </a:lnTo>
                <a:lnTo>
                  <a:pt x="1860" y="565"/>
                </a:lnTo>
                <a:lnTo>
                  <a:pt x="1860" y="572"/>
                </a:lnTo>
                <a:lnTo>
                  <a:pt x="1861" y="617"/>
                </a:lnTo>
                <a:lnTo>
                  <a:pt x="1861" y="585"/>
                </a:lnTo>
                <a:lnTo>
                  <a:pt x="1862" y="623"/>
                </a:lnTo>
                <a:lnTo>
                  <a:pt x="1862" y="548"/>
                </a:lnTo>
                <a:lnTo>
                  <a:pt x="1863" y="599"/>
                </a:lnTo>
                <a:lnTo>
                  <a:pt x="1863" y="550"/>
                </a:lnTo>
                <a:lnTo>
                  <a:pt x="1863" y="556"/>
                </a:lnTo>
                <a:lnTo>
                  <a:pt x="1864" y="594"/>
                </a:lnTo>
                <a:lnTo>
                  <a:pt x="1864" y="599"/>
                </a:lnTo>
                <a:lnTo>
                  <a:pt x="1865" y="567"/>
                </a:lnTo>
                <a:lnTo>
                  <a:pt x="1865" y="592"/>
                </a:lnTo>
                <a:lnTo>
                  <a:pt x="1866" y="572"/>
                </a:lnTo>
                <a:lnTo>
                  <a:pt x="1866" y="585"/>
                </a:lnTo>
                <a:lnTo>
                  <a:pt x="1867" y="611"/>
                </a:lnTo>
                <a:lnTo>
                  <a:pt x="1867" y="620"/>
                </a:lnTo>
                <a:lnTo>
                  <a:pt x="1867" y="569"/>
                </a:lnTo>
                <a:lnTo>
                  <a:pt x="1868" y="586"/>
                </a:lnTo>
                <a:lnTo>
                  <a:pt x="1868" y="585"/>
                </a:lnTo>
                <a:lnTo>
                  <a:pt x="1869" y="559"/>
                </a:lnTo>
                <a:lnTo>
                  <a:pt x="1869" y="549"/>
                </a:lnTo>
                <a:lnTo>
                  <a:pt x="1870" y="579"/>
                </a:lnTo>
                <a:lnTo>
                  <a:pt x="1870" y="580"/>
                </a:lnTo>
                <a:lnTo>
                  <a:pt x="1870" y="562"/>
                </a:lnTo>
                <a:lnTo>
                  <a:pt x="1871" y="601"/>
                </a:lnTo>
                <a:lnTo>
                  <a:pt x="1871" y="568"/>
                </a:lnTo>
                <a:lnTo>
                  <a:pt x="1872" y="562"/>
                </a:lnTo>
                <a:lnTo>
                  <a:pt x="1872" y="559"/>
                </a:lnTo>
                <a:lnTo>
                  <a:pt x="1873" y="612"/>
                </a:lnTo>
                <a:lnTo>
                  <a:pt x="1873" y="588"/>
                </a:lnTo>
                <a:lnTo>
                  <a:pt x="1874" y="590"/>
                </a:lnTo>
                <a:lnTo>
                  <a:pt x="1874" y="570"/>
                </a:lnTo>
                <a:lnTo>
                  <a:pt x="1874" y="562"/>
                </a:lnTo>
                <a:lnTo>
                  <a:pt x="1875" y="541"/>
                </a:lnTo>
                <a:lnTo>
                  <a:pt x="1875" y="583"/>
                </a:lnTo>
                <a:lnTo>
                  <a:pt x="1876" y="583"/>
                </a:lnTo>
                <a:lnTo>
                  <a:pt x="1876" y="548"/>
                </a:lnTo>
                <a:lnTo>
                  <a:pt x="1877" y="566"/>
                </a:lnTo>
                <a:lnTo>
                  <a:pt x="1877" y="546"/>
                </a:lnTo>
                <a:lnTo>
                  <a:pt x="1877" y="566"/>
                </a:lnTo>
                <a:lnTo>
                  <a:pt x="1878" y="596"/>
                </a:lnTo>
                <a:lnTo>
                  <a:pt x="1878" y="600"/>
                </a:lnTo>
                <a:lnTo>
                  <a:pt x="1879" y="605"/>
                </a:lnTo>
                <a:lnTo>
                  <a:pt x="1879" y="559"/>
                </a:lnTo>
                <a:lnTo>
                  <a:pt x="1880" y="548"/>
                </a:lnTo>
                <a:lnTo>
                  <a:pt x="1880" y="535"/>
                </a:lnTo>
                <a:lnTo>
                  <a:pt x="1881" y="556"/>
                </a:lnTo>
                <a:lnTo>
                  <a:pt x="1881" y="549"/>
                </a:lnTo>
                <a:lnTo>
                  <a:pt x="1881" y="586"/>
                </a:lnTo>
                <a:lnTo>
                  <a:pt x="1881" y="597"/>
                </a:lnTo>
                <a:lnTo>
                  <a:pt x="1881" y="556"/>
                </a:lnTo>
                <a:lnTo>
                  <a:pt x="1882" y="565"/>
                </a:lnTo>
                <a:lnTo>
                  <a:pt x="1882" y="572"/>
                </a:lnTo>
                <a:lnTo>
                  <a:pt x="1883" y="566"/>
                </a:lnTo>
                <a:lnTo>
                  <a:pt x="1883" y="567"/>
                </a:lnTo>
                <a:lnTo>
                  <a:pt x="1883" y="548"/>
                </a:lnTo>
                <a:lnTo>
                  <a:pt x="1884" y="548"/>
                </a:lnTo>
                <a:lnTo>
                  <a:pt x="1884" y="563"/>
                </a:lnTo>
                <a:lnTo>
                  <a:pt x="1885" y="558"/>
                </a:lnTo>
                <a:lnTo>
                  <a:pt x="1885" y="564"/>
                </a:lnTo>
                <a:lnTo>
                  <a:pt x="1886" y="586"/>
                </a:lnTo>
                <a:lnTo>
                  <a:pt x="1886" y="561"/>
                </a:lnTo>
                <a:lnTo>
                  <a:pt x="1887" y="605"/>
                </a:lnTo>
                <a:lnTo>
                  <a:pt x="1887" y="555"/>
                </a:lnTo>
                <a:lnTo>
                  <a:pt x="1887" y="602"/>
                </a:lnTo>
                <a:lnTo>
                  <a:pt x="1888" y="571"/>
                </a:lnTo>
                <a:lnTo>
                  <a:pt x="1888" y="595"/>
                </a:lnTo>
                <a:lnTo>
                  <a:pt x="1889" y="566"/>
                </a:lnTo>
                <a:lnTo>
                  <a:pt x="1889" y="579"/>
                </a:lnTo>
                <a:lnTo>
                  <a:pt x="1890" y="611"/>
                </a:lnTo>
                <a:lnTo>
                  <a:pt x="1890" y="569"/>
                </a:lnTo>
                <a:lnTo>
                  <a:pt x="1891" y="590"/>
                </a:lnTo>
                <a:lnTo>
                  <a:pt x="1891" y="561"/>
                </a:lnTo>
                <a:lnTo>
                  <a:pt x="1891" y="579"/>
                </a:lnTo>
                <a:lnTo>
                  <a:pt x="1892" y="571"/>
                </a:lnTo>
                <a:lnTo>
                  <a:pt x="1892" y="600"/>
                </a:lnTo>
                <a:lnTo>
                  <a:pt x="1893" y="592"/>
                </a:lnTo>
                <a:lnTo>
                  <a:pt x="1893" y="590"/>
                </a:lnTo>
                <a:lnTo>
                  <a:pt x="1894" y="563"/>
                </a:lnTo>
                <a:lnTo>
                  <a:pt x="1894" y="546"/>
                </a:lnTo>
                <a:lnTo>
                  <a:pt x="1894" y="598"/>
                </a:lnTo>
                <a:lnTo>
                  <a:pt x="1895" y="560"/>
                </a:lnTo>
                <a:lnTo>
                  <a:pt x="1895" y="627"/>
                </a:lnTo>
                <a:lnTo>
                  <a:pt x="1896" y="608"/>
                </a:lnTo>
                <a:lnTo>
                  <a:pt x="1896" y="603"/>
                </a:lnTo>
                <a:lnTo>
                  <a:pt x="1897" y="611"/>
                </a:lnTo>
                <a:lnTo>
                  <a:pt x="1897" y="616"/>
                </a:lnTo>
                <a:lnTo>
                  <a:pt x="1898" y="575"/>
                </a:lnTo>
                <a:lnTo>
                  <a:pt x="1898" y="588"/>
                </a:lnTo>
                <a:lnTo>
                  <a:pt x="1898" y="577"/>
                </a:lnTo>
                <a:lnTo>
                  <a:pt x="1899" y="570"/>
                </a:lnTo>
                <a:lnTo>
                  <a:pt x="1899" y="580"/>
                </a:lnTo>
                <a:lnTo>
                  <a:pt x="1900" y="572"/>
                </a:lnTo>
                <a:lnTo>
                  <a:pt x="1900" y="587"/>
                </a:lnTo>
                <a:lnTo>
                  <a:pt x="1901" y="610"/>
                </a:lnTo>
                <a:lnTo>
                  <a:pt x="1901" y="564"/>
                </a:lnTo>
                <a:lnTo>
                  <a:pt x="1901" y="599"/>
                </a:lnTo>
                <a:lnTo>
                  <a:pt x="1902" y="607"/>
                </a:lnTo>
                <a:lnTo>
                  <a:pt x="1902" y="591"/>
                </a:lnTo>
                <a:lnTo>
                  <a:pt x="1903" y="607"/>
                </a:lnTo>
                <a:lnTo>
                  <a:pt x="1903" y="596"/>
                </a:lnTo>
                <a:lnTo>
                  <a:pt x="1904" y="581"/>
                </a:lnTo>
                <a:lnTo>
                  <a:pt x="1904" y="581"/>
                </a:lnTo>
                <a:lnTo>
                  <a:pt x="1905" y="608"/>
                </a:lnTo>
                <a:lnTo>
                  <a:pt x="1905" y="599"/>
                </a:lnTo>
                <a:lnTo>
                  <a:pt x="1905" y="567"/>
                </a:lnTo>
                <a:lnTo>
                  <a:pt x="1905" y="579"/>
                </a:lnTo>
                <a:lnTo>
                  <a:pt x="1905" y="547"/>
                </a:lnTo>
                <a:lnTo>
                  <a:pt x="1906" y="565"/>
                </a:lnTo>
                <a:lnTo>
                  <a:pt x="1906" y="566"/>
                </a:lnTo>
                <a:lnTo>
                  <a:pt x="1907" y="619"/>
                </a:lnTo>
                <a:lnTo>
                  <a:pt x="1907" y="575"/>
                </a:lnTo>
                <a:lnTo>
                  <a:pt x="1907" y="592"/>
                </a:lnTo>
                <a:lnTo>
                  <a:pt x="1908" y="602"/>
                </a:lnTo>
                <a:lnTo>
                  <a:pt x="1908" y="587"/>
                </a:lnTo>
                <a:lnTo>
                  <a:pt x="1909" y="572"/>
                </a:lnTo>
                <a:lnTo>
                  <a:pt x="1909" y="581"/>
                </a:lnTo>
                <a:lnTo>
                  <a:pt x="1910" y="610"/>
                </a:lnTo>
                <a:lnTo>
                  <a:pt x="1910" y="577"/>
                </a:lnTo>
                <a:lnTo>
                  <a:pt x="1911" y="605"/>
                </a:lnTo>
                <a:lnTo>
                  <a:pt x="1911" y="587"/>
                </a:lnTo>
                <a:lnTo>
                  <a:pt x="1911" y="598"/>
                </a:lnTo>
                <a:lnTo>
                  <a:pt x="1912" y="597"/>
                </a:lnTo>
                <a:lnTo>
                  <a:pt x="1912" y="577"/>
                </a:lnTo>
                <a:lnTo>
                  <a:pt x="1913" y="614"/>
                </a:lnTo>
                <a:lnTo>
                  <a:pt x="1913" y="552"/>
                </a:lnTo>
                <a:lnTo>
                  <a:pt x="1914" y="631"/>
                </a:lnTo>
                <a:lnTo>
                  <a:pt x="1914" y="605"/>
                </a:lnTo>
                <a:lnTo>
                  <a:pt x="1915" y="586"/>
                </a:lnTo>
                <a:lnTo>
                  <a:pt x="1915" y="581"/>
                </a:lnTo>
                <a:lnTo>
                  <a:pt x="1915" y="595"/>
                </a:lnTo>
                <a:lnTo>
                  <a:pt x="1916" y="594"/>
                </a:lnTo>
                <a:lnTo>
                  <a:pt x="1916" y="585"/>
                </a:lnTo>
                <a:lnTo>
                  <a:pt x="1917" y="598"/>
                </a:lnTo>
                <a:lnTo>
                  <a:pt x="1917" y="564"/>
                </a:lnTo>
                <a:lnTo>
                  <a:pt x="1918" y="576"/>
                </a:lnTo>
                <a:lnTo>
                  <a:pt x="1918" y="575"/>
                </a:lnTo>
                <a:lnTo>
                  <a:pt x="1918" y="613"/>
                </a:lnTo>
                <a:lnTo>
                  <a:pt x="1919" y="594"/>
                </a:lnTo>
                <a:lnTo>
                  <a:pt x="1919" y="599"/>
                </a:lnTo>
                <a:lnTo>
                  <a:pt x="1920" y="613"/>
                </a:lnTo>
                <a:lnTo>
                  <a:pt x="1920" y="586"/>
                </a:lnTo>
                <a:lnTo>
                  <a:pt x="1921" y="604"/>
                </a:lnTo>
                <a:lnTo>
                  <a:pt x="1921" y="579"/>
                </a:lnTo>
                <a:lnTo>
                  <a:pt x="1922" y="614"/>
                </a:lnTo>
                <a:lnTo>
                  <a:pt x="1922" y="557"/>
                </a:lnTo>
                <a:lnTo>
                  <a:pt x="1922" y="610"/>
                </a:lnTo>
                <a:lnTo>
                  <a:pt x="1923" y="587"/>
                </a:lnTo>
                <a:lnTo>
                  <a:pt x="1923" y="576"/>
                </a:lnTo>
                <a:lnTo>
                  <a:pt x="1924" y="604"/>
                </a:lnTo>
                <a:lnTo>
                  <a:pt x="1924" y="574"/>
                </a:lnTo>
                <a:lnTo>
                  <a:pt x="1925" y="617"/>
                </a:lnTo>
                <a:lnTo>
                  <a:pt x="1925" y="562"/>
                </a:lnTo>
                <a:lnTo>
                  <a:pt x="1925" y="591"/>
                </a:lnTo>
                <a:lnTo>
                  <a:pt x="1926" y="603"/>
                </a:lnTo>
                <a:lnTo>
                  <a:pt x="1926" y="597"/>
                </a:lnTo>
                <a:lnTo>
                  <a:pt x="1927" y="574"/>
                </a:lnTo>
                <a:lnTo>
                  <a:pt x="1927" y="603"/>
                </a:lnTo>
                <a:lnTo>
                  <a:pt x="1928" y="606"/>
                </a:lnTo>
                <a:lnTo>
                  <a:pt x="1928" y="594"/>
                </a:lnTo>
                <a:lnTo>
                  <a:pt x="1929" y="614"/>
                </a:lnTo>
                <a:lnTo>
                  <a:pt x="1929" y="552"/>
                </a:lnTo>
                <a:lnTo>
                  <a:pt x="1929" y="601"/>
                </a:lnTo>
                <a:lnTo>
                  <a:pt x="1929" y="572"/>
                </a:lnTo>
                <a:lnTo>
                  <a:pt x="1929" y="585"/>
                </a:lnTo>
                <a:lnTo>
                  <a:pt x="1930" y="609"/>
                </a:lnTo>
                <a:lnTo>
                  <a:pt x="1930" y="588"/>
                </a:lnTo>
                <a:lnTo>
                  <a:pt x="1931" y="571"/>
                </a:lnTo>
                <a:lnTo>
                  <a:pt x="1931" y="591"/>
                </a:lnTo>
                <a:lnTo>
                  <a:pt x="1932" y="562"/>
                </a:lnTo>
                <a:lnTo>
                  <a:pt x="1932" y="565"/>
                </a:lnTo>
                <a:lnTo>
                  <a:pt x="1932" y="567"/>
                </a:lnTo>
                <a:lnTo>
                  <a:pt x="1933" y="596"/>
                </a:lnTo>
                <a:lnTo>
                  <a:pt x="1933" y="609"/>
                </a:lnTo>
                <a:lnTo>
                  <a:pt x="1934" y="598"/>
                </a:lnTo>
                <a:lnTo>
                  <a:pt x="1934" y="582"/>
                </a:lnTo>
                <a:lnTo>
                  <a:pt x="1935" y="574"/>
                </a:lnTo>
                <a:lnTo>
                  <a:pt x="1935" y="630"/>
                </a:lnTo>
                <a:lnTo>
                  <a:pt x="1935" y="585"/>
                </a:lnTo>
                <a:lnTo>
                  <a:pt x="1936" y="581"/>
                </a:lnTo>
                <a:lnTo>
                  <a:pt x="1936" y="589"/>
                </a:lnTo>
                <a:lnTo>
                  <a:pt x="1937" y="557"/>
                </a:lnTo>
                <a:lnTo>
                  <a:pt x="1937" y="574"/>
                </a:lnTo>
                <a:lnTo>
                  <a:pt x="1938" y="556"/>
                </a:lnTo>
                <a:lnTo>
                  <a:pt x="1938" y="586"/>
                </a:lnTo>
                <a:lnTo>
                  <a:pt x="1939" y="562"/>
                </a:lnTo>
                <a:lnTo>
                  <a:pt x="1939" y="548"/>
                </a:lnTo>
                <a:lnTo>
                  <a:pt x="1939" y="555"/>
                </a:lnTo>
                <a:lnTo>
                  <a:pt x="1940" y="604"/>
                </a:lnTo>
                <a:lnTo>
                  <a:pt x="1940" y="586"/>
                </a:lnTo>
                <a:lnTo>
                  <a:pt x="1941" y="587"/>
                </a:lnTo>
                <a:lnTo>
                  <a:pt x="1941" y="570"/>
                </a:lnTo>
                <a:lnTo>
                  <a:pt x="1942" y="565"/>
                </a:lnTo>
                <a:lnTo>
                  <a:pt x="1942" y="597"/>
                </a:lnTo>
                <a:lnTo>
                  <a:pt x="1942" y="578"/>
                </a:lnTo>
                <a:lnTo>
                  <a:pt x="1943" y="621"/>
                </a:lnTo>
                <a:lnTo>
                  <a:pt x="1943" y="549"/>
                </a:lnTo>
                <a:lnTo>
                  <a:pt x="1944" y="589"/>
                </a:lnTo>
                <a:lnTo>
                  <a:pt x="1944" y="577"/>
                </a:lnTo>
                <a:lnTo>
                  <a:pt x="1945" y="585"/>
                </a:lnTo>
                <a:lnTo>
                  <a:pt x="1945" y="554"/>
                </a:lnTo>
                <a:lnTo>
                  <a:pt x="1946" y="636"/>
                </a:lnTo>
                <a:lnTo>
                  <a:pt x="1946" y="577"/>
                </a:lnTo>
                <a:lnTo>
                  <a:pt x="1946" y="579"/>
                </a:lnTo>
                <a:lnTo>
                  <a:pt x="1947" y="586"/>
                </a:lnTo>
                <a:lnTo>
                  <a:pt x="1947" y="540"/>
                </a:lnTo>
                <a:lnTo>
                  <a:pt x="1948" y="594"/>
                </a:lnTo>
                <a:lnTo>
                  <a:pt x="1948" y="560"/>
                </a:lnTo>
                <a:lnTo>
                  <a:pt x="1949" y="568"/>
                </a:lnTo>
                <a:lnTo>
                  <a:pt x="1949" y="549"/>
                </a:lnTo>
                <a:lnTo>
                  <a:pt x="1949" y="588"/>
                </a:lnTo>
                <a:lnTo>
                  <a:pt x="1950" y="590"/>
                </a:lnTo>
                <a:lnTo>
                  <a:pt x="1950" y="552"/>
                </a:lnTo>
                <a:lnTo>
                  <a:pt x="1951" y="565"/>
                </a:lnTo>
                <a:lnTo>
                  <a:pt x="1951" y="606"/>
                </a:lnTo>
                <a:lnTo>
                  <a:pt x="1952" y="586"/>
                </a:lnTo>
                <a:lnTo>
                  <a:pt x="1952" y="565"/>
                </a:lnTo>
                <a:lnTo>
                  <a:pt x="1953" y="557"/>
                </a:lnTo>
                <a:lnTo>
                  <a:pt x="1953" y="587"/>
                </a:lnTo>
                <a:lnTo>
                  <a:pt x="1953" y="634"/>
                </a:lnTo>
                <a:lnTo>
                  <a:pt x="1953" y="562"/>
                </a:lnTo>
                <a:lnTo>
                  <a:pt x="1953" y="598"/>
                </a:lnTo>
                <a:lnTo>
                  <a:pt x="1954" y="614"/>
                </a:lnTo>
                <a:lnTo>
                  <a:pt x="1954" y="632"/>
                </a:lnTo>
                <a:lnTo>
                  <a:pt x="1955" y="556"/>
                </a:lnTo>
                <a:lnTo>
                  <a:pt x="1955" y="570"/>
                </a:lnTo>
                <a:lnTo>
                  <a:pt x="1956" y="577"/>
                </a:lnTo>
                <a:lnTo>
                  <a:pt x="1956" y="544"/>
                </a:lnTo>
                <a:lnTo>
                  <a:pt x="1956" y="560"/>
                </a:lnTo>
                <a:lnTo>
                  <a:pt x="1957" y="538"/>
                </a:lnTo>
                <a:lnTo>
                  <a:pt x="1957" y="601"/>
                </a:lnTo>
                <a:lnTo>
                  <a:pt x="1958" y="573"/>
                </a:lnTo>
                <a:lnTo>
                  <a:pt x="1958" y="606"/>
                </a:lnTo>
                <a:lnTo>
                  <a:pt x="1959" y="577"/>
                </a:lnTo>
                <a:lnTo>
                  <a:pt x="1959" y="578"/>
                </a:lnTo>
                <a:lnTo>
                  <a:pt x="1959" y="560"/>
                </a:lnTo>
                <a:lnTo>
                  <a:pt x="1960" y="571"/>
                </a:lnTo>
                <a:lnTo>
                  <a:pt x="1960" y="560"/>
                </a:lnTo>
                <a:lnTo>
                  <a:pt x="1961" y="558"/>
                </a:lnTo>
                <a:lnTo>
                  <a:pt x="1961" y="528"/>
                </a:lnTo>
                <a:lnTo>
                  <a:pt x="1962" y="579"/>
                </a:lnTo>
                <a:lnTo>
                  <a:pt x="1962" y="592"/>
                </a:lnTo>
                <a:lnTo>
                  <a:pt x="1963" y="567"/>
                </a:lnTo>
                <a:lnTo>
                  <a:pt x="1963" y="589"/>
                </a:lnTo>
                <a:lnTo>
                  <a:pt x="1963" y="542"/>
                </a:lnTo>
                <a:lnTo>
                  <a:pt x="1964" y="579"/>
                </a:lnTo>
                <a:lnTo>
                  <a:pt x="1964" y="585"/>
                </a:lnTo>
                <a:lnTo>
                  <a:pt x="1965" y="583"/>
                </a:lnTo>
                <a:lnTo>
                  <a:pt x="1965" y="559"/>
                </a:lnTo>
                <a:lnTo>
                  <a:pt x="1966" y="577"/>
                </a:lnTo>
                <a:lnTo>
                  <a:pt x="1966" y="586"/>
                </a:lnTo>
                <a:lnTo>
                  <a:pt x="1966" y="539"/>
                </a:lnTo>
                <a:lnTo>
                  <a:pt x="1967" y="591"/>
                </a:lnTo>
                <a:lnTo>
                  <a:pt x="1967" y="573"/>
                </a:lnTo>
                <a:lnTo>
                  <a:pt x="1968" y="561"/>
                </a:lnTo>
                <a:lnTo>
                  <a:pt x="1968" y="609"/>
                </a:lnTo>
                <a:lnTo>
                  <a:pt x="1969" y="564"/>
                </a:lnTo>
                <a:lnTo>
                  <a:pt x="1969" y="597"/>
                </a:lnTo>
                <a:lnTo>
                  <a:pt x="1970" y="559"/>
                </a:lnTo>
                <a:lnTo>
                  <a:pt x="1970" y="595"/>
                </a:lnTo>
                <a:lnTo>
                  <a:pt x="1970" y="562"/>
                </a:lnTo>
                <a:lnTo>
                  <a:pt x="1971" y="553"/>
                </a:lnTo>
                <a:lnTo>
                  <a:pt x="1971" y="559"/>
                </a:lnTo>
                <a:lnTo>
                  <a:pt x="1972" y="571"/>
                </a:lnTo>
                <a:lnTo>
                  <a:pt x="1972" y="582"/>
                </a:lnTo>
                <a:lnTo>
                  <a:pt x="1973" y="588"/>
                </a:lnTo>
                <a:lnTo>
                  <a:pt x="1973" y="547"/>
                </a:lnTo>
                <a:lnTo>
                  <a:pt x="1973" y="592"/>
                </a:lnTo>
                <a:lnTo>
                  <a:pt x="1974" y="599"/>
                </a:lnTo>
                <a:lnTo>
                  <a:pt x="1974" y="564"/>
                </a:lnTo>
                <a:lnTo>
                  <a:pt x="1975" y="595"/>
                </a:lnTo>
                <a:lnTo>
                  <a:pt x="1975" y="598"/>
                </a:lnTo>
                <a:lnTo>
                  <a:pt x="1976" y="609"/>
                </a:lnTo>
                <a:lnTo>
                  <a:pt x="1976" y="589"/>
                </a:lnTo>
                <a:lnTo>
                  <a:pt x="1977" y="582"/>
                </a:lnTo>
                <a:lnTo>
                  <a:pt x="1977" y="575"/>
                </a:lnTo>
                <a:lnTo>
                  <a:pt x="1977" y="561"/>
                </a:lnTo>
                <a:lnTo>
                  <a:pt x="1978" y="569"/>
                </a:lnTo>
                <a:lnTo>
                  <a:pt x="1978" y="585"/>
                </a:lnTo>
                <a:lnTo>
                  <a:pt x="1978" y="586"/>
                </a:lnTo>
                <a:lnTo>
                  <a:pt x="1978" y="571"/>
                </a:lnTo>
                <a:lnTo>
                  <a:pt x="1979" y="556"/>
                </a:lnTo>
                <a:lnTo>
                  <a:pt x="1979" y="580"/>
                </a:lnTo>
                <a:lnTo>
                  <a:pt x="1980" y="592"/>
                </a:lnTo>
                <a:lnTo>
                  <a:pt x="1980" y="604"/>
                </a:lnTo>
                <a:lnTo>
                  <a:pt x="1980" y="613"/>
                </a:lnTo>
                <a:lnTo>
                  <a:pt x="1981" y="569"/>
                </a:lnTo>
                <a:lnTo>
                  <a:pt x="1981" y="572"/>
                </a:lnTo>
                <a:lnTo>
                  <a:pt x="1982" y="572"/>
                </a:lnTo>
                <a:lnTo>
                  <a:pt x="1982" y="587"/>
                </a:lnTo>
                <a:lnTo>
                  <a:pt x="1983" y="556"/>
                </a:lnTo>
                <a:lnTo>
                  <a:pt x="1983" y="595"/>
                </a:lnTo>
                <a:lnTo>
                  <a:pt x="1983" y="565"/>
                </a:lnTo>
                <a:lnTo>
                  <a:pt x="1984" y="586"/>
                </a:lnTo>
                <a:lnTo>
                  <a:pt x="1984" y="599"/>
                </a:lnTo>
                <a:lnTo>
                  <a:pt x="1985" y="574"/>
                </a:lnTo>
                <a:lnTo>
                  <a:pt x="1985" y="578"/>
                </a:lnTo>
                <a:lnTo>
                  <a:pt x="1986" y="580"/>
                </a:lnTo>
                <a:lnTo>
                  <a:pt x="1986" y="586"/>
                </a:lnTo>
                <a:lnTo>
                  <a:pt x="1987" y="588"/>
                </a:lnTo>
                <a:lnTo>
                  <a:pt x="1987" y="538"/>
                </a:lnTo>
                <a:lnTo>
                  <a:pt x="1987" y="563"/>
                </a:lnTo>
                <a:lnTo>
                  <a:pt x="1988" y="573"/>
                </a:lnTo>
                <a:lnTo>
                  <a:pt x="1988" y="586"/>
                </a:lnTo>
                <a:lnTo>
                  <a:pt x="1989" y="568"/>
                </a:lnTo>
                <a:lnTo>
                  <a:pt x="1989" y="579"/>
                </a:lnTo>
                <a:lnTo>
                  <a:pt x="1990" y="588"/>
                </a:lnTo>
                <a:lnTo>
                  <a:pt x="1990" y="596"/>
                </a:lnTo>
                <a:lnTo>
                  <a:pt x="1990" y="591"/>
                </a:lnTo>
                <a:lnTo>
                  <a:pt x="1991" y="656"/>
                </a:lnTo>
                <a:lnTo>
                  <a:pt x="1991" y="586"/>
                </a:lnTo>
                <a:lnTo>
                  <a:pt x="1992" y="601"/>
                </a:lnTo>
                <a:lnTo>
                  <a:pt x="1992" y="558"/>
                </a:lnTo>
                <a:lnTo>
                  <a:pt x="1993" y="590"/>
                </a:lnTo>
                <a:lnTo>
                  <a:pt x="1993" y="615"/>
                </a:lnTo>
                <a:lnTo>
                  <a:pt x="1994" y="592"/>
                </a:lnTo>
                <a:lnTo>
                  <a:pt x="1994" y="613"/>
                </a:lnTo>
                <a:lnTo>
                  <a:pt x="1994" y="582"/>
                </a:lnTo>
                <a:lnTo>
                  <a:pt x="1995" y="586"/>
                </a:lnTo>
                <a:lnTo>
                  <a:pt x="1995" y="572"/>
                </a:lnTo>
                <a:lnTo>
                  <a:pt x="1996" y="609"/>
                </a:lnTo>
                <a:lnTo>
                  <a:pt x="1996" y="591"/>
                </a:lnTo>
                <a:lnTo>
                  <a:pt x="1997" y="621"/>
                </a:lnTo>
                <a:lnTo>
                  <a:pt x="1997" y="578"/>
                </a:lnTo>
                <a:lnTo>
                  <a:pt x="1997" y="582"/>
                </a:lnTo>
                <a:lnTo>
                  <a:pt x="1998" y="583"/>
                </a:lnTo>
                <a:lnTo>
                  <a:pt x="1998" y="592"/>
                </a:lnTo>
                <a:lnTo>
                  <a:pt x="1999" y="585"/>
                </a:lnTo>
                <a:lnTo>
                  <a:pt x="1999" y="560"/>
                </a:lnTo>
                <a:lnTo>
                  <a:pt x="2000" y="599"/>
                </a:lnTo>
                <a:lnTo>
                  <a:pt x="2000" y="590"/>
                </a:lnTo>
                <a:lnTo>
                  <a:pt x="2001" y="615"/>
                </a:lnTo>
                <a:lnTo>
                  <a:pt x="2001" y="610"/>
                </a:lnTo>
                <a:lnTo>
                  <a:pt x="2001" y="591"/>
                </a:lnTo>
                <a:lnTo>
                  <a:pt x="2002" y="570"/>
                </a:lnTo>
                <a:lnTo>
                  <a:pt x="2002" y="598"/>
                </a:lnTo>
                <a:lnTo>
                  <a:pt x="2002" y="598"/>
                </a:lnTo>
                <a:lnTo>
                  <a:pt x="2002" y="601"/>
                </a:lnTo>
                <a:lnTo>
                  <a:pt x="2003" y="604"/>
                </a:lnTo>
                <a:lnTo>
                  <a:pt x="2003" y="586"/>
                </a:lnTo>
                <a:lnTo>
                  <a:pt x="2004" y="624"/>
                </a:lnTo>
                <a:lnTo>
                  <a:pt x="2004" y="566"/>
                </a:lnTo>
                <a:lnTo>
                  <a:pt x="2004" y="607"/>
                </a:lnTo>
                <a:lnTo>
                  <a:pt x="2005" y="578"/>
                </a:lnTo>
                <a:lnTo>
                  <a:pt x="2005" y="619"/>
                </a:lnTo>
                <a:lnTo>
                  <a:pt x="2006" y="579"/>
                </a:lnTo>
                <a:lnTo>
                  <a:pt x="2006" y="578"/>
                </a:lnTo>
                <a:lnTo>
                  <a:pt x="2007" y="585"/>
                </a:lnTo>
                <a:lnTo>
                  <a:pt x="2007" y="612"/>
                </a:lnTo>
                <a:lnTo>
                  <a:pt x="2007" y="586"/>
                </a:lnTo>
                <a:lnTo>
                  <a:pt x="2008" y="616"/>
                </a:lnTo>
                <a:lnTo>
                  <a:pt x="2008" y="597"/>
                </a:lnTo>
                <a:lnTo>
                  <a:pt x="2009" y="570"/>
                </a:lnTo>
                <a:lnTo>
                  <a:pt x="2009" y="575"/>
                </a:lnTo>
                <a:lnTo>
                  <a:pt x="2010" y="590"/>
                </a:lnTo>
                <a:lnTo>
                  <a:pt x="2010" y="610"/>
                </a:lnTo>
                <a:lnTo>
                  <a:pt x="2011" y="577"/>
                </a:lnTo>
                <a:lnTo>
                  <a:pt x="2011" y="590"/>
                </a:lnTo>
                <a:lnTo>
                  <a:pt x="2011" y="638"/>
                </a:lnTo>
                <a:lnTo>
                  <a:pt x="2012" y="574"/>
                </a:lnTo>
                <a:lnTo>
                  <a:pt x="2012" y="591"/>
                </a:lnTo>
                <a:lnTo>
                  <a:pt x="2013" y="558"/>
                </a:lnTo>
                <a:lnTo>
                  <a:pt x="2013" y="630"/>
                </a:lnTo>
                <a:lnTo>
                  <a:pt x="2014" y="712"/>
                </a:lnTo>
                <a:lnTo>
                  <a:pt x="2014" y="583"/>
                </a:lnTo>
                <a:lnTo>
                  <a:pt x="2014" y="582"/>
                </a:lnTo>
                <a:lnTo>
                  <a:pt x="2015" y="680"/>
                </a:lnTo>
                <a:lnTo>
                  <a:pt x="2015" y="649"/>
                </a:lnTo>
                <a:lnTo>
                  <a:pt x="2016" y="437"/>
                </a:lnTo>
                <a:lnTo>
                  <a:pt x="2016" y="615"/>
                </a:lnTo>
                <a:lnTo>
                  <a:pt x="2017" y="550"/>
                </a:lnTo>
                <a:lnTo>
                  <a:pt x="2017" y="635"/>
                </a:lnTo>
                <a:lnTo>
                  <a:pt x="2018" y="724"/>
                </a:lnTo>
                <a:lnTo>
                  <a:pt x="2018" y="604"/>
                </a:lnTo>
                <a:lnTo>
                  <a:pt x="2018" y="609"/>
                </a:lnTo>
                <a:lnTo>
                  <a:pt x="2019" y="615"/>
                </a:lnTo>
                <a:lnTo>
                  <a:pt x="2019" y="597"/>
                </a:lnTo>
                <a:lnTo>
                  <a:pt x="2020" y="572"/>
                </a:lnTo>
                <a:lnTo>
                  <a:pt x="2020" y="597"/>
                </a:lnTo>
                <a:lnTo>
                  <a:pt x="2021" y="665"/>
                </a:lnTo>
                <a:lnTo>
                  <a:pt x="2021" y="556"/>
                </a:lnTo>
                <a:lnTo>
                  <a:pt x="2021" y="707"/>
                </a:lnTo>
                <a:lnTo>
                  <a:pt x="2022" y="711"/>
                </a:lnTo>
                <a:lnTo>
                  <a:pt x="2022" y="537"/>
                </a:lnTo>
                <a:lnTo>
                  <a:pt x="2023" y="551"/>
                </a:lnTo>
                <a:lnTo>
                  <a:pt x="2023" y="585"/>
                </a:lnTo>
                <a:lnTo>
                  <a:pt x="2024" y="667"/>
                </a:lnTo>
                <a:lnTo>
                  <a:pt x="2024" y="623"/>
                </a:lnTo>
                <a:lnTo>
                  <a:pt x="2025" y="594"/>
                </a:lnTo>
                <a:lnTo>
                  <a:pt x="2025" y="677"/>
                </a:lnTo>
                <a:lnTo>
                  <a:pt x="2025" y="622"/>
                </a:lnTo>
                <a:lnTo>
                  <a:pt x="2026" y="535"/>
                </a:lnTo>
                <a:lnTo>
                  <a:pt x="2026" y="486"/>
                </a:lnTo>
                <a:lnTo>
                  <a:pt x="2026" y="600"/>
                </a:lnTo>
                <a:lnTo>
                  <a:pt x="2026" y="526"/>
                </a:lnTo>
                <a:lnTo>
                  <a:pt x="2027" y="690"/>
                </a:lnTo>
                <a:lnTo>
                  <a:pt x="2027" y="530"/>
                </a:lnTo>
                <a:lnTo>
                  <a:pt x="2028" y="620"/>
                </a:lnTo>
                <a:lnTo>
                  <a:pt x="2028" y="550"/>
                </a:lnTo>
                <a:lnTo>
                  <a:pt x="2028" y="584"/>
                </a:lnTo>
                <a:lnTo>
                  <a:pt x="2029" y="486"/>
                </a:lnTo>
                <a:lnTo>
                  <a:pt x="2029" y="621"/>
                </a:lnTo>
                <a:lnTo>
                  <a:pt x="2030" y="527"/>
                </a:lnTo>
                <a:lnTo>
                  <a:pt x="2030" y="582"/>
                </a:lnTo>
                <a:lnTo>
                  <a:pt x="2031" y="574"/>
                </a:lnTo>
                <a:lnTo>
                  <a:pt x="2031" y="575"/>
                </a:lnTo>
                <a:lnTo>
                  <a:pt x="2031" y="615"/>
                </a:lnTo>
                <a:lnTo>
                  <a:pt x="2032" y="562"/>
                </a:lnTo>
                <a:lnTo>
                  <a:pt x="2032" y="565"/>
                </a:lnTo>
                <a:lnTo>
                  <a:pt x="2033" y="545"/>
                </a:lnTo>
                <a:lnTo>
                  <a:pt x="2033" y="557"/>
                </a:lnTo>
                <a:lnTo>
                  <a:pt x="2034" y="519"/>
                </a:lnTo>
                <a:lnTo>
                  <a:pt x="2034" y="517"/>
                </a:lnTo>
                <a:lnTo>
                  <a:pt x="2035" y="612"/>
                </a:lnTo>
                <a:lnTo>
                  <a:pt x="2035" y="530"/>
                </a:lnTo>
                <a:lnTo>
                  <a:pt x="2035" y="611"/>
                </a:lnTo>
                <a:lnTo>
                  <a:pt x="2036" y="549"/>
                </a:lnTo>
                <a:lnTo>
                  <a:pt x="2036" y="552"/>
                </a:lnTo>
                <a:lnTo>
                  <a:pt x="2037" y="619"/>
                </a:lnTo>
                <a:lnTo>
                  <a:pt x="2037" y="571"/>
                </a:lnTo>
                <a:lnTo>
                  <a:pt x="2038" y="583"/>
                </a:lnTo>
                <a:lnTo>
                  <a:pt x="2038" y="588"/>
                </a:lnTo>
                <a:lnTo>
                  <a:pt x="2038" y="545"/>
                </a:lnTo>
                <a:lnTo>
                  <a:pt x="2039" y="586"/>
                </a:lnTo>
                <a:lnTo>
                  <a:pt x="2039" y="589"/>
                </a:lnTo>
                <a:lnTo>
                  <a:pt x="2040" y="571"/>
                </a:lnTo>
                <a:lnTo>
                  <a:pt x="2040" y="559"/>
                </a:lnTo>
                <a:lnTo>
                  <a:pt x="2041" y="576"/>
                </a:lnTo>
                <a:lnTo>
                  <a:pt x="2041" y="548"/>
                </a:lnTo>
                <a:lnTo>
                  <a:pt x="2042" y="562"/>
                </a:lnTo>
                <a:lnTo>
                  <a:pt x="2042" y="617"/>
                </a:lnTo>
                <a:lnTo>
                  <a:pt x="2042" y="584"/>
                </a:lnTo>
                <a:lnTo>
                  <a:pt x="2043" y="584"/>
                </a:lnTo>
                <a:lnTo>
                  <a:pt x="2043" y="562"/>
                </a:lnTo>
                <a:lnTo>
                  <a:pt x="2044" y="627"/>
                </a:lnTo>
                <a:lnTo>
                  <a:pt x="2044" y="519"/>
                </a:lnTo>
                <a:lnTo>
                  <a:pt x="2045" y="562"/>
                </a:lnTo>
                <a:lnTo>
                  <a:pt x="2045" y="569"/>
                </a:lnTo>
                <a:lnTo>
                  <a:pt x="2045" y="548"/>
                </a:lnTo>
                <a:lnTo>
                  <a:pt x="2046" y="524"/>
                </a:lnTo>
                <a:lnTo>
                  <a:pt x="2046" y="555"/>
                </a:lnTo>
                <a:lnTo>
                  <a:pt x="2047" y="553"/>
                </a:lnTo>
                <a:lnTo>
                  <a:pt x="2047" y="570"/>
                </a:lnTo>
                <a:lnTo>
                  <a:pt x="2048" y="576"/>
                </a:lnTo>
                <a:lnTo>
                  <a:pt x="2048" y="583"/>
                </a:lnTo>
                <a:lnTo>
                  <a:pt x="2049" y="590"/>
                </a:lnTo>
                <a:lnTo>
                  <a:pt x="2049" y="587"/>
                </a:lnTo>
                <a:lnTo>
                  <a:pt x="2049" y="601"/>
                </a:lnTo>
                <a:lnTo>
                  <a:pt x="2050" y="575"/>
                </a:lnTo>
                <a:lnTo>
                  <a:pt x="2050" y="609"/>
                </a:lnTo>
                <a:lnTo>
                  <a:pt x="2050" y="570"/>
                </a:lnTo>
                <a:lnTo>
                  <a:pt x="2050" y="575"/>
                </a:lnTo>
                <a:lnTo>
                  <a:pt x="2051" y="571"/>
                </a:lnTo>
                <a:lnTo>
                  <a:pt x="2051" y="585"/>
                </a:lnTo>
                <a:lnTo>
                  <a:pt x="2052" y="511"/>
                </a:lnTo>
                <a:lnTo>
                  <a:pt x="2052" y="546"/>
                </a:lnTo>
                <a:lnTo>
                  <a:pt x="2052" y="601"/>
                </a:lnTo>
                <a:lnTo>
                  <a:pt x="2053" y="570"/>
                </a:lnTo>
                <a:lnTo>
                  <a:pt x="2053" y="587"/>
                </a:lnTo>
                <a:lnTo>
                  <a:pt x="2054" y="596"/>
                </a:lnTo>
                <a:lnTo>
                  <a:pt x="2054" y="604"/>
                </a:lnTo>
                <a:lnTo>
                  <a:pt x="2055" y="567"/>
                </a:lnTo>
                <a:lnTo>
                  <a:pt x="2055" y="590"/>
                </a:lnTo>
                <a:lnTo>
                  <a:pt x="2055" y="557"/>
                </a:lnTo>
                <a:lnTo>
                  <a:pt x="2056" y="556"/>
                </a:lnTo>
                <a:lnTo>
                  <a:pt x="2056" y="548"/>
                </a:lnTo>
                <a:lnTo>
                  <a:pt x="2057" y="595"/>
                </a:lnTo>
                <a:lnTo>
                  <a:pt x="2057" y="567"/>
                </a:lnTo>
                <a:lnTo>
                  <a:pt x="2058" y="564"/>
                </a:lnTo>
                <a:lnTo>
                  <a:pt x="2058" y="587"/>
                </a:lnTo>
                <a:lnTo>
                  <a:pt x="2059" y="594"/>
                </a:lnTo>
                <a:lnTo>
                  <a:pt x="2059" y="545"/>
                </a:lnTo>
                <a:lnTo>
                  <a:pt x="2059" y="574"/>
                </a:lnTo>
                <a:lnTo>
                  <a:pt x="2060" y="566"/>
                </a:lnTo>
                <a:lnTo>
                  <a:pt x="2060" y="597"/>
                </a:lnTo>
                <a:lnTo>
                  <a:pt x="2061" y="605"/>
                </a:lnTo>
                <a:lnTo>
                  <a:pt x="2061" y="592"/>
                </a:lnTo>
                <a:lnTo>
                  <a:pt x="2062" y="583"/>
                </a:lnTo>
                <a:lnTo>
                  <a:pt x="2062" y="603"/>
                </a:lnTo>
                <a:lnTo>
                  <a:pt x="2062" y="582"/>
                </a:lnTo>
                <a:lnTo>
                  <a:pt x="2063" y="616"/>
                </a:lnTo>
                <a:lnTo>
                  <a:pt x="2063" y="605"/>
                </a:lnTo>
                <a:lnTo>
                  <a:pt x="2064" y="568"/>
                </a:lnTo>
                <a:lnTo>
                  <a:pt x="2064" y="570"/>
                </a:lnTo>
                <a:lnTo>
                  <a:pt x="2065" y="591"/>
                </a:lnTo>
                <a:lnTo>
                  <a:pt x="2065" y="604"/>
                </a:lnTo>
                <a:lnTo>
                  <a:pt x="2066" y="605"/>
                </a:lnTo>
                <a:lnTo>
                  <a:pt x="2066" y="591"/>
                </a:lnTo>
                <a:lnTo>
                  <a:pt x="2066" y="571"/>
                </a:lnTo>
                <a:lnTo>
                  <a:pt x="2067" y="565"/>
                </a:lnTo>
                <a:lnTo>
                  <a:pt x="2067" y="595"/>
                </a:lnTo>
                <a:lnTo>
                  <a:pt x="2068" y="609"/>
                </a:lnTo>
                <a:lnTo>
                  <a:pt x="2068" y="580"/>
                </a:lnTo>
                <a:lnTo>
                  <a:pt x="2069" y="603"/>
                </a:lnTo>
                <a:lnTo>
                  <a:pt x="2069" y="597"/>
                </a:lnTo>
                <a:lnTo>
                  <a:pt x="2070" y="559"/>
                </a:lnTo>
                <a:lnTo>
                  <a:pt x="2070" y="569"/>
                </a:lnTo>
                <a:lnTo>
                  <a:pt x="2070" y="584"/>
                </a:lnTo>
                <a:lnTo>
                  <a:pt x="2071" y="613"/>
                </a:lnTo>
                <a:lnTo>
                  <a:pt x="2071" y="583"/>
                </a:lnTo>
                <a:lnTo>
                  <a:pt x="2072" y="565"/>
                </a:lnTo>
                <a:lnTo>
                  <a:pt x="2072" y="596"/>
                </a:lnTo>
                <a:lnTo>
                  <a:pt x="2073" y="561"/>
                </a:lnTo>
                <a:lnTo>
                  <a:pt x="2073" y="562"/>
                </a:lnTo>
                <a:lnTo>
                  <a:pt x="2073" y="555"/>
                </a:lnTo>
                <a:lnTo>
                  <a:pt x="2074" y="583"/>
                </a:lnTo>
                <a:lnTo>
                  <a:pt x="2074" y="577"/>
                </a:lnTo>
                <a:lnTo>
                  <a:pt x="2074" y="561"/>
                </a:lnTo>
                <a:lnTo>
                  <a:pt x="2074" y="581"/>
                </a:lnTo>
                <a:lnTo>
                  <a:pt x="2075" y="601"/>
                </a:lnTo>
                <a:lnTo>
                  <a:pt x="2075" y="600"/>
                </a:lnTo>
                <a:lnTo>
                  <a:pt x="2076" y="586"/>
                </a:lnTo>
                <a:lnTo>
                  <a:pt x="2076" y="617"/>
                </a:lnTo>
                <a:lnTo>
                  <a:pt x="2076" y="594"/>
                </a:lnTo>
                <a:lnTo>
                  <a:pt x="2077" y="568"/>
                </a:lnTo>
                <a:lnTo>
                  <a:pt x="2077" y="636"/>
                </a:lnTo>
                <a:lnTo>
                  <a:pt x="2078" y="560"/>
                </a:lnTo>
                <a:lnTo>
                  <a:pt x="2078" y="568"/>
                </a:lnTo>
                <a:lnTo>
                  <a:pt x="2079" y="601"/>
                </a:lnTo>
                <a:lnTo>
                  <a:pt x="2079" y="581"/>
                </a:lnTo>
                <a:lnTo>
                  <a:pt x="2079" y="592"/>
                </a:lnTo>
                <a:lnTo>
                  <a:pt x="2080" y="566"/>
                </a:lnTo>
                <a:lnTo>
                  <a:pt x="2080" y="572"/>
                </a:lnTo>
                <a:lnTo>
                  <a:pt x="2081" y="621"/>
                </a:lnTo>
                <a:lnTo>
                  <a:pt x="2081" y="581"/>
                </a:lnTo>
                <a:lnTo>
                  <a:pt x="2082" y="597"/>
                </a:lnTo>
                <a:lnTo>
                  <a:pt x="2082" y="591"/>
                </a:lnTo>
                <a:lnTo>
                  <a:pt x="2083" y="608"/>
                </a:lnTo>
                <a:lnTo>
                  <a:pt x="2083" y="557"/>
                </a:lnTo>
                <a:lnTo>
                  <a:pt x="2083" y="571"/>
                </a:lnTo>
                <a:lnTo>
                  <a:pt x="2084" y="609"/>
                </a:lnTo>
                <a:lnTo>
                  <a:pt x="2084" y="621"/>
                </a:lnTo>
                <a:lnTo>
                  <a:pt x="2085" y="601"/>
                </a:lnTo>
                <a:lnTo>
                  <a:pt x="2085" y="584"/>
                </a:lnTo>
                <a:lnTo>
                  <a:pt x="2086" y="588"/>
                </a:lnTo>
                <a:lnTo>
                  <a:pt x="2086" y="567"/>
                </a:lnTo>
                <a:lnTo>
                  <a:pt x="2086" y="577"/>
                </a:lnTo>
                <a:lnTo>
                  <a:pt x="2087" y="573"/>
                </a:lnTo>
                <a:lnTo>
                  <a:pt x="2087" y="586"/>
                </a:lnTo>
                <a:lnTo>
                  <a:pt x="2088" y="622"/>
                </a:lnTo>
                <a:lnTo>
                  <a:pt x="2088" y="597"/>
                </a:lnTo>
                <a:lnTo>
                  <a:pt x="2089" y="571"/>
                </a:lnTo>
                <a:lnTo>
                  <a:pt x="2089" y="594"/>
                </a:lnTo>
                <a:lnTo>
                  <a:pt x="2090" y="582"/>
                </a:lnTo>
                <a:lnTo>
                  <a:pt x="2090" y="599"/>
                </a:lnTo>
                <a:lnTo>
                  <a:pt x="2090" y="613"/>
                </a:lnTo>
                <a:lnTo>
                  <a:pt x="2091" y="595"/>
                </a:lnTo>
                <a:lnTo>
                  <a:pt x="2091" y="586"/>
                </a:lnTo>
                <a:lnTo>
                  <a:pt x="2092" y="606"/>
                </a:lnTo>
                <a:lnTo>
                  <a:pt x="2092" y="597"/>
                </a:lnTo>
                <a:lnTo>
                  <a:pt x="2093" y="611"/>
                </a:lnTo>
                <a:lnTo>
                  <a:pt x="2093" y="568"/>
                </a:lnTo>
                <a:lnTo>
                  <a:pt x="2094" y="597"/>
                </a:lnTo>
                <a:lnTo>
                  <a:pt x="2094" y="562"/>
                </a:lnTo>
                <a:lnTo>
                  <a:pt x="2094" y="560"/>
                </a:lnTo>
                <a:lnTo>
                  <a:pt x="2095" y="592"/>
                </a:lnTo>
                <a:lnTo>
                  <a:pt x="2095" y="611"/>
                </a:lnTo>
                <a:lnTo>
                  <a:pt x="2096" y="634"/>
                </a:lnTo>
                <a:lnTo>
                  <a:pt x="2096" y="620"/>
                </a:lnTo>
                <a:lnTo>
                  <a:pt x="2097" y="618"/>
                </a:lnTo>
                <a:lnTo>
                  <a:pt x="2097" y="562"/>
                </a:lnTo>
                <a:lnTo>
                  <a:pt x="2097" y="587"/>
                </a:lnTo>
                <a:lnTo>
                  <a:pt x="2098" y="581"/>
                </a:lnTo>
                <a:lnTo>
                  <a:pt x="2098" y="635"/>
                </a:lnTo>
                <a:lnTo>
                  <a:pt x="2098" y="613"/>
                </a:lnTo>
                <a:lnTo>
                  <a:pt x="2098" y="570"/>
                </a:lnTo>
                <a:lnTo>
                  <a:pt x="2099" y="582"/>
                </a:lnTo>
                <a:lnTo>
                  <a:pt x="2099" y="591"/>
                </a:lnTo>
                <a:lnTo>
                  <a:pt x="2100" y="576"/>
                </a:lnTo>
                <a:lnTo>
                  <a:pt x="2100" y="553"/>
                </a:lnTo>
                <a:lnTo>
                  <a:pt x="2100" y="591"/>
                </a:lnTo>
                <a:lnTo>
                  <a:pt x="2101" y="586"/>
                </a:lnTo>
                <a:lnTo>
                  <a:pt x="2101" y="583"/>
                </a:lnTo>
                <a:lnTo>
                  <a:pt x="2102" y="537"/>
                </a:lnTo>
                <a:lnTo>
                  <a:pt x="2102" y="629"/>
                </a:lnTo>
                <a:lnTo>
                  <a:pt x="2103" y="571"/>
                </a:lnTo>
                <a:lnTo>
                  <a:pt x="2103" y="587"/>
                </a:lnTo>
                <a:lnTo>
                  <a:pt x="2103" y="573"/>
                </a:lnTo>
                <a:lnTo>
                  <a:pt x="2104" y="598"/>
                </a:lnTo>
                <a:lnTo>
                  <a:pt x="2104" y="586"/>
                </a:lnTo>
                <a:lnTo>
                  <a:pt x="2105" y="569"/>
                </a:lnTo>
                <a:lnTo>
                  <a:pt x="2105" y="519"/>
                </a:lnTo>
                <a:lnTo>
                  <a:pt x="2106" y="566"/>
                </a:lnTo>
                <a:lnTo>
                  <a:pt x="2106" y="600"/>
                </a:lnTo>
                <a:lnTo>
                  <a:pt x="2107" y="591"/>
                </a:lnTo>
                <a:lnTo>
                  <a:pt x="2107" y="591"/>
                </a:lnTo>
                <a:lnTo>
                  <a:pt x="2107" y="619"/>
                </a:lnTo>
                <a:lnTo>
                  <a:pt x="2108" y="588"/>
                </a:lnTo>
                <a:lnTo>
                  <a:pt x="2108" y="566"/>
                </a:lnTo>
                <a:lnTo>
                  <a:pt x="2109" y="608"/>
                </a:lnTo>
                <a:lnTo>
                  <a:pt x="2109" y="559"/>
                </a:lnTo>
                <a:lnTo>
                  <a:pt x="2110" y="570"/>
                </a:lnTo>
                <a:lnTo>
                  <a:pt x="2110" y="595"/>
                </a:lnTo>
                <a:lnTo>
                  <a:pt x="2110" y="583"/>
                </a:lnTo>
                <a:lnTo>
                  <a:pt x="2111" y="546"/>
                </a:lnTo>
                <a:lnTo>
                  <a:pt x="2111" y="563"/>
                </a:lnTo>
                <a:lnTo>
                  <a:pt x="2112" y="579"/>
                </a:lnTo>
                <a:lnTo>
                  <a:pt x="2112" y="584"/>
                </a:lnTo>
                <a:lnTo>
                  <a:pt x="2113" y="577"/>
                </a:lnTo>
                <a:lnTo>
                  <a:pt x="2113" y="588"/>
                </a:lnTo>
                <a:lnTo>
                  <a:pt x="2114" y="621"/>
                </a:lnTo>
                <a:lnTo>
                  <a:pt x="2114" y="535"/>
                </a:lnTo>
                <a:lnTo>
                  <a:pt x="2114" y="574"/>
                </a:lnTo>
                <a:lnTo>
                  <a:pt x="2115" y="568"/>
                </a:lnTo>
                <a:lnTo>
                  <a:pt x="2115" y="578"/>
                </a:lnTo>
                <a:lnTo>
                  <a:pt x="2116" y="591"/>
                </a:lnTo>
                <a:lnTo>
                  <a:pt x="2116" y="580"/>
                </a:lnTo>
                <a:lnTo>
                  <a:pt x="2117" y="609"/>
                </a:lnTo>
                <a:lnTo>
                  <a:pt x="2117" y="528"/>
                </a:lnTo>
                <a:lnTo>
                  <a:pt x="2118" y="601"/>
                </a:lnTo>
                <a:lnTo>
                  <a:pt x="2118" y="596"/>
                </a:lnTo>
                <a:lnTo>
                  <a:pt x="2118" y="584"/>
                </a:lnTo>
                <a:lnTo>
                  <a:pt x="2119" y="548"/>
                </a:lnTo>
                <a:lnTo>
                  <a:pt x="2119" y="574"/>
                </a:lnTo>
                <a:lnTo>
                  <a:pt x="2120" y="600"/>
                </a:lnTo>
                <a:lnTo>
                  <a:pt x="2120" y="548"/>
                </a:lnTo>
                <a:lnTo>
                  <a:pt x="2121" y="559"/>
                </a:lnTo>
                <a:lnTo>
                  <a:pt x="2121" y="562"/>
                </a:lnTo>
                <a:lnTo>
                  <a:pt x="2121" y="559"/>
                </a:lnTo>
                <a:lnTo>
                  <a:pt x="2122" y="524"/>
                </a:lnTo>
                <a:lnTo>
                  <a:pt x="2122" y="528"/>
                </a:lnTo>
                <a:lnTo>
                  <a:pt x="2122" y="587"/>
                </a:lnTo>
                <a:lnTo>
                  <a:pt x="2122" y="539"/>
                </a:lnTo>
                <a:lnTo>
                  <a:pt x="2123" y="565"/>
                </a:lnTo>
                <a:lnTo>
                  <a:pt x="2123" y="562"/>
                </a:lnTo>
                <a:lnTo>
                  <a:pt x="2124" y="608"/>
                </a:lnTo>
                <a:lnTo>
                  <a:pt x="2124" y="576"/>
                </a:lnTo>
                <a:lnTo>
                  <a:pt x="2124" y="589"/>
                </a:lnTo>
                <a:lnTo>
                  <a:pt x="2125" y="556"/>
                </a:lnTo>
                <a:lnTo>
                  <a:pt x="2125" y="550"/>
                </a:lnTo>
                <a:lnTo>
                  <a:pt x="2126" y="615"/>
                </a:lnTo>
                <a:lnTo>
                  <a:pt x="2126" y="573"/>
                </a:lnTo>
                <a:lnTo>
                  <a:pt x="2127" y="549"/>
                </a:lnTo>
                <a:lnTo>
                  <a:pt x="2127" y="576"/>
                </a:lnTo>
                <a:lnTo>
                  <a:pt x="2127" y="558"/>
                </a:lnTo>
                <a:lnTo>
                  <a:pt x="2128" y="565"/>
                </a:lnTo>
                <a:lnTo>
                  <a:pt x="2128" y="565"/>
                </a:lnTo>
                <a:lnTo>
                  <a:pt x="2129" y="578"/>
                </a:lnTo>
                <a:lnTo>
                  <a:pt x="2129" y="598"/>
                </a:lnTo>
                <a:lnTo>
                  <a:pt x="2130" y="596"/>
                </a:lnTo>
                <a:lnTo>
                  <a:pt x="2130" y="558"/>
                </a:lnTo>
                <a:lnTo>
                  <a:pt x="2131" y="572"/>
                </a:lnTo>
                <a:lnTo>
                  <a:pt x="2131" y="576"/>
                </a:lnTo>
                <a:lnTo>
                  <a:pt x="2131" y="582"/>
                </a:lnTo>
                <a:lnTo>
                  <a:pt x="2132" y="579"/>
                </a:lnTo>
                <a:lnTo>
                  <a:pt x="2132" y="551"/>
                </a:lnTo>
                <a:lnTo>
                  <a:pt x="2133" y="580"/>
                </a:lnTo>
                <a:lnTo>
                  <a:pt x="2133" y="601"/>
                </a:lnTo>
                <a:lnTo>
                  <a:pt x="2134" y="558"/>
                </a:lnTo>
                <a:lnTo>
                  <a:pt x="2134" y="578"/>
                </a:lnTo>
                <a:lnTo>
                  <a:pt x="2134" y="573"/>
                </a:lnTo>
                <a:lnTo>
                  <a:pt x="2135" y="540"/>
                </a:lnTo>
                <a:lnTo>
                  <a:pt x="2135" y="574"/>
                </a:lnTo>
                <a:lnTo>
                  <a:pt x="2136" y="568"/>
                </a:lnTo>
                <a:lnTo>
                  <a:pt x="2136" y="599"/>
                </a:lnTo>
                <a:lnTo>
                  <a:pt x="2137" y="579"/>
                </a:lnTo>
                <a:lnTo>
                  <a:pt x="2137" y="562"/>
                </a:lnTo>
                <a:lnTo>
                  <a:pt x="2138" y="608"/>
                </a:lnTo>
                <a:lnTo>
                  <a:pt x="2138" y="571"/>
                </a:lnTo>
                <a:lnTo>
                  <a:pt x="2138" y="573"/>
                </a:lnTo>
                <a:lnTo>
                  <a:pt x="2139" y="574"/>
                </a:lnTo>
                <a:lnTo>
                  <a:pt x="2139" y="551"/>
                </a:lnTo>
                <a:lnTo>
                  <a:pt x="2140" y="567"/>
                </a:lnTo>
                <a:lnTo>
                  <a:pt x="2140" y="537"/>
                </a:lnTo>
                <a:lnTo>
                  <a:pt x="2141" y="602"/>
                </a:lnTo>
                <a:lnTo>
                  <a:pt x="2141" y="571"/>
                </a:lnTo>
                <a:lnTo>
                  <a:pt x="2142" y="572"/>
                </a:lnTo>
                <a:lnTo>
                  <a:pt x="2142" y="608"/>
                </a:lnTo>
                <a:lnTo>
                  <a:pt x="2142" y="544"/>
                </a:lnTo>
                <a:lnTo>
                  <a:pt x="2143" y="498"/>
                </a:lnTo>
                <a:lnTo>
                  <a:pt x="2143" y="576"/>
                </a:lnTo>
                <a:lnTo>
                  <a:pt x="2144" y="558"/>
                </a:lnTo>
                <a:lnTo>
                  <a:pt x="2144" y="573"/>
                </a:lnTo>
                <a:lnTo>
                  <a:pt x="2145" y="604"/>
                </a:lnTo>
                <a:lnTo>
                  <a:pt x="2145" y="649"/>
                </a:lnTo>
                <a:lnTo>
                  <a:pt x="2145" y="606"/>
                </a:lnTo>
                <a:lnTo>
                  <a:pt x="2146" y="636"/>
                </a:lnTo>
                <a:lnTo>
                  <a:pt x="2146" y="505"/>
                </a:lnTo>
                <a:lnTo>
                  <a:pt x="2146" y="584"/>
                </a:lnTo>
                <a:lnTo>
                  <a:pt x="2146" y="595"/>
                </a:lnTo>
                <a:lnTo>
                  <a:pt x="2147" y="538"/>
                </a:lnTo>
                <a:lnTo>
                  <a:pt x="2147" y="635"/>
                </a:lnTo>
                <a:lnTo>
                  <a:pt x="2148" y="619"/>
                </a:lnTo>
                <a:lnTo>
                  <a:pt x="2148" y="579"/>
                </a:lnTo>
                <a:lnTo>
                  <a:pt x="2148" y="530"/>
                </a:lnTo>
                <a:lnTo>
                  <a:pt x="2149" y="558"/>
                </a:lnTo>
                <a:lnTo>
                  <a:pt x="2149" y="571"/>
                </a:lnTo>
                <a:lnTo>
                  <a:pt x="2150" y="582"/>
                </a:lnTo>
                <a:lnTo>
                  <a:pt x="2150" y="564"/>
                </a:lnTo>
                <a:lnTo>
                  <a:pt x="2151" y="576"/>
                </a:lnTo>
                <a:lnTo>
                  <a:pt x="2151" y="650"/>
                </a:lnTo>
                <a:lnTo>
                  <a:pt x="2151" y="586"/>
                </a:lnTo>
                <a:lnTo>
                  <a:pt x="2152" y="657"/>
                </a:lnTo>
                <a:lnTo>
                  <a:pt x="2152" y="586"/>
                </a:lnTo>
                <a:lnTo>
                  <a:pt x="2153" y="624"/>
                </a:lnTo>
                <a:lnTo>
                  <a:pt x="2153" y="428"/>
                </a:lnTo>
                <a:lnTo>
                  <a:pt x="2154" y="598"/>
                </a:lnTo>
                <a:lnTo>
                  <a:pt x="2154" y="692"/>
                </a:lnTo>
                <a:lnTo>
                  <a:pt x="2155" y="608"/>
                </a:lnTo>
                <a:lnTo>
                  <a:pt x="2155" y="562"/>
                </a:lnTo>
                <a:lnTo>
                  <a:pt x="2155" y="481"/>
                </a:lnTo>
                <a:lnTo>
                  <a:pt x="2156" y="645"/>
                </a:lnTo>
                <a:lnTo>
                  <a:pt x="2156" y="720"/>
                </a:lnTo>
                <a:lnTo>
                  <a:pt x="2157" y="542"/>
                </a:lnTo>
                <a:lnTo>
                  <a:pt x="2157" y="711"/>
                </a:lnTo>
                <a:lnTo>
                  <a:pt x="2158" y="641"/>
                </a:lnTo>
                <a:lnTo>
                  <a:pt x="2158" y="629"/>
                </a:lnTo>
                <a:lnTo>
                  <a:pt x="2158" y="615"/>
                </a:lnTo>
                <a:lnTo>
                  <a:pt x="2159" y="555"/>
                </a:lnTo>
                <a:lnTo>
                  <a:pt x="2159" y="669"/>
                </a:lnTo>
                <a:lnTo>
                  <a:pt x="2160" y="635"/>
                </a:lnTo>
                <a:lnTo>
                  <a:pt x="2160" y="615"/>
                </a:lnTo>
                <a:lnTo>
                  <a:pt x="2161" y="603"/>
                </a:lnTo>
                <a:lnTo>
                  <a:pt x="2161" y="608"/>
                </a:lnTo>
                <a:lnTo>
                  <a:pt x="2162" y="581"/>
                </a:lnTo>
                <a:lnTo>
                  <a:pt x="2162" y="547"/>
                </a:lnTo>
                <a:lnTo>
                  <a:pt x="2162" y="586"/>
                </a:lnTo>
                <a:lnTo>
                  <a:pt x="2163" y="581"/>
                </a:lnTo>
                <a:lnTo>
                  <a:pt x="2163" y="751"/>
                </a:lnTo>
                <a:lnTo>
                  <a:pt x="2164" y="615"/>
                </a:lnTo>
                <a:lnTo>
                  <a:pt x="2164" y="581"/>
                </a:lnTo>
                <a:lnTo>
                  <a:pt x="2165" y="561"/>
                </a:lnTo>
                <a:lnTo>
                  <a:pt x="2165" y="679"/>
                </a:lnTo>
                <a:lnTo>
                  <a:pt x="2166" y="677"/>
                </a:lnTo>
                <a:lnTo>
                  <a:pt x="2166" y="670"/>
                </a:lnTo>
                <a:lnTo>
                  <a:pt x="2166" y="578"/>
                </a:lnTo>
                <a:lnTo>
                  <a:pt x="2167" y="537"/>
                </a:lnTo>
                <a:lnTo>
                  <a:pt x="2167" y="657"/>
                </a:lnTo>
                <a:lnTo>
                  <a:pt x="2168" y="548"/>
                </a:lnTo>
                <a:lnTo>
                  <a:pt x="2168" y="613"/>
                </a:lnTo>
                <a:lnTo>
                  <a:pt x="2169" y="635"/>
                </a:lnTo>
                <a:lnTo>
                  <a:pt x="2169" y="641"/>
                </a:lnTo>
                <a:lnTo>
                  <a:pt x="2169" y="562"/>
                </a:lnTo>
                <a:lnTo>
                  <a:pt x="2170" y="597"/>
                </a:lnTo>
                <a:lnTo>
                  <a:pt x="2170" y="436"/>
                </a:lnTo>
                <a:lnTo>
                  <a:pt x="2170" y="695"/>
                </a:lnTo>
                <a:lnTo>
                  <a:pt x="2170" y="581"/>
                </a:lnTo>
                <a:lnTo>
                  <a:pt x="2171" y="667"/>
                </a:lnTo>
                <a:lnTo>
                  <a:pt x="2171" y="696"/>
                </a:lnTo>
                <a:lnTo>
                  <a:pt x="2172" y="624"/>
                </a:lnTo>
                <a:lnTo>
                  <a:pt x="2172" y="611"/>
                </a:lnTo>
                <a:lnTo>
                  <a:pt x="2172" y="381"/>
                </a:lnTo>
                <a:lnTo>
                  <a:pt x="2173" y="637"/>
                </a:lnTo>
                <a:lnTo>
                  <a:pt x="2173" y="716"/>
                </a:lnTo>
                <a:lnTo>
                  <a:pt x="2174" y="599"/>
                </a:lnTo>
                <a:lnTo>
                  <a:pt x="2174" y="793"/>
                </a:lnTo>
                <a:lnTo>
                  <a:pt x="2175" y="629"/>
                </a:lnTo>
                <a:lnTo>
                  <a:pt x="2175" y="619"/>
                </a:lnTo>
                <a:lnTo>
                  <a:pt x="2175" y="554"/>
                </a:lnTo>
                <a:lnTo>
                  <a:pt x="2176" y="538"/>
                </a:lnTo>
                <a:lnTo>
                  <a:pt x="2176" y="660"/>
                </a:lnTo>
                <a:lnTo>
                  <a:pt x="2177" y="631"/>
                </a:lnTo>
                <a:lnTo>
                  <a:pt x="2177" y="681"/>
                </a:lnTo>
                <a:lnTo>
                  <a:pt x="2178" y="710"/>
                </a:lnTo>
                <a:lnTo>
                  <a:pt x="2178" y="590"/>
                </a:lnTo>
                <a:lnTo>
                  <a:pt x="2179" y="720"/>
                </a:lnTo>
                <a:lnTo>
                  <a:pt x="2179" y="649"/>
                </a:lnTo>
                <a:lnTo>
                  <a:pt x="2179" y="696"/>
                </a:lnTo>
                <a:lnTo>
                  <a:pt x="2180" y="567"/>
                </a:lnTo>
                <a:lnTo>
                  <a:pt x="2180" y="463"/>
                </a:lnTo>
                <a:lnTo>
                  <a:pt x="2181" y="718"/>
                </a:lnTo>
                <a:lnTo>
                  <a:pt x="2181" y="763"/>
                </a:lnTo>
                <a:lnTo>
                  <a:pt x="2182" y="619"/>
                </a:lnTo>
                <a:lnTo>
                  <a:pt x="2182" y="607"/>
                </a:lnTo>
                <a:lnTo>
                  <a:pt x="2182" y="588"/>
                </a:lnTo>
                <a:lnTo>
                  <a:pt x="2183" y="642"/>
                </a:lnTo>
                <a:lnTo>
                  <a:pt x="2183" y="621"/>
                </a:lnTo>
                <a:lnTo>
                  <a:pt x="2184" y="573"/>
                </a:lnTo>
                <a:lnTo>
                  <a:pt x="2184" y="515"/>
                </a:lnTo>
                <a:lnTo>
                  <a:pt x="2185" y="763"/>
                </a:lnTo>
                <a:lnTo>
                  <a:pt x="2185" y="631"/>
                </a:lnTo>
                <a:lnTo>
                  <a:pt x="2186" y="581"/>
                </a:lnTo>
                <a:lnTo>
                  <a:pt x="2186" y="673"/>
                </a:lnTo>
                <a:lnTo>
                  <a:pt x="2186" y="453"/>
                </a:lnTo>
                <a:lnTo>
                  <a:pt x="2187" y="647"/>
                </a:lnTo>
                <a:lnTo>
                  <a:pt x="2187" y="597"/>
                </a:lnTo>
                <a:lnTo>
                  <a:pt x="2188" y="546"/>
                </a:lnTo>
                <a:lnTo>
                  <a:pt x="2188" y="640"/>
                </a:lnTo>
                <a:lnTo>
                  <a:pt x="2189" y="743"/>
                </a:lnTo>
                <a:lnTo>
                  <a:pt x="2189" y="624"/>
                </a:lnTo>
                <a:lnTo>
                  <a:pt x="2190" y="502"/>
                </a:lnTo>
                <a:lnTo>
                  <a:pt x="2190" y="613"/>
                </a:lnTo>
                <a:lnTo>
                  <a:pt x="2190" y="655"/>
                </a:lnTo>
                <a:lnTo>
                  <a:pt x="2191" y="507"/>
                </a:lnTo>
                <a:lnTo>
                  <a:pt x="2191" y="610"/>
                </a:lnTo>
                <a:lnTo>
                  <a:pt x="2192" y="623"/>
                </a:lnTo>
                <a:lnTo>
                  <a:pt x="2192" y="567"/>
                </a:lnTo>
                <a:lnTo>
                  <a:pt x="2193" y="514"/>
                </a:lnTo>
                <a:lnTo>
                  <a:pt x="2193" y="380"/>
                </a:lnTo>
                <a:lnTo>
                  <a:pt x="2193" y="507"/>
                </a:lnTo>
                <a:lnTo>
                  <a:pt x="2194" y="478"/>
                </a:lnTo>
                <a:lnTo>
                  <a:pt x="2194" y="615"/>
                </a:lnTo>
                <a:lnTo>
                  <a:pt x="2195" y="657"/>
                </a:lnTo>
                <a:lnTo>
                  <a:pt x="2195" y="565"/>
                </a:lnTo>
                <a:lnTo>
                  <a:pt x="2195" y="561"/>
                </a:lnTo>
                <a:lnTo>
                  <a:pt x="2195" y="658"/>
                </a:lnTo>
                <a:lnTo>
                  <a:pt x="2196" y="582"/>
                </a:lnTo>
                <a:lnTo>
                  <a:pt x="2196" y="533"/>
                </a:lnTo>
                <a:lnTo>
                  <a:pt x="2196" y="535"/>
                </a:lnTo>
                <a:lnTo>
                  <a:pt x="2197" y="521"/>
                </a:lnTo>
                <a:lnTo>
                  <a:pt x="2197" y="538"/>
                </a:lnTo>
                <a:lnTo>
                  <a:pt x="2198" y="603"/>
                </a:lnTo>
                <a:lnTo>
                  <a:pt x="2198" y="603"/>
                </a:lnTo>
                <a:lnTo>
                  <a:pt x="2199" y="659"/>
                </a:lnTo>
                <a:lnTo>
                  <a:pt x="2199" y="410"/>
                </a:lnTo>
                <a:lnTo>
                  <a:pt x="2199" y="556"/>
                </a:lnTo>
                <a:lnTo>
                  <a:pt x="2200" y="574"/>
                </a:lnTo>
                <a:lnTo>
                  <a:pt x="2200" y="632"/>
                </a:lnTo>
                <a:lnTo>
                  <a:pt x="2201" y="311"/>
                </a:lnTo>
                <a:lnTo>
                  <a:pt x="2201" y="642"/>
                </a:lnTo>
                <a:lnTo>
                  <a:pt x="2202" y="587"/>
                </a:lnTo>
                <a:lnTo>
                  <a:pt x="2202" y="516"/>
                </a:lnTo>
                <a:lnTo>
                  <a:pt x="2203" y="501"/>
                </a:lnTo>
                <a:lnTo>
                  <a:pt x="2203" y="470"/>
                </a:lnTo>
                <a:lnTo>
                  <a:pt x="2203" y="399"/>
                </a:lnTo>
                <a:lnTo>
                  <a:pt x="2204" y="506"/>
                </a:lnTo>
                <a:lnTo>
                  <a:pt x="2204" y="635"/>
                </a:lnTo>
                <a:lnTo>
                  <a:pt x="2205" y="568"/>
                </a:lnTo>
                <a:lnTo>
                  <a:pt x="2205" y="520"/>
                </a:lnTo>
                <a:lnTo>
                  <a:pt x="2206" y="374"/>
                </a:lnTo>
                <a:lnTo>
                  <a:pt x="2206" y="660"/>
                </a:lnTo>
                <a:lnTo>
                  <a:pt x="2206" y="444"/>
                </a:lnTo>
                <a:lnTo>
                  <a:pt x="2207" y="529"/>
                </a:lnTo>
                <a:lnTo>
                  <a:pt x="2207" y="474"/>
                </a:lnTo>
                <a:lnTo>
                  <a:pt x="2208" y="552"/>
                </a:lnTo>
                <a:lnTo>
                  <a:pt x="2208" y="612"/>
                </a:lnTo>
                <a:lnTo>
                  <a:pt x="2209" y="480"/>
                </a:lnTo>
                <a:lnTo>
                  <a:pt x="2209" y="488"/>
                </a:lnTo>
                <a:lnTo>
                  <a:pt x="2210" y="462"/>
                </a:lnTo>
                <a:lnTo>
                  <a:pt x="2210" y="542"/>
                </a:lnTo>
                <a:lnTo>
                  <a:pt x="2210" y="591"/>
                </a:lnTo>
                <a:lnTo>
                  <a:pt x="2211" y="670"/>
                </a:lnTo>
                <a:lnTo>
                  <a:pt x="2211" y="473"/>
                </a:lnTo>
                <a:lnTo>
                  <a:pt x="2212" y="506"/>
                </a:lnTo>
                <a:lnTo>
                  <a:pt x="2212" y="621"/>
                </a:lnTo>
                <a:lnTo>
                  <a:pt x="2213" y="586"/>
                </a:lnTo>
                <a:lnTo>
                  <a:pt x="2213" y="580"/>
                </a:lnTo>
                <a:lnTo>
                  <a:pt x="2214" y="664"/>
                </a:lnTo>
                <a:lnTo>
                  <a:pt x="2214" y="610"/>
                </a:lnTo>
                <a:lnTo>
                  <a:pt x="2214" y="635"/>
                </a:lnTo>
                <a:lnTo>
                  <a:pt x="2215" y="576"/>
                </a:lnTo>
                <a:lnTo>
                  <a:pt x="2215" y="604"/>
                </a:lnTo>
                <a:lnTo>
                  <a:pt x="2216" y="678"/>
                </a:lnTo>
                <a:lnTo>
                  <a:pt x="2216" y="375"/>
                </a:lnTo>
                <a:lnTo>
                  <a:pt x="2217" y="440"/>
                </a:lnTo>
                <a:lnTo>
                  <a:pt x="2217" y="609"/>
                </a:lnTo>
                <a:lnTo>
                  <a:pt x="2217" y="522"/>
                </a:lnTo>
                <a:lnTo>
                  <a:pt x="2218" y="511"/>
                </a:lnTo>
                <a:lnTo>
                  <a:pt x="2218" y="447"/>
                </a:lnTo>
                <a:lnTo>
                  <a:pt x="2219" y="613"/>
                </a:lnTo>
                <a:lnTo>
                  <a:pt x="2219" y="456"/>
                </a:lnTo>
                <a:lnTo>
                  <a:pt x="2219" y="593"/>
                </a:lnTo>
                <a:lnTo>
                  <a:pt x="2219" y="659"/>
                </a:lnTo>
                <a:lnTo>
                  <a:pt x="2220" y="489"/>
                </a:lnTo>
                <a:lnTo>
                  <a:pt x="2220" y="442"/>
                </a:lnTo>
                <a:lnTo>
                  <a:pt x="2220" y="336"/>
                </a:lnTo>
                <a:lnTo>
                  <a:pt x="2221" y="651"/>
                </a:lnTo>
                <a:lnTo>
                  <a:pt x="2221" y="494"/>
                </a:lnTo>
                <a:lnTo>
                  <a:pt x="2222" y="586"/>
                </a:lnTo>
                <a:lnTo>
                  <a:pt x="2222" y="489"/>
                </a:lnTo>
                <a:lnTo>
                  <a:pt x="2223" y="677"/>
                </a:lnTo>
                <a:lnTo>
                  <a:pt x="2223" y="660"/>
                </a:lnTo>
                <a:lnTo>
                  <a:pt x="2223" y="621"/>
                </a:lnTo>
                <a:lnTo>
                  <a:pt x="2224" y="551"/>
                </a:lnTo>
                <a:lnTo>
                  <a:pt x="2224" y="612"/>
                </a:lnTo>
                <a:lnTo>
                  <a:pt x="2225" y="506"/>
                </a:lnTo>
                <a:lnTo>
                  <a:pt x="2225" y="476"/>
                </a:lnTo>
                <a:lnTo>
                  <a:pt x="2226" y="513"/>
                </a:lnTo>
                <a:lnTo>
                  <a:pt x="2226" y="429"/>
                </a:lnTo>
                <a:lnTo>
                  <a:pt x="2227" y="530"/>
                </a:lnTo>
                <a:lnTo>
                  <a:pt x="2227" y="666"/>
                </a:lnTo>
                <a:lnTo>
                  <a:pt x="2227" y="454"/>
                </a:lnTo>
                <a:lnTo>
                  <a:pt x="2228" y="618"/>
                </a:lnTo>
                <a:lnTo>
                  <a:pt x="2228" y="494"/>
                </a:lnTo>
                <a:lnTo>
                  <a:pt x="2229" y="440"/>
                </a:lnTo>
                <a:lnTo>
                  <a:pt x="2229" y="534"/>
                </a:lnTo>
                <a:lnTo>
                  <a:pt x="2230" y="697"/>
                </a:lnTo>
                <a:lnTo>
                  <a:pt x="2230" y="650"/>
                </a:lnTo>
                <a:lnTo>
                  <a:pt x="2231" y="466"/>
                </a:lnTo>
                <a:lnTo>
                  <a:pt x="2231" y="591"/>
                </a:lnTo>
                <a:lnTo>
                  <a:pt x="2231" y="571"/>
                </a:lnTo>
                <a:lnTo>
                  <a:pt x="2232" y="516"/>
                </a:lnTo>
                <a:lnTo>
                  <a:pt x="2232" y="523"/>
                </a:lnTo>
                <a:lnTo>
                  <a:pt x="2233" y="559"/>
                </a:lnTo>
                <a:lnTo>
                  <a:pt x="2233" y="601"/>
                </a:lnTo>
                <a:lnTo>
                  <a:pt x="2234" y="610"/>
                </a:lnTo>
                <a:lnTo>
                  <a:pt x="2234" y="514"/>
                </a:lnTo>
                <a:lnTo>
                  <a:pt x="2234" y="541"/>
                </a:lnTo>
                <a:lnTo>
                  <a:pt x="2235" y="610"/>
                </a:lnTo>
                <a:lnTo>
                  <a:pt x="2235" y="500"/>
                </a:lnTo>
                <a:lnTo>
                  <a:pt x="2236" y="602"/>
                </a:lnTo>
                <a:lnTo>
                  <a:pt x="2236" y="663"/>
                </a:lnTo>
                <a:lnTo>
                  <a:pt x="2237" y="657"/>
                </a:lnTo>
                <a:lnTo>
                  <a:pt x="2237" y="676"/>
                </a:lnTo>
                <a:lnTo>
                  <a:pt x="2238" y="618"/>
                </a:lnTo>
                <a:lnTo>
                  <a:pt x="2238" y="495"/>
                </a:lnTo>
                <a:lnTo>
                  <a:pt x="2238" y="665"/>
                </a:lnTo>
                <a:lnTo>
                  <a:pt x="2239" y="585"/>
                </a:lnTo>
                <a:lnTo>
                  <a:pt x="2239" y="656"/>
                </a:lnTo>
                <a:lnTo>
                  <a:pt x="2240" y="624"/>
                </a:lnTo>
                <a:lnTo>
                  <a:pt x="2240" y="729"/>
                </a:lnTo>
                <a:lnTo>
                  <a:pt x="2241" y="623"/>
                </a:lnTo>
                <a:lnTo>
                  <a:pt x="2241" y="621"/>
                </a:lnTo>
                <a:lnTo>
                  <a:pt x="2241" y="562"/>
                </a:lnTo>
                <a:lnTo>
                  <a:pt x="2242" y="589"/>
                </a:lnTo>
                <a:lnTo>
                  <a:pt x="2242" y="708"/>
                </a:lnTo>
                <a:lnTo>
                  <a:pt x="2243" y="520"/>
                </a:lnTo>
                <a:lnTo>
                  <a:pt x="2243" y="593"/>
                </a:lnTo>
                <a:lnTo>
                  <a:pt x="2243" y="595"/>
                </a:lnTo>
                <a:lnTo>
                  <a:pt x="2243" y="613"/>
                </a:lnTo>
                <a:lnTo>
                  <a:pt x="2244" y="657"/>
                </a:lnTo>
                <a:lnTo>
                  <a:pt x="2244" y="596"/>
                </a:lnTo>
                <a:lnTo>
                  <a:pt x="2244" y="576"/>
                </a:lnTo>
                <a:lnTo>
                  <a:pt x="2245" y="760"/>
                </a:lnTo>
                <a:lnTo>
                  <a:pt x="2245" y="661"/>
                </a:lnTo>
                <a:lnTo>
                  <a:pt x="2246" y="638"/>
                </a:lnTo>
                <a:lnTo>
                  <a:pt x="2246" y="597"/>
                </a:lnTo>
                <a:lnTo>
                  <a:pt x="2247" y="520"/>
                </a:lnTo>
                <a:lnTo>
                  <a:pt x="2247" y="683"/>
                </a:lnTo>
                <a:lnTo>
                  <a:pt x="2247" y="661"/>
                </a:lnTo>
                <a:lnTo>
                  <a:pt x="2248" y="663"/>
                </a:lnTo>
                <a:lnTo>
                  <a:pt x="2248" y="687"/>
                </a:lnTo>
                <a:lnTo>
                  <a:pt x="2249" y="650"/>
                </a:lnTo>
                <a:lnTo>
                  <a:pt x="2249" y="558"/>
                </a:lnTo>
                <a:lnTo>
                  <a:pt x="2250" y="709"/>
                </a:lnTo>
                <a:lnTo>
                  <a:pt x="2250" y="587"/>
                </a:lnTo>
                <a:lnTo>
                  <a:pt x="2251" y="764"/>
                </a:lnTo>
                <a:lnTo>
                  <a:pt x="2251" y="670"/>
                </a:lnTo>
                <a:lnTo>
                  <a:pt x="2251" y="651"/>
                </a:lnTo>
                <a:lnTo>
                  <a:pt x="2252" y="485"/>
                </a:lnTo>
                <a:lnTo>
                  <a:pt x="2252" y="647"/>
                </a:lnTo>
                <a:lnTo>
                  <a:pt x="2253" y="806"/>
                </a:lnTo>
                <a:lnTo>
                  <a:pt x="2253" y="789"/>
                </a:lnTo>
                <a:lnTo>
                  <a:pt x="2254" y="621"/>
                </a:lnTo>
                <a:lnTo>
                  <a:pt x="2254" y="573"/>
                </a:lnTo>
                <a:lnTo>
                  <a:pt x="2255" y="593"/>
                </a:lnTo>
                <a:lnTo>
                  <a:pt x="2255" y="610"/>
                </a:lnTo>
                <a:lnTo>
                  <a:pt x="2255" y="528"/>
                </a:lnTo>
                <a:lnTo>
                  <a:pt x="2256" y="668"/>
                </a:lnTo>
                <a:lnTo>
                  <a:pt x="2256" y="549"/>
                </a:lnTo>
                <a:lnTo>
                  <a:pt x="2257" y="758"/>
                </a:lnTo>
                <a:lnTo>
                  <a:pt x="2257" y="698"/>
                </a:lnTo>
                <a:lnTo>
                  <a:pt x="2258" y="772"/>
                </a:lnTo>
                <a:lnTo>
                  <a:pt x="2258" y="645"/>
                </a:lnTo>
                <a:lnTo>
                  <a:pt x="2258" y="626"/>
                </a:lnTo>
                <a:lnTo>
                  <a:pt x="2259" y="611"/>
                </a:lnTo>
                <a:lnTo>
                  <a:pt x="2259" y="615"/>
                </a:lnTo>
                <a:lnTo>
                  <a:pt x="2260" y="697"/>
                </a:lnTo>
                <a:lnTo>
                  <a:pt x="2260" y="635"/>
                </a:lnTo>
                <a:lnTo>
                  <a:pt x="2261" y="743"/>
                </a:lnTo>
                <a:lnTo>
                  <a:pt x="2261" y="506"/>
                </a:lnTo>
                <a:lnTo>
                  <a:pt x="2262" y="643"/>
                </a:lnTo>
                <a:lnTo>
                  <a:pt x="2262" y="658"/>
                </a:lnTo>
                <a:lnTo>
                  <a:pt x="2262" y="485"/>
                </a:lnTo>
                <a:lnTo>
                  <a:pt x="2263" y="719"/>
                </a:lnTo>
                <a:lnTo>
                  <a:pt x="2263" y="708"/>
                </a:lnTo>
                <a:lnTo>
                  <a:pt x="2264" y="705"/>
                </a:lnTo>
                <a:lnTo>
                  <a:pt x="2264" y="619"/>
                </a:lnTo>
                <a:lnTo>
                  <a:pt x="2265" y="577"/>
                </a:lnTo>
                <a:lnTo>
                  <a:pt x="2265" y="550"/>
                </a:lnTo>
                <a:lnTo>
                  <a:pt x="2265" y="397"/>
                </a:lnTo>
                <a:lnTo>
                  <a:pt x="2266" y="796"/>
                </a:lnTo>
                <a:lnTo>
                  <a:pt x="2266" y="558"/>
                </a:lnTo>
                <a:lnTo>
                  <a:pt x="2267" y="654"/>
                </a:lnTo>
                <a:lnTo>
                  <a:pt x="2267" y="655"/>
                </a:lnTo>
                <a:lnTo>
                  <a:pt x="2267" y="657"/>
                </a:lnTo>
                <a:lnTo>
                  <a:pt x="2267" y="680"/>
                </a:lnTo>
                <a:lnTo>
                  <a:pt x="2268" y="464"/>
                </a:lnTo>
                <a:lnTo>
                  <a:pt x="2268" y="533"/>
                </a:lnTo>
                <a:lnTo>
                  <a:pt x="2268" y="599"/>
                </a:lnTo>
                <a:lnTo>
                  <a:pt x="2269" y="488"/>
                </a:lnTo>
                <a:lnTo>
                  <a:pt x="2269" y="724"/>
                </a:lnTo>
                <a:lnTo>
                  <a:pt x="2270" y="708"/>
                </a:lnTo>
                <a:lnTo>
                  <a:pt x="2270" y="777"/>
                </a:lnTo>
                <a:lnTo>
                  <a:pt x="2271" y="653"/>
                </a:lnTo>
                <a:lnTo>
                  <a:pt x="2271" y="580"/>
                </a:lnTo>
                <a:lnTo>
                  <a:pt x="2271" y="584"/>
                </a:lnTo>
                <a:lnTo>
                  <a:pt x="2272" y="579"/>
                </a:lnTo>
                <a:lnTo>
                  <a:pt x="2272" y="707"/>
                </a:lnTo>
                <a:lnTo>
                  <a:pt x="2273" y="522"/>
                </a:lnTo>
                <a:lnTo>
                  <a:pt x="2273" y="567"/>
                </a:lnTo>
                <a:lnTo>
                  <a:pt x="2274" y="525"/>
                </a:lnTo>
                <a:lnTo>
                  <a:pt x="2274" y="741"/>
                </a:lnTo>
                <a:lnTo>
                  <a:pt x="2275" y="558"/>
                </a:lnTo>
                <a:lnTo>
                  <a:pt x="2275" y="681"/>
                </a:lnTo>
                <a:lnTo>
                  <a:pt x="2275" y="613"/>
                </a:lnTo>
                <a:lnTo>
                  <a:pt x="2276" y="535"/>
                </a:lnTo>
                <a:lnTo>
                  <a:pt x="2276" y="570"/>
                </a:lnTo>
                <a:lnTo>
                  <a:pt x="2277" y="647"/>
                </a:lnTo>
                <a:lnTo>
                  <a:pt x="2277" y="575"/>
                </a:lnTo>
                <a:lnTo>
                  <a:pt x="2278" y="701"/>
                </a:lnTo>
                <a:lnTo>
                  <a:pt x="2278" y="478"/>
                </a:lnTo>
                <a:lnTo>
                  <a:pt x="2279" y="588"/>
                </a:lnTo>
                <a:lnTo>
                  <a:pt x="2279" y="478"/>
                </a:lnTo>
                <a:lnTo>
                  <a:pt x="2279" y="612"/>
                </a:lnTo>
                <a:lnTo>
                  <a:pt x="2280" y="611"/>
                </a:lnTo>
                <a:lnTo>
                  <a:pt x="2280" y="630"/>
                </a:lnTo>
                <a:lnTo>
                  <a:pt x="2281" y="493"/>
                </a:lnTo>
                <a:lnTo>
                  <a:pt x="2281" y="623"/>
                </a:lnTo>
                <a:lnTo>
                  <a:pt x="2282" y="510"/>
                </a:lnTo>
                <a:lnTo>
                  <a:pt x="2282" y="594"/>
                </a:lnTo>
                <a:lnTo>
                  <a:pt x="2282" y="725"/>
                </a:lnTo>
                <a:lnTo>
                  <a:pt x="2283" y="607"/>
                </a:lnTo>
                <a:lnTo>
                  <a:pt x="2283" y="657"/>
                </a:lnTo>
                <a:lnTo>
                  <a:pt x="2284" y="555"/>
                </a:lnTo>
                <a:lnTo>
                  <a:pt x="2284" y="656"/>
                </a:lnTo>
                <a:lnTo>
                  <a:pt x="2285" y="479"/>
                </a:lnTo>
                <a:lnTo>
                  <a:pt x="2285" y="562"/>
                </a:lnTo>
                <a:lnTo>
                  <a:pt x="2286" y="568"/>
                </a:lnTo>
                <a:lnTo>
                  <a:pt x="2286" y="498"/>
                </a:lnTo>
                <a:lnTo>
                  <a:pt x="2286" y="472"/>
                </a:lnTo>
                <a:lnTo>
                  <a:pt x="2287" y="553"/>
                </a:lnTo>
                <a:lnTo>
                  <a:pt x="2287" y="614"/>
                </a:lnTo>
                <a:lnTo>
                  <a:pt x="2288" y="696"/>
                </a:lnTo>
                <a:lnTo>
                  <a:pt x="2288" y="606"/>
                </a:lnTo>
                <a:lnTo>
                  <a:pt x="2289" y="599"/>
                </a:lnTo>
                <a:lnTo>
                  <a:pt x="2289" y="538"/>
                </a:lnTo>
                <a:lnTo>
                  <a:pt x="2289" y="575"/>
                </a:lnTo>
                <a:lnTo>
                  <a:pt x="2290" y="489"/>
                </a:lnTo>
                <a:lnTo>
                  <a:pt x="2290" y="596"/>
                </a:lnTo>
                <a:lnTo>
                  <a:pt x="2291" y="550"/>
                </a:lnTo>
                <a:lnTo>
                  <a:pt x="2291" y="446"/>
                </a:lnTo>
                <a:lnTo>
                  <a:pt x="2291" y="515"/>
                </a:lnTo>
                <a:lnTo>
                  <a:pt x="2291" y="548"/>
                </a:lnTo>
                <a:lnTo>
                  <a:pt x="2292" y="593"/>
                </a:lnTo>
                <a:lnTo>
                  <a:pt x="2292" y="595"/>
                </a:lnTo>
                <a:lnTo>
                  <a:pt x="2292" y="612"/>
                </a:lnTo>
                <a:lnTo>
                  <a:pt x="2293" y="586"/>
                </a:lnTo>
                <a:lnTo>
                  <a:pt x="2293" y="479"/>
                </a:lnTo>
                <a:lnTo>
                  <a:pt x="2294" y="560"/>
                </a:lnTo>
                <a:lnTo>
                  <a:pt x="2294" y="654"/>
                </a:lnTo>
                <a:lnTo>
                  <a:pt x="2295" y="395"/>
                </a:lnTo>
                <a:lnTo>
                  <a:pt x="2295" y="514"/>
                </a:lnTo>
                <a:lnTo>
                  <a:pt x="2295" y="658"/>
                </a:lnTo>
                <a:lnTo>
                  <a:pt x="2296" y="578"/>
                </a:lnTo>
                <a:lnTo>
                  <a:pt x="2296" y="532"/>
                </a:lnTo>
                <a:lnTo>
                  <a:pt x="2297" y="400"/>
                </a:lnTo>
                <a:lnTo>
                  <a:pt x="2297" y="634"/>
                </a:lnTo>
                <a:lnTo>
                  <a:pt x="2298" y="461"/>
                </a:lnTo>
                <a:lnTo>
                  <a:pt x="2298" y="426"/>
                </a:lnTo>
                <a:lnTo>
                  <a:pt x="2299" y="594"/>
                </a:lnTo>
                <a:lnTo>
                  <a:pt x="2299" y="565"/>
                </a:lnTo>
                <a:lnTo>
                  <a:pt x="2299" y="629"/>
                </a:lnTo>
                <a:lnTo>
                  <a:pt x="2300" y="560"/>
                </a:lnTo>
                <a:lnTo>
                  <a:pt x="2300" y="546"/>
                </a:lnTo>
                <a:lnTo>
                  <a:pt x="2301" y="489"/>
                </a:lnTo>
                <a:lnTo>
                  <a:pt x="2301" y="454"/>
                </a:lnTo>
                <a:lnTo>
                  <a:pt x="2302" y="607"/>
                </a:lnTo>
                <a:lnTo>
                  <a:pt x="2302" y="708"/>
                </a:lnTo>
                <a:lnTo>
                  <a:pt x="2303" y="548"/>
                </a:lnTo>
                <a:lnTo>
                  <a:pt x="2303" y="522"/>
                </a:lnTo>
                <a:lnTo>
                  <a:pt x="2303" y="527"/>
                </a:lnTo>
                <a:lnTo>
                  <a:pt x="2304" y="575"/>
                </a:lnTo>
                <a:lnTo>
                  <a:pt x="2304" y="538"/>
                </a:lnTo>
                <a:lnTo>
                  <a:pt x="2305" y="424"/>
                </a:lnTo>
                <a:lnTo>
                  <a:pt x="2305" y="518"/>
                </a:lnTo>
                <a:lnTo>
                  <a:pt x="2306" y="582"/>
                </a:lnTo>
                <a:lnTo>
                  <a:pt x="2306" y="593"/>
                </a:lnTo>
                <a:lnTo>
                  <a:pt x="2306" y="567"/>
                </a:lnTo>
                <a:lnTo>
                  <a:pt x="2307" y="418"/>
                </a:lnTo>
                <a:lnTo>
                  <a:pt x="2307" y="570"/>
                </a:lnTo>
                <a:lnTo>
                  <a:pt x="2308" y="558"/>
                </a:lnTo>
                <a:lnTo>
                  <a:pt x="2308" y="597"/>
                </a:lnTo>
                <a:lnTo>
                  <a:pt x="2309" y="466"/>
                </a:lnTo>
                <a:lnTo>
                  <a:pt x="2309" y="396"/>
                </a:lnTo>
                <a:lnTo>
                  <a:pt x="2310" y="523"/>
                </a:lnTo>
                <a:lnTo>
                  <a:pt x="2310" y="554"/>
                </a:lnTo>
                <a:lnTo>
                  <a:pt x="2310" y="560"/>
                </a:lnTo>
                <a:lnTo>
                  <a:pt x="2311" y="760"/>
                </a:lnTo>
                <a:lnTo>
                  <a:pt x="2311" y="503"/>
                </a:lnTo>
                <a:lnTo>
                  <a:pt x="2312" y="555"/>
                </a:lnTo>
                <a:lnTo>
                  <a:pt x="2312" y="532"/>
                </a:lnTo>
                <a:lnTo>
                  <a:pt x="2313" y="627"/>
                </a:lnTo>
                <a:lnTo>
                  <a:pt x="2313" y="601"/>
                </a:lnTo>
                <a:lnTo>
                  <a:pt x="2313" y="605"/>
                </a:lnTo>
                <a:lnTo>
                  <a:pt x="2314" y="488"/>
                </a:lnTo>
                <a:lnTo>
                  <a:pt x="2314" y="605"/>
                </a:lnTo>
                <a:lnTo>
                  <a:pt x="2315" y="402"/>
                </a:lnTo>
                <a:lnTo>
                  <a:pt x="2315" y="540"/>
                </a:lnTo>
                <a:lnTo>
                  <a:pt x="2315" y="683"/>
                </a:lnTo>
                <a:lnTo>
                  <a:pt x="2315" y="588"/>
                </a:lnTo>
                <a:lnTo>
                  <a:pt x="2316" y="634"/>
                </a:lnTo>
                <a:lnTo>
                  <a:pt x="2316" y="762"/>
                </a:lnTo>
                <a:lnTo>
                  <a:pt x="2316" y="449"/>
                </a:lnTo>
                <a:lnTo>
                  <a:pt x="2317" y="525"/>
                </a:lnTo>
                <a:lnTo>
                  <a:pt x="2317" y="540"/>
                </a:lnTo>
                <a:lnTo>
                  <a:pt x="2318" y="572"/>
                </a:lnTo>
                <a:lnTo>
                  <a:pt x="2318" y="702"/>
                </a:lnTo>
                <a:lnTo>
                  <a:pt x="2319" y="629"/>
                </a:lnTo>
                <a:lnTo>
                  <a:pt x="2319" y="520"/>
                </a:lnTo>
                <a:lnTo>
                  <a:pt x="2319" y="678"/>
                </a:lnTo>
                <a:lnTo>
                  <a:pt x="2320" y="802"/>
                </a:lnTo>
                <a:lnTo>
                  <a:pt x="2320" y="612"/>
                </a:lnTo>
                <a:lnTo>
                  <a:pt x="2321" y="607"/>
                </a:lnTo>
                <a:lnTo>
                  <a:pt x="2321" y="585"/>
                </a:lnTo>
                <a:lnTo>
                  <a:pt x="2322" y="537"/>
                </a:lnTo>
                <a:lnTo>
                  <a:pt x="2322" y="546"/>
                </a:lnTo>
                <a:lnTo>
                  <a:pt x="2323" y="578"/>
                </a:lnTo>
                <a:lnTo>
                  <a:pt x="2323" y="502"/>
                </a:lnTo>
                <a:lnTo>
                  <a:pt x="2323" y="728"/>
                </a:lnTo>
                <a:lnTo>
                  <a:pt x="2324" y="562"/>
                </a:lnTo>
                <a:lnTo>
                  <a:pt x="2324" y="553"/>
                </a:lnTo>
                <a:lnTo>
                  <a:pt x="2325" y="708"/>
                </a:lnTo>
                <a:lnTo>
                  <a:pt x="2325" y="731"/>
                </a:lnTo>
                <a:lnTo>
                  <a:pt x="2326" y="669"/>
                </a:lnTo>
                <a:lnTo>
                  <a:pt x="2326" y="663"/>
                </a:lnTo>
                <a:lnTo>
                  <a:pt x="2327" y="547"/>
                </a:lnTo>
                <a:lnTo>
                  <a:pt x="2327" y="661"/>
                </a:lnTo>
                <a:lnTo>
                  <a:pt x="2327" y="683"/>
                </a:lnTo>
                <a:lnTo>
                  <a:pt x="2328" y="663"/>
                </a:lnTo>
                <a:lnTo>
                  <a:pt x="2328" y="520"/>
                </a:lnTo>
                <a:lnTo>
                  <a:pt x="2329" y="613"/>
                </a:lnTo>
                <a:lnTo>
                  <a:pt x="2329" y="630"/>
                </a:lnTo>
                <a:lnTo>
                  <a:pt x="2330" y="625"/>
                </a:lnTo>
                <a:lnTo>
                  <a:pt x="2330" y="510"/>
                </a:lnTo>
                <a:lnTo>
                  <a:pt x="2330" y="680"/>
                </a:lnTo>
                <a:lnTo>
                  <a:pt x="2331" y="509"/>
                </a:lnTo>
                <a:lnTo>
                  <a:pt x="2331" y="601"/>
                </a:lnTo>
                <a:lnTo>
                  <a:pt x="2332" y="633"/>
                </a:lnTo>
                <a:lnTo>
                  <a:pt x="2332" y="413"/>
                </a:lnTo>
                <a:lnTo>
                  <a:pt x="2333" y="708"/>
                </a:lnTo>
                <a:lnTo>
                  <a:pt x="2333" y="650"/>
                </a:lnTo>
                <a:lnTo>
                  <a:pt x="2334" y="724"/>
                </a:lnTo>
                <a:lnTo>
                  <a:pt x="2334" y="543"/>
                </a:lnTo>
                <a:lnTo>
                  <a:pt x="2334" y="483"/>
                </a:lnTo>
                <a:lnTo>
                  <a:pt x="2335" y="485"/>
                </a:lnTo>
                <a:lnTo>
                  <a:pt x="2335" y="521"/>
                </a:lnTo>
                <a:lnTo>
                  <a:pt x="2336" y="639"/>
                </a:lnTo>
                <a:lnTo>
                  <a:pt x="2336" y="654"/>
                </a:lnTo>
                <a:lnTo>
                  <a:pt x="2337" y="762"/>
                </a:lnTo>
                <a:lnTo>
                  <a:pt x="2337" y="455"/>
                </a:lnTo>
                <a:lnTo>
                  <a:pt x="2337" y="586"/>
                </a:lnTo>
                <a:lnTo>
                  <a:pt x="2338" y="664"/>
                </a:lnTo>
                <a:lnTo>
                  <a:pt x="2338" y="514"/>
                </a:lnTo>
                <a:lnTo>
                  <a:pt x="2339" y="705"/>
                </a:lnTo>
                <a:lnTo>
                  <a:pt x="2339" y="590"/>
                </a:lnTo>
                <a:lnTo>
                  <a:pt x="2339" y="638"/>
                </a:lnTo>
                <a:lnTo>
                  <a:pt x="2339" y="571"/>
                </a:lnTo>
                <a:lnTo>
                  <a:pt x="2340" y="629"/>
                </a:lnTo>
                <a:lnTo>
                  <a:pt x="2340" y="744"/>
                </a:lnTo>
                <a:lnTo>
                  <a:pt x="2340" y="617"/>
                </a:lnTo>
                <a:lnTo>
                  <a:pt x="2341" y="536"/>
                </a:lnTo>
                <a:lnTo>
                  <a:pt x="2341" y="625"/>
                </a:lnTo>
                <a:lnTo>
                  <a:pt x="2342" y="558"/>
                </a:lnTo>
                <a:lnTo>
                  <a:pt x="2342" y="708"/>
                </a:lnTo>
                <a:lnTo>
                  <a:pt x="2343" y="624"/>
                </a:lnTo>
                <a:lnTo>
                  <a:pt x="2343" y="673"/>
                </a:lnTo>
                <a:lnTo>
                  <a:pt x="2343" y="559"/>
                </a:lnTo>
                <a:lnTo>
                  <a:pt x="2344" y="617"/>
                </a:lnTo>
                <a:lnTo>
                  <a:pt x="2344" y="562"/>
                </a:lnTo>
                <a:lnTo>
                  <a:pt x="2345" y="529"/>
                </a:lnTo>
                <a:lnTo>
                  <a:pt x="2345" y="561"/>
                </a:lnTo>
                <a:lnTo>
                  <a:pt x="2346" y="594"/>
                </a:lnTo>
                <a:lnTo>
                  <a:pt x="2346" y="699"/>
                </a:lnTo>
                <a:lnTo>
                  <a:pt x="2347" y="616"/>
                </a:lnTo>
                <a:lnTo>
                  <a:pt x="2347" y="659"/>
                </a:lnTo>
                <a:lnTo>
                  <a:pt x="2347" y="642"/>
                </a:lnTo>
                <a:lnTo>
                  <a:pt x="2348" y="644"/>
                </a:lnTo>
                <a:lnTo>
                  <a:pt x="2348" y="693"/>
                </a:lnTo>
                <a:lnTo>
                  <a:pt x="2349" y="774"/>
                </a:lnTo>
                <a:lnTo>
                  <a:pt x="2349" y="666"/>
                </a:lnTo>
                <a:lnTo>
                  <a:pt x="2350" y="593"/>
                </a:lnTo>
                <a:lnTo>
                  <a:pt x="2350" y="720"/>
                </a:lnTo>
                <a:lnTo>
                  <a:pt x="2351" y="606"/>
                </a:lnTo>
                <a:lnTo>
                  <a:pt x="2351" y="449"/>
                </a:lnTo>
                <a:lnTo>
                  <a:pt x="2351" y="520"/>
                </a:lnTo>
                <a:lnTo>
                  <a:pt x="2352" y="468"/>
                </a:lnTo>
                <a:lnTo>
                  <a:pt x="2352" y="571"/>
                </a:lnTo>
                <a:lnTo>
                  <a:pt x="2353" y="505"/>
                </a:lnTo>
                <a:lnTo>
                  <a:pt x="2353" y="660"/>
                </a:lnTo>
                <a:lnTo>
                  <a:pt x="2354" y="653"/>
                </a:lnTo>
                <a:lnTo>
                  <a:pt x="2354" y="826"/>
                </a:lnTo>
                <a:lnTo>
                  <a:pt x="2354" y="499"/>
                </a:lnTo>
                <a:lnTo>
                  <a:pt x="2355" y="468"/>
                </a:lnTo>
                <a:lnTo>
                  <a:pt x="2355" y="640"/>
                </a:lnTo>
                <a:lnTo>
                  <a:pt x="2356" y="614"/>
                </a:lnTo>
                <a:lnTo>
                  <a:pt x="2356" y="655"/>
                </a:lnTo>
                <a:lnTo>
                  <a:pt x="2357" y="560"/>
                </a:lnTo>
                <a:lnTo>
                  <a:pt x="2357" y="496"/>
                </a:lnTo>
                <a:lnTo>
                  <a:pt x="2358" y="732"/>
                </a:lnTo>
                <a:lnTo>
                  <a:pt x="2358" y="553"/>
                </a:lnTo>
                <a:lnTo>
                  <a:pt x="2358" y="609"/>
                </a:lnTo>
                <a:lnTo>
                  <a:pt x="2359" y="575"/>
                </a:lnTo>
                <a:lnTo>
                  <a:pt x="2359" y="545"/>
                </a:lnTo>
                <a:lnTo>
                  <a:pt x="2360" y="597"/>
                </a:lnTo>
                <a:lnTo>
                  <a:pt x="2360" y="589"/>
                </a:lnTo>
                <a:lnTo>
                  <a:pt x="2361" y="597"/>
                </a:lnTo>
                <a:lnTo>
                  <a:pt x="2361" y="498"/>
                </a:lnTo>
                <a:lnTo>
                  <a:pt x="2361" y="542"/>
                </a:lnTo>
                <a:lnTo>
                  <a:pt x="2362" y="557"/>
                </a:lnTo>
                <a:lnTo>
                  <a:pt x="2362" y="680"/>
                </a:lnTo>
                <a:lnTo>
                  <a:pt x="2363" y="604"/>
                </a:lnTo>
                <a:lnTo>
                  <a:pt x="2363" y="497"/>
                </a:lnTo>
                <a:lnTo>
                  <a:pt x="2363" y="567"/>
                </a:lnTo>
                <a:lnTo>
                  <a:pt x="2363" y="514"/>
                </a:lnTo>
                <a:lnTo>
                  <a:pt x="2364" y="421"/>
                </a:lnTo>
                <a:lnTo>
                  <a:pt x="2364" y="481"/>
                </a:lnTo>
                <a:lnTo>
                  <a:pt x="2364" y="558"/>
                </a:lnTo>
                <a:lnTo>
                  <a:pt x="2365" y="607"/>
                </a:lnTo>
                <a:lnTo>
                  <a:pt x="2365" y="775"/>
                </a:lnTo>
                <a:lnTo>
                  <a:pt x="2366" y="576"/>
                </a:lnTo>
                <a:lnTo>
                  <a:pt x="2366" y="588"/>
                </a:lnTo>
                <a:lnTo>
                  <a:pt x="2367" y="528"/>
                </a:lnTo>
                <a:lnTo>
                  <a:pt x="2367" y="571"/>
                </a:lnTo>
                <a:lnTo>
                  <a:pt x="2368" y="585"/>
                </a:lnTo>
                <a:lnTo>
                  <a:pt x="2368" y="704"/>
                </a:lnTo>
                <a:lnTo>
                  <a:pt x="2368" y="634"/>
                </a:lnTo>
                <a:lnTo>
                  <a:pt x="2369" y="515"/>
                </a:lnTo>
                <a:lnTo>
                  <a:pt x="2369" y="412"/>
                </a:lnTo>
                <a:lnTo>
                  <a:pt x="2370" y="561"/>
                </a:lnTo>
                <a:lnTo>
                  <a:pt x="2370" y="525"/>
                </a:lnTo>
                <a:lnTo>
                  <a:pt x="2371" y="472"/>
                </a:lnTo>
                <a:lnTo>
                  <a:pt x="2371" y="617"/>
                </a:lnTo>
                <a:lnTo>
                  <a:pt x="2371" y="519"/>
                </a:lnTo>
                <a:lnTo>
                  <a:pt x="2372" y="610"/>
                </a:lnTo>
                <a:lnTo>
                  <a:pt x="2372" y="476"/>
                </a:lnTo>
                <a:lnTo>
                  <a:pt x="2373" y="535"/>
                </a:lnTo>
                <a:lnTo>
                  <a:pt x="2373" y="522"/>
                </a:lnTo>
                <a:lnTo>
                  <a:pt x="2374" y="610"/>
                </a:lnTo>
                <a:lnTo>
                  <a:pt x="2374" y="487"/>
                </a:lnTo>
                <a:lnTo>
                  <a:pt x="2375" y="372"/>
                </a:lnTo>
                <a:lnTo>
                  <a:pt x="2375" y="628"/>
                </a:lnTo>
                <a:lnTo>
                  <a:pt x="2375" y="572"/>
                </a:lnTo>
                <a:lnTo>
                  <a:pt x="2376" y="524"/>
                </a:lnTo>
                <a:lnTo>
                  <a:pt x="2376" y="478"/>
                </a:lnTo>
                <a:lnTo>
                  <a:pt x="2377" y="589"/>
                </a:lnTo>
                <a:lnTo>
                  <a:pt x="2377" y="777"/>
                </a:lnTo>
                <a:lnTo>
                  <a:pt x="2378" y="430"/>
                </a:lnTo>
                <a:lnTo>
                  <a:pt x="2378" y="479"/>
                </a:lnTo>
                <a:lnTo>
                  <a:pt x="2378" y="686"/>
                </a:lnTo>
                <a:lnTo>
                  <a:pt x="2379" y="592"/>
                </a:lnTo>
                <a:lnTo>
                  <a:pt x="2379" y="412"/>
                </a:lnTo>
                <a:lnTo>
                  <a:pt x="2380" y="421"/>
                </a:lnTo>
                <a:lnTo>
                  <a:pt x="2380" y="464"/>
                </a:lnTo>
                <a:lnTo>
                  <a:pt x="2381" y="556"/>
                </a:lnTo>
                <a:lnTo>
                  <a:pt x="2381" y="535"/>
                </a:lnTo>
                <a:lnTo>
                  <a:pt x="2382" y="552"/>
                </a:lnTo>
                <a:lnTo>
                  <a:pt x="2382" y="448"/>
                </a:lnTo>
                <a:lnTo>
                  <a:pt x="2382" y="614"/>
                </a:lnTo>
                <a:lnTo>
                  <a:pt x="2383" y="609"/>
                </a:lnTo>
                <a:lnTo>
                  <a:pt x="2383" y="459"/>
                </a:lnTo>
                <a:lnTo>
                  <a:pt x="2384" y="546"/>
                </a:lnTo>
                <a:lnTo>
                  <a:pt x="2384" y="429"/>
                </a:lnTo>
                <a:lnTo>
                  <a:pt x="2385" y="599"/>
                </a:lnTo>
                <a:lnTo>
                  <a:pt x="2385" y="548"/>
                </a:lnTo>
                <a:lnTo>
                  <a:pt x="2385" y="620"/>
                </a:lnTo>
                <a:lnTo>
                  <a:pt x="2386" y="544"/>
                </a:lnTo>
                <a:lnTo>
                  <a:pt x="2386" y="667"/>
                </a:lnTo>
                <a:lnTo>
                  <a:pt x="2387" y="586"/>
                </a:lnTo>
                <a:lnTo>
                  <a:pt x="2387" y="665"/>
                </a:lnTo>
                <a:lnTo>
                  <a:pt x="2388" y="489"/>
                </a:lnTo>
                <a:lnTo>
                  <a:pt x="2388" y="489"/>
                </a:lnTo>
                <a:lnTo>
                  <a:pt x="2388" y="691"/>
                </a:lnTo>
                <a:lnTo>
                  <a:pt x="2388" y="439"/>
                </a:lnTo>
                <a:lnTo>
                  <a:pt x="2388" y="342"/>
                </a:lnTo>
                <a:lnTo>
                  <a:pt x="2389" y="546"/>
                </a:lnTo>
                <a:lnTo>
                  <a:pt x="2389" y="605"/>
                </a:lnTo>
                <a:lnTo>
                  <a:pt x="2390" y="318"/>
                </a:lnTo>
                <a:lnTo>
                  <a:pt x="2390" y="662"/>
                </a:lnTo>
                <a:lnTo>
                  <a:pt x="2391" y="552"/>
                </a:lnTo>
                <a:lnTo>
                  <a:pt x="2391" y="540"/>
                </a:lnTo>
                <a:lnTo>
                  <a:pt x="2392" y="444"/>
                </a:lnTo>
                <a:lnTo>
                  <a:pt x="2392" y="527"/>
                </a:lnTo>
                <a:lnTo>
                  <a:pt x="2392" y="599"/>
                </a:lnTo>
                <a:lnTo>
                  <a:pt x="2393" y="637"/>
                </a:lnTo>
                <a:lnTo>
                  <a:pt x="2393" y="588"/>
                </a:lnTo>
                <a:lnTo>
                  <a:pt x="2394" y="644"/>
                </a:lnTo>
                <a:lnTo>
                  <a:pt x="2394" y="559"/>
                </a:lnTo>
                <a:lnTo>
                  <a:pt x="2395" y="610"/>
                </a:lnTo>
                <a:lnTo>
                  <a:pt x="2395" y="688"/>
                </a:lnTo>
                <a:lnTo>
                  <a:pt x="2395" y="462"/>
                </a:lnTo>
                <a:lnTo>
                  <a:pt x="2396" y="608"/>
                </a:lnTo>
                <a:lnTo>
                  <a:pt x="2396" y="673"/>
                </a:lnTo>
                <a:lnTo>
                  <a:pt x="2397" y="584"/>
                </a:lnTo>
                <a:lnTo>
                  <a:pt x="2397" y="565"/>
                </a:lnTo>
                <a:lnTo>
                  <a:pt x="2398" y="716"/>
                </a:lnTo>
                <a:lnTo>
                  <a:pt x="2398" y="545"/>
                </a:lnTo>
                <a:lnTo>
                  <a:pt x="2399" y="661"/>
                </a:lnTo>
                <a:lnTo>
                  <a:pt x="2399" y="434"/>
                </a:lnTo>
                <a:lnTo>
                  <a:pt x="2399" y="534"/>
                </a:lnTo>
                <a:lnTo>
                  <a:pt x="2400" y="611"/>
                </a:lnTo>
                <a:lnTo>
                  <a:pt x="2400" y="641"/>
                </a:lnTo>
                <a:lnTo>
                  <a:pt x="2401" y="589"/>
                </a:lnTo>
                <a:lnTo>
                  <a:pt x="2401" y="532"/>
                </a:lnTo>
                <a:lnTo>
                  <a:pt x="2402" y="586"/>
                </a:lnTo>
                <a:lnTo>
                  <a:pt x="2402" y="603"/>
                </a:lnTo>
                <a:lnTo>
                  <a:pt x="2402" y="581"/>
                </a:lnTo>
                <a:lnTo>
                  <a:pt x="2403" y="637"/>
                </a:lnTo>
                <a:lnTo>
                  <a:pt x="2403" y="617"/>
                </a:lnTo>
                <a:lnTo>
                  <a:pt x="2404" y="762"/>
                </a:lnTo>
                <a:lnTo>
                  <a:pt x="2404" y="511"/>
                </a:lnTo>
                <a:lnTo>
                  <a:pt x="2405" y="567"/>
                </a:lnTo>
                <a:lnTo>
                  <a:pt x="2405" y="658"/>
                </a:lnTo>
                <a:lnTo>
                  <a:pt x="2406" y="438"/>
                </a:lnTo>
                <a:lnTo>
                  <a:pt x="2406" y="589"/>
                </a:lnTo>
                <a:lnTo>
                  <a:pt x="2406" y="683"/>
                </a:lnTo>
                <a:lnTo>
                  <a:pt x="2407" y="528"/>
                </a:lnTo>
                <a:lnTo>
                  <a:pt x="2407" y="567"/>
                </a:lnTo>
                <a:lnTo>
                  <a:pt x="2408" y="568"/>
                </a:lnTo>
                <a:lnTo>
                  <a:pt x="2408" y="637"/>
                </a:lnTo>
                <a:lnTo>
                  <a:pt x="2409" y="566"/>
                </a:lnTo>
                <a:lnTo>
                  <a:pt x="2409" y="626"/>
                </a:lnTo>
                <a:lnTo>
                  <a:pt x="2409" y="560"/>
                </a:lnTo>
                <a:lnTo>
                  <a:pt x="2410" y="764"/>
                </a:lnTo>
                <a:lnTo>
                  <a:pt x="2410" y="643"/>
                </a:lnTo>
                <a:lnTo>
                  <a:pt x="2411" y="466"/>
                </a:lnTo>
                <a:lnTo>
                  <a:pt x="2411" y="673"/>
                </a:lnTo>
                <a:lnTo>
                  <a:pt x="2412" y="660"/>
                </a:lnTo>
                <a:lnTo>
                  <a:pt x="2412" y="649"/>
                </a:lnTo>
                <a:lnTo>
                  <a:pt x="2412" y="713"/>
                </a:lnTo>
                <a:lnTo>
                  <a:pt x="2412" y="796"/>
                </a:lnTo>
                <a:lnTo>
                  <a:pt x="2412" y="634"/>
                </a:lnTo>
                <a:lnTo>
                  <a:pt x="2413" y="604"/>
                </a:lnTo>
                <a:lnTo>
                  <a:pt x="2413" y="620"/>
                </a:lnTo>
                <a:lnTo>
                  <a:pt x="2414" y="629"/>
                </a:lnTo>
                <a:lnTo>
                  <a:pt x="2414" y="613"/>
                </a:lnTo>
                <a:lnTo>
                  <a:pt x="2415" y="534"/>
                </a:lnTo>
                <a:lnTo>
                  <a:pt x="2415" y="635"/>
                </a:lnTo>
                <a:lnTo>
                  <a:pt x="2416" y="667"/>
                </a:lnTo>
                <a:lnTo>
                  <a:pt x="2416" y="643"/>
                </a:lnTo>
                <a:lnTo>
                  <a:pt x="2416" y="572"/>
                </a:lnTo>
                <a:lnTo>
                  <a:pt x="2417" y="504"/>
                </a:lnTo>
                <a:lnTo>
                  <a:pt x="2417" y="674"/>
                </a:lnTo>
                <a:lnTo>
                  <a:pt x="2418" y="613"/>
                </a:lnTo>
                <a:lnTo>
                  <a:pt x="2418" y="594"/>
                </a:lnTo>
                <a:lnTo>
                  <a:pt x="2419" y="705"/>
                </a:lnTo>
                <a:lnTo>
                  <a:pt x="2419" y="621"/>
                </a:lnTo>
                <a:lnTo>
                  <a:pt x="2419" y="745"/>
                </a:lnTo>
                <a:lnTo>
                  <a:pt x="2420" y="770"/>
                </a:lnTo>
                <a:lnTo>
                  <a:pt x="2420" y="593"/>
                </a:lnTo>
                <a:lnTo>
                  <a:pt x="2421" y="656"/>
                </a:lnTo>
                <a:lnTo>
                  <a:pt x="2421" y="608"/>
                </a:lnTo>
                <a:lnTo>
                  <a:pt x="2422" y="626"/>
                </a:lnTo>
                <a:lnTo>
                  <a:pt x="2422" y="705"/>
                </a:lnTo>
                <a:lnTo>
                  <a:pt x="2423" y="628"/>
                </a:lnTo>
                <a:lnTo>
                  <a:pt x="2423" y="726"/>
                </a:lnTo>
                <a:lnTo>
                  <a:pt x="2423" y="509"/>
                </a:lnTo>
                <a:lnTo>
                  <a:pt x="2424" y="736"/>
                </a:lnTo>
                <a:lnTo>
                  <a:pt x="2424" y="640"/>
                </a:lnTo>
                <a:lnTo>
                  <a:pt x="2425" y="709"/>
                </a:lnTo>
                <a:lnTo>
                  <a:pt x="2425" y="576"/>
                </a:lnTo>
                <a:lnTo>
                  <a:pt x="2426" y="650"/>
                </a:lnTo>
                <a:lnTo>
                  <a:pt x="2426" y="665"/>
                </a:lnTo>
                <a:lnTo>
                  <a:pt x="2426" y="552"/>
                </a:lnTo>
                <a:lnTo>
                  <a:pt x="2427" y="619"/>
                </a:lnTo>
                <a:lnTo>
                  <a:pt x="2427" y="579"/>
                </a:lnTo>
                <a:lnTo>
                  <a:pt x="2428" y="702"/>
                </a:lnTo>
                <a:lnTo>
                  <a:pt x="2428" y="736"/>
                </a:lnTo>
                <a:lnTo>
                  <a:pt x="2429" y="610"/>
                </a:lnTo>
                <a:lnTo>
                  <a:pt x="2429" y="646"/>
                </a:lnTo>
                <a:lnTo>
                  <a:pt x="2430" y="566"/>
                </a:lnTo>
                <a:lnTo>
                  <a:pt x="2430" y="625"/>
                </a:lnTo>
                <a:lnTo>
                  <a:pt x="2430" y="600"/>
                </a:lnTo>
                <a:lnTo>
                  <a:pt x="2431" y="751"/>
                </a:lnTo>
                <a:lnTo>
                  <a:pt x="2431" y="460"/>
                </a:lnTo>
                <a:lnTo>
                  <a:pt x="2432" y="629"/>
                </a:lnTo>
                <a:lnTo>
                  <a:pt x="2432" y="557"/>
                </a:lnTo>
                <a:lnTo>
                  <a:pt x="2433" y="683"/>
                </a:lnTo>
                <a:lnTo>
                  <a:pt x="2433" y="586"/>
                </a:lnTo>
                <a:lnTo>
                  <a:pt x="2433" y="719"/>
                </a:lnTo>
                <a:lnTo>
                  <a:pt x="2434" y="573"/>
                </a:lnTo>
                <a:lnTo>
                  <a:pt x="2434" y="639"/>
                </a:lnTo>
                <a:lnTo>
                  <a:pt x="2435" y="606"/>
                </a:lnTo>
                <a:lnTo>
                  <a:pt x="2435" y="550"/>
                </a:lnTo>
                <a:lnTo>
                  <a:pt x="2436" y="708"/>
                </a:lnTo>
                <a:lnTo>
                  <a:pt x="2436" y="662"/>
                </a:lnTo>
                <a:lnTo>
                  <a:pt x="2436" y="566"/>
                </a:lnTo>
                <a:lnTo>
                  <a:pt x="2436" y="429"/>
                </a:lnTo>
                <a:lnTo>
                  <a:pt x="2436" y="613"/>
                </a:lnTo>
                <a:lnTo>
                  <a:pt x="2437" y="552"/>
                </a:lnTo>
                <a:lnTo>
                  <a:pt x="2437" y="609"/>
                </a:lnTo>
                <a:lnTo>
                  <a:pt x="2438" y="438"/>
                </a:lnTo>
                <a:lnTo>
                  <a:pt x="2438" y="742"/>
                </a:lnTo>
                <a:lnTo>
                  <a:pt x="2439" y="588"/>
                </a:lnTo>
                <a:lnTo>
                  <a:pt x="2439" y="730"/>
                </a:lnTo>
                <a:lnTo>
                  <a:pt x="2440" y="801"/>
                </a:lnTo>
                <a:lnTo>
                  <a:pt x="2440" y="567"/>
                </a:lnTo>
                <a:lnTo>
                  <a:pt x="2440" y="580"/>
                </a:lnTo>
                <a:lnTo>
                  <a:pt x="2441" y="613"/>
                </a:lnTo>
                <a:lnTo>
                  <a:pt x="2441" y="597"/>
                </a:lnTo>
                <a:lnTo>
                  <a:pt x="2442" y="330"/>
                </a:lnTo>
                <a:lnTo>
                  <a:pt x="2442" y="608"/>
                </a:lnTo>
                <a:lnTo>
                  <a:pt x="2443" y="542"/>
                </a:lnTo>
                <a:lnTo>
                  <a:pt x="2443" y="637"/>
                </a:lnTo>
                <a:lnTo>
                  <a:pt x="2443" y="558"/>
                </a:lnTo>
                <a:lnTo>
                  <a:pt x="2444" y="600"/>
                </a:lnTo>
                <a:lnTo>
                  <a:pt x="2444" y="613"/>
                </a:lnTo>
                <a:lnTo>
                  <a:pt x="2445" y="427"/>
                </a:lnTo>
                <a:lnTo>
                  <a:pt x="2445" y="479"/>
                </a:lnTo>
                <a:lnTo>
                  <a:pt x="2446" y="564"/>
                </a:lnTo>
                <a:lnTo>
                  <a:pt x="2446" y="765"/>
                </a:lnTo>
                <a:lnTo>
                  <a:pt x="2447" y="603"/>
                </a:lnTo>
                <a:lnTo>
                  <a:pt x="2447" y="347"/>
                </a:lnTo>
                <a:lnTo>
                  <a:pt x="2447" y="589"/>
                </a:lnTo>
                <a:lnTo>
                  <a:pt x="2448" y="478"/>
                </a:lnTo>
                <a:lnTo>
                  <a:pt x="2448" y="448"/>
                </a:lnTo>
                <a:lnTo>
                  <a:pt x="2449" y="549"/>
                </a:lnTo>
                <a:lnTo>
                  <a:pt x="2449" y="635"/>
                </a:lnTo>
                <a:lnTo>
                  <a:pt x="2450" y="766"/>
                </a:lnTo>
                <a:lnTo>
                  <a:pt x="2450" y="507"/>
                </a:lnTo>
                <a:lnTo>
                  <a:pt x="2450" y="630"/>
                </a:lnTo>
                <a:lnTo>
                  <a:pt x="2451" y="546"/>
                </a:lnTo>
                <a:lnTo>
                  <a:pt x="2451" y="663"/>
                </a:lnTo>
                <a:lnTo>
                  <a:pt x="2452" y="581"/>
                </a:lnTo>
                <a:lnTo>
                  <a:pt x="2452" y="555"/>
                </a:lnTo>
                <a:lnTo>
                  <a:pt x="2453" y="535"/>
                </a:lnTo>
                <a:lnTo>
                  <a:pt x="2453" y="648"/>
                </a:lnTo>
                <a:lnTo>
                  <a:pt x="2454" y="456"/>
                </a:lnTo>
                <a:lnTo>
                  <a:pt x="2454" y="603"/>
                </a:lnTo>
                <a:lnTo>
                  <a:pt x="2454" y="691"/>
                </a:lnTo>
                <a:lnTo>
                  <a:pt x="2455" y="561"/>
                </a:lnTo>
                <a:lnTo>
                  <a:pt x="2455" y="548"/>
                </a:lnTo>
                <a:lnTo>
                  <a:pt x="2456" y="537"/>
                </a:lnTo>
                <a:lnTo>
                  <a:pt x="2456" y="437"/>
                </a:lnTo>
                <a:lnTo>
                  <a:pt x="2457" y="568"/>
                </a:lnTo>
                <a:lnTo>
                  <a:pt x="2457" y="558"/>
                </a:lnTo>
                <a:lnTo>
                  <a:pt x="2457" y="638"/>
                </a:lnTo>
                <a:lnTo>
                  <a:pt x="2458" y="479"/>
                </a:lnTo>
                <a:lnTo>
                  <a:pt x="2458" y="531"/>
                </a:lnTo>
                <a:lnTo>
                  <a:pt x="2459" y="580"/>
                </a:lnTo>
                <a:lnTo>
                  <a:pt x="2459" y="703"/>
                </a:lnTo>
                <a:lnTo>
                  <a:pt x="2460" y="425"/>
                </a:lnTo>
                <a:lnTo>
                  <a:pt x="2460" y="645"/>
                </a:lnTo>
                <a:lnTo>
                  <a:pt x="2460" y="592"/>
                </a:lnTo>
                <a:lnTo>
                  <a:pt x="2460" y="513"/>
                </a:lnTo>
                <a:lnTo>
                  <a:pt x="2460" y="642"/>
                </a:lnTo>
                <a:lnTo>
                  <a:pt x="2461" y="666"/>
                </a:lnTo>
                <a:lnTo>
                  <a:pt x="2461" y="718"/>
                </a:lnTo>
                <a:lnTo>
                  <a:pt x="2462" y="482"/>
                </a:lnTo>
                <a:lnTo>
                  <a:pt x="2462" y="586"/>
                </a:lnTo>
                <a:lnTo>
                  <a:pt x="2463" y="299"/>
                </a:lnTo>
                <a:lnTo>
                  <a:pt x="2463" y="624"/>
                </a:lnTo>
                <a:lnTo>
                  <a:pt x="2464" y="617"/>
                </a:lnTo>
                <a:lnTo>
                  <a:pt x="2464" y="588"/>
                </a:lnTo>
                <a:lnTo>
                  <a:pt x="2464" y="521"/>
                </a:lnTo>
                <a:lnTo>
                  <a:pt x="2465" y="580"/>
                </a:lnTo>
                <a:lnTo>
                  <a:pt x="2465" y="490"/>
                </a:lnTo>
                <a:lnTo>
                  <a:pt x="2466" y="623"/>
                </a:lnTo>
                <a:lnTo>
                  <a:pt x="2466" y="656"/>
                </a:lnTo>
                <a:lnTo>
                  <a:pt x="2467" y="691"/>
                </a:lnTo>
                <a:lnTo>
                  <a:pt x="2467" y="727"/>
                </a:lnTo>
                <a:lnTo>
                  <a:pt x="2467" y="586"/>
                </a:lnTo>
                <a:lnTo>
                  <a:pt x="2468" y="567"/>
                </a:lnTo>
                <a:lnTo>
                  <a:pt x="2468" y="595"/>
                </a:lnTo>
                <a:lnTo>
                  <a:pt x="2469" y="440"/>
                </a:lnTo>
                <a:lnTo>
                  <a:pt x="2469" y="442"/>
                </a:lnTo>
                <a:lnTo>
                  <a:pt x="2470" y="572"/>
                </a:lnTo>
                <a:lnTo>
                  <a:pt x="2470" y="693"/>
                </a:lnTo>
                <a:lnTo>
                  <a:pt x="2471" y="592"/>
                </a:lnTo>
                <a:lnTo>
                  <a:pt x="2471" y="596"/>
                </a:lnTo>
                <a:lnTo>
                  <a:pt x="2471" y="601"/>
                </a:lnTo>
                <a:lnTo>
                  <a:pt x="2472" y="605"/>
                </a:lnTo>
                <a:lnTo>
                  <a:pt x="2472" y="602"/>
                </a:lnTo>
                <a:lnTo>
                  <a:pt x="2473" y="581"/>
                </a:lnTo>
                <a:lnTo>
                  <a:pt x="2473" y="602"/>
                </a:lnTo>
                <a:lnTo>
                  <a:pt x="2474" y="533"/>
                </a:lnTo>
                <a:lnTo>
                  <a:pt x="2474" y="521"/>
                </a:lnTo>
                <a:lnTo>
                  <a:pt x="2474" y="628"/>
                </a:lnTo>
                <a:lnTo>
                  <a:pt x="2475" y="448"/>
                </a:lnTo>
                <a:lnTo>
                  <a:pt x="2475" y="635"/>
                </a:lnTo>
                <a:lnTo>
                  <a:pt x="2476" y="687"/>
                </a:lnTo>
                <a:lnTo>
                  <a:pt x="2476" y="526"/>
                </a:lnTo>
                <a:lnTo>
                  <a:pt x="2477" y="623"/>
                </a:lnTo>
                <a:lnTo>
                  <a:pt x="2477" y="535"/>
                </a:lnTo>
                <a:lnTo>
                  <a:pt x="2478" y="745"/>
                </a:lnTo>
                <a:lnTo>
                  <a:pt x="2478" y="457"/>
                </a:lnTo>
                <a:lnTo>
                  <a:pt x="2478" y="513"/>
                </a:lnTo>
                <a:lnTo>
                  <a:pt x="2479" y="674"/>
                </a:lnTo>
                <a:lnTo>
                  <a:pt x="2479" y="672"/>
                </a:lnTo>
                <a:lnTo>
                  <a:pt x="2480" y="449"/>
                </a:lnTo>
                <a:lnTo>
                  <a:pt x="2480" y="619"/>
                </a:lnTo>
                <a:lnTo>
                  <a:pt x="2481" y="627"/>
                </a:lnTo>
                <a:lnTo>
                  <a:pt x="2481" y="722"/>
                </a:lnTo>
                <a:lnTo>
                  <a:pt x="2481" y="595"/>
                </a:lnTo>
                <a:lnTo>
                  <a:pt x="2482" y="587"/>
                </a:lnTo>
                <a:lnTo>
                  <a:pt x="2482" y="530"/>
                </a:lnTo>
                <a:lnTo>
                  <a:pt x="2483" y="661"/>
                </a:lnTo>
                <a:lnTo>
                  <a:pt x="2483" y="668"/>
                </a:lnTo>
                <a:lnTo>
                  <a:pt x="2484" y="551"/>
                </a:lnTo>
                <a:lnTo>
                  <a:pt x="2484" y="520"/>
                </a:lnTo>
                <a:lnTo>
                  <a:pt x="2484" y="669"/>
                </a:lnTo>
                <a:lnTo>
                  <a:pt x="2484" y="520"/>
                </a:lnTo>
                <a:lnTo>
                  <a:pt x="2484" y="580"/>
                </a:lnTo>
                <a:lnTo>
                  <a:pt x="2485" y="524"/>
                </a:lnTo>
                <a:lnTo>
                  <a:pt x="2485" y="586"/>
                </a:lnTo>
                <a:lnTo>
                  <a:pt x="2486" y="711"/>
                </a:lnTo>
                <a:lnTo>
                  <a:pt x="2486" y="592"/>
                </a:lnTo>
                <a:lnTo>
                  <a:pt x="2487" y="535"/>
                </a:lnTo>
                <a:lnTo>
                  <a:pt x="2487" y="628"/>
                </a:lnTo>
                <a:lnTo>
                  <a:pt x="2488" y="605"/>
                </a:lnTo>
                <a:lnTo>
                  <a:pt x="2488" y="595"/>
                </a:lnTo>
                <a:lnTo>
                  <a:pt x="2488" y="712"/>
                </a:lnTo>
                <a:lnTo>
                  <a:pt x="2489" y="518"/>
                </a:lnTo>
                <a:lnTo>
                  <a:pt x="2489" y="625"/>
                </a:lnTo>
                <a:lnTo>
                  <a:pt x="2490" y="569"/>
                </a:lnTo>
                <a:lnTo>
                  <a:pt x="2490" y="593"/>
                </a:lnTo>
                <a:lnTo>
                  <a:pt x="2491" y="543"/>
                </a:lnTo>
                <a:lnTo>
                  <a:pt x="2491" y="576"/>
                </a:lnTo>
                <a:lnTo>
                  <a:pt x="2491" y="598"/>
                </a:lnTo>
                <a:lnTo>
                  <a:pt x="2492" y="620"/>
                </a:lnTo>
                <a:lnTo>
                  <a:pt x="2492" y="565"/>
                </a:lnTo>
                <a:lnTo>
                  <a:pt x="2493" y="648"/>
                </a:lnTo>
                <a:lnTo>
                  <a:pt x="2493" y="572"/>
                </a:lnTo>
                <a:lnTo>
                  <a:pt x="2494" y="622"/>
                </a:lnTo>
                <a:lnTo>
                  <a:pt x="2494" y="557"/>
                </a:lnTo>
                <a:lnTo>
                  <a:pt x="2495" y="586"/>
                </a:lnTo>
                <a:lnTo>
                  <a:pt x="2495" y="575"/>
                </a:lnTo>
                <a:lnTo>
                  <a:pt x="2495" y="588"/>
                </a:lnTo>
                <a:lnTo>
                  <a:pt x="2496" y="629"/>
                </a:lnTo>
                <a:lnTo>
                  <a:pt x="2496" y="608"/>
                </a:lnTo>
                <a:lnTo>
                  <a:pt x="2497" y="576"/>
                </a:lnTo>
                <a:lnTo>
                  <a:pt x="2497" y="587"/>
                </a:lnTo>
                <a:lnTo>
                  <a:pt x="2498" y="566"/>
                </a:lnTo>
                <a:lnTo>
                  <a:pt x="2498" y="583"/>
                </a:lnTo>
                <a:lnTo>
                  <a:pt x="2498" y="611"/>
                </a:lnTo>
                <a:lnTo>
                  <a:pt x="2499" y="608"/>
                </a:lnTo>
                <a:lnTo>
                  <a:pt x="2499" y="589"/>
                </a:lnTo>
                <a:lnTo>
                  <a:pt x="2500" y="639"/>
                </a:lnTo>
                <a:lnTo>
                  <a:pt x="2500" y="557"/>
                </a:lnTo>
                <a:lnTo>
                  <a:pt x="2501" y="583"/>
                </a:lnTo>
                <a:lnTo>
                  <a:pt x="2501" y="566"/>
                </a:lnTo>
                <a:lnTo>
                  <a:pt x="2502" y="625"/>
                </a:lnTo>
                <a:lnTo>
                  <a:pt x="2502" y="566"/>
                </a:lnTo>
                <a:lnTo>
                  <a:pt x="2502" y="546"/>
                </a:lnTo>
                <a:lnTo>
                  <a:pt x="2503" y="620"/>
                </a:lnTo>
                <a:lnTo>
                  <a:pt x="2503" y="577"/>
                </a:lnTo>
                <a:lnTo>
                  <a:pt x="2504" y="592"/>
                </a:lnTo>
                <a:lnTo>
                  <a:pt x="2504" y="625"/>
                </a:lnTo>
                <a:lnTo>
                  <a:pt x="2505" y="583"/>
                </a:lnTo>
                <a:lnTo>
                  <a:pt x="2505" y="576"/>
                </a:lnTo>
                <a:lnTo>
                  <a:pt x="2505" y="606"/>
                </a:lnTo>
                <a:lnTo>
                  <a:pt x="2506" y="569"/>
                </a:lnTo>
                <a:lnTo>
                  <a:pt x="2506" y="628"/>
                </a:lnTo>
                <a:lnTo>
                  <a:pt x="2507" y="624"/>
                </a:lnTo>
                <a:lnTo>
                  <a:pt x="2507" y="590"/>
                </a:lnTo>
                <a:lnTo>
                  <a:pt x="2508" y="592"/>
                </a:lnTo>
                <a:lnTo>
                  <a:pt x="2508" y="608"/>
                </a:lnTo>
                <a:lnTo>
                  <a:pt x="2508" y="576"/>
                </a:lnTo>
                <a:lnTo>
                  <a:pt x="2508" y="582"/>
                </a:lnTo>
                <a:lnTo>
                  <a:pt x="2508" y="575"/>
                </a:lnTo>
                <a:lnTo>
                  <a:pt x="2509" y="595"/>
                </a:lnTo>
                <a:lnTo>
                  <a:pt x="2509" y="580"/>
                </a:lnTo>
                <a:lnTo>
                  <a:pt x="2510" y="602"/>
                </a:lnTo>
                <a:lnTo>
                  <a:pt x="2510" y="550"/>
                </a:lnTo>
                <a:lnTo>
                  <a:pt x="2511" y="610"/>
                </a:lnTo>
                <a:lnTo>
                  <a:pt x="2511" y="549"/>
                </a:lnTo>
                <a:lnTo>
                  <a:pt x="2512" y="591"/>
                </a:lnTo>
                <a:lnTo>
                  <a:pt x="2512" y="620"/>
                </a:lnTo>
                <a:lnTo>
                  <a:pt x="2512" y="563"/>
                </a:lnTo>
                <a:lnTo>
                  <a:pt x="2513" y="589"/>
                </a:lnTo>
                <a:lnTo>
                  <a:pt x="2513" y="574"/>
                </a:lnTo>
                <a:lnTo>
                  <a:pt x="2514" y="566"/>
                </a:lnTo>
                <a:lnTo>
                  <a:pt x="2514" y="585"/>
                </a:lnTo>
                <a:lnTo>
                  <a:pt x="2515" y="604"/>
                </a:lnTo>
                <a:lnTo>
                  <a:pt x="2515" y="571"/>
                </a:lnTo>
                <a:lnTo>
                  <a:pt x="2515" y="590"/>
                </a:lnTo>
                <a:lnTo>
                  <a:pt x="2516" y="576"/>
                </a:lnTo>
                <a:lnTo>
                  <a:pt x="2516" y="635"/>
                </a:lnTo>
                <a:lnTo>
                  <a:pt x="2517" y="581"/>
                </a:lnTo>
                <a:lnTo>
                  <a:pt x="2517" y="603"/>
                </a:lnTo>
                <a:lnTo>
                  <a:pt x="2518" y="556"/>
                </a:lnTo>
                <a:lnTo>
                  <a:pt x="2518" y="577"/>
                </a:lnTo>
                <a:lnTo>
                  <a:pt x="2519" y="585"/>
                </a:lnTo>
                <a:lnTo>
                  <a:pt x="2519" y="579"/>
                </a:lnTo>
                <a:lnTo>
                  <a:pt x="2519" y="610"/>
                </a:lnTo>
                <a:lnTo>
                  <a:pt x="2520" y="555"/>
                </a:lnTo>
                <a:lnTo>
                  <a:pt x="2520" y="547"/>
                </a:lnTo>
                <a:lnTo>
                  <a:pt x="2521" y="580"/>
                </a:lnTo>
                <a:lnTo>
                  <a:pt x="2521" y="555"/>
                </a:lnTo>
                <a:lnTo>
                  <a:pt x="2522" y="599"/>
                </a:lnTo>
                <a:lnTo>
                  <a:pt x="2522" y="604"/>
                </a:lnTo>
                <a:lnTo>
                  <a:pt x="2522" y="586"/>
                </a:lnTo>
                <a:lnTo>
                  <a:pt x="2523" y="577"/>
                </a:lnTo>
                <a:lnTo>
                  <a:pt x="2523" y="594"/>
                </a:lnTo>
                <a:lnTo>
                  <a:pt x="2524" y="575"/>
                </a:lnTo>
                <a:lnTo>
                  <a:pt x="2524" y="579"/>
                </a:lnTo>
                <a:lnTo>
                  <a:pt x="2525" y="606"/>
                </a:lnTo>
                <a:lnTo>
                  <a:pt x="2525" y="574"/>
                </a:lnTo>
                <a:lnTo>
                  <a:pt x="2526" y="566"/>
                </a:lnTo>
                <a:lnTo>
                  <a:pt x="2526" y="581"/>
                </a:lnTo>
                <a:lnTo>
                  <a:pt x="2526" y="560"/>
                </a:lnTo>
                <a:lnTo>
                  <a:pt x="2527" y="609"/>
                </a:lnTo>
                <a:lnTo>
                  <a:pt x="2527" y="573"/>
                </a:lnTo>
                <a:lnTo>
                  <a:pt x="2528" y="607"/>
                </a:lnTo>
                <a:lnTo>
                  <a:pt x="2528" y="606"/>
                </a:lnTo>
                <a:lnTo>
                  <a:pt x="2529" y="595"/>
                </a:lnTo>
                <a:lnTo>
                  <a:pt x="2529" y="601"/>
                </a:lnTo>
                <a:lnTo>
                  <a:pt x="2530" y="593"/>
                </a:lnTo>
                <a:lnTo>
                  <a:pt x="2530" y="586"/>
                </a:lnTo>
                <a:lnTo>
                  <a:pt x="2530" y="563"/>
                </a:lnTo>
                <a:lnTo>
                  <a:pt x="2531" y="587"/>
                </a:lnTo>
                <a:lnTo>
                  <a:pt x="2531" y="613"/>
                </a:lnTo>
                <a:lnTo>
                  <a:pt x="2532" y="557"/>
                </a:lnTo>
                <a:lnTo>
                  <a:pt x="2532" y="597"/>
                </a:lnTo>
                <a:lnTo>
                  <a:pt x="2532" y="581"/>
                </a:lnTo>
                <a:lnTo>
                  <a:pt x="2532" y="570"/>
                </a:lnTo>
                <a:lnTo>
                  <a:pt x="2532" y="575"/>
                </a:lnTo>
                <a:lnTo>
                  <a:pt x="2533" y="556"/>
                </a:lnTo>
                <a:lnTo>
                  <a:pt x="2533" y="568"/>
                </a:lnTo>
                <a:lnTo>
                  <a:pt x="2534" y="595"/>
                </a:lnTo>
                <a:lnTo>
                  <a:pt x="2534" y="533"/>
                </a:lnTo>
                <a:lnTo>
                  <a:pt x="2535" y="573"/>
                </a:lnTo>
                <a:lnTo>
                  <a:pt x="2535" y="580"/>
                </a:lnTo>
                <a:lnTo>
                  <a:pt x="2536" y="557"/>
                </a:lnTo>
                <a:lnTo>
                  <a:pt x="2536" y="571"/>
                </a:lnTo>
                <a:lnTo>
                  <a:pt x="2536" y="568"/>
                </a:lnTo>
                <a:lnTo>
                  <a:pt x="2537" y="524"/>
                </a:lnTo>
                <a:lnTo>
                  <a:pt x="2537" y="582"/>
                </a:lnTo>
                <a:lnTo>
                  <a:pt x="2538" y="582"/>
                </a:lnTo>
                <a:lnTo>
                  <a:pt x="2538" y="573"/>
                </a:lnTo>
                <a:lnTo>
                  <a:pt x="2539" y="553"/>
                </a:lnTo>
                <a:lnTo>
                  <a:pt x="2539" y="606"/>
                </a:lnTo>
                <a:lnTo>
                  <a:pt x="2539" y="615"/>
                </a:lnTo>
                <a:lnTo>
                  <a:pt x="2540" y="586"/>
                </a:lnTo>
                <a:lnTo>
                  <a:pt x="2540" y="608"/>
                </a:lnTo>
                <a:lnTo>
                  <a:pt x="2541" y="583"/>
                </a:lnTo>
                <a:lnTo>
                  <a:pt x="2541" y="563"/>
                </a:lnTo>
                <a:lnTo>
                  <a:pt x="2542" y="592"/>
                </a:lnTo>
                <a:lnTo>
                  <a:pt x="2542" y="603"/>
                </a:lnTo>
                <a:lnTo>
                  <a:pt x="2543" y="572"/>
                </a:lnTo>
                <a:lnTo>
                  <a:pt x="2543" y="556"/>
                </a:lnTo>
                <a:lnTo>
                  <a:pt x="2543" y="609"/>
                </a:lnTo>
                <a:lnTo>
                  <a:pt x="2544" y="556"/>
                </a:lnTo>
                <a:lnTo>
                  <a:pt x="2544" y="556"/>
                </a:lnTo>
                <a:lnTo>
                  <a:pt x="2545" y="553"/>
                </a:lnTo>
                <a:lnTo>
                  <a:pt x="2545" y="547"/>
                </a:lnTo>
                <a:lnTo>
                  <a:pt x="2546" y="527"/>
                </a:lnTo>
                <a:lnTo>
                  <a:pt x="2546" y="580"/>
                </a:lnTo>
                <a:lnTo>
                  <a:pt x="2546" y="570"/>
                </a:lnTo>
                <a:lnTo>
                  <a:pt x="2547" y="581"/>
                </a:lnTo>
                <a:lnTo>
                  <a:pt x="2547" y="572"/>
                </a:lnTo>
                <a:lnTo>
                  <a:pt x="2548" y="540"/>
                </a:lnTo>
                <a:lnTo>
                  <a:pt x="2548" y="600"/>
                </a:lnTo>
                <a:lnTo>
                  <a:pt x="2549" y="590"/>
                </a:lnTo>
                <a:lnTo>
                  <a:pt x="2549" y="544"/>
                </a:lnTo>
                <a:lnTo>
                  <a:pt x="2550" y="551"/>
                </a:lnTo>
                <a:lnTo>
                  <a:pt x="2550" y="580"/>
                </a:lnTo>
                <a:lnTo>
                  <a:pt x="2550" y="555"/>
                </a:lnTo>
                <a:lnTo>
                  <a:pt x="2551" y="565"/>
                </a:lnTo>
                <a:lnTo>
                  <a:pt x="2551" y="541"/>
                </a:lnTo>
                <a:lnTo>
                  <a:pt x="2552" y="571"/>
                </a:lnTo>
                <a:lnTo>
                  <a:pt x="2552" y="551"/>
                </a:lnTo>
                <a:lnTo>
                  <a:pt x="2553" y="518"/>
                </a:lnTo>
                <a:lnTo>
                  <a:pt x="2553" y="561"/>
                </a:lnTo>
                <a:lnTo>
                  <a:pt x="2554" y="572"/>
                </a:lnTo>
                <a:lnTo>
                  <a:pt x="2554" y="558"/>
                </a:lnTo>
                <a:lnTo>
                  <a:pt x="2554" y="581"/>
                </a:lnTo>
                <a:lnTo>
                  <a:pt x="2555" y="524"/>
                </a:lnTo>
                <a:lnTo>
                  <a:pt x="2555" y="569"/>
                </a:lnTo>
                <a:lnTo>
                  <a:pt x="2556" y="579"/>
                </a:lnTo>
                <a:lnTo>
                  <a:pt x="2556" y="591"/>
                </a:lnTo>
                <a:lnTo>
                  <a:pt x="2556" y="551"/>
                </a:lnTo>
                <a:lnTo>
                  <a:pt x="2556" y="556"/>
                </a:lnTo>
                <a:lnTo>
                  <a:pt x="2556" y="585"/>
                </a:lnTo>
                <a:lnTo>
                  <a:pt x="2557" y="562"/>
                </a:lnTo>
                <a:lnTo>
                  <a:pt x="2557" y="606"/>
                </a:lnTo>
                <a:lnTo>
                  <a:pt x="2558" y="571"/>
                </a:lnTo>
                <a:lnTo>
                  <a:pt x="2558" y="565"/>
                </a:lnTo>
                <a:lnTo>
                  <a:pt x="2559" y="539"/>
                </a:lnTo>
                <a:lnTo>
                  <a:pt x="2559" y="591"/>
                </a:lnTo>
                <a:lnTo>
                  <a:pt x="2560" y="602"/>
                </a:lnTo>
                <a:lnTo>
                  <a:pt x="2560" y="594"/>
                </a:lnTo>
                <a:lnTo>
                  <a:pt x="2560" y="604"/>
                </a:lnTo>
                <a:lnTo>
                  <a:pt x="2561" y="549"/>
                </a:lnTo>
                <a:lnTo>
                  <a:pt x="2561" y="544"/>
                </a:lnTo>
                <a:lnTo>
                  <a:pt x="2562" y="570"/>
                </a:lnTo>
                <a:lnTo>
                  <a:pt x="2562" y="552"/>
                </a:lnTo>
                <a:lnTo>
                  <a:pt x="2563" y="575"/>
                </a:lnTo>
                <a:lnTo>
                  <a:pt x="2563" y="580"/>
                </a:lnTo>
                <a:lnTo>
                  <a:pt x="2563" y="585"/>
                </a:lnTo>
                <a:lnTo>
                  <a:pt x="2564" y="585"/>
                </a:lnTo>
                <a:lnTo>
                  <a:pt x="2564" y="610"/>
                </a:lnTo>
                <a:lnTo>
                  <a:pt x="2565" y="574"/>
                </a:lnTo>
                <a:lnTo>
                  <a:pt x="2565" y="580"/>
                </a:lnTo>
                <a:lnTo>
                  <a:pt x="2566" y="564"/>
                </a:lnTo>
                <a:lnTo>
                  <a:pt x="2566" y="578"/>
                </a:lnTo>
                <a:lnTo>
                  <a:pt x="2567" y="584"/>
                </a:lnTo>
                <a:lnTo>
                  <a:pt x="2567" y="599"/>
                </a:lnTo>
                <a:lnTo>
                  <a:pt x="2567" y="580"/>
                </a:lnTo>
                <a:lnTo>
                  <a:pt x="2568" y="566"/>
                </a:lnTo>
                <a:lnTo>
                  <a:pt x="2568" y="605"/>
                </a:lnTo>
                <a:lnTo>
                  <a:pt x="2569" y="580"/>
                </a:lnTo>
                <a:lnTo>
                  <a:pt x="2569" y="578"/>
                </a:lnTo>
                <a:lnTo>
                  <a:pt x="2570" y="597"/>
                </a:lnTo>
                <a:lnTo>
                  <a:pt x="2570" y="595"/>
                </a:lnTo>
                <a:lnTo>
                  <a:pt x="2570" y="579"/>
                </a:lnTo>
                <a:lnTo>
                  <a:pt x="2571" y="607"/>
                </a:lnTo>
                <a:lnTo>
                  <a:pt x="2571" y="577"/>
                </a:lnTo>
                <a:lnTo>
                  <a:pt x="2572" y="603"/>
                </a:lnTo>
                <a:lnTo>
                  <a:pt x="2572" y="562"/>
                </a:lnTo>
                <a:lnTo>
                  <a:pt x="2573" y="537"/>
                </a:lnTo>
                <a:lnTo>
                  <a:pt x="2573" y="603"/>
                </a:lnTo>
                <a:lnTo>
                  <a:pt x="2574" y="574"/>
                </a:lnTo>
                <a:lnTo>
                  <a:pt x="2574" y="601"/>
                </a:lnTo>
                <a:lnTo>
                  <a:pt x="2574" y="564"/>
                </a:lnTo>
                <a:lnTo>
                  <a:pt x="2575" y="612"/>
                </a:lnTo>
                <a:lnTo>
                  <a:pt x="2575" y="577"/>
                </a:lnTo>
                <a:lnTo>
                  <a:pt x="2576" y="605"/>
                </a:lnTo>
                <a:lnTo>
                  <a:pt x="2576" y="591"/>
                </a:lnTo>
                <a:lnTo>
                  <a:pt x="2577" y="609"/>
                </a:lnTo>
                <a:lnTo>
                  <a:pt x="2577" y="571"/>
                </a:lnTo>
                <a:lnTo>
                  <a:pt x="2578" y="606"/>
                </a:lnTo>
                <a:lnTo>
                  <a:pt x="2578" y="577"/>
                </a:lnTo>
                <a:lnTo>
                  <a:pt x="2578" y="596"/>
                </a:lnTo>
                <a:lnTo>
                  <a:pt x="2579" y="591"/>
                </a:lnTo>
                <a:lnTo>
                  <a:pt x="2579" y="586"/>
                </a:lnTo>
                <a:lnTo>
                  <a:pt x="2580" y="605"/>
                </a:lnTo>
                <a:lnTo>
                  <a:pt x="2580" y="586"/>
                </a:lnTo>
                <a:lnTo>
                  <a:pt x="2580" y="559"/>
                </a:lnTo>
                <a:lnTo>
                  <a:pt x="2580" y="607"/>
                </a:lnTo>
                <a:lnTo>
                  <a:pt x="2580" y="566"/>
                </a:lnTo>
                <a:lnTo>
                  <a:pt x="2581" y="560"/>
                </a:lnTo>
                <a:lnTo>
                  <a:pt x="2581" y="608"/>
                </a:lnTo>
                <a:lnTo>
                  <a:pt x="2582" y="621"/>
                </a:lnTo>
                <a:lnTo>
                  <a:pt x="2582" y="585"/>
                </a:lnTo>
                <a:lnTo>
                  <a:pt x="2583" y="603"/>
                </a:lnTo>
                <a:lnTo>
                  <a:pt x="2583" y="553"/>
                </a:lnTo>
                <a:lnTo>
                  <a:pt x="2584" y="591"/>
                </a:lnTo>
                <a:lnTo>
                  <a:pt x="2584" y="609"/>
                </a:lnTo>
                <a:lnTo>
                  <a:pt x="2584" y="615"/>
                </a:lnTo>
                <a:lnTo>
                  <a:pt x="2585" y="569"/>
                </a:lnTo>
                <a:lnTo>
                  <a:pt x="2585" y="604"/>
                </a:lnTo>
                <a:lnTo>
                  <a:pt x="2586" y="591"/>
                </a:lnTo>
                <a:lnTo>
                  <a:pt x="2586" y="573"/>
                </a:lnTo>
                <a:lnTo>
                  <a:pt x="2587" y="603"/>
                </a:lnTo>
                <a:lnTo>
                  <a:pt x="2587" y="593"/>
                </a:lnTo>
                <a:lnTo>
                  <a:pt x="2587" y="593"/>
                </a:lnTo>
                <a:lnTo>
                  <a:pt x="2588" y="579"/>
                </a:lnTo>
                <a:lnTo>
                  <a:pt x="2588" y="581"/>
                </a:lnTo>
                <a:lnTo>
                  <a:pt x="2589" y="597"/>
                </a:lnTo>
                <a:lnTo>
                  <a:pt x="2589" y="591"/>
                </a:lnTo>
                <a:lnTo>
                  <a:pt x="2590" y="601"/>
                </a:lnTo>
                <a:lnTo>
                  <a:pt x="2590" y="624"/>
                </a:lnTo>
                <a:lnTo>
                  <a:pt x="2591" y="587"/>
                </a:lnTo>
                <a:lnTo>
                  <a:pt x="2591" y="554"/>
                </a:lnTo>
                <a:lnTo>
                  <a:pt x="2591" y="611"/>
                </a:lnTo>
                <a:lnTo>
                  <a:pt x="2592" y="609"/>
                </a:lnTo>
                <a:lnTo>
                  <a:pt x="2592" y="610"/>
                </a:lnTo>
                <a:lnTo>
                  <a:pt x="2593" y="578"/>
                </a:lnTo>
                <a:lnTo>
                  <a:pt x="2593" y="584"/>
                </a:lnTo>
                <a:lnTo>
                  <a:pt x="2594" y="596"/>
                </a:lnTo>
                <a:lnTo>
                  <a:pt x="2594" y="611"/>
                </a:lnTo>
                <a:lnTo>
                  <a:pt x="2594" y="590"/>
                </a:lnTo>
                <a:lnTo>
                  <a:pt x="2595" y="625"/>
                </a:lnTo>
                <a:lnTo>
                  <a:pt x="2595" y="589"/>
                </a:lnTo>
                <a:lnTo>
                  <a:pt x="2596" y="574"/>
                </a:lnTo>
                <a:lnTo>
                  <a:pt x="2596" y="618"/>
                </a:lnTo>
                <a:lnTo>
                  <a:pt x="2597" y="624"/>
                </a:lnTo>
                <a:lnTo>
                  <a:pt x="2597" y="560"/>
                </a:lnTo>
                <a:lnTo>
                  <a:pt x="2598" y="605"/>
                </a:lnTo>
                <a:lnTo>
                  <a:pt x="2598" y="568"/>
                </a:lnTo>
                <a:lnTo>
                  <a:pt x="2598" y="594"/>
                </a:lnTo>
                <a:lnTo>
                  <a:pt x="2599" y="594"/>
                </a:lnTo>
                <a:lnTo>
                  <a:pt x="2599" y="582"/>
                </a:lnTo>
                <a:lnTo>
                  <a:pt x="2600" y="610"/>
                </a:lnTo>
                <a:lnTo>
                  <a:pt x="2600" y="588"/>
                </a:lnTo>
                <a:lnTo>
                  <a:pt x="2601" y="598"/>
                </a:lnTo>
                <a:lnTo>
                  <a:pt x="2601" y="617"/>
                </a:lnTo>
                <a:lnTo>
                  <a:pt x="2602" y="583"/>
                </a:lnTo>
                <a:lnTo>
                  <a:pt x="2602" y="595"/>
                </a:lnTo>
                <a:lnTo>
                  <a:pt x="2602" y="593"/>
                </a:lnTo>
                <a:lnTo>
                  <a:pt x="2603" y="614"/>
                </a:lnTo>
                <a:lnTo>
                  <a:pt x="2603" y="556"/>
                </a:lnTo>
                <a:lnTo>
                  <a:pt x="2604" y="571"/>
                </a:lnTo>
                <a:lnTo>
                  <a:pt x="2604" y="568"/>
                </a:lnTo>
                <a:lnTo>
                  <a:pt x="2605" y="594"/>
                </a:lnTo>
                <a:lnTo>
                  <a:pt x="2605" y="624"/>
                </a:lnTo>
                <a:lnTo>
                  <a:pt x="2605" y="547"/>
                </a:lnTo>
                <a:lnTo>
                  <a:pt x="2605" y="588"/>
                </a:lnTo>
                <a:lnTo>
                  <a:pt x="2605" y="603"/>
                </a:lnTo>
                <a:lnTo>
                  <a:pt x="2606" y="578"/>
                </a:lnTo>
                <a:lnTo>
                  <a:pt x="2606" y="562"/>
                </a:lnTo>
                <a:lnTo>
                  <a:pt x="2607" y="586"/>
                </a:lnTo>
                <a:lnTo>
                  <a:pt x="2607" y="560"/>
                </a:lnTo>
                <a:lnTo>
                  <a:pt x="2608" y="563"/>
                </a:lnTo>
                <a:lnTo>
                  <a:pt x="2608" y="608"/>
                </a:lnTo>
                <a:lnTo>
                  <a:pt x="2608" y="599"/>
                </a:lnTo>
                <a:lnTo>
                  <a:pt x="2609" y="565"/>
                </a:lnTo>
                <a:lnTo>
                  <a:pt x="2609" y="640"/>
                </a:lnTo>
                <a:lnTo>
                  <a:pt x="2610" y="587"/>
                </a:lnTo>
                <a:lnTo>
                  <a:pt x="2610" y="613"/>
                </a:lnTo>
                <a:lnTo>
                  <a:pt x="2611" y="593"/>
                </a:lnTo>
                <a:lnTo>
                  <a:pt x="2611" y="589"/>
                </a:lnTo>
                <a:lnTo>
                  <a:pt x="2611" y="590"/>
                </a:lnTo>
                <a:lnTo>
                  <a:pt x="2612" y="594"/>
                </a:lnTo>
                <a:lnTo>
                  <a:pt x="2612" y="605"/>
                </a:lnTo>
                <a:lnTo>
                  <a:pt x="2613" y="535"/>
                </a:lnTo>
                <a:lnTo>
                  <a:pt x="2613" y="543"/>
                </a:lnTo>
                <a:lnTo>
                  <a:pt x="2614" y="605"/>
                </a:lnTo>
                <a:lnTo>
                  <a:pt x="2614" y="548"/>
                </a:lnTo>
                <a:lnTo>
                  <a:pt x="2615" y="588"/>
                </a:lnTo>
                <a:lnTo>
                  <a:pt x="2615" y="578"/>
                </a:lnTo>
                <a:lnTo>
                  <a:pt x="2615" y="581"/>
                </a:lnTo>
                <a:lnTo>
                  <a:pt x="2616" y="593"/>
                </a:lnTo>
                <a:lnTo>
                  <a:pt x="2616" y="559"/>
                </a:lnTo>
                <a:lnTo>
                  <a:pt x="2617" y="576"/>
                </a:lnTo>
                <a:lnTo>
                  <a:pt x="2617" y="588"/>
                </a:lnTo>
                <a:lnTo>
                  <a:pt x="2618" y="606"/>
                </a:lnTo>
                <a:lnTo>
                  <a:pt x="2618" y="596"/>
                </a:lnTo>
                <a:lnTo>
                  <a:pt x="2618" y="611"/>
                </a:lnTo>
                <a:lnTo>
                  <a:pt x="2619" y="577"/>
                </a:lnTo>
                <a:lnTo>
                  <a:pt x="2619" y="602"/>
                </a:lnTo>
                <a:lnTo>
                  <a:pt x="2620" y="583"/>
                </a:lnTo>
                <a:lnTo>
                  <a:pt x="2620" y="548"/>
                </a:lnTo>
                <a:lnTo>
                  <a:pt x="2621" y="552"/>
                </a:lnTo>
                <a:lnTo>
                  <a:pt x="2621" y="577"/>
                </a:lnTo>
                <a:lnTo>
                  <a:pt x="2622" y="578"/>
                </a:lnTo>
                <a:lnTo>
                  <a:pt x="2622" y="537"/>
                </a:lnTo>
                <a:lnTo>
                  <a:pt x="2622" y="564"/>
                </a:lnTo>
                <a:lnTo>
                  <a:pt x="2623" y="582"/>
                </a:lnTo>
                <a:lnTo>
                  <a:pt x="2623" y="605"/>
                </a:lnTo>
                <a:lnTo>
                  <a:pt x="2624" y="566"/>
                </a:lnTo>
                <a:lnTo>
                  <a:pt x="2624" y="558"/>
                </a:lnTo>
                <a:lnTo>
                  <a:pt x="2625" y="587"/>
                </a:lnTo>
                <a:lnTo>
                  <a:pt x="2625" y="568"/>
                </a:lnTo>
                <a:lnTo>
                  <a:pt x="2626" y="582"/>
                </a:lnTo>
                <a:lnTo>
                  <a:pt x="2626" y="578"/>
                </a:lnTo>
                <a:lnTo>
                  <a:pt x="2626" y="625"/>
                </a:lnTo>
                <a:lnTo>
                  <a:pt x="2627" y="578"/>
                </a:lnTo>
                <a:lnTo>
                  <a:pt x="2627" y="553"/>
                </a:lnTo>
                <a:lnTo>
                  <a:pt x="2628" y="586"/>
                </a:lnTo>
                <a:lnTo>
                  <a:pt x="2628" y="572"/>
                </a:lnTo>
                <a:lnTo>
                  <a:pt x="2629" y="588"/>
                </a:lnTo>
                <a:lnTo>
                  <a:pt x="2629" y="565"/>
                </a:lnTo>
                <a:lnTo>
                  <a:pt x="2629" y="577"/>
                </a:lnTo>
                <a:lnTo>
                  <a:pt x="2629" y="592"/>
                </a:lnTo>
                <a:lnTo>
                  <a:pt x="2629" y="545"/>
                </a:lnTo>
                <a:lnTo>
                  <a:pt x="2630" y="553"/>
                </a:lnTo>
                <a:lnTo>
                  <a:pt x="2630" y="585"/>
                </a:lnTo>
                <a:lnTo>
                  <a:pt x="2631" y="562"/>
                </a:lnTo>
                <a:lnTo>
                  <a:pt x="2631" y="562"/>
                </a:lnTo>
                <a:lnTo>
                  <a:pt x="2632" y="559"/>
                </a:lnTo>
                <a:lnTo>
                  <a:pt x="2632" y="608"/>
                </a:lnTo>
                <a:lnTo>
                  <a:pt x="2632" y="552"/>
                </a:lnTo>
                <a:lnTo>
                  <a:pt x="2633" y="585"/>
                </a:lnTo>
                <a:lnTo>
                  <a:pt x="2633" y="580"/>
                </a:lnTo>
                <a:lnTo>
                  <a:pt x="2634" y="517"/>
                </a:lnTo>
                <a:lnTo>
                  <a:pt x="2634" y="566"/>
                </a:lnTo>
                <a:lnTo>
                  <a:pt x="2635" y="581"/>
                </a:lnTo>
                <a:lnTo>
                  <a:pt x="2635" y="618"/>
                </a:lnTo>
                <a:lnTo>
                  <a:pt x="2635" y="543"/>
                </a:lnTo>
                <a:lnTo>
                  <a:pt x="2636" y="601"/>
                </a:lnTo>
                <a:lnTo>
                  <a:pt x="2636" y="593"/>
                </a:lnTo>
                <a:lnTo>
                  <a:pt x="2637" y="580"/>
                </a:lnTo>
                <a:lnTo>
                  <a:pt x="2637" y="543"/>
                </a:lnTo>
                <a:lnTo>
                  <a:pt x="2638" y="557"/>
                </a:lnTo>
                <a:lnTo>
                  <a:pt x="2638" y="576"/>
                </a:lnTo>
                <a:lnTo>
                  <a:pt x="2639" y="567"/>
                </a:lnTo>
                <a:lnTo>
                  <a:pt x="2639" y="586"/>
                </a:lnTo>
                <a:lnTo>
                  <a:pt x="2639" y="570"/>
                </a:lnTo>
                <a:lnTo>
                  <a:pt x="2640" y="572"/>
                </a:lnTo>
                <a:lnTo>
                  <a:pt x="2640" y="554"/>
                </a:lnTo>
                <a:lnTo>
                  <a:pt x="2641" y="554"/>
                </a:lnTo>
                <a:lnTo>
                  <a:pt x="2641" y="564"/>
                </a:lnTo>
                <a:lnTo>
                  <a:pt x="2642" y="582"/>
                </a:lnTo>
                <a:lnTo>
                  <a:pt x="2642" y="560"/>
                </a:lnTo>
                <a:lnTo>
                  <a:pt x="2642" y="577"/>
                </a:lnTo>
                <a:lnTo>
                  <a:pt x="2643" y="597"/>
                </a:lnTo>
                <a:lnTo>
                  <a:pt x="2643" y="584"/>
                </a:lnTo>
                <a:lnTo>
                  <a:pt x="2644" y="574"/>
                </a:lnTo>
                <a:lnTo>
                  <a:pt x="2644" y="557"/>
                </a:lnTo>
                <a:lnTo>
                  <a:pt x="2645" y="580"/>
                </a:lnTo>
                <a:lnTo>
                  <a:pt x="2645" y="601"/>
                </a:lnTo>
                <a:lnTo>
                  <a:pt x="2646" y="575"/>
                </a:lnTo>
                <a:lnTo>
                  <a:pt x="2646" y="574"/>
                </a:lnTo>
                <a:lnTo>
                  <a:pt x="2646" y="573"/>
                </a:lnTo>
                <a:lnTo>
                  <a:pt x="2647" y="559"/>
                </a:lnTo>
                <a:lnTo>
                  <a:pt x="2647" y="557"/>
                </a:lnTo>
                <a:lnTo>
                  <a:pt x="2648" y="590"/>
                </a:lnTo>
                <a:lnTo>
                  <a:pt x="2648" y="591"/>
                </a:lnTo>
                <a:lnTo>
                  <a:pt x="2649" y="600"/>
                </a:lnTo>
                <a:lnTo>
                  <a:pt x="2649" y="564"/>
                </a:lnTo>
                <a:lnTo>
                  <a:pt x="2650" y="549"/>
                </a:lnTo>
                <a:lnTo>
                  <a:pt x="2650" y="586"/>
                </a:lnTo>
                <a:lnTo>
                  <a:pt x="2650" y="585"/>
                </a:lnTo>
                <a:lnTo>
                  <a:pt x="2651" y="550"/>
                </a:lnTo>
                <a:lnTo>
                  <a:pt x="2651" y="570"/>
                </a:lnTo>
                <a:lnTo>
                  <a:pt x="2652" y="571"/>
                </a:lnTo>
                <a:lnTo>
                  <a:pt x="2652" y="606"/>
                </a:lnTo>
                <a:lnTo>
                  <a:pt x="2653" y="567"/>
                </a:lnTo>
                <a:lnTo>
                  <a:pt x="2653" y="601"/>
                </a:lnTo>
                <a:lnTo>
                  <a:pt x="2653" y="606"/>
                </a:lnTo>
                <a:lnTo>
                  <a:pt x="2653" y="589"/>
                </a:lnTo>
                <a:lnTo>
                  <a:pt x="2653" y="595"/>
                </a:lnTo>
                <a:lnTo>
                  <a:pt x="2654" y="587"/>
                </a:lnTo>
                <a:lnTo>
                  <a:pt x="2654" y="613"/>
                </a:lnTo>
                <a:lnTo>
                  <a:pt x="2655" y="563"/>
                </a:lnTo>
                <a:lnTo>
                  <a:pt x="2655" y="561"/>
                </a:lnTo>
                <a:lnTo>
                  <a:pt x="2656" y="625"/>
                </a:lnTo>
                <a:lnTo>
                  <a:pt x="2656" y="564"/>
                </a:lnTo>
                <a:lnTo>
                  <a:pt x="2656" y="602"/>
                </a:lnTo>
                <a:lnTo>
                  <a:pt x="2657" y="567"/>
                </a:lnTo>
                <a:lnTo>
                  <a:pt x="2657" y="586"/>
                </a:lnTo>
                <a:lnTo>
                  <a:pt x="2658" y="586"/>
                </a:lnTo>
                <a:lnTo>
                  <a:pt x="2658" y="590"/>
                </a:lnTo>
                <a:lnTo>
                  <a:pt x="2659" y="562"/>
                </a:lnTo>
                <a:lnTo>
                  <a:pt x="2659" y="612"/>
                </a:lnTo>
                <a:lnTo>
                  <a:pt x="2659" y="574"/>
                </a:lnTo>
                <a:lnTo>
                  <a:pt x="2660" y="564"/>
                </a:lnTo>
                <a:lnTo>
                  <a:pt x="2660" y="573"/>
                </a:lnTo>
                <a:lnTo>
                  <a:pt x="2661" y="539"/>
                </a:lnTo>
                <a:lnTo>
                  <a:pt x="2661" y="599"/>
                </a:lnTo>
                <a:lnTo>
                  <a:pt x="2662" y="568"/>
                </a:lnTo>
                <a:lnTo>
                  <a:pt x="2662" y="591"/>
                </a:lnTo>
                <a:lnTo>
                  <a:pt x="2663" y="563"/>
                </a:lnTo>
                <a:lnTo>
                  <a:pt x="2663" y="589"/>
                </a:lnTo>
                <a:lnTo>
                  <a:pt x="2663" y="597"/>
                </a:lnTo>
                <a:lnTo>
                  <a:pt x="2664" y="562"/>
                </a:lnTo>
                <a:lnTo>
                  <a:pt x="2664" y="600"/>
                </a:lnTo>
                <a:lnTo>
                  <a:pt x="2665" y="619"/>
                </a:lnTo>
                <a:lnTo>
                  <a:pt x="2665" y="601"/>
                </a:lnTo>
                <a:lnTo>
                  <a:pt x="2666" y="578"/>
                </a:lnTo>
                <a:lnTo>
                  <a:pt x="2666" y="562"/>
                </a:lnTo>
                <a:lnTo>
                  <a:pt x="2667" y="588"/>
                </a:lnTo>
                <a:lnTo>
                  <a:pt x="2667" y="563"/>
                </a:lnTo>
                <a:lnTo>
                  <a:pt x="2667" y="619"/>
                </a:lnTo>
                <a:lnTo>
                  <a:pt x="2668" y="601"/>
                </a:lnTo>
                <a:lnTo>
                  <a:pt x="2668" y="598"/>
                </a:lnTo>
                <a:lnTo>
                  <a:pt x="2669" y="594"/>
                </a:lnTo>
                <a:lnTo>
                  <a:pt x="2669" y="590"/>
                </a:lnTo>
                <a:lnTo>
                  <a:pt x="2670" y="578"/>
                </a:lnTo>
                <a:lnTo>
                  <a:pt x="2670" y="602"/>
                </a:lnTo>
                <a:lnTo>
                  <a:pt x="2670" y="589"/>
                </a:lnTo>
                <a:lnTo>
                  <a:pt x="2671" y="593"/>
                </a:lnTo>
                <a:lnTo>
                  <a:pt x="2671" y="611"/>
                </a:lnTo>
                <a:lnTo>
                  <a:pt x="2672" y="595"/>
                </a:lnTo>
                <a:lnTo>
                  <a:pt x="2672" y="596"/>
                </a:lnTo>
                <a:lnTo>
                  <a:pt x="2673" y="596"/>
                </a:lnTo>
                <a:lnTo>
                  <a:pt x="2673" y="592"/>
                </a:lnTo>
                <a:lnTo>
                  <a:pt x="2674" y="591"/>
                </a:lnTo>
                <a:lnTo>
                  <a:pt x="2674" y="602"/>
                </a:lnTo>
                <a:lnTo>
                  <a:pt x="2674" y="566"/>
                </a:lnTo>
                <a:lnTo>
                  <a:pt x="2675" y="617"/>
                </a:lnTo>
                <a:lnTo>
                  <a:pt x="2675" y="608"/>
                </a:lnTo>
                <a:lnTo>
                  <a:pt x="2676" y="536"/>
                </a:lnTo>
                <a:lnTo>
                  <a:pt x="2676" y="614"/>
                </a:lnTo>
                <a:lnTo>
                  <a:pt x="2677" y="621"/>
                </a:lnTo>
                <a:lnTo>
                  <a:pt x="2677" y="578"/>
                </a:lnTo>
                <a:lnTo>
                  <a:pt x="2677" y="635"/>
                </a:lnTo>
                <a:lnTo>
                  <a:pt x="2677" y="598"/>
                </a:lnTo>
                <a:lnTo>
                  <a:pt x="2677" y="548"/>
                </a:lnTo>
                <a:lnTo>
                  <a:pt x="2678" y="625"/>
                </a:lnTo>
                <a:lnTo>
                  <a:pt x="2678" y="634"/>
                </a:lnTo>
                <a:lnTo>
                  <a:pt x="2679" y="624"/>
                </a:lnTo>
                <a:lnTo>
                  <a:pt x="2679" y="574"/>
                </a:lnTo>
                <a:lnTo>
                  <a:pt x="2680" y="569"/>
                </a:lnTo>
                <a:lnTo>
                  <a:pt x="2680" y="603"/>
                </a:lnTo>
                <a:lnTo>
                  <a:pt x="2680" y="578"/>
                </a:lnTo>
                <a:lnTo>
                  <a:pt x="2681" y="563"/>
                </a:lnTo>
                <a:lnTo>
                  <a:pt x="2681" y="555"/>
                </a:lnTo>
                <a:lnTo>
                  <a:pt x="2682" y="597"/>
                </a:lnTo>
                <a:lnTo>
                  <a:pt x="2682" y="639"/>
                </a:lnTo>
                <a:lnTo>
                  <a:pt x="2683" y="609"/>
                </a:lnTo>
                <a:lnTo>
                  <a:pt x="2683" y="600"/>
                </a:lnTo>
                <a:lnTo>
                  <a:pt x="2683" y="596"/>
                </a:lnTo>
                <a:lnTo>
                  <a:pt x="2684" y="594"/>
                </a:lnTo>
                <a:lnTo>
                  <a:pt x="2684" y="567"/>
                </a:lnTo>
                <a:lnTo>
                  <a:pt x="2685" y="563"/>
                </a:lnTo>
                <a:lnTo>
                  <a:pt x="2685" y="593"/>
                </a:lnTo>
                <a:lnTo>
                  <a:pt x="2686" y="567"/>
                </a:lnTo>
                <a:lnTo>
                  <a:pt x="2686" y="583"/>
                </a:lnTo>
                <a:lnTo>
                  <a:pt x="2687" y="588"/>
                </a:lnTo>
                <a:lnTo>
                  <a:pt x="2687" y="570"/>
                </a:lnTo>
                <a:lnTo>
                  <a:pt x="2687" y="587"/>
                </a:lnTo>
                <a:lnTo>
                  <a:pt x="2688" y="546"/>
                </a:lnTo>
                <a:lnTo>
                  <a:pt x="2688" y="618"/>
                </a:lnTo>
                <a:lnTo>
                  <a:pt x="2689" y="599"/>
                </a:lnTo>
                <a:lnTo>
                  <a:pt x="2689" y="590"/>
                </a:lnTo>
                <a:lnTo>
                  <a:pt x="2690" y="579"/>
                </a:lnTo>
                <a:lnTo>
                  <a:pt x="2690" y="561"/>
                </a:lnTo>
                <a:lnTo>
                  <a:pt x="2691" y="587"/>
                </a:lnTo>
                <a:lnTo>
                  <a:pt x="2691" y="616"/>
                </a:lnTo>
                <a:lnTo>
                  <a:pt x="2691" y="569"/>
                </a:lnTo>
                <a:lnTo>
                  <a:pt x="2692" y="570"/>
                </a:lnTo>
                <a:lnTo>
                  <a:pt x="2692" y="626"/>
                </a:lnTo>
                <a:lnTo>
                  <a:pt x="2693" y="586"/>
                </a:lnTo>
                <a:lnTo>
                  <a:pt x="2693" y="618"/>
                </a:lnTo>
                <a:lnTo>
                  <a:pt x="2694" y="598"/>
                </a:lnTo>
                <a:lnTo>
                  <a:pt x="2694" y="603"/>
                </a:lnTo>
                <a:lnTo>
                  <a:pt x="2694" y="567"/>
                </a:lnTo>
                <a:lnTo>
                  <a:pt x="2695" y="582"/>
                </a:lnTo>
                <a:lnTo>
                  <a:pt x="2695" y="610"/>
                </a:lnTo>
                <a:lnTo>
                  <a:pt x="2696" y="564"/>
                </a:lnTo>
                <a:lnTo>
                  <a:pt x="2696" y="612"/>
                </a:lnTo>
                <a:lnTo>
                  <a:pt x="2697" y="576"/>
                </a:lnTo>
                <a:lnTo>
                  <a:pt x="2697" y="599"/>
                </a:lnTo>
                <a:lnTo>
                  <a:pt x="2698" y="589"/>
                </a:lnTo>
                <a:lnTo>
                  <a:pt x="2698" y="571"/>
                </a:lnTo>
                <a:lnTo>
                  <a:pt x="2698" y="570"/>
                </a:lnTo>
                <a:lnTo>
                  <a:pt x="2699" y="553"/>
                </a:lnTo>
                <a:lnTo>
                  <a:pt x="2699" y="583"/>
                </a:lnTo>
                <a:lnTo>
                  <a:pt x="2700" y="574"/>
                </a:lnTo>
                <a:lnTo>
                  <a:pt x="2700" y="589"/>
                </a:lnTo>
                <a:lnTo>
                  <a:pt x="2701" y="576"/>
                </a:lnTo>
                <a:lnTo>
                  <a:pt x="2701" y="570"/>
                </a:lnTo>
                <a:lnTo>
                  <a:pt x="2701" y="581"/>
                </a:lnTo>
                <a:lnTo>
                  <a:pt x="2701" y="616"/>
                </a:lnTo>
                <a:lnTo>
                  <a:pt x="2701" y="571"/>
                </a:lnTo>
                <a:lnTo>
                  <a:pt x="2702" y="570"/>
                </a:lnTo>
                <a:lnTo>
                  <a:pt x="2702" y="592"/>
                </a:lnTo>
                <a:lnTo>
                  <a:pt x="2703" y="604"/>
                </a:lnTo>
                <a:lnTo>
                  <a:pt x="2703" y="547"/>
                </a:lnTo>
                <a:lnTo>
                  <a:pt x="2704" y="566"/>
                </a:lnTo>
                <a:lnTo>
                  <a:pt x="2704" y="582"/>
                </a:lnTo>
                <a:lnTo>
                  <a:pt x="2704" y="600"/>
                </a:lnTo>
                <a:lnTo>
                  <a:pt x="2705" y="593"/>
                </a:lnTo>
                <a:lnTo>
                  <a:pt x="2705" y="549"/>
                </a:lnTo>
                <a:lnTo>
                  <a:pt x="2706" y="573"/>
                </a:lnTo>
                <a:lnTo>
                  <a:pt x="2706" y="586"/>
                </a:lnTo>
                <a:lnTo>
                  <a:pt x="2707" y="564"/>
                </a:lnTo>
                <a:lnTo>
                  <a:pt x="2707" y="592"/>
                </a:lnTo>
                <a:lnTo>
                  <a:pt x="2707" y="543"/>
                </a:lnTo>
                <a:lnTo>
                  <a:pt x="2708" y="546"/>
                </a:lnTo>
                <a:lnTo>
                  <a:pt x="2708" y="584"/>
                </a:lnTo>
                <a:lnTo>
                  <a:pt x="2709" y="587"/>
                </a:lnTo>
                <a:lnTo>
                  <a:pt x="2709" y="628"/>
                </a:lnTo>
                <a:lnTo>
                  <a:pt x="2710" y="605"/>
                </a:lnTo>
                <a:lnTo>
                  <a:pt x="2710" y="601"/>
                </a:lnTo>
                <a:lnTo>
                  <a:pt x="2711" y="571"/>
                </a:lnTo>
                <a:lnTo>
                  <a:pt x="2711" y="580"/>
                </a:lnTo>
                <a:lnTo>
                  <a:pt x="2711" y="601"/>
                </a:lnTo>
                <a:lnTo>
                  <a:pt x="2712" y="579"/>
                </a:lnTo>
                <a:lnTo>
                  <a:pt x="2712" y="562"/>
                </a:lnTo>
                <a:lnTo>
                  <a:pt x="2713" y="562"/>
                </a:lnTo>
                <a:lnTo>
                  <a:pt x="2713" y="612"/>
                </a:lnTo>
                <a:lnTo>
                  <a:pt x="2714" y="575"/>
                </a:lnTo>
                <a:lnTo>
                  <a:pt x="2714" y="601"/>
                </a:lnTo>
                <a:lnTo>
                  <a:pt x="2715" y="554"/>
                </a:lnTo>
                <a:lnTo>
                  <a:pt x="2715" y="556"/>
                </a:lnTo>
                <a:lnTo>
                  <a:pt x="2715" y="591"/>
                </a:lnTo>
                <a:lnTo>
                  <a:pt x="2716" y="588"/>
                </a:lnTo>
                <a:lnTo>
                  <a:pt x="2716" y="582"/>
                </a:lnTo>
                <a:lnTo>
                  <a:pt x="2717" y="619"/>
                </a:lnTo>
                <a:lnTo>
                  <a:pt x="2717" y="565"/>
                </a:lnTo>
                <a:lnTo>
                  <a:pt x="2718" y="578"/>
                </a:lnTo>
                <a:lnTo>
                  <a:pt x="2718" y="552"/>
                </a:lnTo>
                <a:lnTo>
                  <a:pt x="2718" y="595"/>
                </a:lnTo>
                <a:lnTo>
                  <a:pt x="2719" y="586"/>
                </a:lnTo>
                <a:lnTo>
                  <a:pt x="2719" y="604"/>
                </a:lnTo>
                <a:lnTo>
                  <a:pt x="2720" y="593"/>
                </a:lnTo>
                <a:lnTo>
                  <a:pt x="2720" y="597"/>
                </a:lnTo>
                <a:lnTo>
                  <a:pt x="2721" y="552"/>
                </a:lnTo>
                <a:lnTo>
                  <a:pt x="2721" y="587"/>
                </a:lnTo>
                <a:lnTo>
                  <a:pt x="2722" y="570"/>
                </a:lnTo>
                <a:lnTo>
                  <a:pt x="2722" y="581"/>
                </a:lnTo>
                <a:lnTo>
                  <a:pt x="2722" y="599"/>
                </a:lnTo>
                <a:lnTo>
                  <a:pt x="2723" y="577"/>
                </a:lnTo>
                <a:lnTo>
                  <a:pt x="2723" y="561"/>
                </a:lnTo>
                <a:lnTo>
                  <a:pt x="2724" y="598"/>
                </a:lnTo>
                <a:lnTo>
                  <a:pt x="2724" y="557"/>
                </a:lnTo>
                <a:lnTo>
                  <a:pt x="2725" y="591"/>
                </a:lnTo>
                <a:lnTo>
                  <a:pt x="2725" y="584"/>
                </a:lnTo>
                <a:lnTo>
                  <a:pt x="2725" y="563"/>
                </a:lnTo>
                <a:lnTo>
                  <a:pt x="2725" y="588"/>
                </a:lnTo>
                <a:lnTo>
                  <a:pt x="2725" y="574"/>
                </a:lnTo>
                <a:lnTo>
                  <a:pt x="2726" y="581"/>
                </a:lnTo>
                <a:lnTo>
                  <a:pt x="2726" y="572"/>
                </a:lnTo>
                <a:lnTo>
                  <a:pt x="2727" y="624"/>
                </a:lnTo>
                <a:lnTo>
                  <a:pt x="2727" y="613"/>
                </a:lnTo>
                <a:lnTo>
                  <a:pt x="2728" y="562"/>
                </a:lnTo>
                <a:lnTo>
                  <a:pt x="2728" y="554"/>
                </a:lnTo>
                <a:lnTo>
                  <a:pt x="2728" y="595"/>
                </a:lnTo>
                <a:lnTo>
                  <a:pt x="2729" y="582"/>
                </a:lnTo>
                <a:lnTo>
                  <a:pt x="2729" y="570"/>
                </a:lnTo>
                <a:lnTo>
                  <a:pt x="2730" y="562"/>
                </a:lnTo>
                <a:lnTo>
                  <a:pt x="2730" y="619"/>
                </a:lnTo>
                <a:lnTo>
                  <a:pt x="2731" y="596"/>
                </a:lnTo>
                <a:lnTo>
                  <a:pt x="2731" y="585"/>
                </a:lnTo>
                <a:lnTo>
                  <a:pt x="2731" y="563"/>
                </a:lnTo>
                <a:lnTo>
                  <a:pt x="2732" y="526"/>
                </a:lnTo>
                <a:lnTo>
                  <a:pt x="2732" y="584"/>
                </a:lnTo>
                <a:lnTo>
                  <a:pt x="2733" y="608"/>
                </a:lnTo>
                <a:lnTo>
                  <a:pt x="2733" y="571"/>
                </a:lnTo>
                <a:lnTo>
                  <a:pt x="2734" y="552"/>
                </a:lnTo>
                <a:lnTo>
                  <a:pt x="2734" y="578"/>
                </a:lnTo>
                <a:lnTo>
                  <a:pt x="2735" y="599"/>
                </a:lnTo>
                <a:lnTo>
                  <a:pt x="2735" y="561"/>
                </a:lnTo>
                <a:lnTo>
                  <a:pt x="2735" y="567"/>
                </a:lnTo>
                <a:lnTo>
                  <a:pt x="2736" y="602"/>
                </a:lnTo>
                <a:lnTo>
                  <a:pt x="2736" y="573"/>
                </a:lnTo>
                <a:lnTo>
                  <a:pt x="2737" y="561"/>
                </a:lnTo>
                <a:lnTo>
                  <a:pt x="2737" y="558"/>
                </a:lnTo>
                <a:lnTo>
                  <a:pt x="2738" y="584"/>
                </a:lnTo>
                <a:lnTo>
                  <a:pt x="2738" y="590"/>
                </a:lnTo>
                <a:lnTo>
                  <a:pt x="2739" y="558"/>
                </a:lnTo>
                <a:lnTo>
                  <a:pt x="2739" y="609"/>
                </a:lnTo>
                <a:lnTo>
                  <a:pt x="2739" y="574"/>
                </a:lnTo>
                <a:lnTo>
                  <a:pt x="2740" y="612"/>
                </a:lnTo>
                <a:lnTo>
                  <a:pt x="2740" y="562"/>
                </a:lnTo>
                <a:lnTo>
                  <a:pt x="2741" y="589"/>
                </a:lnTo>
                <a:lnTo>
                  <a:pt x="2741" y="559"/>
                </a:lnTo>
                <a:lnTo>
                  <a:pt x="2742" y="575"/>
                </a:lnTo>
                <a:lnTo>
                  <a:pt x="2742" y="610"/>
                </a:lnTo>
                <a:lnTo>
                  <a:pt x="2742" y="557"/>
                </a:lnTo>
                <a:lnTo>
                  <a:pt x="2743" y="554"/>
                </a:lnTo>
                <a:lnTo>
                  <a:pt x="2743" y="568"/>
                </a:lnTo>
                <a:lnTo>
                  <a:pt x="2744" y="603"/>
                </a:lnTo>
                <a:lnTo>
                  <a:pt x="2744" y="593"/>
                </a:lnTo>
                <a:lnTo>
                  <a:pt x="2745" y="585"/>
                </a:lnTo>
                <a:lnTo>
                  <a:pt x="2745" y="602"/>
                </a:lnTo>
                <a:lnTo>
                  <a:pt x="2746" y="553"/>
                </a:lnTo>
                <a:lnTo>
                  <a:pt x="2746" y="586"/>
                </a:lnTo>
                <a:lnTo>
                  <a:pt x="2746" y="644"/>
                </a:lnTo>
                <a:lnTo>
                  <a:pt x="2747" y="582"/>
                </a:lnTo>
                <a:lnTo>
                  <a:pt x="2747" y="596"/>
                </a:lnTo>
                <a:lnTo>
                  <a:pt x="2748" y="590"/>
                </a:lnTo>
                <a:lnTo>
                  <a:pt x="2748" y="597"/>
                </a:lnTo>
                <a:lnTo>
                  <a:pt x="2749" y="573"/>
                </a:lnTo>
                <a:lnTo>
                  <a:pt x="2749" y="566"/>
                </a:lnTo>
                <a:lnTo>
                  <a:pt x="2749" y="585"/>
                </a:lnTo>
                <a:lnTo>
                  <a:pt x="2749" y="597"/>
                </a:lnTo>
                <a:lnTo>
                  <a:pt x="2749" y="591"/>
                </a:lnTo>
                <a:lnTo>
                  <a:pt x="2750" y="590"/>
                </a:lnTo>
                <a:lnTo>
                  <a:pt x="2750" y="608"/>
                </a:lnTo>
                <a:lnTo>
                  <a:pt x="2751" y="579"/>
                </a:lnTo>
                <a:lnTo>
                  <a:pt x="2751" y="582"/>
                </a:lnTo>
                <a:lnTo>
                  <a:pt x="2752" y="560"/>
                </a:lnTo>
                <a:lnTo>
                  <a:pt x="2752" y="565"/>
                </a:lnTo>
                <a:lnTo>
                  <a:pt x="2752" y="606"/>
                </a:lnTo>
                <a:lnTo>
                  <a:pt x="2753" y="575"/>
                </a:lnTo>
                <a:lnTo>
                  <a:pt x="2753" y="611"/>
                </a:lnTo>
                <a:lnTo>
                  <a:pt x="2754" y="578"/>
                </a:lnTo>
                <a:lnTo>
                  <a:pt x="2754" y="603"/>
                </a:lnTo>
                <a:lnTo>
                  <a:pt x="2755" y="613"/>
                </a:lnTo>
                <a:lnTo>
                  <a:pt x="2755" y="586"/>
                </a:lnTo>
                <a:lnTo>
                  <a:pt x="2755" y="648"/>
                </a:lnTo>
                <a:lnTo>
                  <a:pt x="2756" y="629"/>
                </a:lnTo>
                <a:lnTo>
                  <a:pt x="2756" y="596"/>
                </a:lnTo>
                <a:lnTo>
                  <a:pt x="2757" y="591"/>
                </a:lnTo>
                <a:lnTo>
                  <a:pt x="2757" y="601"/>
                </a:lnTo>
                <a:lnTo>
                  <a:pt x="2758" y="626"/>
                </a:lnTo>
                <a:lnTo>
                  <a:pt x="2758" y="610"/>
                </a:lnTo>
                <a:lnTo>
                  <a:pt x="2759" y="585"/>
                </a:lnTo>
                <a:lnTo>
                  <a:pt x="2759" y="581"/>
                </a:lnTo>
                <a:lnTo>
                  <a:pt x="2759" y="593"/>
                </a:lnTo>
                <a:lnTo>
                  <a:pt x="2760" y="569"/>
                </a:lnTo>
                <a:lnTo>
                  <a:pt x="2760" y="585"/>
                </a:lnTo>
                <a:lnTo>
                  <a:pt x="2761" y="609"/>
                </a:lnTo>
                <a:lnTo>
                  <a:pt x="2761" y="599"/>
                </a:lnTo>
                <a:lnTo>
                  <a:pt x="2762" y="622"/>
                </a:lnTo>
                <a:lnTo>
                  <a:pt x="2762" y="595"/>
                </a:lnTo>
                <a:lnTo>
                  <a:pt x="2763" y="569"/>
                </a:lnTo>
                <a:lnTo>
                  <a:pt x="2763" y="579"/>
                </a:lnTo>
                <a:lnTo>
                  <a:pt x="2763" y="563"/>
                </a:lnTo>
                <a:lnTo>
                  <a:pt x="2764" y="599"/>
                </a:lnTo>
                <a:lnTo>
                  <a:pt x="2764" y="564"/>
                </a:lnTo>
                <a:lnTo>
                  <a:pt x="2765" y="596"/>
                </a:lnTo>
                <a:lnTo>
                  <a:pt x="2765" y="562"/>
                </a:lnTo>
                <a:lnTo>
                  <a:pt x="2766" y="592"/>
                </a:lnTo>
                <a:lnTo>
                  <a:pt x="2766" y="577"/>
                </a:lnTo>
                <a:lnTo>
                  <a:pt x="2766" y="562"/>
                </a:lnTo>
                <a:lnTo>
                  <a:pt x="2767" y="595"/>
                </a:lnTo>
                <a:lnTo>
                  <a:pt x="2767" y="586"/>
                </a:lnTo>
                <a:lnTo>
                  <a:pt x="2768" y="564"/>
                </a:lnTo>
                <a:lnTo>
                  <a:pt x="2768" y="593"/>
                </a:lnTo>
                <a:lnTo>
                  <a:pt x="2769" y="618"/>
                </a:lnTo>
                <a:lnTo>
                  <a:pt x="2769" y="546"/>
                </a:lnTo>
                <a:lnTo>
                  <a:pt x="2770" y="600"/>
                </a:lnTo>
                <a:lnTo>
                  <a:pt x="2770" y="586"/>
                </a:lnTo>
                <a:lnTo>
                  <a:pt x="2770" y="566"/>
                </a:lnTo>
                <a:lnTo>
                  <a:pt x="2771" y="602"/>
                </a:lnTo>
                <a:lnTo>
                  <a:pt x="2771" y="610"/>
                </a:lnTo>
                <a:lnTo>
                  <a:pt x="2772" y="584"/>
                </a:lnTo>
                <a:lnTo>
                  <a:pt x="2772" y="626"/>
                </a:lnTo>
                <a:lnTo>
                  <a:pt x="2773" y="594"/>
                </a:lnTo>
                <a:lnTo>
                  <a:pt x="2773" y="584"/>
                </a:lnTo>
                <a:lnTo>
                  <a:pt x="2773" y="593"/>
                </a:lnTo>
                <a:lnTo>
                  <a:pt x="2773" y="620"/>
                </a:lnTo>
                <a:lnTo>
                  <a:pt x="2773" y="555"/>
                </a:lnTo>
                <a:lnTo>
                  <a:pt x="2774" y="585"/>
                </a:lnTo>
                <a:lnTo>
                  <a:pt x="2774" y="558"/>
                </a:lnTo>
                <a:lnTo>
                  <a:pt x="2775" y="592"/>
                </a:lnTo>
                <a:lnTo>
                  <a:pt x="2775" y="605"/>
                </a:lnTo>
                <a:lnTo>
                  <a:pt x="2776" y="581"/>
                </a:lnTo>
                <a:lnTo>
                  <a:pt x="2776" y="590"/>
                </a:lnTo>
                <a:lnTo>
                  <a:pt x="2776" y="610"/>
                </a:lnTo>
                <a:lnTo>
                  <a:pt x="2777" y="555"/>
                </a:lnTo>
                <a:lnTo>
                  <a:pt x="2777" y="598"/>
                </a:lnTo>
                <a:lnTo>
                  <a:pt x="2778" y="622"/>
                </a:lnTo>
                <a:lnTo>
                  <a:pt x="2778" y="557"/>
                </a:lnTo>
                <a:lnTo>
                  <a:pt x="2779" y="594"/>
                </a:lnTo>
                <a:lnTo>
                  <a:pt x="2779" y="596"/>
                </a:lnTo>
                <a:lnTo>
                  <a:pt x="2779" y="620"/>
                </a:lnTo>
                <a:lnTo>
                  <a:pt x="2780" y="547"/>
                </a:lnTo>
                <a:lnTo>
                  <a:pt x="2780" y="610"/>
                </a:lnTo>
                <a:lnTo>
                  <a:pt x="2781" y="581"/>
                </a:lnTo>
                <a:lnTo>
                  <a:pt x="2781" y="562"/>
                </a:lnTo>
                <a:lnTo>
                  <a:pt x="2782" y="573"/>
                </a:lnTo>
                <a:lnTo>
                  <a:pt x="2782" y="583"/>
                </a:lnTo>
                <a:lnTo>
                  <a:pt x="2783" y="616"/>
                </a:lnTo>
                <a:lnTo>
                  <a:pt x="2783" y="597"/>
                </a:lnTo>
                <a:lnTo>
                  <a:pt x="2783" y="576"/>
                </a:lnTo>
                <a:lnTo>
                  <a:pt x="2784" y="596"/>
                </a:lnTo>
                <a:lnTo>
                  <a:pt x="2784" y="575"/>
                </a:lnTo>
                <a:lnTo>
                  <a:pt x="2785" y="565"/>
                </a:lnTo>
                <a:lnTo>
                  <a:pt x="2785" y="559"/>
                </a:lnTo>
                <a:lnTo>
                  <a:pt x="2786" y="604"/>
                </a:lnTo>
                <a:lnTo>
                  <a:pt x="2786" y="533"/>
                </a:lnTo>
                <a:lnTo>
                  <a:pt x="2787" y="562"/>
                </a:lnTo>
                <a:lnTo>
                  <a:pt x="2787" y="578"/>
                </a:lnTo>
                <a:lnTo>
                  <a:pt x="2787" y="555"/>
                </a:lnTo>
                <a:lnTo>
                  <a:pt x="2788" y="528"/>
                </a:lnTo>
                <a:lnTo>
                  <a:pt x="2788" y="607"/>
                </a:lnTo>
                <a:lnTo>
                  <a:pt x="2789" y="582"/>
                </a:lnTo>
                <a:lnTo>
                  <a:pt x="2789" y="626"/>
                </a:lnTo>
                <a:lnTo>
                  <a:pt x="2790" y="572"/>
                </a:lnTo>
                <a:lnTo>
                  <a:pt x="2790" y="568"/>
                </a:lnTo>
                <a:lnTo>
                  <a:pt x="2790" y="577"/>
                </a:lnTo>
                <a:lnTo>
                  <a:pt x="2791" y="589"/>
                </a:lnTo>
                <a:lnTo>
                  <a:pt x="2791" y="622"/>
                </a:lnTo>
                <a:lnTo>
                  <a:pt x="2792" y="563"/>
                </a:lnTo>
                <a:lnTo>
                  <a:pt x="2792" y="531"/>
                </a:lnTo>
                <a:lnTo>
                  <a:pt x="2793" y="588"/>
                </a:lnTo>
                <a:lnTo>
                  <a:pt x="2793" y="555"/>
                </a:lnTo>
                <a:lnTo>
                  <a:pt x="2794" y="624"/>
                </a:lnTo>
                <a:lnTo>
                  <a:pt x="2794" y="549"/>
                </a:lnTo>
                <a:lnTo>
                  <a:pt x="2794" y="582"/>
                </a:lnTo>
                <a:lnTo>
                  <a:pt x="2795" y="597"/>
                </a:lnTo>
                <a:lnTo>
                  <a:pt x="2795" y="597"/>
                </a:lnTo>
                <a:lnTo>
                  <a:pt x="2796" y="580"/>
                </a:lnTo>
                <a:lnTo>
                  <a:pt x="2796" y="540"/>
                </a:lnTo>
                <a:lnTo>
                  <a:pt x="2797" y="628"/>
                </a:lnTo>
                <a:lnTo>
                  <a:pt x="2797" y="579"/>
                </a:lnTo>
                <a:lnTo>
                  <a:pt x="2797" y="558"/>
                </a:lnTo>
                <a:lnTo>
                  <a:pt x="2797" y="620"/>
                </a:lnTo>
                <a:lnTo>
                  <a:pt x="2797" y="440"/>
                </a:lnTo>
                <a:lnTo>
                  <a:pt x="2798" y="607"/>
                </a:lnTo>
                <a:lnTo>
                  <a:pt x="2798" y="595"/>
                </a:lnTo>
                <a:lnTo>
                  <a:pt x="2799" y="617"/>
                </a:lnTo>
                <a:lnTo>
                  <a:pt x="2799" y="415"/>
                </a:lnTo>
                <a:lnTo>
                  <a:pt x="2800" y="504"/>
                </a:lnTo>
                <a:lnTo>
                  <a:pt x="2800" y="616"/>
                </a:lnTo>
                <a:lnTo>
                  <a:pt x="2800" y="454"/>
                </a:lnTo>
                <a:lnTo>
                  <a:pt x="2801" y="525"/>
                </a:lnTo>
                <a:lnTo>
                  <a:pt x="2801" y="518"/>
                </a:lnTo>
                <a:lnTo>
                  <a:pt x="2802" y="569"/>
                </a:lnTo>
                <a:lnTo>
                  <a:pt x="2802" y="606"/>
                </a:lnTo>
                <a:lnTo>
                  <a:pt x="2803" y="505"/>
                </a:lnTo>
                <a:lnTo>
                  <a:pt x="2803" y="587"/>
                </a:lnTo>
                <a:lnTo>
                  <a:pt x="2803" y="357"/>
                </a:lnTo>
                <a:lnTo>
                  <a:pt x="2804" y="660"/>
                </a:lnTo>
                <a:lnTo>
                  <a:pt x="2804" y="375"/>
                </a:lnTo>
                <a:lnTo>
                  <a:pt x="2805" y="543"/>
                </a:lnTo>
                <a:lnTo>
                  <a:pt x="2805" y="499"/>
                </a:lnTo>
                <a:lnTo>
                  <a:pt x="2806" y="439"/>
                </a:lnTo>
                <a:lnTo>
                  <a:pt x="2806" y="601"/>
                </a:lnTo>
                <a:lnTo>
                  <a:pt x="2807" y="430"/>
                </a:lnTo>
                <a:lnTo>
                  <a:pt x="2807" y="848"/>
                </a:lnTo>
                <a:lnTo>
                  <a:pt x="2807" y="615"/>
                </a:lnTo>
                <a:lnTo>
                  <a:pt x="2808" y="642"/>
                </a:lnTo>
                <a:lnTo>
                  <a:pt x="2808" y="685"/>
                </a:lnTo>
                <a:lnTo>
                  <a:pt x="2809" y="556"/>
                </a:lnTo>
                <a:lnTo>
                  <a:pt x="2809" y="478"/>
                </a:lnTo>
                <a:lnTo>
                  <a:pt x="2810" y="436"/>
                </a:lnTo>
                <a:lnTo>
                  <a:pt x="2810" y="496"/>
                </a:lnTo>
                <a:lnTo>
                  <a:pt x="2811" y="621"/>
                </a:lnTo>
                <a:lnTo>
                  <a:pt x="2811" y="478"/>
                </a:lnTo>
                <a:lnTo>
                  <a:pt x="2811" y="513"/>
                </a:lnTo>
                <a:lnTo>
                  <a:pt x="2812" y="395"/>
                </a:lnTo>
                <a:lnTo>
                  <a:pt x="2812" y="420"/>
                </a:lnTo>
                <a:lnTo>
                  <a:pt x="2813" y="530"/>
                </a:lnTo>
                <a:lnTo>
                  <a:pt x="2813" y="666"/>
                </a:lnTo>
                <a:lnTo>
                  <a:pt x="2814" y="633"/>
                </a:lnTo>
                <a:lnTo>
                  <a:pt x="2814" y="619"/>
                </a:lnTo>
                <a:lnTo>
                  <a:pt x="2814" y="587"/>
                </a:lnTo>
                <a:lnTo>
                  <a:pt x="2815" y="504"/>
                </a:lnTo>
                <a:lnTo>
                  <a:pt x="2815" y="441"/>
                </a:lnTo>
                <a:lnTo>
                  <a:pt x="2816" y="555"/>
                </a:lnTo>
                <a:lnTo>
                  <a:pt x="2816" y="547"/>
                </a:lnTo>
                <a:lnTo>
                  <a:pt x="2817" y="531"/>
                </a:lnTo>
                <a:lnTo>
                  <a:pt x="2817" y="628"/>
                </a:lnTo>
                <a:lnTo>
                  <a:pt x="2818" y="689"/>
                </a:lnTo>
                <a:lnTo>
                  <a:pt x="2818" y="812"/>
                </a:lnTo>
                <a:lnTo>
                  <a:pt x="2818" y="660"/>
                </a:lnTo>
                <a:lnTo>
                  <a:pt x="2819" y="493"/>
                </a:lnTo>
                <a:lnTo>
                  <a:pt x="2819" y="666"/>
                </a:lnTo>
                <a:lnTo>
                  <a:pt x="2820" y="601"/>
                </a:lnTo>
                <a:lnTo>
                  <a:pt x="2820" y="501"/>
                </a:lnTo>
                <a:lnTo>
                  <a:pt x="2821" y="495"/>
                </a:lnTo>
                <a:lnTo>
                  <a:pt x="2821" y="730"/>
                </a:lnTo>
                <a:lnTo>
                  <a:pt x="2821" y="431"/>
                </a:lnTo>
                <a:lnTo>
                  <a:pt x="2822" y="414"/>
                </a:lnTo>
                <a:lnTo>
                  <a:pt x="2822" y="743"/>
                </a:lnTo>
                <a:lnTo>
                  <a:pt x="2822" y="702"/>
                </a:lnTo>
                <a:lnTo>
                  <a:pt x="2822" y="412"/>
                </a:lnTo>
                <a:lnTo>
                  <a:pt x="2823" y="608"/>
                </a:lnTo>
                <a:lnTo>
                  <a:pt x="2823" y="910"/>
                </a:lnTo>
                <a:lnTo>
                  <a:pt x="2824" y="794"/>
                </a:lnTo>
                <a:lnTo>
                  <a:pt x="2824" y="630"/>
                </a:lnTo>
                <a:lnTo>
                  <a:pt x="2824" y="764"/>
                </a:lnTo>
                <a:lnTo>
                  <a:pt x="2825" y="658"/>
                </a:lnTo>
                <a:lnTo>
                  <a:pt x="2825" y="595"/>
                </a:lnTo>
                <a:lnTo>
                  <a:pt x="2826" y="391"/>
                </a:lnTo>
                <a:lnTo>
                  <a:pt x="2826" y="646"/>
                </a:lnTo>
                <a:lnTo>
                  <a:pt x="2827" y="451"/>
                </a:lnTo>
                <a:lnTo>
                  <a:pt x="2827" y="401"/>
                </a:lnTo>
                <a:lnTo>
                  <a:pt x="2828" y="403"/>
                </a:lnTo>
                <a:lnTo>
                  <a:pt x="2828" y="571"/>
                </a:lnTo>
                <a:lnTo>
                  <a:pt x="2828" y="900"/>
                </a:lnTo>
                <a:lnTo>
                  <a:pt x="2829" y="550"/>
                </a:lnTo>
                <a:lnTo>
                  <a:pt x="2829" y="467"/>
                </a:lnTo>
                <a:lnTo>
                  <a:pt x="2830" y="633"/>
                </a:lnTo>
                <a:lnTo>
                  <a:pt x="2830" y="370"/>
                </a:lnTo>
                <a:lnTo>
                  <a:pt x="2831" y="500"/>
                </a:lnTo>
                <a:lnTo>
                  <a:pt x="2831" y="544"/>
                </a:lnTo>
                <a:lnTo>
                  <a:pt x="2831" y="471"/>
                </a:lnTo>
                <a:lnTo>
                  <a:pt x="2832" y="582"/>
                </a:lnTo>
                <a:lnTo>
                  <a:pt x="2832" y="993"/>
                </a:lnTo>
                <a:lnTo>
                  <a:pt x="2833" y="706"/>
                </a:lnTo>
                <a:lnTo>
                  <a:pt x="2833" y="462"/>
                </a:lnTo>
                <a:lnTo>
                  <a:pt x="2834" y="754"/>
                </a:lnTo>
                <a:lnTo>
                  <a:pt x="2834" y="670"/>
                </a:lnTo>
                <a:lnTo>
                  <a:pt x="2835" y="791"/>
                </a:lnTo>
                <a:lnTo>
                  <a:pt x="2835" y="382"/>
                </a:lnTo>
                <a:lnTo>
                  <a:pt x="2835" y="398"/>
                </a:lnTo>
                <a:lnTo>
                  <a:pt x="2836" y="772"/>
                </a:lnTo>
                <a:lnTo>
                  <a:pt x="2836" y="623"/>
                </a:lnTo>
                <a:lnTo>
                  <a:pt x="2837" y="744"/>
                </a:lnTo>
                <a:lnTo>
                  <a:pt x="2837" y="558"/>
                </a:lnTo>
                <a:lnTo>
                  <a:pt x="2838" y="574"/>
                </a:lnTo>
                <a:lnTo>
                  <a:pt x="2838" y="531"/>
                </a:lnTo>
                <a:lnTo>
                  <a:pt x="2838" y="602"/>
                </a:lnTo>
                <a:lnTo>
                  <a:pt x="2839" y="225"/>
                </a:lnTo>
                <a:lnTo>
                  <a:pt x="2839" y="801"/>
                </a:lnTo>
                <a:lnTo>
                  <a:pt x="2840" y="900"/>
                </a:lnTo>
                <a:lnTo>
                  <a:pt x="2840" y="709"/>
                </a:lnTo>
                <a:lnTo>
                  <a:pt x="2841" y="880"/>
                </a:lnTo>
                <a:lnTo>
                  <a:pt x="2841" y="870"/>
                </a:lnTo>
                <a:lnTo>
                  <a:pt x="2842" y="799"/>
                </a:lnTo>
                <a:lnTo>
                  <a:pt x="2842" y="788"/>
                </a:lnTo>
                <a:lnTo>
                  <a:pt x="2842" y="793"/>
                </a:lnTo>
                <a:lnTo>
                  <a:pt x="2843" y="580"/>
                </a:lnTo>
                <a:lnTo>
                  <a:pt x="2843" y="729"/>
                </a:lnTo>
                <a:lnTo>
                  <a:pt x="2844" y="682"/>
                </a:lnTo>
                <a:lnTo>
                  <a:pt x="2844" y="525"/>
                </a:lnTo>
                <a:lnTo>
                  <a:pt x="2845" y="766"/>
                </a:lnTo>
                <a:lnTo>
                  <a:pt x="2845" y="693"/>
                </a:lnTo>
                <a:lnTo>
                  <a:pt x="2845" y="602"/>
                </a:lnTo>
                <a:lnTo>
                  <a:pt x="2846" y="936"/>
                </a:lnTo>
                <a:lnTo>
                  <a:pt x="2846" y="1000"/>
                </a:lnTo>
                <a:lnTo>
                  <a:pt x="2846" y="604"/>
                </a:lnTo>
                <a:lnTo>
                  <a:pt x="2846" y="582"/>
                </a:lnTo>
                <a:lnTo>
                  <a:pt x="2847" y="353"/>
                </a:lnTo>
                <a:lnTo>
                  <a:pt x="2847" y="629"/>
                </a:lnTo>
                <a:lnTo>
                  <a:pt x="2848" y="533"/>
                </a:lnTo>
                <a:lnTo>
                  <a:pt x="2848" y="679"/>
                </a:lnTo>
                <a:lnTo>
                  <a:pt x="2848" y="607"/>
                </a:lnTo>
                <a:lnTo>
                  <a:pt x="2849" y="407"/>
                </a:lnTo>
                <a:lnTo>
                  <a:pt x="2849" y="955"/>
                </a:lnTo>
                <a:lnTo>
                  <a:pt x="2850" y="586"/>
                </a:lnTo>
                <a:lnTo>
                  <a:pt x="2850" y="336"/>
                </a:lnTo>
                <a:lnTo>
                  <a:pt x="2851" y="604"/>
                </a:lnTo>
                <a:lnTo>
                  <a:pt x="2851" y="404"/>
                </a:lnTo>
                <a:lnTo>
                  <a:pt x="2852" y="732"/>
                </a:lnTo>
                <a:lnTo>
                  <a:pt x="2852" y="645"/>
                </a:lnTo>
                <a:lnTo>
                  <a:pt x="2852" y="635"/>
                </a:lnTo>
                <a:lnTo>
                  <a:pt x="2853" y="959"/>
                </a:lnTo>
                <a:lnTo>
                  <a:pt x="2853" y="805"/>
                </a:lnTo>
                <a:lnTo>
                  <a:pt x="2854" y="793"/>
                </a:lnTo>
                <a:lnTo>
                  <a:pt x="2854" y="513"/>
                </a:lnTo>
                <a:lnTo>
                  <a:pt x="2855" y="505"/>
                </a:lnTo>
                <a:lnTo>
                  <a:pt x="2855" y="583"/>
                </a:lnTo>
                <a:lnTo>
                  <a:pt x="2855" y="508"/>
                </a:lnTo>
                <a:lnTo>
                  <a:pt x="2856" y="650"/>
                </a:lnTo>
                <a:lnTo>
                  <a:pt x="2856" y="450"/>
                </a:lnTo>
                <a:lnTo>
                  <a:pt x="2857" y="621"/>
                </a:lnTo>
                <a:lnTo>
                  <a:pt x="2857" y="611"/>
                </a:lnTo>
                <a:lnTo>
                  <a:pt x="2858" y="657"/>
                </a:lnTo>
                <a:lnTo>
                  <a:pt x="2858" y="517"/>
                </a:lnTo>
                <a:lnTo>
                  <a:pt x="2859" y="675"/>
                </a:lnTo>
                <a:lnTo>
                  <a:pt x="2859" y="470"/>
                </a:lnTo>
                <a:lnTo>
                  <a:pt x="2859" y="774"/>
                </a:lnTo>
                <a:lnTo>
                  <a:pt x="2860" y="767"/>
                </a:lnTo>
                <a:lnTo>
                  <a:pt x="2860" y="506"/>
                </a:lnTo>
                <a:lnTo>
                  <a:pt x="2861" y="616"/>
                </a:lnTo>
                <a:lnTo>
                  <a:pt x="2861" y="667"/>
                </a:lnTo>
                <a:lnTo>
                  <a:pt x="2862" y="470"/>
                </a:lnTo>
                <a:lnTo>
                  <a:pt x="2862" y="685"/>
                </a:lnTo>
                <a:lnTo>
                  <a:pt x="2862" y="624"/>
                </a:lnTo>
                <a:lnTo>
                  <a:pt x="2863" y="390"/>
                </a:lnTo>
                <a:lnTo>
                  <a:pt x="2863" y="367"/>
                </a:lnTo>
                <a:lnTo>
                  <a:pt x="2864" y="360"/>
                </a:lnTo>
                <a:lnTo>
                  <a:pt x="2864" y="627"/>
                </a:lnTo>
                <a:lnTo>
                  <a:pt x="2865" y="405"/>
                </a:lnTo>
                <a:lnTo>
                  <a:pt x="2865" y="719"/>
                </a:lnTo>
                <a:lnTo>
                  <a:pt x="2866" y="710"/>
                </a:lnTo>
                <a:lnTo>
                  <a:pt x="2866" y="917"/>
                </a:lnTo>
                <a:lnTo>
                  <a:pt x="2866" y="332"/>
                </a:lnTo>
                <a:lnTo>
                  <a:pt x="2867" y="697"/>
                </a:lnTo>
                <a:lnTo>
                  <a:pt x="2867" y="588"/>
                </a:lnTo>
                <a:lnTo>
                  <a:pt x="2868" y="700"/>
                </a:lnTo>
                <a:lnTo>
                  <a:pt x="2868" y="464"/>
                </a:lnTo>
                <a:lnTo>
                  <a:pt x="2869" y="617"/>
                </a:lnTo>
                <a:lnTo>
                  <a:pt x="2869" y="750"/>
                </a:lnTo>
                <a:lnTo>
                  <a:pt x="2869" y="495"/>
                </a:lnTo>
                <a:lnTo>
                  <a:pt x="2870" y="764"/>
                </a:lnTo>
                <a:lnTo>
                  <a:pt x="2870" y="676"/>
                </a:lnTo>
                <a:lnTo>
                  <a:pt x="2870" y="857"/>
                </a:lnTo>
                <a:lnTo>
                  <a:pt x="2870" y="757"/>
                </a:lnTo>
                <a:lnTo>
                  <a:pt x="2871" y="522"/>
                </a:lnTo>
                <a:lnTo>
                  <a:pt x="2871" y="831"/>
                </a:lnTo>
                <a:lnTo>
                  <a:pt x="2872" y="759"/>
                </a:lnTo>
                <a:lnTo>
                  <a:pt x="2872" y="543"/>
                </a:lnTo>
                <a:lnTo>
                  <a:pt x="2872" y="619"/>
                </a:lnTo>
                <a:lnTo>
                  <a:pt x="2873" y="250"/>
                </a:lnTo>
                <a:lnTo>
                  <a:pt x="2873" y="271"/>
                </a:lnTo>
                <a:lnTo>
                  <a:pt x="2874" y="661"/>
                </a:lnTo>
                <a:lnTo>
                  <a:pt x="2874" y="453"/>
                </a:lnTo>
                <a:lnTo>
                  <a:pt x="2875" y="423"/>
                </a:lnTo>
                <a:lnTo>
                  <a:pt x="2875" y="617"/>
                </a:lnTo>
                <a:lnTo>
                  <a:pt x="2876" y="746"/>
                </a:lnTo>
                <a:lnTo>
                  <a:pt x="2876" y="529"/>
                </a:lnTo>
                <a:lnTo>
                  <a:pt x="2876" y="551"/>
                </a:lnTo>
                <a:lnTo>
                  <a:pt x="2877" y="587"/>
                </a:lnTo>
                <a:lnTo>
                  <a:pt x="2877" y="459"/>
                </a:lnTo>
                <a:lnTo>
                  <a:pt x="2878" y="631"/>
                </a:lnTo>
                <a:lnTo>
                  <a:pt x="2878" y="687"/>
                </a:lnTo>
                <a:lnTo>
                  <a:pt x="2879" y="504"/>
                </a:lnTo>
                <a:lnTo>
                  <a:pt x="2879" y="463"/>
                </a:lnTo>
                <a:lnTo>
                  <a:pt x="2879" y="688"/>
                </a:lnTo>
                <a:lnTo>
                  <a:pt x="2880" y="382"/>
                </a:lnTo>
                <a:lnTo>
                  <a:pt x="2880" y="772"/>
                </a:lnTo>
                <a:lnTo>
                  <a:pt x="2881" y="599"/>
                </a:lnTo>
                <a:lnTo>
                  <a:pt x="2881" y="551"/>
                </a:lnTo>
                <a:lnTo>
                  <a:pt x="2882" y="606"/>
                </a:lnTo>
                <a:lnTo>
                  <a:pt x="2882" y="594"/>
                </a:lnTo>
                <a:lnTo>
                  <a:pt x="2883" y="241"/>
                </a:lnTo>
                <a:lnTo>
                  <a:pt x="2883" y="635"/>
                </a:lnTo>
                <a:lnTo>
                  <a:pt x="2883" y="157"/>
                </a:lnTo>
                <a:lnTo>
                  <a:pt x="2884" y="447"/>
                </a:lnTo>
                <a:lnTo>
                  <a:pt x="2884" y="497"/>
                </a:lnTo>
                <a:lnTo>
                  <a:pt x="2885" y="441"/>
                </a:lnTo>
                <a:lnTo>
                  <a:pt x="2885" y="144"/>
                </a:lnTo>
                <a:lnTo>
                  <a:pt x="2886" y="654"/>
                </a:lnTo>
                <a:lnTo>
                  <a:pt x="2886" y="673"/>
                </a:lnTo>
                <a:lnTo>
                  <a:pt x="2886" y="620"/>
                </a:lnTo>
                <a:lnTo>
                  <a:pt x="2887" y="506"/>
                </a:lnTo>
                <a:lnTo>
                  <a:pt x="2887" y="760"/>
                </a:lnTo>
                <a:lnTo>
                  <a:pt x="2888" y="508"/>
                </a:lnTo>
                <a:lnTo>
                  <a:pt x="2888" y="266"/>
                </a:lnTo>
                <a:lnTo>
                  <a:pt x="2889" y="489"/>
                </a:lnTo>
                <a:lnTo>
                  <a:pt x="2889" y="555"/>
                </a:lnTo>
                <a:lnTo>
                  <a:pt x="2890" y="603"/>
                </a:lnTo>
                <a:lnTo>
                  <a:pt x="2890" y="383"/>
                </a:lnTo>
                <a:lnTo>
                  <a:pt x="2890" y="634"/>
                </a:lnTo>
                <a:lnTo>
                  <a:pt x="2891" y="247"/>
                </a:lnTo>
                <a:lnTo>
                  <a:pt x="2891" y="236"/>
                </a:lnTo>
                <a:lnTo>
                  <a:pt x="2892" y="480"/>
                </a:lnTo>
                <a:lnTo>
                  <a:pt x="2892" y="519"/>
                </a:lnTo>
                <a:lnTo>
                  <a:pt x="2893" y="369"/>
                </a:lnTo>
                <a:lnTo>
                  <a:pt x="2893" y="361"/>
                </a:lnTo>
                <a:lnTo>
                  <a:pt x="2893" y="638"/>
                </a:lnTo>
                <a:lnTo>
                  <a:pt x="2894" y="599"/>
                </a:lnTo>
                <a:lnTo>
                  <a:pt x="2894" y="715"/>
                </a:lnTo>
                <a:lnTo>
                  <a:pt x="2894" y="465"/>
                </a:lnTo>
                <a:lnTo>
                  <a:pt x="2894" y="430"/>
                </a:lnTo>
                <a:lnTo>
                  <a:pt x="2895" y="724"/>
                </a:lnTo>
                <a:lnTo>
                  <a:pt x="2895" y="595"/>
                </a:lnTo>
                <a:lnTo>
                  <a:pt x="2896" y="726"/>
                </a:lnTo>
                <a:lnTo>
                  <a:pt x="2896" y="662"/>
                </a:lnTo>
                <a:lnTo>
                  <a:pt x="2896" y="454"/>
                </a:lnTo>
                <a:lnTo>
                  <a:pt x="2897" y="642"/>
                </a:lnTo>
                <a:lnTo>
                  <a:pt x="2897" y="582"/>
                </a:lnTo>
                <a:lnTo>
                  <a:pt x="2898" y="776"/>
                </a:lnTo>
                <a:lnTo>
                  <a:pt x="2898" y="514"/>
                </a:lnTo>
                <a:lnTo>
                  <a:pt x="2899" y="550"/>
                </a:lnTo>
                <a:lnTo>
                  <a:pt x="2899" y="651"/>
                </a:lnTo>
                <a:lnTo>
                  <a:pt x="2900" y="575"/>
                </a:lnTo>
                <a:lnTo>
                  <a:pt x="2900" y="523"/>
                </a:lnTo>
                <a:lnTo>
                  <a:pt x="2900" y="669"/>
                </a:lnTo>
                <a:lnTo>
                  <a:pt x="2901" y="767"/>
                </a:lnTo>
                <a:lnTo>
                  <a:pt x="2901" y="294"/>
                </a:lnTo>
                <a:lnTo>
                  <a:pt x="2902" y="649"/>
                </a:lnTo>
                <a:lnTo>
                  <a:pt x="2902" y="574"/>
                </a:lnTo>
                <a:lnTo>
                  <a:pt x="2903" y="415"/>
                </a:lnTo>
                <a:lnTo>
                  <a:pt x="2903" y="52"/>
                </a:lnTo>
                <a:lnTo>
                  <a:pt x="2903" y="747"/>
                </a:lnTo>
                <a:lnTo>
                  <a:pt x="2904" y="503"/>
                </a:lnTo>
                <a:lnTo>
                  <a:pt x="2904" y="673"/>
                </a:lnTo>
                <a:lnTo>
                  <a:pt x="2905" y="651"/>
                </a:lnTo>
                <a:lnTo>
                  <a:pt x="2905" y="680"/>
                </a:lnTo>
                <a:lnTo>
                  <a:pt x="2906" y="740"/>
                </a:lnTo>
                <a:lnTo>
                  <a:pt x="2906" y="586"/>
                </a:lnTo>
                <a:lnTo>
                  <a:pt x="2907" y="796"/>
                </a:lnTo>
                <a:lnTo>
                  <a:pt x="2907" y="447"/>
                </a:lnTo>
                <a:lnTo>
                  <a:pt x="2907" y="579"/>
                </a:lnTo>
                <a:lnTo>
                  <a:pt x="2908" y="528"/>
                </a:lnTo>
                <a:lnTo>
                  <a:pt x="2908" y="659"/>
                </a:lnTo>
                <a:lnTo>
                  <a:pt x="2909" y="646"/>
                </a:lnTo>
                <a:lnTo>
                  <a:pt x="2909" y="554"/>
                </a:lnTo>
                <a:lnTo>
                  <a:pt x="2910" y="766"/>
                </a:lnTo>
                <a:lnTo>
                  <a:pt x="2910" y="652"/>
                </a:lnTo>
                <a:lnTo>
                  <a:pt x="2910" y="727"/>
                </a:lnTo>
                <a:lnTo>
                  <a:pt x="2911" y="733"/>
                </a:lnTo>
                <a:lnTo>
                  <a:pt x="2911" y="912"/>
                </a:lnTo>
                <a:lnTo>
                  <a:pt x="2912" y="415"/>
                </a:lnTo>
                <a:lnTo>
                  <a:pt x="2912" y="710"/>
                </a:lnTo>
                <a:lnTo>
                  <a:pt x="2913" y="444"/>
                </a:lnTo>
                <a:lnTo>
                  <a:pt x="2913" y="460"/>
                </a:lnTo>
                <a:lnTo>
                  <a:pt x="2914" y="804"/>
                </a:lnTo>
                <a:lnTo>
                  <a:pt x="2914" y="777"/>
                </a:lnTo>
                <a:lnTo>
                  <a:pt x="2914" y="249"/>
                </a:lnTo>
                <a:lnTo>
                  <a:pt x="2915" y="369"/>
                </a:lnTo>
                <a:lnTo>
                  <a:pt x="2915" y="630"/>
                </a:lnTo>
                <a:lnTo>
                  <a:pt x="2916" y="589"/>
                </a:lnTo>
                <a:lnTo>
                  <a:pt x="2916" y="720"/>
                </a:lnTo>
                <a:lnTo>
                  <a:pt x="2917" y="567"/>
                </a:lnTo>
                <a:lnTo>
                  <a:pt x="2917" y="735"/>
                </a:lnTo>
                <a:lnTo>
                  <a:pt x="2917" y="927"/>
                </a:lnTo>
                <a:lnTo>
                  <a:pt x="2918" y="827"/>
                </a:lnTo>
                <a:lnTo>
                  <a:pt x="2918" y="633"/>
                </a:lnTo>
                <a:lnTo>
                  <a:pt x="2918" y="795"/>
                </a:lnTo>
                <a:lnTo>
                  <a:pt x="2918" y="646"/>
                </a:lnTo>
                <a:lnTo>
                  <a:pt x="2919" y="781"/>
                </a:lnTo>
                <a:lnTo>
                  <a:pt x="2919" y="741"/>
                </a:lnTo>
                <a:lnTo>
                  <a:pt x="2920" y="526"/>
                </a:lnTo>
                <a:lnTo>
                  <a:pt x="2920" y="606"/>
                </a:lnTo>
                <a:lnTo>
                  <a:pt x="2920" y="638"/>
                </a:lnTo>
                <a:lnTo>
                  <a:pt x="2921" y="529"/>
                </a:lnTo>
                <a:lnTo>
                  <a:pt x="2921" y="579"/>
                </a:lnTo>
                <a:lnTo>
                  <a:pt x="2922" y="466"/>
                </a:lnTo>
                <a:lnTo>
                  <a:pt x="2922" y="689"/>
                </a:lnTo>
                <a:lnTo>
                  <a:pt x="2923" y="683"/>
                </a:lnTo>
                <a:lnTo>
                  <a:pt x="2923" y="779"/>
                </a:lnTo>
                <a:lnTo>
                  <a:pt x="2924" y="681"/>
                </a:lnTo>
                <a:lnTo>
                  <a:pt x="2924" y="532"/>
                </a:lnTo>
                <a:lnTo>
                  <a:pt x="2924" y="499"/>
                </a:lnTo>
                <a:lnTo>
                  <a:pt x="2925" y="536"/>
                </a:lnTo>
                <a:lnTo>
                  <a:pt x="2925" y="806"/>
                </a:lnTo>
                <a:lnTo>
                  <a:pt x="2926" y="527"/>
                </a:lnTo>
                <a:lnTo>
                  <a:pt x="2926" y="800"/>
                </a:lnTo>
                <a:lnTo>
                  <a:pt x="2927" y="546"/>
                </a:lnTo>
                <a:lnTo>
                  <a:pt x="2927" y="659"/>
                </a:lnTo>
                <a:lnTo>
                  <a:pt x="2927" y="565"/>
                </a:lnTo>
                <a:lnTo>
                  <a:pt x="2928" y="734"/>
                </a:lnTo>
                <a:lnTo>
                  <a:pt x="2928" y="529"/>
                </a:lnTo>
                <a:lnTo>
                  <a:pt x="2929" y="735"/>
                </a:lnTo>
                <a:lnTo>
                  <a:pt x="2929" y="670"/>
                </a:lnTo>
                <a:lnTo>
                  <a:pt x="2930" y="691"/>
                </a:lnTo>
                <a:lnTo>
                  <a:pt x="2930" y="741"/>
                </a:lnTo>
                <a:lnTo>
                  <a:pt x="2931" y="610"/>
                </a:lnTo>
                <a:lnTo>
                  <a:pt x="2931" y="496"/>
                </a:lnTo>
                <a:lnTo>
                  <a:pt x="2931" y="445"/>
                </a:lnTo>
                <a:lnTo>
                  <a:pt x="2932" y="606"/>
                </a:lnTo>
                <a:lnTo>
                  <a:pt x="2932" y="545"/>
                </a:lnTo>
                <a:lnTo>
                  <a:pt x="2933" y="596"/>
                </a:lnTo>
                <a:lnTo>
                  <a:pt x="2933" y="581"/>
                </a:lnTo>
                <a:lnTo>
                  <a:pt x="2934" y="623"/>
                </a:lnTo>
                <a:lnTo>
                  <a:pt x="2934" y="595"/>
                </a:lnTo>
                <a:lnTo>
                  <a:pt x="2934" y="578"/>
                </a:lnTo>
                <a:lnTo>
                  <a:pt x="2935" y="626"/>
                </a:lnTo>
                <a:lnTo>
                  <a:pt x="2935" y="603"/>
                </a:lnTo>
                <a:lnTo>
                  <a:pt x="2936" y="601"/>
                </a:lnTo>
                <a:lnTo>
                  <a:pt x="2936" y="567"/>
                </a:lnTo>
                <a:lnTo>
                  <a:pt x="2937" y="631"/>
                </a:lnTo>
                <a:lnTo>
                  <a:pt x="2937" y="596"/>
                </a:lnTo>
                <a:lnTo>
                  <a:pt x="2938" y="539"/>
                </a:lnTo>
                <a:lnTo>
                  <a:pt x="2938" y="562"/>
                </a:lnTo>
                <a:lnTo>
                  <a:pt x="2938" y="560"/>
                </a:lnTo>
                <a:lnTo>
                  <a:pt x="2939" y="589"/>
                </a:lnTo>
                <a:lnTo>
                  <a:pt x="2939" y="583"/>
                </a:lnTo>
                <a:lnTo>
                  <a:pt x="2940" y="568"/>
                </a:lnTo>
                <a:lnTo>
                  <a:pt x="2940" y="557"/>
                </a:lnTo>
                <a:lnTo>
                  <a:pt x="2941" y="629"/>
                </a:lnTo>
                <a:lnTo>
                  <a:pt x="2941" y="615"/>
                </a:lnTo>
                <a:lnTo>
                  <a:pt x="2941" y="562"/>
                </a:lnTo>
                <a:lnTo>
                  <a:pt x="2942" y="594"/>
                </a:lnTo>
                <a:lnTo>
                  <a:pt x="2942" y="602"/>
                </a:lnTo>
                <a:lnTo>
                  <a:pt x="2942" y="613"/>
                </a:lnTo>
                <a:lnTo>
                  <a:pt x="2942" y="599"/>
                </a:lnTo>
                <a:lnTo>
                  <a:pt x="2943" y="616"/>
                </a:lnTo>
                <a:lnTo>
                  <a:pt x="2943" y="543"/>
                </a:lnTo>
                <a:lnTo>
                  <a:pt x="2944" y="586"/>
                </a:lnTo>
                <a:lnTo>
                  <a:pt x="2944" y="587"/>
                </a:lnTo>
                <a:lnTo>
                  <a:pt x="2944" y="573"/>
                </a:lnTo>
                <a:lnTo>
                  <a:pt x="2945" y="565"/>
                </a:lnTo>
                <a:lnTo>
                  <a:pt x="2945" y="565"/>
                </a:lnTo>
                <a:lnTo>
                  <a:pt x="2946" y="562"/>
                </a:lnTo>
                <a:lnTo>
                  <a:pt x="2946" y="597"/>
                </a:lnTo>
                <a:lnTo>
                  <a:pt x="2947" y="590"/>
                </a:lnTo>
                <a:lnTo>
                  <a:pt x="2947" y="568"/>
                </a:lnTo>
                <a:lnTo>
                  <a:pt x="2948" y="594"/>
                </a:lnTo>
                <a:lnTo>
                  <a:pt x="2948" y="584"/>
                </a:lnTo>
                <a:lnTo>
                  <a:pt x="2948" y="575"/>
                </a:lnTo>
                <a:lnTo>
                  <a:pt x="2949" y="566"/>
                </a:lnTo>
                <a:lnTo>
                  <a:pt x="2949" y="619"/>
                </a:lnTo>
                <a:lnTo>
                  <a:pt x="2950" y="567"/>
                </a:lnTo>
                <a:lnTo>
                  <a:pt x="2950" y="586"/>
                </a:lnTo>
                <a:lnTo>
                  <a:pt x="2951" y="566"/>
                </a:lnTo>
                <a:lnTo>
                  <a:pt x="2951" y="564"/>
                </a:lnTo>
                <a:lnTo>
                  <a:pt x="2951" y="547"/>
                </a:lnTo>
                <a:lnTo>
                  <a:pt x="2952" y="552"/>
                </a:lnTo>
                <a:lnTo>
                  <a:pt x="2952" y="552"/>
                </a:lnTo>
                <a:lnTo>
                  <a:pt x="2953" y="550"/>
                </a:lnTo>
                <a:lnTo>
                  <a:pt x="2953" y="573"/>
                </a:lnTo>
                <a:lnTo>
                  <a:pt x="2954" y="578"/>
                </a:lnTo>
                <a:lnTo>
                  <a:pt x="2954" y="561"/>
                </a:lnTo>
                <a:lnTo>
                  <a:pt x="2955" y="563"/>
                </a:lnTo>
                <a:lnTo>
                  <a:pt x="2955" y="585"/>
                </a:lnTo>
                <a:lnTo>
                  <a:pt x="2955" y="569"/>
                </a:lnTo>
                <a:lnTo>
                  <a:pt x="2956" y="578"/>
                </a:lnTo>
                <a:lnTo>
                  <a:pt x="2956" y="595"/>
                </a:lnTo>
                <a:lnTo>
                  <a:pt x="2957" y="550"/>
                </a:lnTo>
                <a:lnTo>
                  <a:pt x="2957" y="576"/>
                </a:lnTo>
                <a:lnTo>
                  <a:pt x="2958" y="534"/>
                </a:lnTo>
                <a:lnTo>
                  <a:pt x="2958" y="610"/>
                </a:lnTo>
                <a:lnTo>
                  <a:pt x="2958" y="587"/>
                </a:lnTo>
                <a:lnTo>
                  <a:pt x="2959" y="575"/>
                </a:lnTo>
                <a:lnTo>
                  <a:pt x="2959" y="552"/>
                </a:lnTo>
                <a:lnTo>
                  <a:pt x="2960" y="567"/>
                </a:lnTo>
                <a:lnTo>
                  <a:pt x="2960" y="568"/>
                </a:lnTo>
                <a:lnTo>
                  <a:pt x="2961" y="598"/>
                </a:lnTo>
                <a:lnTo>
                  <a:pt x="2961" y="598"/>
                </a:lnTo>
                <a:lnTo>
                  <a:pt x="2962" y="567"/>
                </a:lnTo>
                <a:lnTo>
                  <a:pt x="2962" y="603"/>
                </a:lnTo>
                <a:lnTo>
                  <a:pt x="2962" y="585"/>
                </a:lnTo>
                <a:lnTo>
                  <a:pt x="2963" y="563"/>
                </a:lnTo>
                <a:lnTo>
                  <a:pt x="2963" y="594"/>
                </a:lnTo>
                <a:lnTo>
                  <a:pt x="2964" y="540"/>
                </a:lnTo>
                <a:lnTo>
                  <a:pt x="2964" y="548"/>
                </a:lnTo>
                <a:lnTo>
                  <a:pt x="2965" y="606"/>
                </a:lnTo>
                <a:lnTo>
                  <a:pt x="2965" y="592"/>
                </a:lnTo>
                <a:lnTo>
                  <a:pt x="2966" y="620"/>
                </a:lnTo>
                <a:lnTo>
                  <a:pt x="2966" y="589"/>
                </a:lnTo>
                <a:lnTo>
                  <a:pt x="2966" y="557"/>
                </a:lnTo>
                <a:lnTo>
                  <a:pt x="2966" y="582"/>
                </a:lnTo>
                <a:lnTo>
                  <a:pt x="2966" y="563"/>
                </a:lnTo>
                <a:lnTo>
                  <a:pt x="2967" y="604"/>
                </a:lnTo>
                <a:lnTo>
                  <a:pt x="2967" y="556"/>
                </a:lnTo>
                <a:lnTo>
                  <a:pt x="2968" y="584"/>
                </a:lnTo>
                <a:lnTo>
                  <a:pt x="2968" y="572"/>
                </a:lnTo>
                <a:lnTo>
                  <a:pt x="2968" y="574"/>
                </a:lnTo>
                <a:lnTo>
                  <a:pt x="2969" y="599"/>
                </a:lnTo>
                <a:lnTo>
                  <a:pt x="2969" y="596"/>
                </a:lnTo>
                <a:lnTo>
                  <a:pt x="2970" y="552"/>
                </a:lnTo>
                <a:lnTo>
                  <a:pt x="2970" y="564"/>
                </a:lnTo>
                <a:lnTo>
                  <a:pt x="2971" y="551"/>
                </a:lnTo>
                <a:lnTo>
                  <a:pt x="2971" y="565"/>
                </a:lnTo>
                <a:lnTo>
                  <a:pt x="2972" y="569"/>
                </a:lnTo>
                <a:lnTo>
                  <a:pt x="2972" y="609"/>
                </a:lnTo>
                <a:lnTo>
                  <a:pt x="2972" y="578"/>
                </a:lnTo>
                <a:lnTo>
                  <a:pt x="2973" y="573"/>
                </a:lnTo>
                <a:lnTo>
                  <a:pt x="2973" y="533"/>
                </a:lnTo>
                <a:lnTo>
                  <a:pt x="2974" y="559"/>
                </a:lnTo>
                <a:lnTo>
                  <a:pt x="2974" y="541"/>
                </a:lnTo>
                <a:lnTo>
                  <a:pt x="2975" y="561"/>
                </a:lnTo>
                <a:lnTo>
                  <a:pt x="2975" y="587"/>
                </a:lnTo>
                <a:lnTo>
                  <a:pt x="2975" y="571"/>
                </a:lnTo>
                <a:lnTo>
                  <a:pt x="2976" y="568"/>
                </a:lnTo>
                <a:lnTo>
                  <a:pt x="2976" y="593"/>
                </a:lnTo>
                <a:lnTo>
                  <a:pt x="2977" y="582"/>
                </a:lnTo>
                <a:lnTo>
                  <a:pt x="2977" y="578"/>
                </a:lnTo>
                <a:lnTo>
                  <a:pt x="2978" y="540"/>
                </a:lnTo>
                <a:lnTo>
                  <a:pt x="2978" y="617"/>
                </a:lnTo>
                <a:lnTo>
                  <a:pt x="2979" y="549"/>
                </a:lnTo>
                <a:lnTo>
                  <a:pt x="2979" y="594"/>
                </a:lnTo>
                <a:lnTo>
                  <a:pt x="2979" y="603"/>
                </a:lnTo>
                <a:lnTo>
                  <a:pt x="2980" y="551"/>
                </a:lnTo>
                <a:lnTo>
                  <a:pt x="2980" y="561"/>
                </a:lnTo>
                <a:lnTo>
                  <a:pt x="2981" y="550"/>
                </a:lnTo>
                <a:lnTo>
                  <a:pt x="2981" y="560"/>
                </a:lnTo>
                <a:lnTo>
                  <a:pt x="2982" y="534"/>
                </a:lnTo>
                <a:lnTo>
                  <a:pt x="2982" y="564"/>
                </a:lnTo>
                <a:lnTo>
                  <a:pt x="2982" y="580"/>
                </a:lnTo>
                <a:lnTo>
                  <a:pt x="2983" y="569"/>
                </a:lnTo>
                <a:lnTo>
                  <a:pt x="2983" y="551"/>
                </a:lnTo>
                <a:lnTo>
                  <a:pt x="2984" y="593"/>
                </a:lnTo>
                <a:lnTo>
                  <a:pt x="2984" y="591"/>
                </a:lnTo>
                <a:lnTo>
                  <a:pt x="2985" y="585"/>
                </a:lnTo>
                <a:lnTo>
                  <a:pt x="2985" y="622"/>
                </a:lnTo>
                <a:lnTo>
                  <a:pt x="2986" y="576"/>
                </a:lnTo>
                <a:lnTo>
                  <a:pt x="2986" y="618"/>
                </a:lnTo>
                <a:lnTo>
                  <a:pt x="2986" y="578"/>
                </a:lnTo>
                <a:lnTo>
                  <a:pt x="2987" y="562"/>
                </a:lnTo>
                <a:lnTo>
                  <a:pt x="2987" y="589"/>
                </a:lnTo>
                <a:lnTo>
                  <a:pt x="2988" y="545"/>
                </a:lnTo>
                <a:lnTo>
                  <a:pt x="2988" y="610"/>
                </a:lnTo>
                <a:lnTo>
                  <a:pt x="2989" y="556"/>
                </a:lnTo>
                <a:lnTo>
                  <a:pt x="2989" y="567"/>
                </a:lnTo>
                <a:lnTo>
                  <a:pt x="2990" y="617"/>
                </a:lnTo>
                <a:lnTo>
                  <a:pt x="2990" y="525"/>
                </a:lnTo>
                <a:lnTo>
                  <a:pt x="2990" y="584"/>
                </a:lnTo>
                <a:lnTo>
                  <a:pt x="2990" y="600"/>
                </a:lnTo>
                <a:lnTo>
                  <a:pt x="2990" y="611"/>
                </a:lnTo>
                <a:lnTo>
                  <a:pt x="2991" y="587"/>
                </a:lnTo>
                <a:lnTo>
                  <a:pt x="2991" y="586"/>
                </a:lnTo>
                <a:lnTo>
                  <a:pt x="2992" y="582"/>
                </a:lnTo>
                <a:lnTo>
                  <a:pt x="2992" y="590"/>
                </a:lnTo>
                <a:lnTo>
                  <a:pt x="2992" y="571"/>
                </a:lnTo>
                <a:lnTo>
                  <a:pt x="2993" y="592"/>
                </a:lnTo>
                <a:lnTo>
                  <a:pt x="2993" y="625"/>
                </a:lnTo>
                <a:lnTo>
                  <a:pt x="2994" y="588"/>
                </a:lnTo>
                <a:lnTo>
                  <a:pt x="2994" y="635"/>
                </a:lnTo>
                <a:lnTo>
                  <a:pt x="2995" y="579"/>
                </a:lnTo>
                <a:lnTo>
                  <a:pt x="2995" y="607"/>
                </a:lnTo>
                <a:lnTo>
                  <a:pt x="2996" y="583"/>
                </a:lnTo>
                <a:lnTo>
                  <a:pt x="2996" y="560"/>
                </a:lnTo>
                <a:lnTo>
                  <a:pt x="2996" y="607"/>
                </a:lnTo>
                <a:lnTo>
                  <a:pt x="2997" y="565"/>
                </a:lnTo>
                <a:lnTo>
                  <a:pt x="2997" y="596"/>
                </a:lnTo>
                <a:lnTo>
                  <a:pt x="2998" y="552"/>
                </a:lnTo>
                <a:lnTo>
                  <a:pt x="2998" y="596"/>
                </a:lnTo>
                <a:lnTo>
                  <a:pt x="2999" y="606"/>
                </a:lnTo>
                <a:lnTo>
                  <a:pt x="2999" y="574"/>
                </a:lnTo>
                <a:lnTo>
                  <a:pt x="2999" y="598"/>
                </a:lnTo>
                <a:lnTo>
                  <a:pt x="3000" y="607"/>
                </a:lnTo>
                <a:lnTo>
                  <a:pt x="3000" y="599"/>
                </a:lnTo>
                <a:lnTo>
                  <a:pt x="3001" y="590"/>
                </a:lnTo>
                <a:lnTo>
                  <a:pt x="3001" y="562"/>
                </a:lnTo>
                <a:lnTo>
                  <a:pt x="3002" y="630"/>
                </a:lnTo>
                <a:lnTo>
                  <a:pt x="3002" y="590"/>
                </a:lnTo>
                <a:lnTo>
                  <a:pt x="3003" y="578"/>
                </a:lnTo>
                <a:lnTo>
                  <a:pt x="3003" y="586"/>
                </a:lnTo>
                <a:lnTo>
                  <a:pt x="3003" y="563"/>
                </a:lnTo>
                <a:lnTo>
                  <a:pt x="3004" y="592"/>
                </a:lnTo>
                <a:lnTo>
                  <a:pt x="3004" y="595"/>
                </a:lnTo>
                <a:lnTo>
                  <a:pt x="3005" y="579"/>
                </a:lnTo>
                <a:lnTo>
                  <a:pt x="3005" y="589"/>
                </a:lnTo>
                <a:lnTo>
                  <a:pt x="3006" y="600"/>
                </a:lnTo>
                <a:lnTo>
                  <a:pt x="3006" y="582"/>
                </a:lnTo>
                <a:lnTo>
                  <a:pt x="3006" y="606"/>
                </a:lnTo>
                <a:lnTo>
                  <a:pt x="3007" y="605"/>
                </a:lnTo>
                <a:lnTo>
                  <a:pt x="3007" y="603"/>
                </a:lnTo>
                <a:lnTo>
                  <a:pt x="3008" y="564"/>
                </a:lnTo>
                <a:lnTo>
                  <a:pt x="3008" y="659"/>
                </a:lnTo>
                <a:lnTo>
                  <a:pt x="3009" y="585"/>
                </a:lnTo>
                <a:lnTo>
                  <a:pt x="3009" y="592"/>
                </a:lnTo>
                <a:lnTo>
                  <a:pt x="3010" y="628"/>
                </a:lnTo>
                <a:lnTo>
                  <a:pt x="3010" y="586"/>
                </a:lnTo>
                <a:lnTo>
                  <a:pt x="3010" y="583"/>
                </a:lnTo>
                <a:lnTo>
                  <a:pt x="3011" y="581"/>
                </a:lnTo>
                <a:lnTo>
                  <a:pt x="3011" y="648"/>
                </a:lnTo>
                <a:lnTo>
                  <a:pt x="3012" y="564"/>
                </a:lnTo>
                <a:lnTo>
                  <a:pt x="3012" y="609"/>
                </a:lnTo>
                <a:lnTo>
                  <a:pt x="3013" y="579"/>
                </a:lnTo>
                <a:lnTo>
                  <a:pt x="3013" y="578"/>
                </a:lnTo>
                <a:lnTo>
                  <a:pt x="3014" y="611"/>
                </a:lnTo>
                <a:lnTo>
                  <a:pt x="3014" y="579"/>
                </a:lnTo>
                <a:lnTo>
                  <a:pt x="3014" y="601"/>
                </a:lnTo>
                <a:lnTo>
                  <a:pt x="3015" y="635"/>
                </a:lnTo>
                <a:lnTo>
                  <a:pt x="3015" y="568"/>
                </a:lnTo>
                <a:lnTo>
                  <a:pt x="3015" y="609"/>
                </a:lnTo>
                <a:lnTo>
                  <a:pt x="3015" y="610"/>
                </a:lnTo>
                <a:lnTo>
                  <a:pt x="3016" y="601"/>
                </a:lnTo>
                <a:lnTo>
                  <a:pt x="3016" y="586"/>
                </a:lnTo>
                <a:lnTo>
                  <a:pt x="3016" y="593"/>
                </a:lnTo>
                <a:lnTo>
                  <a:pt x="3017" y="581"/>
                </a:lnTo>
                <a:lnTo>
                  <a:pt x="3017" y="620"/>
                </a:lnTo>
                <a:lnTo>
                  <a:pt x="3018" y="608"/>
                </a:lnTo>
                <a:lnTo>
                  <a:pt x="3018" y="594"/>
                </a:lnTo>
                <a:lnTo>
                  <a:pt x="3019" y="552"/>
                </a:lnTo>
                <a:lnTo>
                  <a:pt x="3019" y="594"/>
                </a:lnTo>
                <a:lnTo>
                  <a:pt x="3020" y="569"/>
                </a:lnTo>
                <a:lnTo>
                  <a:pt x="3020" y="590"/>
                </a:lnTo>
                <a:lnTo>
                  <a:pt x="3020" y="601"/>
                </a:lnTo>
                <a:lnTo>
                  <a:pt x="3021" y="596"/>
                </a:lnTo>
                <a:lnTo>
                  <a:pt x="3021" y="594"/>
                </a:lnTo>
                <a:lnTo>
                  <a:pt x="3022" y="578"/>
                </a:lnTo>
                <a:lnTo>
                  <a:pt x="3022" y="562"/>
                </a:lnTo>
                <a:lnTo>
                  <a:pt x="3023" y="583"/>
                </a:lnTo>
                <a:lnTo>
                  <a:pt x="3023" y="562"/>
                </a:lnTo>
                <a:lnTo>
                  <a:pt x="3023" y="620"/>
                </a:lnTo>
                <a:lnTo>
                  <a:pt x="3024" y="607"/>
                </a:lnTo>
                <a:lnTo>
                  <a:pt x="3024" y="621"/>
                </a:lnTo>
                <a:lnTo>
                  <a:pt x="3025" y="582"/>
                </a:lnTo>
                <a:lnTo>
                  <a:pt x="3025" y="611"/>
                </a:lnTo>
                <a:lnTo>
                  <a:pt x="3026" y="560"/>
                </a:lnTo>
                <a:lnTo>
                  <a:pt x="3026" y="646"/>
                </a:lnTo>
                <a:lnTo>
                  <a:pt x="3027" y="593"/>
                </a:lnTo>
                <a:lnTo>
                  <a:pt x="3027" y="554"/>
                </a:lnTo>
                <a:lnTo>
                  <a:pt x="3027" y="724"/>
                </a:lnTo>
                <a:lnTo>
                  <a:pt x="3028" y="463"/>
                </a:lnTo>
                <a:lnTo>
                  <a:pt x="3028" y="611"/>
                </a:lnTo>
                <a:lnTo>
                  <a:pt x="3029" y="718"/>
                </a:lnTo>
                <a:lnTo>
                  <a:pt x="3029" y="582"/>
                </a:lnTo>
                <a:lnTo>
                  <a:pt x="3030" y="588"/>
                </a:lnTo>
                <a:lnTo>
                  <a:pt x="3030" y="595"/>
                </a:lnTo>
                <a:lnTo>
                  <a:pt x="3030" y="527"/>
                </a:lnTo>
                <a:lnTo>
                  <a:pt x="3031" y="541"/>
                </a:lnTo>
                <a:lnTo>
                  <a:pt x="3031" y="568"/>
                </a:lnTo>
                <a:lnTo>
                  <a:pt x="3032" y="558"/>
                </a:lnTo>
                <a:lnTo>
                  <a:pt x="3032" y="591"/>
                </a:lnTo>
                <a:lnTo>
                  <a:pt x="3033" y="473"/>
                </a:lnTo>
                <a:lnTo>
                  <a:pt x="3033" y="675"/>
                </a:lnTo>
                <a:lnTo>
                  <a:pt x="3034" y="573"/>
                </a:lnTo>
                <a:lnTo>
                  <a:pt x="3034" y="577"/>
                </a:lnTo>
                <a:lnTo>
                  <a:pt x="3034" y="530"/>
                </a:lnTo>
                <a:lnTo>
                  <a:pt x="3035" y="632"/>
                </a:lnTo>
                <a:lnTo>
                  <a:pt x="3035" y="686"/>
                </a:lnTo>
                <a:lnTo>
                  <a:pt x="3036" y="567"/>
                </a:lnTo>
                <a:lnTo>
                  <a:pt x="3036" y="559"/>
                </a:lnTo>
                <a:lnTo>
                  <a:pt x="3037" y="483"/>
                </a:lnTo>
                <a:lnTo>
                  <a:pt x="3037" y="653"/>
                </a:lnTo>
                <a:lnTo>
                  <a:pt x="3038" y="502"/>
                </a:lnTo>
                <a:lnTo>
                  <a:pt x="3038" y="425"/>
                </a:lnTo>
                <a:lnTo>
                  <a:pt x="3038" y="595"/>
                </a:lnTo>
                <a:lnTo>
                  <a:pt x="3039" y="651"/>
                </a:lnTo>
                <a:lnTo>
                  <a:pt x="3039" y="595"/>
                </a:lnTo>
                <a:lnTo>
                  <a:pt x="3039" y="568"/>
                </a:lnTo>
                <a:lnTo>
                  <a:pt x="3039" y="533"/>
                </a:lnTo>
                <a:lnTo>
                  <a:pt x="3040" y="604"/>
                </a:lnTo>
                <a:lnTo>
                  <a:pt x="3040" y="469"/>
                </a:lnTo>
                <a:lnTo>
                  <a:pt x="3040" y="635"/>
                </a:lnTo>
                <a:lnTo>
                  <a:pt x="3041" y="673"/>
                </a:lnTo>
                <a:lnTo>
                  <a:pt x="3041" y="495"/>
                </a:lnTo>
                <a:lnTo>
                  <a:pt x="3042" y="705"/>
                </a:lnTo>
                <a:lnTo>
                  <a:pt x="3042" y="575"/>
                </a:lnTo>
                <a:lnTo>
                  <a:pt x="3043" y="367"/>
                </a:lnTo>
                <a:lnTo>
                  <a:pt x="3043" y="562"/>
                </a:lnTo>
                <a:lnTo>
                  <a:pt x="3044" y="630"/>
                </a:lnTo>
                <a:lnTo>
                  <a:pt x="3044" y="564"/>
                </a:lnTo>
                <a:lnTo>
                  <a:pt x="3044" y="564"/>
                </a:lnTo>
                <a:lnTo>
                  <a:pt x="3045" y="555"/>
                </a:lnTo>
                <a:lnTo>
                  <a:pt x="3045" y="535"/>
                </a:lnTo>
                <a:lnTo>
                  <a:pt x="3046" y="609"/>
                </a:lnTo>
                <a:lnTo>
                  <a:pt x="3046" y="504"/>
                </a:lnTo>
                <a:lnTo>
                  <a:pt x="3047" y="561"/>
                </a:lnTo>
                <a:lnTo>
                  <a:pt x="3047" y="549"/>
                </a:lnTo>
                <a:lnTo>
                  <a:pt x="3047" y="587"/>
                </a:lnTo>
                <a:lnTo>
                  <a:pt x="3048" y="547"/>
                </a:lnTo>
                <a:lnTo>
                  <a:pt x="3048" y="579"/>
                </a:lnTo>
                <a:lnTo>
                  <a:pt x="3049" y="567"/>
                </a:lnTo>
                <a:lnTo>
                  <a:pt x="3049" y="592"/>
                </a:lnTo>
                <a:lnTo>
                  <a:pt x="3050" y="593"/>
                </a:lnTo>
                <a:lnTo>
                  <a:pt x="3050" y="559"/>
                </a:lnTo>
                <a:lnTo>
                  <a:pt x="3051" y="582"/>
                </a:lnTo>
                <a:lnTo>
                  <a:pt x="3051" y="590"/>
                </a:lnTo>
                <a:lnTo>
                  <a:pt x="3051" y="586"/>
                </a:lnTo>
                <a:lnTo>
                  <a:pt x="3052" y="558"/>
                </a:lnTo>
                <a:lnTo>
                  <a:pt x="3052" y="586"/>
                </a:lnTo>
                <a:lnTo>
                  <a:pt x="3053" y="575"/>
                </a:lnTo>
                <a:lnTo>
                  <a:pt x="3053" y="572"/>
                </a:lnTo>
                <a:lnTo>
                  <a:pt x="3054" y="612"/>
                </a:lnTo>
                <a:lnTo>
                  <a:pt x="3054" y="603"/>
                </a:lnTo>
                <a:lnTo>
                  <a:pt x="3054" y="565"/>
                </a:lnTo>
                <a:lnTo>
                  <a:pt x="3055" y="587"/>
                </a:lnTo>
                <a:lnTo>
                  <a:pt x="3055" y="550"/>
                </a:lnTo>
                <a:lnTo>
                  <a:pt x="3056" y="552"/>
                </a:lnTo>
                <a:lnTo>
                  <a:pt x="3056" y="558"/>
                </a:lnTo>
                <a:lnTo>
                  <a:pt x="3057" y="535"/>
                </a:lnTo>
                <a:lnTo>
                  <a:pt x="3057" y="574"/>
                </a:lnTo>
                <a:lnTo>
                  <a:pt x="3058" y="560"/>
                </a:lnTo>
                <a:lnTo>
                  <a:pt x="3058" y="585"/>
                </a:lnTo>
                <a:lnTo>
                  <a:pt x="3058" y="522"/>
                </a:lnTo>
                <a:lnTo>
                  <a:pt x="3059" y="532"/>
                </a:lnTo>
                <a:lnTo>
                  <a:pt x="3059" y="573"/>
                </a:lnTo>
                <a:lnTo>
                  <a:pt x="3060" y="565"/>
                </a:lnTo>
                <a:lnTo>
                  <a:pt x="3060" y="545"/>
                </a:lnTo>
                <a:lnTo>
                  <a:pt x="3061" y="577"/>
                </a:lnTo>
                <a:lnTo>
                  <a:pt x="3061" y="587"/>
                </a:lnTo>
                <a:lnTo>
                  <a:pt x="3062" y="556"/>
                </a:lnTo>
                <a:lnTo>
                  <a:pt x="3062" y="572"/>
                </a:lnTo>
                <a:lnTo>
                  <a:pt x="3062" y="570"/>
                </a:lnTo>
                <a:lnTo>
                  <a:pt x="3063" y="591"/>
                </a:lnTo>
                <a:lnTo>
                  <a:pt x="3063" y="610"/>
                </a:lnTo>
                <a:lnTo>
                  <a:pt x="3063" y="570"/>
                </a:lnTo>
                <a:lnTo>
                  <a:pt x="3063" y="556"/>
                </a:lnTo>
                <a:lnTo>
                  <a:pt x="3064" y="580"/>
                </a:lnTo>
                <a:lnTo>
                  <a:pt x="3064" y="545"/>
                </a:lnTo>
                <a:lnTo>
                  <a:pt x="3064" y="590"/>
                </a:lnTo>
                <a:lnTo>
                  <a:pt x="3065" y="598"/>
                </a:lnTo>
                <a:lnTo>
                  <a:pt x="3065" y="578"/>
                </a:lnTo>
                <a:lnTo>
                  <a:pt x="3066" y="578"/>
                </a:lnTo>
                <a:lnTo>
                  <a:pt x="3066" y="561"/>
                </a:lnTo>
                <a:lnTo>
                  <a:pt x="3067" y="593"/>
                </a:lnTo>
                <a:lnTo>
                  <a:pt x="3067" y="549"/>
                </a:lnTo>
                <a:lnTo>
                  <a:pt x="3068" y="537"/>
                </a:lnTo>
                <a:lnTo>
                  <a:pt x="3068" y="579"/>
                </a:lnTo>
                <a:lnTo>
                  <a:pt x="3068" y="552"/>
                </a:lnTo>
                <a:lnTo>
                  <a:pt x="3069" y="600"/>
                </a:lnTo>
                <a:lnTo>
                  <a:pt x="3069" y="556"/>
                </a:lnTo>
                <a:lnTo>
                  <a:pt x="3070" y="557"/>
                </a:lnTo>
                <a:lnTo>
                  <a:pt x="3070" y="562"/>
                </a:lnTo>
                <a:lnTo>
                  <a:pt x="3071" y="580"/>
                </a:lnTo>
                <a:lnTo>
                  <a:pt x="3071" y="641"/>
                </a:lnTo>
                <a:lnTo>
                  <a:pt x="3071" y="593"/>
                </a:lnTo>
                <a:lnTo>
                  <a:pt x="3072" y="593"/>
                </a:lnTo>
                <a:lnTo>
                  <a:pt x="3072" y="601"/>
                </a:lnTo>
                <a:lnTo>
                  <a:pt x="3073" y="579"/>
                </a:lnTo>
                <a:lnTo>
                  <a:pt x="3073" y="590"/>
                </a:lnTo>
                <a:lnTo>
                  <a:pt x="3074" y="599"/>
                </a:lnTo>
                <a:lnTo>
                  <a:pt x="3074" y="604"/>
                </a:lnTo>
                <a:lnTo>
                  <a:pt x="3075" y="597"/>
                </a:lnTo>
                <a:lnTo>
                  <a:pt x="3075" y="560"/>
                </a:lnTo>
                <a:lnTo>
                  <a:pt x="3075" y="596"/>
                </a:lnTo>
                <a:lnTo>
                  <a:pt x="3076" y="594"/>
                </a:lnTo>
                <a:lnTo>
                  <a:pt x="3076" y="593"/>
                </a:lnTo>
                <a:lnTo>
                  <a:pt x="3077" y="577"/>
                </a:lnTo>
                <a:lnTo>
                  <a:pt x="3077" y="575"/>
                </a:lnTo>
                <a:lnTo>
                  <a:pt x="3078" y="648"/>
                </a:lnTo>
                <a:lnTo>
                  <a:pt x="3078" y="563"/>
                </a:lnTo>
                <a:lnTo>
                  <a:pt x="3078" y="556"/>
                </a:lnTo>
                <a:lnTo>
                  <a:pt x="3079" y="608"/>
                </a:lnTo>
                <a:lnTo>
                  <a:pt x="3079" y="606"/>
                </a:lnTo>
                <a:lnTo>
                  <a:pt x="3080" y="595"/>
                </a:lnTo>
                <a:lnTo>
                  <a:pt x="3080" y="602"/>
                </a:lnTo>
                <a:lnTo>
                  <a:pt x="3081" y="582"/>
                </a:lnTo>
                <a:lnTo>
                  <a:pt x="3081" y="627"/>
                </a:lnTo>
                <a:lnTo>
                  <a:pt x="3082" y="610"/>
                </a:lnTo>
                <a:lnTo>
                  <a:pt x="3082" y="556"/>
                </a:lnTo>
                <a:lnTo>
                  <a:pt x="3082" y="607"/>
                </a:lnTo>
                <a:lnTo>
                  <a:pt x="3083" y="562"/>
                </a:lnTo>
                <a:lnTo>
                  <a:pt x="3083" y="581"/>
                </a:lnTo>
                <a:lnTo>
                  <a:pt x="3084" y="626"/>
                </a:lnTo>
                <a:lnTo>
                  <a:pt x="3084" y="576"/>
                </a:lnTo>
                <a:lnTo>
                  <a:pt x="3085" y="591"/>
                </a:lnTo>
                <a:lnTo>
                  <a:pt x="3085" y="599"/>
                </a:lnTo>
                <a:lnTo>
                  <a:pt x="3086" y="585"/>
                </a:lnTo>
                <a:lnTo>
                  <a:pt x="3086" y="580"/>
                </a:lnTo>
                <a:lnTo>
                  <a:pt x="3086" y="576"/>
                </a:lnTo>
                <a:lnTo>
                  <a:pt x="3087" y="566"/>
                </a:lnTo>
                <a:lnTo>
                  <a:pt x="3087" y="582"/>
                </a:lnTo>
                <a:lnTo>
                  <a:pt x="3087" y="619"/>
                </a:lnTo>
                <a:lnTo>
                  <a:pt x="3087" y="601"/>
                </a:lnTo>
                <a:lnTo>
                  <a:pt x="3088" y="530"/>
                </a:lnTo>
                <a:lnTo>
                  <a:pt x="3088" y="576"/>
                </a:lnTo>
                <a:lnTo>
                  <a:pt x="3088" y="542"/>
                </a:lnTo>
                <a:lnTo>
                  <a:pt x="3089" y="562"/>
                </a:lnTo>
                <a:lnTo>
                  <a:pt x="3089" y="586"/>
                </a:lnTo>
                <a:lnTo>
                  <a:pt x="3090" y="586"/>
                </a:lnTo>
                <a:lnTo>
                  <a:pt x="3090" y="593"/>
                </a:lnTo>
                <a:lnTo>
                  <a:pt x="3091" y="628"/>
                </a:lnTo>
                <a:lnTo>
                  <a:pt x="3091" y="592"/>
                </a:lnTo>
                <a:lnTo>
                  <a:pt x="3092" y="567"/>
                </a:lnTo>
                <a:lnTo>
                  <a:pt x="3092" y="605"/>
                </a:lnTo>
                <a:lnTo>
                  <a:pt x="3092" y="585"/>
                </a:lnTo>
                <a:lnTo>
                  <a:pt x="3093" y="575"/>
                </a:lnTo>
                <a:lnTo>
                  <a:pt x="3093" y="611"/>
                </a:lnTo>
                <a:lnTo>
                  <a:pt x="3094" y="602"/>
                </a:lnTo>
                <a:lnTo>
                  <a:pt x="3094" y="614"/>
                </a:lnTo>
                <a:lnTo>
                  <a:pt x="3095" y="610"/>
                </a:lnTo>
                <a:lnTo>
                  <a:pt x="3095" y="620"/>
                </a:lnTo>
                <a:lnTo>
                  <a:pt x="3095" y="611"/>
                </a:lnTo>
                <a:lnTo>
                  <a:pt x="3096" y="563"/>
                </a:lnTo>
                <a:lnTo>
                  <a:pt x="3096" y="612"/>
                </a:lnTo>
                <a:lnTo>
                  <a:pt x="3097" y="590"/>
                </a:lnTo>
                <a:lnTo>
                  <a:pt x="3097" y="604"/>
                </a:lnTo>
                <a:lnTo>
                  <a:pt x="3098" y="568"/>
                </a:lnTo>
                <a:lnTo>
                  <a:pt x="3098" y="565"/>
                </a:lnTo>
                <a:lnTo>
                  <a:pt x="3099" y="575"/>
                </a:lnTo>
                <a:lnTo>
                  <a:pt x="3099" y="586"/>
                </a:lnTo>
                <a:lnTo>
                  <a:pt x="3099" y="597"/>
                </a:lnTo>
                <a:lnTo>
                  <a:pt x="3100" y="617"/>
                </a:lnTo>
                <a:lnTo>
                  <a:pt x="3100" y="552"/>
                </a:lnTo>
                <a:lnTo>
                  <a:pt x="3101" y="609"/>
                </a:lnTo>
                <a:lnTo>
                  <a:pt x="3101" y="579"/>
                </a:lnTo>
                <a:lnTo>
                  <a:pt x="3102" y="570"/>
                </a:lnTo>
                <a:lnTo>
                  <a:pt x="3102" y="604"/>
                </a:lnTo>
                <a:lnTo>
                  <a:pt x="3103" y="570"/>
                </a:lnTo>
                <a:lnTo>
                  <a:pt x="3103" y="576"/>
                </a:lnTo>
                <a:lnTo>
                  <a:pt x="3103" y="556"/>
                </a:lnTo>
                <a:lnTo>
                  <a:pt x="3104" y="601"/>
                </a:lnTo>
                <a:lnTo>
                  <a:pt x="3104" y="618"/>
                </a:lnTo>
                <a:lnTo>
                  <a:pt x="3105" y="602"/>
                </a:lnTo>
                <a:lnTo>
                  <a:pt x="3105" y="586"/>
                </a:lnTo>
                <a:lnTo>
                  <a:pt x="3106" y="589"/>
                </a:lnTo>
                <a:lnTo>
                  <a:pt x="3106" y="599"/>
                </a:lnTo>
                <a:lnTo>
                  <a:pt x="3106" y="630"/>
                </a:lnTo>
                <a:lnTo>
                  <a:pt x="3107" y="581"/>
                </a:lnTo>
                <a:lnTo>
                  <a:pt x="3107" y="549"/>
                </a:lnTo>
                <a:lnTo>
                  <a:pt x="3108" y="580"/>
                </a:lnTo>
                <a:lnTo>
                  <a:pt x="3108" y="577"/>
                </a:lnTo>
                <a:lnTo>
                  <a:pt x="3109" y="577"/>
                </a:lnTo>
                <a:lnTo>
                  <a:pt x="3109" y="581"/>
                </a:lnTo>
                <a:lnTo>
                  <a:pt x="3110" y="569"/>
                </a:lnTo>
                <a:lnTo>
                  <a:pt x="3110" y="580"/>
                </a:lnTo>
                <a:lnTo>
                  <a:pt x="3110" y="594"/>
                </a:lnTo>
                <a:lnTo>
                  <a:pt x="3111" y="604"/>
                </a:lnTo>
                <a:lnTo>
                  <a:pt x="3111" y="592"/>
                </a:lnTo>
                <a:lnTo>
                  <a:pt x="3111" y="581"/>
                </a:lnTo>
                <a:lnTo>
                  <a:pt x="3111" y="593"/>
                </a:lnTo>
                <a:lnTo>
                  <a:pt x="3112" y="580"/>
                </a:lnTo>
                <a:lnTo>
                  <a:pt x="3112" y="577"/>
                </a:lnTo>
                <a:lnTo>
                  <a:pt x="3112" y="568"/>
                </a:lnTo>
                <a:lnTo>
                  <a:pt x="3113" y="559"/>
                </a:lnTo>
                <a:lnTo>
                  <a:pt x="3113" y="584"/>
                </a:lnTo>
                <a:lnTo>
                  <a:pt x="3114" y="612"/>
                </a:lnTo>
                <a:lnTo>
                  <a:pt x="3114" y="592"/>
                </a:lnTo>
                <a:lnTo>
                  <a:pt x="3115" y="584"/>
                </a:lnTo>
                <a:lnTo>
                  <a:pt x="3115" y="622"/>
                </a:lnTo>
                <a:lnTo>
                  <a:pt x="3116" y="555"/>
                </a:lnTo>
                <a:lnTo>
                  <a:pt x="3116" y="581"/>
                </a:lnTo>
                <a:lnTo>
                  <a:pt x="3116" y="575"/>
                </a:lnTo>
                <a:lnTo>
                  <a:pt x="3117" y="555"/>
                </a:lnTo>
                <a:lnTo>
                  <a:pt x="3117" y="595"/>
                </a:lnTo>
                <a:lnTo>
                  <a:pt x="3118" y="570"/>
                </a:lnTo>
                <a:lnTo>
                  <a:pt x="3118" y="584"/>
                </a:lnTo>
                <a:lnTo>
                  <a:pt x="3119" y="586"/>
                </a:lnTo>
                <a:lnTo>
                  <a:pt x="3119" y="597"/>
                </a:lnTo>
                <a:lnTo>
                  <a:pt x="3119" y="546"/>
                </a:lnTo>
                <a:lnTo>
                  <a:pt x="3120" y="588"/>
                </a:lnTo>
                <a:lnTo>
                  <a:pt x="3120" y="565"/>
                </a:lnTo>
                <a:lnTo>
                  <a:pt x="3121" y="618"/>
                </a:lnTo>
                <a:lnTo>
                  <a:pt x="3121" y="555"/>
                </a:lnTo>
                <a:lnTo>
                  <a:pt x="3122" y="558"/>
                </a:lnTo>
                <a:lnTo>
                  <a:pt x="3122" y="577"/>
                </a:lnTo>
                <a:lnTo>
                  <a:pt x="3123" y="584"/>
                </a:lnTo>
                <a:lnTo>
                  <a:pt x="3123" y="570"/>
                </a:lnTo>
                <a:lnTo>
                  <a:pt x="3123" y="531"/>
                </a:lnTo>
                <a:lnTo>
                  <a:pt x="3124" y="614"/>
                </a:lnTo>
                <a:lnTo>
                  <a:pt x="3124" y="562"/>
                </a:lnTo>
                <a:lnTo>
                  <a:pt x="3125" y="596"/>
                </a:lnTo>
                <a:lnTo>
                  <a:pt x="3125" y="577"/>
                </a:lnTo>
                <a:lnTo>
                  <a:pt x="3126" y="582"/>
                </a:lnTo>
                <a:lnTo>
                  <a:pt x="3126" y="586"/>
                </a:lnTo>
                <a:lnTo>
                  <a:pt x="3127" y="576"/>
                </a:lnTo>
                <a:lnTo>
                  <a:pt x="3127" y="599"/>
                </a:lnTo>
                <a:lnTo>
                  <a:pt x="3127" y="555"/>
                </a:lnTo>
                <a:lnTo>
                  <a:pt x="3128" y="612"/>
                </a:lnTo>
                <a:lnTo>
                  <a:pt x="3128" y="564"/>
                </a:lnTo>
                <a:lnTo>
                  <a:pt x="3129" y="582"/>
                </a:lnTo>
                <a:lnTo>
                  <a:pt x="3129" y="599"/>
                </a:lnTo>
                <a:lnTo>
                  <a:pt x="3130" y="570"/>
                </a:lnTo>
                <a:lnTo>
                  <a:pt x="3130" y="607"/>
                </a:lnTo>
                <a:lnTo>
                  <a:pt x="3130" y="573"/>
                </a:lnTo>
                <a:lnTo>
                  <a:pt x="3131" y="604"/>
                </a:lnTo>
                <a:lnTo>
                  <a:pt x="3131" y="564"/>
                </a:lnTo>
                <a:lnTo>
                  <a:pt x="3132" y="593"/>
                </a:lnTo>
                <a:lnTo>
                  <a:pt x="3132" y="583"/>
                </a:lnTo>
                <a:lnTo>
                  <a:pt x="3133" y="567"/>
                </a:lnTo>
                <a:lnTo>
                  <a:pt x="3133" y="589"/>
                </a:lnTo>
                <a:lnTo>
                  <a:pt x="3134" y="574"/>
                </a:lnTo>
                <a:lnTo>
                  <a:pt x="3134" y="605"/>
                </a:lnTo>
                <a:lnTo>
                  <a:pt x="3134" y="560"/>
                </a:lnTo>
                <a:lnTo>
                  <a:pt x="3135" y="537"/>
                </a:lnTo>
                <a:lnTo>
                  <a:pt x="3135" y="514"/>
                </a:lnTo>
                <a:lnTo>
                  <a:pt x="3135" y="571"/>
                </a:lnTo>
                <a:lnTo>
                  <a:pt x="3135" y="556"/>
                </a:lnTo>
                <a:lnTo>
                  <a:pt x="3136" y="610"/>
                </a:lnTo>
                <a:lnTo>
                  <a:pt x="3136" y="541"/>
                </a:lnTo>
                <a:lnTo>
                  <a:pt x="3136" y="557"/>
                </a:lnTo>
                <a:lnTo>
                  <a:pt x="3137" y="583"/>
                </a:lnTo>
                <a:lnTo>
                  <a:pt x="3137" y="547"/>
                </a:lnTo>
                <a:lnTo>
                  <a:pt x="3138" y="578"/>
                </a:lnTo>
                <a:lnTo>
                  <a:pt x="3138" y="582"/>
                </a:lnTo>
                <a:lnTo>
                  <a:pt x="3139" y="562"/>
                </a:lnTo>
                <a:lnTo>
                  <a:pt x="3139" y="594"/>
                </a:lnTo>
                <a:lnTo>
                  <a:pt x="3140" y="551"/>
                </a:lnTo>
                <a:lnTo>
                  <a:pt x="3140" y="594"/>
                </a:lnTo>
                <a:lnTo>
                  <a:pt x="3140" y="594"/>
                </a:lnTo>
                <a:lnTo>
                  <a:pt x="3141" y="591"/>
                </a:lnTo>
                <a:lnTo>
                  <a:pt x="3141" y="557"/>
                </a:lnTo>
                <a:lnTo>
                  <a:pt x="3142" y="586"/>
                </a:lnTo>
                <a:lnTo>
                  <a:pt x="3142" y="601"/>
                </a:lnTo>
                <a:lnTo>
                  <a:pt x="3143" y="586"/>
                </a:lnTo>
                <a:lnTo>
                  <a:pt x="3143" y="574"/>
                </a:lnTo>
                <a:lnTo>
                  <a:pt x="3143" y="598"/>
                </a:lnTo>
                <a:lnTo>
                  <a:pt x="3144" y="597"/>
                </a:lnTo>
                <a:lnTo>
                  <a:pt x="3144" y="530"/>
                </a:lnTo>
                <a:lnTo>
                  <a:pt x="3145" y="591"/>
                </a:lnTo>
                <a:lnTo>
                  <a:pt x="3145" y="581"/>
                </a:lnTo>
                <a:lnTo>
                  <a:pt x="3146" y="582"/>
                </a:lnTo>
                <a:lnTo>
                  <a:pt x="3146" y="583"/>
                </a:lnTo>
                <a:lnTo>
                  <a:pt x="3147" y="562"/>
                </a:lnTo>
                <a:lnTo>
                  <a:pt x="3147" y="555"/>
                </a:lnTo>
                <a:lnTo>
                  <a:pt x="3147" y="581"/>
                </a:lnTo>
                <a:lnTo>
                  <a:pt x="3148" y="601"/>
                </a:lnTo>
                <a:lnTo>
                  <a:pt x="3148" y="549"/>
                </a:lnTo>
                <a:lnTo>
                  <a:pt x="3149" y="577"/>
                </a:lnTo>
                <a:lnTo>
                  <a:pt x="3149" y="539"/>
                </a:lnTo>
                <a:lnTo>
                  <a:pt x="3150" y="622"/>
                </a:lnTo>
                <a:lnTo>
                  <a:pt x="3150" y="572"/>
                </a:lnTo>
                <a:lnTo>
                  <a:pt x="3151" y="537"/>
                </a:lnTo>
                <a:lnTo>
                  <a:pt x="3151" y="584"/>
                </a:lnTo>
                <a:lnTo>
                  <a:pt x="3151" y="582"/>
                </a:lnTo>
                <a:lnTo>
                  <a:pt x="3152" y="571"/>
                </a:lnTo>
                <a:lnTo>
                  <a:pt x="3152" y="588"/>
                </a:lnTo>
                <a:lnTo>
                  <a:pt x="3153" y="584"/>
                </a:lnTo>
                <a:lnTo>
                  <a:pt x="3153" y="585"/>
                </a:lnTo>
                <a:lnTo>
                  <a:pt x="3154" y="591"/>
                </a:lnTo>
                <a:lnTo>
                  <a:pt x="3154" y="553"/>
                </a:lnTo>
                <a:lnTo>
                  <a:pt x="3154" y="569"/>
                </a:lnTo>
                <a:lnTo>
                  <a:pt x="3155" y="574"/>
                </a:lnTo>
                <a:lnTo>
                  <a:pt x="3155" y="562"/>
                </a:lnTo>
                <a:lnTo>
                  <a:pt x="3156" y="586"/>
                </a:lnTo>
                <a:lnTo>
                  <a:pt x="3156" y="596"/>
                </a:lnTo>
                <a:lnTo>
                  <a:pt x="3157" y="593"/>
                </a:lnTo>
                <a:lnTo>
                  <a:pt x="3157" y="581"/>
                </a:lnTo>
                <a:lnTo>
                  <a:pt x="3158" y="603"/>
                </a:lnTo>
                <a:lnTo>
                  <a:pt x="3158" y="591"/>
                </a:lnTo>
                <a:lnTo>
                  <a:pt x="3158" y="592"/>
                </a:lnTo>
                <a:lnTo>
                  <a:pt x="3159" y="537"/>
                </a:lnTo>
                <a:lnTo>
                  <a:pt x="3159" y="639"/>
                </a:lnTo>
                <a:lnTo>
                  <a:pt x="3159" y="586"/>
                </a:lnTo>
                <a:lnTo>
                  <a:pt x="3159" y="547"/>
                </a:lnTo>
                <a:lnTo>
                  <a:pt x="3160" y="581"/>
                </a:lnTo>
                <a:lnTo>
                  <a:pt x="3160" y="568"/>
                </a:lnTo>
                <a:lnTo>
                  <a:pt x="3160" y="582"/>
                </a:lnTo>
                <a:lnTo>
                  <a:pt x="3161" y="598"/>
                </a:lnTo>
                <a:lnTo>
                  <a:pt x="3161" y="631"/>
                </a:lnTo>
                <a:lnTo>
                  <a:pt x="3162" y="581"/>
                </a:lnTo>
                <a:lnTo>
                  <a:pt x="3162" y="601"/>
                </a:lnTo>
                <a:lnTo>
                  <a:pt x="3163" y="602"/>
                </a:lnTo>
                <a:lnTo>
                  <a:pt x="3163" y="596"/>
                </a:lnTo>
                <a:lnTo>
                  <a:pt x="3164" y="550"/>
                </a:lnTo>
                <a:lnTo>
                  <a:pt x="3164" y="537"/>
                </a:lnTo>
                <a:lnTo>
                  <a:pt x="3164" y="583"/>
                </a:lnTo>
                <a:lnTo>
                  <a:pt x="3165" y="597"/>
                </a:lnTo>
                <a:lnTo>
                  <a:pt x="3165" y="611"/>
                </a:lnTo>
                <a:lnTo>
                  <a:pt x="3166" y="578"/>
                </a:lnTo>
                <a:lnTo>
                  <a:pt x="3166" y="551"/>
                </a:lnTo>
                <a:lnTo>
                  <a:pt x="3167" y="593"/>
                </a:lnTo>
                <a:lnTo>
                  <a:pt x="3167" y="637"/>
                </a:lnTo>
                <a:lnTo>
                  <a:pt x="3167" y="575"/>
                </a:lnTo>
                <a:lnTo>
                  <a:pt x="3168" y="568"/>
                </a:lnTo>
                <a:lnTo>
                  <a:pt x="3168" y="622"/>
                </a:lnTo>
                <a:lnTo>
                  <a:pt x="3169" y="586"/>
                </a:lnTo>
                <a:lnTo>
                  <a:pt x="3169" y="581"/>
                </a:lnTo>
                <a:lnTo>
                  <a:pt x="3170" y="591"/>
                </a:lnTo>
                <a:lnTo>
                  <a:pt x="3170" y="607"/>
                </a:lnTo>
                <a:lnTo>
                  <a:pt x="3171" y="569"/>
                </a:lnTo>
                <a:lnTo>
                  <a:pt x="3171" y="599"/>
                </a:lnTo>
                <a:lnTo>
                  <a:pt x="3171" y="621"/>
                </a:lnTo>
                <a:lnTo>
                  <a:pt x="3172" y="634"/>
                </a:lnTo>
                <a:lnTo>
                  <a:pt x="3172" y="565"/>
                </a:lnTo>
                <a:lnTo>
                  <a:pt x="3173" y="579"/>
                </a:lnTo>
                <a:lnTo>
                  <a:pt x="3173" y="589"/>
                </a:lnTo>
                <a:lnTo>
                  <a:pt x="3174" y="601"/>
                </a:lnTo>
                <a:lnTo>
                  <a:pt x="3174" y="603"/>
                </a:lnTo>
                <a:lnTo>
                  <a:pt x="3175" y="614"/>
                </a:lnTo>
                <a:lnTo>
                  <a:pt x="3175" y="601"/>
                </a:lnTo>
                <a:lnTo>
                  <a:pt x="3175" y="636"/>
                </a:lnTo>
                <a:lnTo>
                  <a:pt x="3176" y="608"/>
                </a:lnTo>
                <a:lnTo>
                  <a:pt x="3176" y="599"/>
                </a:lnTo>
                <a:lnTo>
                  <a:pt x="3177" y="580"/>
                </a:lnTo>
                <a:lnTo>
                  <a:pt x="3177" y="593"/>
                </a:lnTo>
                <a:lnTo>
                  <a:pt x="3178" y="576"/>
                </a:lnTo>
                <a:lnTo>
                  <a:pt x="3178" y="564"/>
                </a:lnTo>
                <a:lnTo>
                  <a:pt x="3178" y="571"/>
                </a:lnTo>
                <a:lnTo>
                  <a:pt x="3179" y="584"/>
                </a:lnTo>
                <a:lnTo>
                  <a:pt x="3179" y="592"/>
                </a:lnTo>
                <a:lnTo>
                  <a:pt x="3180" y="613"/>
                </a:lnTo>
                <a:lnTo>
                  <a:pt x="3180" y="578"/>
                </a:lnTo>
                <a:lnTo>
                  <a:pt x="3181" y="559"/>
                </a:lnTo>
                <a:lnTo>
                  <a:pt x="3181" y="586"/>
                </a:lnTo>
                <a:lnTo>
                  <a:pt x="3182" y="553"/>
                </a:lnTo>
                <a:lnTo>
                  <a:pt x="3182" y="625"/>
                </a:lnTo>
                <a:lnTo>
                  <a:pt x="3182" y="617"/>
                </a:lnTo>
                <a:lnTo>
                  <a:pt x="3183" y="575"/>
                </a:lnTo>
                <a:lnTo>
                  <a:pt x="3183" y="587"/>
                </a:lnTo>
                <a:lnTo>
                  <a:pt x="3183" y="565"/>
                </a:lnTo>
                <a:lnTo>
                  <a:pt x="3183" y="593"/>
                </a:lnTo>
                <a:lnTo>
                  <a:pt x="3184" y="610"/>
                </a:lnTo>
                <a:lnTo>
                  <a:pt x="3184" y="597"/>
                </a:lnTo>
                <a:lnTo>
                  <a:pt x="3184" y="624"/>
                </a:lnTo>
                <a:lnTo>
                  <a:pt x="3185" y="615"/>
                </a:lnTo>
                <a:lnTo>
                  <a:pt x="3185" y="572"/>
                </a:lnTo>
                <a:lnTo>
                  <a:pt x="3186" y="574"/>
                </a:lnTo>
                <a:lnTo>
                  <a:pt x="3186" y="585"/>
                </a:lnTo>
                <a:lnTo>
                  <a:pt x="3187" y="628"/>
                </a:lnTo>
                <a:lnTo>
                  <a:pt x="3187" y="599"/>
                </a:lnTo>
                <a:lnTo>
                  <a:pt x="3188" y="617"/>
                </a:lnTo>
                <a:lnTo>
                  <a:pt x="3188" y="567"/>
                </a:lnTo>
                <a:lnTo>
                  <a:pt x="3188" y="603"/>
                </a:lnTo>
                <a:lnTo>
                  <a:pt x="3189" y="613"/>
                </a:lnTo>
                <a:lnTo>
                  <a:pt x="3189" y="590"/>
                </a:lnTo>
                <a:lnTo>
                  <a:pt x="3190" y="604"/>
                </a:lnTo>
                <a:lnTo>
                  <a:pt x="3190" y="560"/>
                </a:lnTo>
                <a:lnTo>
                  <a:pt x="3191" y="606"/>
                </a:lnTo>
                <a:lnTo>
                  <a:pt x="3191" y="619"/>
                </a:lnTo>
                <a:lnTo>
                  <a:pt x="3191" y="635"/>
                </a:lnTo>
                <a:lnTo>
                  <a:pt x="3192" y="590"/>
                </a:lnTo>
                <a:lnTo>
                  <a:pt x="3192" y="601"/>
                </a:lnTo>
                <a:lnTo>
                  <a:pt x="3193" y="618"/>
                </a:lnTo>
                <a:lnTo>
                  <a:pt x="3193" y="563"/>
                </a:lnTo>
                <a:lnTo>
                  <a:pt x="3194" y="574"/>
                </a:lnTo>
                <a:lnTo>
                  <a:pt x="3194" y="588"/>
                </a:lnTo>
                <a:lnTo>
                  <a:pt x="3195" y="560"/>
                </a:lnTo>
                <a:lnTo>
                  <a:pt x="3195" y="574"/>
                </a:lnTo>
                <a:lnTo>
                  <a:pt x="3195" y="604"/>
                </a:lnTo>
                <a:lnTo>
                  <a:pt x="3196" y="609"/>
                </a:lnTo>
                <a:lnTo>
                  <a:pt x="3196" y="569"/>
                </a:lnTo>
                <a:lnTo>
                  <a:pt x="3197" y="578"/>
                </a:lnTo>
                <a:lnTo>
                  <a:pt x="3197" y="583"/>
                </a:lnTo>
                <a:lnTo>
                  <a:pt x="3198" y="603"/>
                </a:lnTo>
                <a:lnTo>
                  <a:pt x="3198" y="573"/>
                </a:lnTo>
                <a:lnTo>
                  <a:pt x="3199" y="601"/>
                </a:lnTo>
                <a:lnTo>
                  <a:pt x="3199" y="586"/>
                </a:lnTo>
                <a:lnTo>
                  <a:pt x="3199" y="555"/>
                </a:lnTo>
                <a:lnTo>
                  <a:pt x="3200" y="598"/>
                </a:lnTo>
                <a:lnTo>
                  <a:pt x="3200" y="616"/>
                </a:lnTo>
                <a:lnTo>
                  <a:pt x="3201" y="605"/>
                </a:lnTo>
                <a:lnTo>
                  <a:pt x="3201" y="562"/>
                </a:lnTo>
                <a:lnTo>
                  <a:pt x="3202" y="578"/>
                </a:lnTo>
                <a:lnTo>
                  <a:pt x="3202" y="586"/>
                </a:lnTo>
                <a:lnTo>
                  <a:pt x="3202" y="592"/>
                </a:lnTo>
                <a:lnTo>
                  <a:pt x="3203" y="572"/>
                </a:lnTo>
                <a:lnTo>
                  <a:pt x="3203" y="599"/>
                </a:lnTo>
                <a:lnTo>
                  <a:pt x="3204" y="575"/>
                </a:lnTo>
                <a:lnTo>
                  <a:pt x="3204" y="596"/>
                </a:lnTo>
                <a:lnTo>
                  <a:pt x="3205" y="599"/>
                </a:lnTo>
                <a:lnTo>
                  <a:pt x="3205" y="593"/>
                </a:lnTo>
                <a:lnTo>
                  <a:pt x="3206" y="587"/>
                </a:lnTo>
                <a:lnTo>
                  <a:pt x="3206" y="581"/>
                </a:lnTo>
                <a:lnTo>
                  <a:pt x="3206" y="574"/>
                </a:lnTo>
                <a:lnTo>
                  <a:pt x="3207" y="656"/>
                </a:lnTo>
                <a:lnTo>
                  <a:pt x="3207" y="595"/>
                </a:lnTo>
                <a:lnTo>
                  <a:pt x="3207" y="586"/>
                </a:lnTo>
                <a:lnTo>
                  <a:pt x="3207" y="547"/>
                </a:lnTo>
                <a:lnTo>
                  <a:pt x="3208" y="600"/>
                </a:lnTo>
                <a:lnTo>
                  <a:pt x="3208" y="574"/>
                </a:lnTo>
                <a:lnTo>
                  <a:pt x="3208" y="546"/>
                </a:lnTo>
                <a:lnTo>
                  <a:pt x="3209" y="604"/>
                </a:lnTo>
                <a:lnTo>
                  <a:pt x="3209" y="568"/>
                </a:lnTo>
                <a:lnTo>
                  <a:pt x="3210" y="593"/>
                </a:lnTo>
                <a:lnTo>
                  <a:pt x="3210" y="586"/>
                </a:lnTo>
                <a:lnTo>
                  <a:pt x="3211" y="592"/>
                </a:lnTo>
                <a:lnTo>
                  <a:pt x="3211" y="590"/>
                </a:lnTo>
                <a:lnTo>
                  <a:pt x="3212" y="519"/>
                </a:lnTo>
                <a:lnTo>
                  <a:pt x="3212" y="558"/>
                </a:lnTo>
                <a:lnTo>
                  <a:pt x="3212" y="552"/>
                </a:lnTo>
                <a:lnTo>
                  <a:pt x="3213" y="564"/>
                </a:lnTo>
                <a:lnTo>
                  <a:pt x="3213" y="608"/>
                </a:lnTo>
                <a:lnTo>
                  <a:pt x="3214" y="566"/>
                </a:lnTo>
                <a:lnTo>
                  <a:pt x="3214" y="552"/>
                </a:lnTo>
                <a:lnTo>
                  <a:pt x="3215" y="591"/>
                </a:lnTo>
                <a:lnTo>
                  <a:pt x="3215" y="554"/>
                </a:lnTo>
                <a:lnTo>
                  <a:pt x="3215" y="559"/>
                </a:lnTo>
                <a:lnTo>
                  <a:pt x="3216" y="536"/>
                </a:lnTo>
                <a:lnTo>
                  <a:pt x="3216" y="582"/>
                </a:lnTo>
                <a:lnTo>
                  <a:pt x="3217" y="596"/>
                </a:lnTo>
                <a:lnTo>
                  <a:pt x="3217" y="581"/>
                </a:lnTo>
                <a:lnTo>
                  <a:pt x="3218" y="543"/>
                </a:lnTo>
                <a:lnTo>
                  <a:pt x="3218" y="610"/>
                </a:lnTo>
                <a:lnTo>
                  <a:pt x="3219" y="615"/>
                </a:lnTo>
                <a:lnTo>
                  <a:pt x="3219" y="571"/>
                </a:lnTo>
                <a:lnTo>
                  <a:pt x="3219" y="582"/>
                </a:lnTo>
                <a:lnTo>
                  <a:pt x="3220" y="572"/>
                </a:lnTo>
                <a:lnTo>
                  <a:pt x="3220" y="553"/>
                </a:lnTo>
                <a:lnTo>
                  <a:pt x="3221" y="584"/>
                </a:lnTo>
                <a:lnTo>
                  <a:pt x="3221" y="611"/>
                </a:lnTo>
                <a:lnTo>
                  <a:pt x="3222" y="530"/>
                </a:lnTo>
                <a:lnTo>
                  <a:pt x="3222" y="593"/>
                </a:lnTo>
                <a:lnTo>
                  <a:pt x="3223" y="594"/>
                </a:lnTo>
                <a:lnTo>
                  <a:pt x="3223" y="549"/>
                </a:lnTo>
                <a:lnTo>
                  <a:pt x="3223" y="581"/>
                </a:lnTo>
                <a:lnTo>
                  <a:pt x="3224" y="574"/>
                </a:lnTo>
                <a:lnTo>
                  <a:pt x="3224" y="562"/>
                </a:lnTo>
                <a:lnTo>
                  <a:pt x="3225" y="550"/>
                </a:lnTo>
                <a:lnTo>
                  <a:pt x="3225" y="580"/>
                </a:lnTo>
                <a:lnTo>
                  <a:pt x="3226" y="541"/>
                </a:lnTo>
                <a:lnTo>
                  <a:pt x="3226" y="617"/>
                </a:lnTo>
                <a:lnTo>
                  <a:pt x="3226" y="557"/>
                </a:lnTo>
                <a:lnTo>
                  <a:pt x="3227" y="590"/>
                </a:lnTo>
                <a:lnTo>
                  <a:pt x="3227" y="544"/>
                </a:lnTo>
                <a:lnTo>
                  <a:pt x="3228" y="570"/>
                </a:lnTo>
                <a:lnTo>
                  <a:pt x="3228" y="587"/>
                </a:lnTo>
                <a:lnTo>
                  <a:pt x="3229" y="560"/>
                </a:lnTo>
                <a:lnTo>
                  <a:pt x="3229" y="555"/>
                </a:lnTo>
                <a:lnTo>
                  <a:pt x="3230" y="561"/>
                </a:lnTo>
                <a:lnTo>
                  <a:pt x="3230" y="595"/>
                </a:lnTo>
                <a:lnTo>
                  <a:pt x="3230" y="584"/>
                </a:lnTo>
                <a:lnTo>
                  <a:pt x="3231" y="574"/>
                </a:lnTo>
                <a:lnTo>
                  <a:pt x="3231" y="575"/>
                </a:lnTo>
                <a:lnTo>
                  <a:pt x="3232" y="559"/>
                </a:lnTo>
                <a:lnTo>
                  <a:pt x="3232" y="616"/>
                </a:lnTo>
                <a:lnTo>
                  <a:pt x="3232" y="568"/>
                </a:lnTo>
                <a:lnTo>
                  <a:pt x="3232" y="581"/>
                </a:lnTo>
                <a:lnTo>
                  <a:pt x="3232" y="592"/>
                </a:lnTo>
                <a:lnTo>
                  <a:pt x="3233" y="591"/>
                </a:lnTo>
                <a:lnTo>
                  <a:pt x="3233" y="580"/>
                </a:lnTo>
                <a:lnTo>
                  <a:pt x="3234" y="651"/>
                </a:lnTo>
                <a:lnTo>
                  <a:pt x="3234" y="590"/>
                </a:lnTo>
                <a:lnTo>
                  <a:pt x="3235" y="594"/>
                </a:lnTo>
                <a:lnTo>
                  <a:pt x="3235" y="565"/>
                </a:lnTo>
                <a:lnTo>
                  <a:pt x="3236" y="594"/>
                </a:lnTo>
                <a:lnTo>
                  <a:pt x="3236" y="582"/>
                </a:lnTo>
                <a:lnTo>
                  <a:pt x="3236" y="545"/>
                </a:lnTo>
                <a:lnTo>
                  <a:pt x="3237" y="558"/>
                </a:lnTo>
                <a:lnTo>
                  <a:pt x="3237" y="560"/>
                </a:lnTo>
                <a:lnTo>
                  <a:pt x="3238" y="588"/>
                </a:lnTo>
                <a:lnTo>
                  <a:pt x="3238" y="567"/>
                </a:lnTo>
                <a:lnTo>
                  <a:pt x="3239" y="584"/>
                </a:lnTo>
                <a:lnTo>
                  <a:pt x="3239" y="584"/>
                </a:lnTo>
                <a:lnTo>
                  <a:pt x="3239" y="571"/>
                </a:lnTo>
                <a:lnTo>
                  <a:pt x="3240" y="592"/>
                </a:lnTo>
                <a:lnTo>
                  <a:pt x="3240" y="549"/>
                </a:lnTo>
                <a:lnTo>
                  <a:pt x="3241" y="584"/>
                </a:lnTo>
                <a:lnTo>
                  <a:pt x="3241" y="568"/>
                </a:lnTo>
                <a:lnTo>
                  <a:pt x="3242" y="551"/>
                </a:lnTo>
                <a:lnTo>
                  <a:pt x="3242" y="561"/>
                </a:lnTo>
                <a:lnTo>
                  <a:pt x="3243" y="611"/>
                </a:lnTo>
                <a:lnTo>
                  <a:pt x="3243" y="573"/>
                </a:lnTo>
                <a:lnTo>
                  <a:pt x="3243" y="565"/>
                </a:lnTo>
                <a:lnTo>
                  <a:pt x="3244" y="564"/>
                </a:lnTo>
                <a:lnTo>
                  <a:pt x="3244" y="607"/>
                </a:lnTo>
                <a:lnTo>
                  <a:pt x="3245" y="597"/>
                </a:lnTo>
                <a:lnTo>
                  <a:pt x="3245" y="563"/>
                </a:lnTo>
                <a:lnTo>
                  <a:pt x="3246" y="600"/>
                </a:lnTo>
                <a:lnTo>
                  <a:pt x="3246" y="590"/>
                </a:lnTo>
                <a:lnTo>
                  <a:pt x="3247" y="552"/>
                </a:lnTo>
                <a:lnTo>
                  <a:pt x="3247" y="586"/>
                </a:lnTo>
                <a:lnTo>
                  <a:pt x="3247" y="601"/>
                </a:lnTo>
                <a:lnTo>
                  <a:pt x="3248" y="604"/>
                </a:lnTo>
                <a:lnTo>
                  <a:pt x="3248" y="579"/>
                </a:lnTo>
                <a:lnTo>
                  <a:pt x="3249" y="614"/>
                </a:lnTo>
                <a:lnTo>
                  <a:pt x="3249" y="592"/>
                </a:lnTo>
                <a:lnTo>
                  <a:pt x="3250" y="580"/>
                </a:lnTo>
                <a:lnTo>
                  <a:pt x="3250" y="561"/>
                </a:lnTo>
                <a:lnTo>
                  <a:pt x="3250" y="574"/>
                </a:lnTo>
                <a:lnTo>
                  <a:pt x="3251" y="603"/>
                </a:lnTo>
                <a:lnTo>
                  <a:pt x="3251" y="563"/>
                </a:lnTo>
                <a:lnTo>
                  <a:pt x="3252" y="594"/>
                </a:lnTo>
                <a:lnTo>
                  <a:pt x="3252" y="614"/>
                </a:lnTo>
                <a:lnTo>
                  <a:pt x="3253" y="592"/>
                </a:lnTo>
                <a:lnTo>
                  <a:pt x="3253" y="560"/>
                </a:lnTo>
                <a:lnTo>
                  <a:pt x="3254" y="586"/>
                </a:lnTo>
                <a:lnTo>
                  <a:pt x="3254" y="589"/>
                </a:lnTo>
                <a:lnTo>
                  <a:pt x="3254" y="556"/>
                </a:lnTo>
                <a:lnTo>
                  <a:pt x="3255" y="620"/>
                </a:lnTo>
                <a:lnTo>
                  <a:pt x="3255" y="617"/>
                </a:lnTo>
                <a:lnTo>
                  <a:pt x="3256" y="624"/>
                </a:lnTo>
                <a:lnTo>
                  <a:pt x="3256" y="583"/>
                </a:lnTo>
                <a:lnTo>
                  <a:pt x="3256" y="587"/>
                </a:lnTo>
                <a:lnTo>
                  <a:pt x="3256" y="560"/>
                </a:lnTo>
                <a:lnTo>
                  <a:pt x="3256" y="586"/>
                </a:lnTo>
                <a:lnTo>
                  <a:pt x="3257" y="600"/>
                </a:lnTo>
                <a:lnTo>
                  <a:pt x="3257" y="591"/>
                </a:lnTo>
                <a:lnTo>
                  <a:pt x="3258" y="589"/>
                </a:lnTo>
                <a:lnTo>
                  <a:pt x="3258" y="627"/>
                </a:lnTo>
                <a:lnTo>
                  <a:pt x="3259" y="536"/>
                </a:lnTo>
                <a:lnTo>
                  <a:pt x="3259" y="582"/>
                </a:lnTo>
                <a:lnTo>
                  <a:pt x="3260" y="588"/>
                </a:lnTo>
                <a:lnTo>
                  <a:pt x="3260" y="580"/>
                </a:lnTo>
                <a:lnTo>
                  <a:pt x="3260" y="578"/>
                </a:lnTo>
                <a:lnTo>
                  <a:pt x="3261" y="595"/>
                </a:lnTo>
                <a:lnTo>
                  <a:pt x="3261" y="606"/>
                </a:lnTo>
                <a:lnTo>
                  <a:pt x="3262" y="581"/>
                </a:lnTo>
                <a:lnTo>
                  <a:pt x="3262" y="585"/>
                </a:lnTo>
                <a:lnTo>
                  <a:pt x="3263" y="610"/>
                </a:lnTo>
                <a:lnTo>
                  <a:pt x="3263" y="563"/>
                </a:lnTo>
                <a:lnTo>
                  <a:pt x="3264" y="586"/>
                </a:lnTo>
                <a:lnTo>
                  <a:pt x="3264" y="578"/>
                </a:lnTo>
                <a:lnTo>
                  <a:pt x="3264" y="564"/>
                </a:lnTo>
                <a:lnTo>
                  <a:pt x="3265" y="592"/>
                </a:lnTo>
                <a:lnTo>
                  <a:pt x="3265" y="586"/>
                </a:lnTo>
                <a:lnTo>
                  <a:pt x="3266" y="576"/>
                </a:lnTo>
                <a:lnTo>
                  <a:pt x="3266" y="608"/>
                </a:lnTo>
                <a:lnTo>
                  <a:pt x="3267" y="591"/>
                </a:lnTo>
                <a:lnTo>
                  <a:pt x="3267" y="590"/>
                </a:lnTo>
                <a:lnTo>
                  <a:pt x="3267" y="612"/>
                </a:lnTo>
                <a:lnTo>
                  <a:pt x="3268" y="545"/>
                </a:lnTo>
                <a:lnTo>
                  <a:pt x="3268" y="622"/>
                </a:lnTo>
                <a:lnTo>
                  <a:pt x="3269" y="619"/>
                </a:lnTo>
                <a:lnTo>
                  <a:pt x="3269" y="565"/>
                </a:lnTo>
                <a:lnTo>
                  <a:pt x="3270" y="578"/>
                </a:lnTo>
                <a:lnTo>
                  <a:pt x="3270" y="613"/>
                </a:lnTo>
                <a:lnTo>
                  <a:pt x="3271" y="580"/>
                </a:lnTo>
                <a:lnTo>
                  <a:pt x="3271" y="562"/>
                </a:lnTo>
                <a:lnTo>
                  <a:pt x="3271" y="592"/>
                </a:lnTo>
                <a:lnTo>
                  <a:pt x="3272" y="537"/>
                </a:lnTo>
                <a:lnTo>
                  <a:pt x="3272" y="627"/>
                </a:lnTo>
                <a:lnTo>
                  <a:pt x="3273" y="577"/>
                </a:lnTo>
                <a:lnTo>
                  <a:pt x="3273" y="567"/>
                </a:lnTo>
                <a:lnTo>
                  <a:pt x="3274" y="572"/>
                </a:lnTo>
                <a:lnTo>
                  <a:pt x="3274" y="595"/>
                </a:lnTo>
                <a:lnTo>
                  <a:pt x="3274" y="596"/>
                </a:lnTo>
                <a:lnTo>
                  <a:pt x="3275" y="581"/>
                </a:lnTo>
                <a:lnTo>
                  <a:pt x="3275" y="573"/>
                </a:lnTo>
                <a:lnTo>
                  <a:pt x="3276" y="577"/>
                </a:lnTo>
                <a:lnTo>
                  <a:pt x="3276" y="568"/>
                </a:lnTo>
                <a:lnTo>
                  <a:pt x="3277" y="610"/>
                </a:lnTo>
                <a:lnTo>
                  <a:pt x="3277" y="594"/>
                </a:lnTo>
                <a:lnTo>
                  <a:pt x="3278" y="609"/>
                </a:lnTo>
                <a:lnTo>
                  <a:pt x="3278" y="596"/>
                </a:lnTo>
                <a:lnTo>
                  <a:pt x="3278" y="567"/>
                </a:lnTo>
                <a:lnTo>
                  <a:pt x="3279" y="586"/>
                </a:lnTo>
                <a:lnTo>
                  <a:pt x="3279" y="534"/>
                </a:lnTo>
                <a:lnTo>
                  <a:pt x="3280" y="584"/>
                </a:lnTo>
                <a:lnTo>
                  <a:pt x="3280" y="586"/>
                </a:lnTo>
                <a:lnTo>
                  <a:pt x="3280" y="585"/>
                </a:lnTo>
                <a:lnTo>
                  <a:pt x="3280" y="600"/>
                </a:lnTo>
                <a:lnTo>
                  <a:pt x="3280" y="587"/>
                </a:lnTo>
                <a:lnTo>
                  <a:pt x="3281" y="562"/>
                </a:lnTo>
                <a:lnTo>
                  <a:pt x="3281" y="584"/>
                </a:lnTo>
                <a:lnTo>
                  <a:pt x="3282" y="602"/>
                </a:lnTo>
                <a:lnTo>
                  <a:pt x="3282" y="604"/>
                </a:lnTo>
                <a:lnTo>
                  <a:pt x="3283" y="594"/>
                </a:lnTo>
                <a:lnTo>
                  <a:pt x="3283" y="583"/>
                </a:lnTo>
                <a:lnTo>
                  <a:pt x="3284" y="560"/>
                </a:lnTo>
                <a:lnTo>
                  <a:pt x="3284" y="611"/>
                </a:lnTo>
                <a:lnTo>
                  <a:pt x="3284" y="590"/>
                </a:lnTo>
                <a:lnTo>
                  <a:pt x="3285" y="580"/>
                </a:lnTo>
                <a:lnTo>
                  <a:pt x="3285" y="621"/>
                </a:lnTo>
                <a:lnTo>
                  <a:pt x="3286" y="600"/>
                </a:lnTo>
                <a:lnTo>
                  <a:pt x="3286" y="596"/>
                </a:lnTo>
                <a:lnTo>
                  <a:pt x="3287" y="598"/>
                </a:lnTo>
                <a:lnTo>
                  <a:pt x="3287" y="578"/>
                </a:lnTo>
                <a:lnTo>
                  <a:pt x="3288" y="585"/>
                </a:lnTo>
                <a:lnTo>
                  <a:pt x="3288" y="592"/>
                </a:lnTo>
                <a:lnTo>
                  <a:pt x="3288" y="571"/>
                </a:lnTo>
                <a:lnTo>
                  <a:pt x="3289" y="544"/>
                </a:lnTo>
                <a:lnTo>
                  <a:pt x="3289" y="546"/>
                </a:lnTo>
                <a:lnTo>
                  <a:pt x="3290" y="619"/>
                </a:lnTo>
                <a:lnTo>
                  <a:pt x="3290" y="567"/>
                </a:lnTo>
                <a:lnTo>
                  <a:pt x="3291" y="583"/>
                </a:lnTo>
                <a:lnTo>
                  <a:pt x="3291" y="575"/>
                </a:lnTo>
                <a:lnTo>
                  <a:pt x="3291" y="586"/>
                </a:lnTo>
                <a:lnTo>
                  <a:pt x="3292" y="576"/>
                </a:lnTo>
                <a:lnTo>
                  <a:pt x="3292" y="575"/>
                </a:lnTo>
                <a:lnTo>
                  <a:pt x="3293" y="589"/>
                </a:lnTo>
                <a:lnTo>
                  <a:pt x="3293" y="596"/>
                </a:lnTo>
                <a:lnTo>
                  <a:pt x="3294" y="586"/>
                </a:lnTo>
                <a:lnTo>
                  <a:pt x="3294" y="572"/>
                </a:lnTo>
                <a:lnTo>
                  <a:pt x="3295" y="564"/>
                </a:lnTo>
                <a:lnTo>
                  <a:pt x="3295" y="559"/>
                </a:lnTo>
                <a:lnTo>
                  <a:pt x="3295" y="586"/>
                </a:lnTo>
                <a:lnTo>
                  <a:pt x="3296" y="570"/>
                </a:lnTo>
                <a:lnTo>
                  <a:pt x="3296" y="556"/>
                </a:lnTo>
                <a:lnTo>
                  <a:pt x="3297" y="551"/>
                </a:lnTo>
                <a:lnTo>
                  <a:pt x="3297" y="576"/>
                </a:lnTo>
                <a:lnTo>
                  <a:pt x="3298" y="580"/>
                </a:lnTo>
                <a:lnTo>
                  <a:pt x="3298" y="570"/>
                </a:lnTo>
                <a:lnTo>
                  <a:pt x="3298" y="598"/>
                </a:lnTo>
                <a:lnTo>
                  <a:pt x="3299" y="578"/>
                </a:lnTo>
                <a:lnTo>
                  <a:pt x="3299" y="559"/>
                </a:lnTo>
                <a:lnTo>
                  <a:pt x="3300" y="561"/>
                </a:lnTo>
                <a:lnTo>
                  <a:pt x="3300" y="579"/>
                </a:lnTo>
                <a:lnTo>
                  <a:pt x="3301" y="569"/>
                </a:lnTo>
                <a:lnTo>
                  <a:pt x="3301" y="590"/>
                </a:lnTo>
                <a:lnTo>
                  <a:pt x="3302" y="559"/>
                </a:lnTo>
                <a:lnTo>
                  <a:pt x="3302" y="575"/>
                </a:lnTo>
                <a:lnTo>
                  <a:pt x="3302" y="579"/>
                </a:lnTo>
                <a:lnTo>
                  <a:pt x="3303" y="581"/>
                </a:lnTo>
                <a:lnTo>
                  <a:pt x="3303" y="574"/>
                </a:lnTo>
                <a:lnTo>
                  <a:pt x="3304" y="582"/>
                </a:lnTo>
                <a:lnTo>
                  <a:pt x="3304" y="559"/>
                </a:lnTo>
                <a:lnTo>
                  <a:pt x="3304" y="581"/>
                </a:lnTo>
                <a:lnTo>
                  <a:pt x="3304" y="539"/>
                </a:lnTo>
                <a:lnTo>
                  <a:pt x="3304" y="542"/>
                </a:lnTo>
                <a:lnTo>
                  <a:pt x="3305" y="590"/>
                </a:lnTo>
                <a:lnTo>
                  <a:pt x="3305" y="571"/>
                </a:lnTo>
                <a:lnTo>
                  <a:pt x="3306" y="586"/>
                </a:lnTo>
                <a:lnTo>
                  <a:pt x="3306" y="579"/>
                </a:lnTo>
                <a:lnTo>
                  <a:pt x="3307" y="531"/>
                </a:lnTo>
                <a:lnTo>
                  <a:pt x="3307" y="579"/>
                </a:lnTo>
                <a:lnTo>
                  <a:pt x="3308" y="564"/>
                </a:lnTo>
                <a:lnTo>
                  <a:pt x="3308" y="562"/>
                </a:lnTo>
                <a:lnTo>
                  <a:pt x="3308" y="593"/>
                </a:lnTo>
                <a:lnTo>
                  <a:pt x="3309" y="590"/>
                </a:lnTo>
                <a:lnTo>
                  <a:pt x="3309" y="597"/>
                </a:lnTo>
                <a:lnTo>
                  <a:pt x="3310" y="591"/>
                </a:lnTo>
                <a:lnTo>
                  <a:pt x="3310" y="632"/>
                </a:lnTo>
                <a:lnTo>
                  <a:pt x="3311" y="562"/>
                </a:lnTo>
                <a:lnTo>
                  <a:pt x="3311" y="531"/>
                </a:lnTo>
                <a:lnTo>
                  <a:pt x="3312" y="570"/>
                </a:lnTo>
                <a:lnTo>
                  <a:pt x="3312" y="603"/>
                </a:lnTo>
                <a:lnTo>
                  <a:pt x="3312" y="586"/>
                </a:lnTo>
                <a:lnTo>
                  <a:pt x="3313" y="583"/>
                </a:lnTo>
                <a:lnTo>
                  <a:pt x="3313" y="594"/>
                </a:lnTo>
                <a:lnTo>
                  <a:pt x="3314" y="556"/>
                </a:lnTo>
                <a:lnTo>
                  <a:pt x="3314" y="557"/>
                </a:lnTo>
                <a:lnTo>
                  <a:pt x="3315" y="598"/>
                </a:lnTo>
                <a:lnTo>
                  <a:pt x="3315" y="560"/>
                </a:lnTo>
                <a:lnTo>
                  <a:pt x="3315" y="543"/>
                </a:lnTo>
                <a:lnTo>
                  <a:pt x="3316" y="536"/>
                </a:lnTo>
                <a:lnTo>
                  <a:pt x="3316" y="515"/>
                </a:lnTo>
                <a:lnTo>
                  <a:pt x="3317" y="594"/>
                </a:lnTo>
                <a:lnTo>
                  <a:pt x="3317" y="516"/>
                </a:lnTo>
                <a:lnTo>
                  <a:pt x="3318" y="583"/>
                </a:lnTo>
                <a:lnTo>
                  <a:pt x="3318" y="588"/>
                </a:lnTo>
                <a:lnTo>
                  <a:pt x="3319" y="569"/>
                </a:lnTo>
                <a:lnTo>
                  <a:pt x="3319" y="588"/>
                </a:lnTo>
                <a:lnTo>
                  <a:pt x="3319" y="568"/>
                </a:lnTo>
                <a:lnTo>
                  <a:pt x="3320" y="604"/>
                </a:lnTo>
                <a:lnTo>
                  <a:pt x="3320" y="582"/>
                </a:lnTo>
                <a:lnTo>
                  <a:pt x="3321" y="551"/>
                </a:lnTo>
                <a:lnTo>
                  <a:pt x="3321" y="579"/>
                </a:lnTo>
                <a:lnTo>
                  <a:pt x="3322" y="575"/>
                </a:lnTo>
                <a:lnTo>
                  <a:pt x="3322" y="568"/>
                </a:lnTo>
                <a:lnTo>
                  <a:pt x="3322" y="554"/>
                </a:lnTo>
                <a:lnTo>
                  <a:pt x="3323" y="613"/>
                </a:lnTo>
                <a:lnTo>
                  <a:pt x="3323" y="567"/>
                </a:lnTo>
                <a:lnTo>
                  <a:pt x="3324" y="585"/>
                </a:lnTo>
                <a:lnTo>
                  <a:pt x="3324" y="576"/>
                </a:lnTo>
                <a:lnTo>
                  <a:pt x="3325" y="558"/>
                </a:lnTo>
                <a:lnTo>
                  <a:pt x="3325" y="605"/>
                </a:lnTo>
                <a:lnTo>
                  <a:pt x="3326" y="602"/>
                </a:lnTo>
                <a:lnTo>
                  <a:pt x="3326" y="621"/>
                </a:lnTo>
                <a:lnTo>
                  <a:pt x="3326" y="592"/>
                </a:lnTo>
                <a:lnTo>
                  <a:pt x="3327" y="554"/>
                </a:lnTo>
                <a:lnTo>
                  <a:pt x="3327" y="585"/>
                </a:lnTo>
                <a:lnTo>
                  <a:pt x="3328" y="610"/>
                </a:lnTo>
                <a:lnTo>
                  <a:pt x="3328" y="592"/>
                </a:lnTo>
                <a:lnTo>
                  <a:pt x="3328" y="613"/>
                </a:lnTo>
                <a:lnTo>
                  <a:pt x="3328" y="607"/>
                </a:lnTo>
                <a:lnTo>
                  <a:pt x="3328" y="576"/>
                </a:lnTo>
                <a:lnTo>
                  <a:pt x="3329" y="609"/>
                </a:lnTo>
                <a:lnTo>
                  <a:pt x="3329" y="562"/>
                </a:lnTo>
                <a:lnTo>
                  <a:pt x="3330" y="586"/>
                </a:lnTo>
                <a:lnTo>
                  <a:pt x="3330" y="583"/>
                </a:lnTo>
                <a:lnTo>
                  <a:pt x="3331" y="591"/>
                </a:lnTo>
                <a:lnTo>
                  <a:pt x="3331" y="569"/>
                </a:lnTo>
                <a:lnTo>
                  <a:pt x="3332" y="569"/>
                </a:lnTo>
                <a:lnTo>
                  <a:pt x="3332" y="579"/>
                </a:lnTo>
                <a:lnTo>
                  <a:pt x="3332" y="575"/>
                </a:lnTo>
                <a:lnTo>
                  <a:pt x="3333" y="591"/>
                </a:lnTo>
                <a:lnTo>
                  <a:pt x="3333" y="576"/>
                </a:lnTo>
                <a:lnTo>
                  <a:pt x="3334" y="594"/>
                </a:lnTo>
                <a:lnTo>
                  <a:pt x="3334" y="587"/>
                </a:lnTo>
                <a:lnTo>
                  <a:pt x="3335" y="593"/>
                </a:lnTo>
                <a:lnTo>
                  <a:pt x="3335" y="598"/>
                </a:lnTo>
                <a:lnTo>
                  <a:pt x="3336" y="603"/>
                </a:lnTo>
                <a:lnTo>
                  <a:pt x="3336" y="579"/>
                </a:lnTo>
                <a:lnTo>
                  <a:pt x="3336" y="562"/>
                </a:lnTo>
                <a:lnTo>
                  <a:pt x="3337" y="565"/>
                </a:lnTo>
                <a:lnTo>
                  <a:pt x="3337" y="615"/>
                </a:lnTo>
                <a:lnTo>
                  <a:pt x="3338" y="563"/>
                </a:lnTo>
                <a:lnTo>
                  <a:pt x="3338" y="596"/>
                </a:lnTo>
                <a:lnTo>
                  <a:pt x="3339" y="578"/>
                </a:lnTo>
                <a:lnTo>
                  <a:pt x="3339" y="610"/>
                </a:lnTo>
                <a:lnTo>
                  <a:pt x="3339" y="587"/>
                </a:lnTo>
                <a:lnTo>
                  <a:pt x="3340" y="585"/>
                </a:lnTo>
                <a:lnTo>
                  <a:pt x="3340" y="622"/>
                </a:lnTo>
                <a:lnTo>
                  <a:pt x="3341" y="579"/>
                </a:lnTo>
                <a:lnTo>
                  <a:pt x="3341" y="563"/>
                </a:lnTo>
                <a:lnTo>
                  <a:pt x="3342" y="595"/>
                </a:lnTo>
                <a:lnTo>
                  <a:pt x="3342" y="563"/>
                </a:lnTo>
                <a:lnTo>
                  <a:pt x="3343" y="596"/>
                </a:lnTo>
                <a:lnTo>
                  <a:pt x="3343" y="574"/>
                </a:lnTo>
                <a:lnTo>
                  <a:pt x="3343" y="638"/>
                </a:lnTo>
                <a:lnTo>
                  <a:pt x="3344" y="542"/>
                </a:lnTo>
                <a:lnTo>
                  <a:pt x="3344" y="562"/>
                </a:lnTo>
                <a:lnTo>
                  <a:pt x="3345" y="598"/>
                </a:lnTo>
                <a:lnTo>
                  <a:pt x="3345" y="634"/>
                </a:lnTo>
                <a:lnTo>
                  <a:pt x="3346" y="586"/>
                </a:lnTo>
                <a:lnTo>
                  <a:pt x="3346" y="623"/>
                </a:lnTo>
                <a:lnTo>
                  <a:pt x="3346" y="584"/>
                </a:lnTo>
                <a:lnTo>
                  <a:pt x="3347" y="585"/>
                </a:lnTo>
                <a:lnTo>
                  <a:pt x="3347" y="612"/>
                </a:lnTo>
                <a:lnTo>
                  <a:pt x="3348" y="570"/>
                </a:lnTo>
                <a:lnTo>
                  <a:pt x="3348" y="576"/>
                </a:lnTo>
                <a:lnTo>
                  <a:pt x="3349" y="573"/>
                </a:lnTo>
                <a:lnTo>
                  <a:pt x="3349" y="593"/>
                </a:lnTo>
                <a:lnTo>
                  <a:pt x="3350" y="622"/>
                </a:lnTo>
                <a:lnTo>
                  <a:pt x="3350" y="573"/>
                </a:lnTo>
                <a:lnTo>
                  <a:pt x="3350" y="599"/>
                </a:lnTo>
                <a:lnTo>
                  <a:pt x="3351" y="622"/>
                </a:lnTo>
                <a:lnTo>
                  <a:pt x="3351" y="565"/>
                </a:lnTo>
                <a:lnTo>
                  <a:pt x="3352" y="549"/>
                </a:lnTo>
                <a:lnTo>
                  <a:pt x="3352" y="593"/>
                </a:lnTo>
                <a:lnTo>
                  <a:pt x="3352" y="548"/>
                </a:lnTo>
                <a:lnTo>
                  <a:pt x="3352" y="590"/>
                </a:lnTo>
                <a:lnTo>
                  <a:pt x="3352" y="600"/>
                </a:lnTo>
                <a:lnTo>
                  <a:pt x="3353" y="606"/>
                </a:lnTo>
                <a:lnTo>
                  <a:pt x="3353" y="559"/>
                </a:lnTo>
                <a:lnTo>
                  <a:pt x="3354" y="609"/>
                </a:lnTo>
                <a:lnTo>
                  <a:pt x="3354" y="577"/>
                </a:lnTo>
                <a:lnTo>
                  <a:pt x="3355" y="604"/>
                </a:lnTo>
                <a:lnTo>
                  <a:pt x="3355" y="601"/>
                </a:lnTo>
                <a:lnTo>
                  <a:pt x="3356" y="570"/>
                </a:lnTo>
                <a:lnTo>
                  <a:pt x="3356" y="599"/>
                </a:lnTo>
                <a:lnTo>
                  <a:pt x="3356" y="600"/>
                </a:lnTo>
                <a:lnTo>
                  <a:pt x="3357" y="567"/>
                </a:lnTo>
                <a:lnTo>
                  <a:pt x="3357" y="558"/>
                </a:lnTo>
                <a:lnTo>
                  <a:pt x="3358" y="577"/>
                </a:lnTo>
                <a:lnTo>
                  <a:pt x="3358" y="604"/>
                </a:lnTo>
                <a:lnTo>
                  <a:pt x="3359" y="601"/>
                </a:lnTo>
                <a:lnTo>
                  <a:pt x="3359" y="588"/>
                </a:lnTo>
                <a:lnTo>
                  <a:pt x="3360" y="584"/>
                </a:lnTo>
                <a:lnTo>
                  <a:pt x="3360" y="610"/>
                </a:lnTo>
                <a:lnTo>
                  <a:pt x="3360" y="574"/>
                </a:lnTo>
                <a:lnTo>
                  <a:pt x="3361" y="587"/>
                </a:lnTo>
                <a:lnTo>
                  <a:pt x="3361" y="624"/>
                </a:lnTo>
                <a:lnTo>
                  <a:pt x="3362" y="608"/>
                </a:lnTo>
                <a:lnTo>
                  <a:pt x="3362" y="599"/>
                </a:lnTo>
                <a:lnTo>
                  <a:pt x="3363" y="589"/>
                </a:lnTo>
                <a:lnTo>
                  <a:pt x="3363" y="549"/>
                </a:lnTo>
                <a:lnTo>
                  <a:pt x="3363" y="583"/>
                </a:lnTo>
                <a:lnTo>
                  <a:pt x="3364" y="605"/>
                </a:lnTo>
                <a:lnTo>
                  <a:pt x="3364" y="583"/>
                </a:lnTo>
                <a:lnTo>
                  <a:pt x="3365" y="594"/>
                </a:lnTo>
                <a:lnTo>
                  <a:pt x="3365" y="580"/>
                </a:lnTo>
                <a:lnTo>
                  <a:pt x="3366" y="574"/>
                </a:lnTo>
                <a:lnTo>
                  <a:pt x="3366" y="561"/>
                </a:lnTo>
                <a:lnTo>
                  <a:pt x="3367" y="586"/>
                </a:lnTo>
                <a:lnTo>
                  <a:pt x="3367" y="551"/>
                </a:lnTo>
                <a:lnTo>
                  <a:pt x="3367" y="566"/>
                </a:lnTo>
                <a:lnTo>
                  <a:pt x="3368" y="599"/>
                </a:lnTo>
                <a:lnTo>
                  <a:pt x="3368" y="538"/>
                </a:lnTo>
                <a:lnTo>
                  <a:pt x="3369" y="577"/>
                </a:lnTo>
                <a:lnTo>
                  <a:pt x="3369" y="601"/>
                </a:lnTo>
                <a:lnTo>
                  <a:pt x="3370" y="549"/>
                </a:lnTo>
                <a:lnTo>
                  <a:pt x="3370" y="539"/>
                </a:lnTo>
                <a:lnTo>
                  <a:pt x="3370" y="583"/>
                </a:lnTo>
                <a:lnTo>
                  <a:pt x="3371" y="592"/>
                </a:lnTo>
                <a:lnTo>
                  <a:pt x="3371" y="586"/>
                </a:lnTo>
                <a:lnTo>
                  <a:pt x="3372" y="566"/>
                </a:lnTo>
                <a:lnTo>
                  <a:pt x="3372" y="555"/>
                </a:lnTo>
                <a:lnTo>
                  <a:pt x="3373" y="569"/>
                </a:lnTo>
                <a:lnTo>
                  <a:pt x="3373" y="579"/>
                </a:lnTo>
                <a:lnTo>
                  <a:pt x="3374" y="549"/>
                </a:lnTo>
                <a:lnTo>
                  <a:pt x="3374" y="586"/>
                </a:lnTo>
                <a:lnTo>
                  <a:pt x="3374" y="559"/>
                </a:lnTo>
                <a:lnTo>
                  <a:pt x="3375" y="586"/>
                </a:lnTo>
                <a:lnTo>
                  <a:pt x="3375" y="570"/>
                </a:lnTo>
                <a:lnTo>
                  <a:pt x="3376" y="581"/>
                </a:lnTo>
                <a:lnTo>
                  <a:pt x="3376" y="580"/>
                </a:lnTo>
                <a:lnTo>
                  <a:pt x="3376" y="586"/>
                </a:lnTo>
                <a:lnTo>
                  <a:pt x="3376" y="550"/>
                </a:lnTo>
                <a:lnTo>
                  <a:pt x="3376" y="592"/>
                </a:lnTo>
                <a:lnTo>
                  <a:pt x="3377" y="592"/>
                </a:lnTo>
                <a:lnTo>
                  <a:pt x="3377" y="533"/>
                </a:lnTo>
                <a:lnTo>
                  <a:pt x="3378" y="557"/>
                </a:lnTo>
                <a:lnTo>
                  <a:pt x="3378" y="626"/>
                </a:lnTo>
                <a:lnTo>
                  <a:pt x="3379" y="587"/>
                </a:lnTo>
                <a:lnTo>
                  <a:pt x="3379" y="613"/>
                </a:lnTo>
                <a:lnTo>
                  <a:pt x="3380" y="595"/>
                </a:lnTo>
                <a:lnTo>
                  <a:pt x="3380" y="640"/>
                </a:lnTo>
                <a:lnTo>
                  <a:pt x="3380" y="578"/>
                </a:lnTo>
                <a:lnTo>
                  <a:pt x="3381" y="601"/>
                </a:lnTo>
                <a:lnTo>
                  <a:pt x="3381" y="571"/>
                </a:lnTo>
                <a:lnTo>
                  <a:pt x="3382" y="617"/>
                </a:lnTo>
                <a:lnTo>
                  <a:pt x="3382" y="568"/>
                </a:lnTo>
                <a:lnTo>
                  <a:pt x="3383" y="583"/>
                </a:lnTo>
                <a:lnTo>
                  <a:pt x="3383" y="514"/>
                </a:lnTo>
                <a:lnTo>
                  <a:pt x="3384" y="513"/>
                </a:lnTo>
                <a:lnTo>
                  <a:pt x="3384" y="533"/>
                </a:lnTo>
                <a:lnTo>
                  <a:pt x="3384" y="578"/>
                </a:lnTo>
                <a:lnTo>
                  <a:pt x="3385" y="471"/>
                </a:lnTo>
                <a:lnTo>
                  <a:pt x="3385" y="635"/>
                </a:lnTo>
                <a:lnTo>
                  <a:pt x="3386" y="630"/>
                </a:lnTo>
                <a:lnTo>
                  <a:pt x="3386" y="562"/>
                </a:lnTo>
                <a:lnTo>
                  <a:pt x="3387" y="431"/>
                </a:lnTo>
                <a:lnTo>
                  <a:pt x="3387" y="566"/>
                </a:lnTo>
                <a:lnTo>
                  <a:pt x="3387" y="564"/>
                </a:lnTo>
                <a:lnTo>
                  <a:pt x="3388" y="643"/>
                </a:lnTo>
                <a:lnTo>
                  <a:pt x="3388" y="489"/>
                </a:lnTo>
                <a:lnTo>
                  <a:pt x="3389" y="485"/>
                </a:lnTo>
                <a:lnTo>
                  <a:pt x="3389" y="492"/>
                </a:lnTo>
                <a:lnTo>
                  <a:pt x="3390" y="592"/>
                </a:lnTo>
                <a:lnTo>
                  <a:pt x="3390" y="598"/>
                </a:lnTo>
                <a:lnTo>
                  <a:pt x="3391" y="644"/>
                </a:lnTo>
                <a:lnTo>
                  <a:pt x="3391" y="536"/>
                </a:lnTo>
                <a:lnTo>
                  <a:pt x="3391" y="631"/>
                </a:lnTo>
                <a:lnTo>
                  <a:pt x="3392" y="640"/>
                </a:lnTo>
                <a:lnTo>
                  <a:pt x="3392" y="576"/>
                </a:lnTo>
                <a:lnTo>
                  <a:pt x="3393" y="582"/>
                </a:lnTo>
                <a:lnTo>
                  <a:pt x="3393" y="586"/>
                </a:lnTo>
                <a:lnTo>
                  <a:pt x="3394" y="491"/>
                </a:lnTo>
                <a:lnTo>
                  <a:pt x="3394" y="527"/>
                </a:lnTo>
                <a:lnTo>
                  <a:pt x="3394" y="562"/>
                </a:lnTo>
                <a:lnTo>
                  <a:pt x="3395" y="514"/>
                </a:lnTo>
                <a:lnTo>
                  <a:pt x="3395" y="636"/>
                </a:lnTo>
                <a:lnTo>
                  <a:pt x="3396" y="520"/>
                </a:lnTo>
                <a:lnTo>
                  <a:pt x="3396" y="514"/>
                </a:lnTo>
                <a:lnTo>
                  <a:pt x="3397" y="700"/>
                </a:lnTo>
                <a:lnTo>
                  <a:pt x="3397" y="415"/>
                </a:lnTo>
                <a:lnTo>
                  <a:pt x="3398" y="634"/>
                </a:lnTo>
                <a:lnTo>
                  <a:pt x="3398" y="519"/>
                </a:lnTo>
                <a:lnTo>
                  <a:pt x="3398" y="387"/>
                </a:lnTo>
                <a:lnTo>
                  <a:pt x="3399" y="414"/>
                </a:lnTo>
                <a:lnTo>
                  <a:pt x="3399" y="525"/>
                </a:lnTo>
                <a:lnTo>
                  <a:pt x="3400" y="577"/>
                </a:lnTo>
                <a:lnTo>
                  <a:pt x="3400" y="405"/>
                </a:lnTo>
                <a:lnTo>
                  <a:pt x="3400" y="440"/>
                </a:lnTo>
                <a:lnTo>
                  <a:pt x="3400" y="616"/>
                </a:lnTo>
                <a:lnTo>
                  <a:pt x="3401" y="642"/>
                </a:lnTo>
                <a:lnTo>
                  <a:pt x="3401" y="828"/>
                </a:lnTo>
                <a:lnTo>
                  <a:pt x="3401" y="511"/>
                </a:lnTo>
                <a:lnTo>
                  <a:pt x="3402" y="546"/>
                </a:lnTo>
                <a:lnTo>
                  <a:pt x="3402" y="371"/>
                </a:lnTo>
                <a:lnTo>
                  <a:pt x="3403" y="486"/>
                </a:lnTo>
                <a:lnTo>
                  <a:pt x="3403" y="346"/>
                </a:lnTo>
                <a:lnTo>
                  <a:pt x="3404" y="642"/>
                </a:lnTo>
                <a:lnTo>
                  <a:pt x="3404" y="378"/>
                </a:lnTo>
                <a:lnTo>
                  <a:pt x="3404" y="622"/>
                </a:lnTo>
                <a:lnTo>
                  <a:pt x="3405" y="435"/>
                </a:lnTo>
                <a:lnTo>
                  <a:pt x="3405" y="760"/>
                </a:lnTo>
                <a:lnTo>
                  <a:pt x="3406" y="517"/>
                </a:lnTo>
                <a:lnTo>
                  <a:pt x="3406" y="841"/>
                </a:lnTo>
                <a:lnTo>
                  <a:pt x="3407" y="594"/>
                </a:lnTo>
                <a:lnTo>
                  <a:pt x="3407" y="494"/>
                </a:lnTo>
                <a:lnTo>
                  <a:pt x="3408" y="635"/>
                </a:lnTo>
                <a:lnTo>
                  <a:pt x="3408" y="714"/>
                </a:lnTo>
                <a:lnTo>
                  <a:pt x="3408" y="441"/>
                </a:lnTo>
                <a:lnTo>
                  <a:pt x="3409" y="582"/>
                </a:lnTo>
                <a:lnTo>
                  <a:pt x="3409" y="639"/>
                </a:lnTo>
                <a:lnTo>
                  <a:pt x="3410" y="564"/>
                </a:lnTo>
                <a:lnTo>
                  <a:pt x="3410" y="191"/>
                </a:lnTo>
                <a:lnTo>
                  <a:pt x="3411" y="408"/>
                </a:lnTo>
                <a:lnTo>
                  <a:pt x="3411" y="409"/>
                </a:lnTo>
                <a:lnTo>
                  <a:pt x="3411" y="516"/>
                </a:lnTo>
                <a:lnTo>
                  <a:pt x="3412" y="558"/>
                </a:lnTo>
                <a:lnTo>
                  <a:pt x="3412" y="931"/>
                </a:lnTo>
                <a:lnTo>
                  <a:pt x="3413" y="685"/>
                </a:lnTo>
                <a:lnTo>
                  <a:pt x="3413" y="659"/>
                </a:lnTo>
                <a:lnTo>
                  <a:pt x="3414" y="863"/>
                </a:lnTo>
                <a:lnTo>
                  <a:pt x="3414" y="761"/>
                </a:lnTo>
                <a:lnTo>
                  <a:pt x="3415" y="883"/>
                </a:lnTo>
                <a:lnTo>
                  <a:pt x="3415" y="604"/>
                </a:lnTo>
                <a:lnTo>
                  <a:pt x="3415" y="482"/>
                </a:lnTo>
                <a:lnTo>
                  <a:pt x="3416" y="442"/>
                </a:lnTo>
                <a:lnTo>
                  <a:pt x="3416" y="544"/>
                </a:lnTo>
                <a:lnTo>
                  <a:pt x="3417" y="747"/>
                </a:lnTo>
                <a:lnTo>
                  <a:pt x="3417" y="889"/>
                </a:lnTo>
                <a:lnTo>
                  <a:pt x="3418" y="866"/>
                </a:lnTo>
                <a:lnTo>
                  <a:pt x="3418" y="797"/>
                </a:lnTo>
                <a:lnTo>
                  <a:pt x="3418" y="744"/>
                </a:lnTo>
                <a:lnTo>
                  <a:pt x="3419" y="640"/>
                </a:lnTo>
                <a:lnTo>
                  <a:pt x="3419" y="766"/>
                </a:lnTo>
                <a:lnTo>
                  <a:pt x="3420" y="572"/>
                </a:lnTo>
                <a:lnTo>
                  <a:pt x="3420" y="657"/>
                </a:lnTo>
                <a:lnTo>
                  <a:pt x="3421" y="623"/>
                </a:lnTo>
                <a:lnTo>
                  <a:pt x="3421" y="462"/>
                </a:lnTo>
                <a:lnTo>
                  <a:pt x="3422" y="800"/>
                </a:lnTo>
                <a:lnTo>
                  <a:pt x="3422" y="569"/>
                </a:lnTo>
                <a:lnTo>
                  <a:pt x="3422" y="634"/>
                </a:lnTo>
                <a:lnTo>
                  <a:pt x="3423" y="682"/>
                </a:lnTo>
                <a:lnTo>
                  <a:pt x="3423" y="507"/>
                </a:lnTo>
                <a:lnTo>
                  <a:pt x="3424" y="510"/>
                </a:lnTo>
                <a:lnTo>
                  <a:pt x="3424" y="776"/>
                </a:lnTo>
                <a:lnTo>
                  <a:pt x="3424" y="666"/>
                </a:lnTo>
                <a:lnTo>
                  <a:pt x="3424" y="600"/>
                </a:lnTo>
                <a:lnTo>
                  <a:pt x="3425" y="682"/>
                </a:lnTo>
                <a:lnTo>
                  <a:pt x="3425" y="559"/>
                </a:lnTo>
                <a:lnTo>
                  <a:pt x="3425" y="604"/>
                </a:lnTo>
                <a:lnTo>
                  <a:pt x="3426" y="380"/>
                </a:lnTo>
                <a:lnTo>
                  <a:pt x="3426" y="869"/>
                </a:lnTo>
                <a:lnTo>
                  <a:pt x="3427" y="666"/>
                </a:lnTo>
                <a:lnTo>
                  <a:pt x="3427" y="781"/>
                </a:lnTo>
                <a:lnTo>
                  <a:pt x="3428" y="562"/>
                </a:lnTo>
                <a:lnTo>
                  <a:pt x="3428" y="885"/>
                </a:lnTo>
                <a:lnTo>
                  <a:pt x="3428" y="601"/>
                </a:lnTo>
                <a:lnTo>
                  <a:pt x="3429" y="743"/>
                </a:lnTo>
                <a:lnTo>
                  <a:pt x="3429" y="759"/>
                </a:lnTo>
                <a:lnTo>
                  <a:pt x="3430" y="863"/>
                </a:lnTo>
                <a:lnTo>
                  <a:pt x="3430" y="721"/>
                </a:lnTo>
                <a:lnTo>
                  <a:pt x="3431" y="497"/>
                </a:lnTo>
                <a:lnTo>
                  <a:pt x="3431" y="659"/>
                </a:lnTo>
                <a:lnTo>
                  <a:pt x="3432" y="563"/>
                </a:lnTo>
                <a:lnTo>
                  <a:pt x="3432" y="414"/>
                </a:lnTo>
                <a:lnTo>
                  <a:pt x="3432" y="617"/>
                </a:lnTo>
                <a:lnTo>
                  <a:pt x="3433" y="736"/>
                </a:lnTo>
                <a:lnTo>
                  <a:pt x="3433" y="587"/>
                </a:lnTo>
                <a:lnTo>
                  <a:pt x="3434" y="733"/>
                </a:lnTo>
                <a:lnTo>
                  <a:pt x="3434" y="728"/>
                </a:lnTo>
                <a:lnTo>
                  <a:pt x="3435" y="875"/>
                </a:lnTo>
                <a:lnTo>
                  <a:pt x="3435" y="520"/>
                </a:lnTo>
                <a:lnTo>
                  <a:pt x="3435" y="709"/>
                </a:lnTo>
                <a:lnTo>
                  <a:pt x="3436" y="627"/>
                </a:lnTo>
                <a:lnTo>
                  <a:pt x="3436" y="803"/>
                </a:lnTo>
                <a:lnTo>
                  <a:pt x="3437" y="589"/>
                </a:lnTo>
                <a:lnTo>
                  <a:pt x="3437" y="762"/>
                </a:lnTo>
                <a:lnTo>
                  <a:pt x="3438" y="672"/>
                </a:lnTo>
                <a:lnTo>
                  <a:pt x="3438" y="523"/>
                </a:lnTo>
                <a:lnTo>
                  <a:pt x="3439" y="535"/>
                </a:lnTo>
                <a:lnTo>
                  <a:pt x="3439" y="652"/>
                </a:lnTo>
                <a:lnTo>
                  <a:pt x="3439" y="903"/>
                </a:lnTo>
                <a:lnTo>
                  <a:pt x="3440" y="213"/>
                </a:lnTo>
                <a:lnTo>
                  <a:pt x="3440" y="392"/>
                </a:lnTo>
                <a:lnTo>
                  <a:pt x="3441" y="539"/>
                </a:lnTo>
                <a:lnTo>
                  <a:pt x="3441" y="752"/>
                </a:lnTo>
                <a:lnTo>
                  <a:pt x="3442" y="658"/>
                </a:lnTo>
                <a:lnTo>
                  <a:pt x="3442" y="719"/>
                </a:lnTo>
                <a:lnTo>
                  <a:pt x="3442" y="456"/>
                </a:lnTo>
                <a:lnTo>
                  <a:pt x="3443" y="599"/>
                </a:lnTo>
                <a:lnTo>
                  <a:pt x="3443" y="750"/>
                </a:lnTo>
                <a:lnTo>
                  <a:pt x="3444" y="703"/>
                </a:lnTo>
                <a:lnTo>
                  <a:pt x="3444" y="470"/>
                </a:lnTo>
                <a:lnTo>
                  <a:pt x="3445" y="399"/>
                </a:lnTo>
                <a:lnTo>
                  <a:pt x="3445" y="408"/>
                </a:lnTo>
                <a:lnTo>
                  <a:pt x="3446" y="517"/>
                </a:lnTo>
                <a:lnTo>
                  <a:pt x="3446" y="662"/>
                </a:lnTo>
                <a:lnTo>
                  <a:pt x="3446" y="1094"/>
                </a:lnTo>
                <a:lnTo>
                  <a:pt x="3447" y="579"/>
                </a:lnTo>
                <a:lnTo>
                  <a:pt x="3447" y="620"/>
                </a:lnTo>
                <a:lnTo>
                  <a:pt x="3448" y="598"/>
                </a:lnTo>
                <a:lnTo>
                  <a:pt x="3448" y="609"/>
                </a:lnTo>
                <a:lnTo>
                  <a:pt x="3449" y="806"/>
                </a:lnTo>
                <a:lnTo>
                  <a:pt x="3449" y="531"/>
                </a:lnTo>
                <a:lnTo>
                  <a:pt x="3449" y="518"/>
                </a:lnTo>
                <a:lnTo>
                  <a:pt x="3449" y="509"/>
                </a:lnTo>
                <a:lnTo>
                  <a:pt x="3449" y="468"/>
                </a:lnTo>
                <a:lnTo>
                  <a:pt x="3450" y="515"/>
                </a:lnTo>
                <a:lnTo>
                  <a:pt x="3450" y="660"/>
                </a:lnTo>
                <a:lnTo>
                  <a:pt x="3451" y="610"/>
                </a:lnTo>
                <a:lnTo>
                  <a:pt x="3451" y="584"/>
                </a:lnTo>
                <a:lnTo>
                  <a:pt x="3452" y="579"/>
                </a:lnTo>
                <a:lnTo>
                  <a:pt x="3452" y="447"/>
                </a:lnTo>
                <a:lnTo>
                  <a:pt x="3452" y="496"/>
                </a:lnTo>
                <a:lnTo>
                  <a:pt x="3453" y="287"/>
                </a:lnTo>
                <a:lnTo>
                  <a:pt x="3453" y="266"/>
                </a:lnTo>
                <a:lnTo>
                  <a:pt x="3454" y="571"/>
                </a:lnTo>
                <a:lnTo>
                  <a:pt x="3454" y="1137"/>
                </a:lnTo>
                <a:lnTo>
                  <a:pt x="3455" y="399"/>
                </a:lnTo>
                <a:lnTo>
                  <a:pt x="3455" y="655"/>
                </a:lnTo>
                <a:lnTo>
                  <a:pt x="3456" y="690"/>
                </a:lnTo>
                <a:lnTo>
                  <a:pt x="3456" y="630"/>
                </a:lnTo>
                <a:lnTo>
                  <a:pt x="3456" y="635"/>
                </a:lnTo>
                <a:lnTo>
                  <a:pt x="3457" y="479"/>
                </a:lnTo>
                <a:lnTo>
                  <a:pt x="3457" y="791"/>
                </a:lnTo>
                <a:lnTo>
                  <a:pt x="3458" y="719"/>
                </a:lnTo>
                <a:lnTo>
                  <a:pt x="3458" y="511"/>
                </a:lnTo>
                <a:lnTo>
                  <a:pt x="3459" y="468"/>
                </a:lnTo>
                <a:lnTo>
                  <a:pt x="3459" y="464"/>
                </a:lnTo>
                <a:lnTo>
                  <a:pt x="3459" y="668"/>
                </a:lnTo>
                <a:lnTo>
                  <a:pt x="3460" y="694"/>
                </a:lnTo>
                <a:lnTo>
                  <a:pt x="3460" y="624"/>
                </a:lnTo>
                <a:lnTo>
                  <a:pt x="3461" y="513"/>
                </a:lnTo>
                <a:lnTo>
                  <a:pt x="3461" y="331"/>
                </a:lnTo>
                <a:lnTo>
                  <a:pt x="3462" y="841"/>
                </a:lnTo>
                <a:lnTo>
                  <a:pt x="3462" y="574"/>
                </a:lnTo>
                <a:lnTo>
                  <a:pt x="3463" y="733"/>
                </a:lnTo>
                <a:lnTo>
                  <a:pt x="3463" y="778"/>
                </a:lnTo>
                <a:lnTo>
                  <a:pt x="3463" y="396"/>
                </a:lnTo>
                <a:lnTo>
                  <a:pt x="3464" y="456"/>
                </a:lnTo>
                <a:lnTo>
                  <a:pt x="3464" y="468"/>
                </a:lnTo>
                <a:lnTo>
                  <a:pt x="3465" y="398"/>
                </a:lnTo>
                <a:lnTo>
                  <a:pt x="3465" y="600"/>
                </a:lnTo>
                <a:lnTo>
                  <a:pt x="3466" y="591"/>
                </a:lnTo>
                <a:lnTo>
                  <a:pt x="3466" y="210"/>
                </a:lnTo>
                <a:lnTo>
                  <a:pt x="3466" y="562"/>
                </a:lnTo>
                <a:lnTo>
                  <a:pt x="3467" y="417"/>
                </a:lnTo>
                <a:lnTo>
                  <a:pt x="3467" y="522"/>
                </a:lnTo>
                <a:lnTo>
                  <a:pt x="3468" y="789"/>
                </a:lnTo>
                <a:lnTo>
                  <a:pt x="3468" y="817"/>
                </a:lnTo>
                <a:lnTo>
                  <a:pt x="3469" y="603"/>
                </a:lnTo>
                <a:lnTo>
                  <a:pt x="3469" y="366"/>
                </a:lnTo>
                <a:lnTo>
                  <a:pt x="3470" y="403"/>
                </a:lnTo>
                <a:lnTo>
                  <a:pt x="3470" y="384"/>
                </a:lnTo>
                <a:lnTo>
                  <a:pt x="3470" y="659"/>
                </a:lnTo>
                <a:lnTo>
                  <a:pt x="3471" y="280"/>
                </a:lnTo>
                <a:lnTo>
                  <a:pt x="3471" y="654"/>
                </a:lnTo>
                <a:lnTo>
                  <a:pt x="3472" y="483"/>
                </a:lnTo>
                <a:lnTo>
                  <a:pt x="3472" y="514"/>
                </a:lnTo>
                <a:lnTo>
                  <a:pt x="3473" y="537"/>
                </a:lnTo>
                <a:lnTo>
                  <a:pt x="3473" y="318"/>
                </a:lnTo>
                <a:lnTo>
                  <a:pt x="3473" y="613"/>
                </a:lnTo>
                <a:lnTo>
                  <a:pt x="3473" y="707"/>
                </a:lnTo>
                <a:lnTo>
                  <a:pt x="3473" y="508"/>
                </a:lnTo>
                <a:lnTo>
                  <a:pt x="3474" y="568"/>
                </a:lnTo>
                <a:lnTo>
                  <a:pt x="3474" y="21"/>
                </a:lnTo>
                <a:lnTo>
                  <a:pt x="3475" y="412"/>
                </a:lnTo>
                <a:lnTo>
                  <a:pt x="3475" y="569"/>
                </a:lnTo>
                <a:lnTo>
                  <a:pt x="3476" y="663"/>
                </a:lnTo>
                <a:lnTo>
                  <a:pt x="3476" y="783"/>
                </a:lnTo>
                <a:lnTo>
                  <a:pt x="3476" y="659"/>
                </a:lnTo>
                <a:lnTo>
                  <a:pt x="3477" y="494"/>
                </a:lnTo>
                <a:lnTo>
                  <a:pt x="3477" y="304"/>
                </a:lnTo>
                <a:lnTo>
                  <a:pt x="3478" y="349"/>
                </a:lnTo>
                <a:lnTo>
                  <a:pt x="3478" y="479"/>
                </a:lnTo>
                <a:lnTo>
                  <a:pt x="3479" y="560"/>
                </a:lnTo>
                <a:lnTo>
                  <a:pt x="3479" y="475"/>
                </a:lnTo>
                <a:lnTo>
                  <a:pt x="3480" y="589"/>
                </a:lnTo>
                <a:lnTo>
                  <a:pt x="3480" y="266"/>
                </a:lnTo>
                <a:lnTo>
                  <a:pt x="3480" y="543"/>
                </a:lnTo>
                <a:lnTo>
                  <a:pt x="3481" y="530"/>
                </a:lnTo>
                <a:lnTo>
                  <a:pt x="3481" y="839"/>
                </a:lnTo>
                <a:lnTo>
                  <a:pt x="3482" y="547"/>
                </a:lnTo>
                <a:lnTo>
                  <a:pt x="3482" y="399"/>
                </a:lnTo>
                <a:lnTo>
                  <a:pt x="3483" y="676"/>
                </a:lnTo>
                <a:lnTo>
                  <a:pt x="3483" y="632"/>
                </a:lnTo>
                <a:lnTo>
                  <a:pt x="3483" y="409"/>
                </a:lnTo>
                <a:lnTo>
                  <a:pt x="3484" y="739"/>
                </a:lnTo>
                <a:lnTo>
                  <a:pt x="3484" y="373"/>
                </a:lnTo>
                <a:lnTo>
                  <a:pt x="3485" y="605"/>
                </a:lnTo>
                <a:lnTo>
                  <a:pt x="3485" y="586"/>
                </a:lnTo>
                <a:lnTo>
                  <a:pt x="3486" y="694"/>
                </a:lnTo>
                <a:lnTo>
                  <a:pt x="3486" y="478"/>
                </a:lnTo>
                <a:lnTo>
                  <a:pt x="3487" y="178"/>
                </a:lnTo>
                <a:lnTo>
                  <a:pt x="3487" y="423"/>
                </a:lnTo>
                <a:lnTo>
                  <a:pt x="3487" y="663"/>
                </a:lnTo>
                <a:lnTo>
                  <a:pt x="3488" y="375"/>
                </a:lnTo>
                <a:lnTo>
                  <a:pt x="3488" y="587"/>
                </a:lnTo>
                <a:lnTo>
                  <a:pt x="3489" y="344"/>
                </a:lnTo>
                <a:lnTo>
                  <a:pt x="3489" y="429"/>
                </a:lnTo>
                <a:lnTo>
                  <a:pt x="3490" y="974"/>
                </a:lnTo>
                <a:lnTo>
                  <a:pt x="3490" y="695"/>
                </a:lnTo>
                <a:lnTo>
                  <a:pt x="3490" y="415"/>
                </a:lnTo>
                <a:lnTo>
                  <a:pt x="3491" y="532"/>
                </a:lnTo>
                <a:lnTo>
                  <a:pt x="3491" y="704"/>
                </a:lnTo>
                <a:lnTo>
                  <a:pt x="3492" y="650"/>
                </a:lnTo>
                <a:lnTo>
                  <a:pt x="3492" y="836"/>
                </a:lnTo>
                <a:lnTo>
                  <a:pt x="3493" y="575"/>
                </a:lnTo>
                <a:lnTo>
                  <a:pt x="3493" y="244"/>
                </a:lnTo>
                <a:lnTo>
                  <a:pt x="3494" y="450"/>
                </a:lnTo>
                <a:lnTo>
                  <a:pt x="3494" y="251"/>
                </a:lnTo>
                <a:lnTo>
                  <a:pt x="3494" y="443"/>
                </a:lnTo>
                <a:lnTo>
                  <a:pt x="3495" y="424"/>
                </a:lnTo>
                <a:lnTo>
                  <a:pt x="3495" y="290"/>
                </a:lnTo>
                <a:lnTo>
                  <a:pt x="3496" y="523"/>
                </a:lnTo>
                <a:lnTo>
                  <a:pt x="3496" y="607"/>
                </a:lnTo>
                <a:lnTo>
                  <a:pt x="3497" y="433"/>
                </a:lnTo>
                <a:lnTo>
                  <a:pt x="3497" y="374"/>
                </a:lnTo>
                <a:lnTo>
                  <a:pt x="3497" y="657"/>
                </a:lnTo>
                <a:lnTo>
                  <a:pt x="3497" y="694"/>
                </a:lnTo>
                <a:lnTo>
                  <a:pt x="3497" y="571"/>
                </a:lnTo>
                <a:lnTo>
                  <a:pt x="3498" y="473"/>
                </a:lnTo>
                <a:lnTo>
                  <a:pt x="3498" y="480"/>
                </a:lnTo>
                <a:lnTo>
                  <a:pt x="3499" y="805"/>
                </a:lnTo>
                <a:lnTo>
                  <a:pt x="3499" y="323"/>
                </a:lnTo>
                <a:lnTo>
                  <a:pt x="3500" y="695"/>
                </a:lnTo>
                <a:lnTo>
                  <a:pt x="3500" y="643"/>
                </a:lnTo>
                <a:lnTo>
                  <a:pt x="3500" y="737"/>
                </a:lnTo>
                <a:lnTo>
                  <a:pt x="3501" y="218"/>
                </a:lnTo>
                <a:lnTo>
                  <a:pt x="3501" y="576"/>
                </a:lnTo>
                <a:lnTo>
                  <a:pt x="3502" y="736"/>
                </a:lnTo>
                <a:lnTo>
                  <a:pt x="3502" y="490"/>
                </a:lnTo>
                <a:lnTo>
                  <a:pt x="3503" y="506"/>
                </a:lnTo>
                <a:lnTo>
                  <a:pt x="3503" y="646"/>
                </a:lnTo>
                <a:lnTo>
                  <a:pt x="3504" y="499"/>
                </a:lnTo>
                <a:lnTo>
                  <a:pt x="3504" y="743"/>
                </a:lnTo>
                <a:lnTo>
                  <a:pt x="3504" y="696"/>
                </a:lnTo>
                <a:lnTo>
                  <a:pt x="3505" y="918"/>
                </a:lnTo>
                <a:lnTo>
                  <a:pt x="3505" y="821"/>
                </a:lnTo>
                <a:lnTo>
                  <a:pt x="3506" y="368"/>
                </a:lnTo>
                <a:lnTo>
                  <a:pt x="3506" y="394"/>
                </a:lnTo>
                <a:lnTo>
                  <a:pt x="3507" y="624"/>
                </a:lnTo>
                <a:lnTo>
                  <a:pt x="3507" y="394"/>
                </a:lnTo>
                <a:lnTo>
                  <a:pt x="3507" y="659"/>
                </a:lnTo>
                <a:lnTo>
                  <a:pt x="3508" y="674"/>
                </a:lnTo>
                <a:lnTo>
                  <a:pt x="3508" y="632"/>
                </a:lnTo>
                <a:lnTo>
                  <a:pt x="3509" y="659"/>
                </a:lnTo>
                <a:lnTo>
                  <a:pt x="3509" y="674"/>
                </a:lnTo>
                <a:lnTo>
                  <a:pt x="3510" y="478"/>
                </a:lnTo>
                <a:lnTo>
                  <a:pt x="3510" y="623"/>
                </a:lnTo>
                <a:lnTo>
                  <a:pt x="3511" y="542"/>
                </a:lnTo>
                <a:lnTo>
                  <a:pt x="3511" y="497"/>
                </a:lnTo>
                <a:lnTo>
                  <a:pt x="3511" y="592"/>
                </a:lnTo>
                <a:lnTo>
                  <a:pt x="3512" y="789"/>
                </a:lnTo>
                <a:lnTo>
                  <a:pt x="3512" y="846"/>
                </a:lnTo>
                <a:lnTo>
                  <a:pt x="3513" y="629"/>
                </a:lnTo>
                <a:lnTo>
                  <a:pt x="3513" y="676"/>
                </a:lnTo>
                <a:lnTo>
                  <a:pt x="3514" y="639"/>
                </a:lnTo>
                <a:lnTo>
                  <a:pt x="3514" y="655"/>
                </a:lnTo>
                <a:lnTo>
                  <a:pt x="3514" y="279"/>
                </a:lnTo>
                <a:lnTo>
                  <a:pt x="3515" y="847"/>
                </a:lnTo>
                <a:lnTo>
                  <a:pt x="3515" y="943"/>
                </a:lnTo>
                <a:lnTo>
                  <a:pt x="3516" y="607"/>
                </a:lnTo>
                <a:lnTo>
                  <a:pt x="3516" y="709"/>
                </a:lnTo>
                <a:lnTo>
                  <a:pt x="3517" y="610"/>
                </a:lnTo>
                <a:lnTo>
                  <a:pt x="3517" y="570"/>
                </a:lnTo>
                <a:lnTo>
                  <a:pt x="3518" y="469"/>
                </a:lnTo>
                <a:lnTo>
                  <a:pt x="3518" y="874"/>
                </a:lnTo>
                <a:lnTo>
                  <a:pt x="3518" y="735"/>
                </a:lnTo>
                <a:lnTo>
                  <a:pt x="3519" y="592"/>
                </a:lnTo>
                <a:lnTo>
                  <a:pt x="3519" y="543"/>
                </a:lnTo>
                <a:lnTo>
                  <a:pt x="3520" y="337"/>
                </a:lnTo>
                <a:lnTo>
                  <a:pt x="3520" y="515"/>
                </a:lnTo>
                <a:lnTo>
                  <a:pt x="3521" y="661"/>
                </a:lnTo>
                <a:lnTo>
                  <a:pt x="3521" y="782"/>
                </a:lnTo>
                <a:lnTo>
                  <a:pt x="3521" y="734"/>
                </a:lnTo>
                <a:lnTo>
                  <a:pt x="3521" y="737"/>
                </a:lnTo>
                <a:lnTo>
                  <a:pt x="3521" y="556"/>
                </a:lnTo>
                <a:lnTo>
                  <a:pt x="3522" y="613"/>
                </a:lnTo>
                <a:lnTo>
                  <a:pt x="3522" y="841"/>
                </a:lnTo>
                <a:lnTo>
                  <a:pt x="3523" y="711"/>
                </a:lnTo>
                <a:lnTo>
                  <a:pt x="3523" y="520"/>
                </a:lnTo>
                <a:lnTo>
                  <a:pt x="3524" y="595"/>
                </a:lnTo>
                <a:lnTo>
                  <a:pt x="3524" y="562"/>
                </a:lnTo>
                <a:lnTo>
                  <a:pt x="3524" y="588"/>
                </a:lnTo>
                <a:lnTo>
                  <a:pt x="3525" y="407"/>
                </a:lnTo>
                <a:lnTo>
                  <a:pt x="3525" y="608"/>
                </a:lnTo>
                <a:lnTo>
                  <a:pt x="3526" y="696"/>
                </a:lnTo>
                <a:lnTo>
                  <a:pt x="3526" y="772"/>
                </a:lnTo>
                <a:lnTo>
                  <a:pt x="3527" y="601"/>
                </a:lnTo>
                <a:lnTo>
                  <a:pt x="3527" y="990"/>
                </a:lnTo>
                <a:lnTo>
                  <a:pt x="3528" y="660"/>
                </a:lnTo>
                <a:lnTo>
                  <a:pt x="3528" y="662"/>
                </a:lnTo>
                <a:lnTo>
                  <a:pt x="3528" y="829"/>
                </a:lnTo>
                <a:lnTo>
                  <a:pt x="3529" y="763"/>
                </a:lnTo>
                <a:lnTo>
                  <a:pt x="3529" y="510"/>
                </a:lnTo>
                <a:lnTo>
                  <a:pt x="3530" y="592"/>
                </a:lnTo>
                <a:lnTo>
                  <a:pt x="3530" y="609"/>
                </a:lnTo>
                <a:lnTo>
                  <a:pt x="3531" y="578"/>
                </a:lnTo>
                <a:lnTo>
                  <a:pt x="3531" y="607"/>
                </a:lnTo>
                <a:lnTo>
                  <a:pt x="3531" y="438"/>
                </a:lnTo>
                <a:lnTo>
                  <a:pt x="3532" y="598"/>
                </a:lnTo>
                <a:lnTo>
                  <a:pt x="3532" y="825"/>
                </a:lnTo>
                <a:lnTo>
                  <a:pt x="3533" y="375"/>
                </a:lnTo>
                <a:lnTo>
                  <a:pt x="3533" y="556"/>
                </a:lnTo>
                <a:lnTo>
                  <a:pt x="3534" y="693"/>
                </a:lnTo>
                <a:lnTo>
                  <a:pt x="3534" y="787"/>
                </a:lnTo>
                <a:lnTo>
                  <a:pt x="3535" y="546"/>
                </a:lnTo>
                <a:lnTo>
                  <a:pt x="3535" y="618"/>
                </a:lnTo>
                <a:lnTo>
                  <a:pt x="3535" y="370"/>
                </a:lnTo>
                <a:lnTo>
                  <a:pt x="3536" y="647"/>
                </a:lnTo>
                <a:lnTo>
                  <a:pt x="3536" y="716"/>
                </a:lnTo>
                <a:lnTo>
                  <a:pt x="3537" y="463"/>
                </a:lnTo>
                <a:lnTo>
                  <a:pt x="3537" y="456"/>
                </a:lnTo>
                <a:lnTo>
                  <a:pt x="3538" y="563"/>
                </a:lnTo>
                <a:lnTo>
                  <a:pt x="3538" y="488"/>
                </a:lnTo>
                <a:lnTo>
                  <a:pt x="3538" y="588"/>
                </a:lnTo>
                <a:lnTo>
                  <a:pt x="3539" y="547"/>
                </a:lnTo>
                <a:lnTo>
                  <a:pt x="3539" y="410"/>
                </a:lnTo>
                <a:lnTo>
                  <a:pt x="3540" y="486"/>
                </a:lnTo>
                <a:lnTo>
                  <a:pt x="3540" y="598"/>
                </a:lnTo>
                <a:lnTo>
                  <a:pt x="3541" y="376"/>
                </a:lnTo>
                <a:lnTo>
                  <a:pt x="3541" y="912"/>
                </a:lnTo>
                <a:lnTo>
                  <a:pt x="3542" y="269"/>
                </a:lnTo>
                <a:lnTo>
                  <a:pt x="3542" y="812"/>
                </a:lnTo>
                <a:lnTo>
                  <a:pt x="3542" y="654"/>
                </a:lnTo>
                <a:lnTo>
                  <a:pt x="3543" y="566"/>
                </a:lnTo>
                <a:lnTo>
                  <a:pt x="3543" y="580"/>
                </a:lnTo>
                <a:lnTo>
                  <a:pt x="3544" y="411"/>
                </a:lnTo>
                <a:lnTo>
                  <a:pt x="3544" y="708"/>
                </a:lnTo>
                <a:lnTo>
                  <a:pt x="3545" y="514"/>
                </a:lnTo>
                <a:lnTo>
                  <a:pt x="3545" y="634"/>
                </a:lnTo>
                <a:lnTo>
                  <a:pt x="3545" y="505"/>
                </a:lnTo>
                <a:lnTo>
                  <a:pt x="3545" y="556"/>
                </a:lnTo>
                <a:lnTo>
                  <a:pt x="3545" y="531"/>
                </a:lnTo>
                <a:lnTo>
                  <a:pt x="3546" y="622"/>
                </a:lnTo>
                <a:lnTo>
                  <a:pt x="3546" y="614"/>
                </a:lnTo>
                <a:lnTo>
                  <a:pt x="3547" y="497"/>
                </a:lnTo>
                <a:lnTo>
                  <a:pt x="3547" y="400"/>
                </a:lnTo>
                <a:lnTo>
                  <a:pt x="3548" y="622"/>
                </a:lnTo>
                <a:lnTo>
                  <a:pt x="3548" y="659"/>
                </a:lnTo>
                <a:lnTo>
                  <a:pt x="3548" y="442"/>
                </a:lnTo>
                <a:lnTo>
                  <a:pt x="3549" y="535"/>
                </a:lnTo>
                <a:lnTo>
                  <a:pt x="3549" y="408"/>
                </a:lnTo>
                <a:lnTo>
                  <a:pt x="3550" y="659"/>
                </a:lnTo>
                <a:lnTo>
                  <a:pt x="3550" y="783"/>
                </a:lnTo>
                <a:lnTo>
                  <a:pt x="3551" y="602"/>
                </a:lnTo>
                <a:lnTo>
                  <a:pt x="3551" y="634"/>
                </a:lnTo>
                <a:lnTo>
                  <a:pt x="3552" y="533"/>
                </a:lnTo>
                <a:lnTo>
                  <a:pt x="3552" y="612"/>
                </a:lnTo>
                <a:lnTo>
                  <a:pt x="3552" y="412"/>
                </a:lnTo>
                <a:lnTo>
                  <a:pt x="3553" y="560"/>
                </a:lnTo>
                <a:lnTo>
                  <a:pt x="3553" y="495"/>
                </a:lnTo>
                <a:lnTo>
                  <a:pt x="3554" y="493"/>
                </a:lnTo>
                <a:lnTo>
                  <a:pt x="3554" y="488"/>
                </a:lnTo>
                <a:lnTo>
                  <a:pt x="3555" y="518"/>
                </a:lnTo>
                <a:lnTo>
                  <a:pt x="3555" y="440"/>
                </a:lnTo>
                <a:lnTo>
                  <a:pt x="3555" y="629"/>
                </a:lnTo>
                <a:lnTo>
                  <a:pt x="3556" y="310"/>
                </a:lnTo>
                <a:lnTo>
                  <a:pt x="3556" y="546"/>
                </a:lnTo>
                <a:lnTo>
                  <a:pt x="3557" y="702"/>
                </a:lnTo>
                <a:lnTo>
                  <a:pt x="3557" y="484"/>
                </a:lnTo>
                <a:lnTo>
                  <a:pt x="3558" y="635"/>
                </a:lnTo>
                <a:lnTo>
                  <a:pt x="3558" y="415"/>
                </a:lnTo>
                <a:lnTo>
                  <a:pt x="3559" y="190"/>
                </a:lnTo>
                <a:lnTo>
                  <a:pt x="3559" y="624"/>
                </a:lnTo>
                <a:lnTo>
                  <a:pt x="3559" y="462"/>
                </a:lnTo>
                <a:lnTo>
                  <a:pt x="3560" y="764"/>
                </a:lnTo>
                <a:lnTo>
                  <a:pt x="3560" y="444"/>
                </a:lnTo>
                <a:lnTo>
                  <a:pt x="3561" y="639"/>
                </a:lnTo>
                <a:lnTo>
                  <a:pt x="3561" y="601"/>
                </a:lnTo>
                <a:lnTo>
                  <a:pt x="3562" y="671"/>
                </a:lnTo>
                <a:lnTo>
                  <a:pt x="3562" y="405"/>
                </a:lnTo>
                <a:lnTo>
                  <a:pt x="3563" y="366"/>
                </a:lnTo>
                <a:lnTo>
                  <a:pt x="3563" y="509"/>
                </a:lnTo>
                <a:lnTo>
                  <a:pt x="3563" y="638"/>
                </a:lnTo>
                <a:lnTo>
                  <a:pt x="3564" y="283"/>
                </a:lnTo>
                <a:lnTo>
                  <a:pt x="3564" y="623"/>
                </a:lnTo>
                <a:lnTo>
                  <a:pt x="3565" y="829"/>
                </a:lnTo>
                <a:lnTo>
                  <a:pt x="3565" y="449"/>
                </a:lnTo>
                <a:lnTo>
                  <a:pt x="3566" y="677"/>
                </a:lnTo>
                <a:lnTo>
                  <a:pt x="3566" y="374"/>
                </a:lnTo>
                <a:lnTo>
                  <a:pt x="3566" y="574"/>
                </a:lnTo>
                <a:lnTo>
                  <a:pt x="3567" y="433"/>
                </a:lnTo>
                <a:lnTo>
                  <a:pt x="3567" y="318"/>
                </a:lnTo>
                <a:lnTo>
                  <a:pt x="3568" y="698"/>
                </a:lnTo>
                <a:lnTo>
                  <a:pt x="3568" y="606"/>
                </a:lnTo>
                <a:lnTo>
                  <a:pt x="3569" y="537"/>
                </a:lnTo>
                <a:lnTo>
                  <a:pt x="3569" y="304"/>
                </a:lnTo>
                <a:lnTo>
                  <a:pt x="3569" y="624"/>
                </a:lnTo>
                <a:lnTo>
                  <a:pt x="3569" y="615"/>
                </a:lnTo>
                <a:lnTo>
                  <a:pt x="3569" y="462"/>
                </a:lnTo>
                <a:lnTo>
                  <a:pt x="3570" y="616"/>
                </a:lnTo>
                <a:lnTo>
                  <a:pt x="3570" y="513"/>
                </a:lnTo>
                <a:lnTo>
                  <a:pt x="3571" y="761"/>
                </a:lnTo>
                <a:lnTo>
                  <a:pt x="3571" y="217"/>
                </a:lnTo>
                <a:lnTo>
                  <a:pt x="3572" y="735"/>
                </a:lnTo>
                <a:lnTo>
                  <a:pt x="3572" y="588"/>
                </a:lnTo>
                <a:lnTo>
                  <a:pt x="3572" y="548"/>
                </a:lnTo>
                <a:lnTo>
                  <a:pt x="3573" y="269"/>
                </a:lnTo>
                <a:lnTo>
                  <a:pt x="3573" y="739"/>
                </a:lnTo>
                <a:lnTo>
                  <a:pt x="3574" y="262"/>
                </a:lnTo>
                <a:lnTo>
                  <a:pt x="3574" y="441"/>
                </a:lnTo>
                <a:lnTo>
                  <a:pt x="3575" y="493"/>
                </a:lnTo>
                <a:lnTo>
                  <a:pt x="3575" y="698"/>
                </a:lnTo>
                <a:lnTo>
                  <a:pt x="3576" y="475"/>
                </a:lnTo>
                <a:lnTo>
                  <a:pt x="3576" y="665"/>
                </a:lnTo>
                <a:lnTo>
                  <a:pt x="3576" y="378"/>
                </a:lnTo>
                <a:lnTo>
                  <a:pt x="3577" y="705"/>
                </a:lnTo>
                <a:lnTo>
                  <a:pt x="3577" y="583"/>
                </a:lnTo>
                <a:lnTo>
                  <a:pt x="3578" y="649"/>
                </a:lnTo>
                <a:lnTo>
                  <a:pt x="3578" y="714"/>
                </a:lnTo>
                <a:lnTo>
                  <a:pt x="3579" y="465"/>
                </a:lnTo>
                <a:lnTo>
                  <a:pt x="3579" y="498"/>
                </a:lnTo>
                <a:lnTo>
                  <a:pt x="3579" y="402"/>
                </a:lnTo>
                <a:lnTo>
                  <a:pt x="3580" y="838"/>
                </a:lnTo>
                <a:lnTo>
                  <a:pt x="3580" y="428"/>
                </a:lnTo>
                <a:lnTo>
                  <a:pt x="3581" y="221"/>
                </a:lnTo>
                <a:lnTo>
                  <a:pt x="3581" y="653"/>
                </a:lnTo>
                <a:lnTo>
                  <a:pt x="3582" y="315"/>
                </a:lnTo>
                <a:lnTo>
                  <a:pt x="3582" y="630"/>
                </a:lnTo>
                <a:lnTo>
                  <a:pt x="3583" y="793"/>
                </a:lnTo>
                <a:lnTo>
                  <a:pt x="3583" y="640"/>
                </a:lnTo>
                <a:lnTo>
                  <a:pt x="3583" y="446"/>
                </a:lnTo>
                <a:lnTo>
                  <a:pt x="3584" y="722"/>
                </a:lnTo>
                <a:lnTo>
                  <a:pt x="3584" y="689"/>
                </a:lnTo>
                <a:lnTo>
                  <a:pt x="3585" y="518"/>
                </a:lnTo>
                <a:lnTo>
                  <a:pt x="3585" y="607"/>
                </a:lnTo>
                <a:lnTo>
                  <a:pt x="3586" y="524"/>
                </a:lnTo>
                <a:lnTo>
                  <a:pt x="3586" y="577"/>
                </a:lnTo>
                <a:lnTo>
                  <a:pt x="3587" y="543"/>
                </a:lnTo>
                <a:lnTo>
                  <a:pt x="3587" y="678"/>
                </a:lnTo>
                <a:lnTo>
                  <a:pt x="3587" y="584"/>
                </a:lnTo>
                <a:lnTo>
                  <a:pt x="3588" y="754"/>
                </a:lnTo>
                <a:lnTo>
                  <a:pt x="3588" y="435"/>
                </a:lnTo>
                <a:lnTo>
                  <a:pt x="3589" y="715"/>
                </a:lnTo>
                <a:lnTo>
                  <a:pt x="3589" y="462"/>
                </a:lnTo>
                <a:lnTo>
                  <a:pt x="3590" y="660"/>
                </a:lnTo>
                <a:lnTo>
                  <a:pt x="3590" y="599"/>
                </a:lnTo>
                <a:lnTo>
                  <a:pt x="3590" y="702"/>
                </a:lnTo>
                <a:lnTo>
                  <a:pt x="3591" y="780"/>
                </a:lnTo>
                <a:lnTo>
                  <a:pt x="3591" y="886"/>
                </a:lnTo>
                <a:lnTo>
                  <a:pt x="3592" y="788"/>
                </a:lnTo>
                <a:lnTo>
                  <a:pt x="3592" y="683"/>
                </a:lnTo>
                <a:lnTo>
                  <a:pt x="3593" y="608"/>
                </a:lnTo>
                <a:lnTo>
                  <a:pt x="3593" y="493"/>
                </a:lnTo>
                <a:lnTo>
                  <a:pt x="3593" y="706"/>
                </a:lnTo>
                <a:lnTo>
                  <a:pt x="3593" y="770"/>
                </a:lnTo>
                <a:lnTo>
                  <a:pt x="3593" y="853"/>
                </a:lnTo>
                <a:lnTo>
                  <a:pt x="3594" y="575"/>
                </a:lnTo>
                <a:lnTo>
                  <a:pt x="3594" y="445"/>
                </a:lnTo>
                <a:lnTo>
                  <a:pt x="3595" y="464"/>
                </a:lnTo>
                <a:lnTo>
                  <a:pt x="3595" y="545"/>
                </a:lnTo>
                <a:lnTo>
                  <a:pt x="3596" y="557"/>
                </a:lnTo>
                <a:lnTo>
                  <a:pt x="3596" y="404"/>
                </a:lnTo>
                <a:lnTo>
                  <a:pt x="3596" y="603"/>
                </a:lnTo>
                <a:lnTo>
                  <a:pt x="3597" y="558"/>
                </a:lnTo>
                <a:lnTo>
                  <a:pt x="3597" y="699"/>
                </a:lnTo>
                <a:lnTo>
                  <a:pt x="3598" y="851"/>
                </a:lnTo>
                <a:lnTo>
                  <a:pt x="3598" y="753"/>
                </a:lnTo>
                <a:lnTo>
                  <a:pt x="3599" y="655"/>
                </a:lnTo>
                <a:lnTo>
                  <a:pt x="3599" y="645"/>
                </a:lnTo>
                <a:lnTo>
                  <a:pt x="3600" y="375"/>
                </a:lnTo>
                <a:lnTo>
                  <a:pt x="3600" y="643"/>
                </a:lnTo>
                <a:lnTo>
                  <a:pt x="3600" y="484"/>
                </a:lnTo>
                <a:lnTo>
                  <a:pt x="3601" y="718"/>
                </a:lnTo>
                <a:lnTo>
                  <a:pt x="3601" y="700"/>
                </a:lnTo>
                <a:lnTo>
                  <a:pt x="3602" y="848"/>
                </a:lnTo>
                <a:lnTo>
                  <a:pt x="3602" y="762"/>
                </a:lnTo>
                <a:lnTo>
                  <a:pt x="3603" y="579"/>
                </a:lnTo>
                <a:lnTo>
                  <a:pt x="3603" y="654"/>
                </a:lnTo>
                <a:lnTo>
                  <a:pt x="3603" y="517"/>
                </a:lnTo>
                <a:lnTo>
                  <a:pt x="3604" y="628"/>
                </a:lnTo>
                <a:lnTo>
                  <a:pt x="3604" y="705"/>
                </a:lnTo>
                <a:lnTo>
                  <a:pt x="3605" y="342"/>
                </a:lnTo>
                <a:lnTo>
                  <a:pt x="3605" y="666"/>
                </a:lnTo>
                <a:lnTo>
                  <a:pt x="3606" y="483"/>
                </a:lnTo>
                <a:lnTo>
                  <a:pt x="3606" y="709"/>
                </a:lnTo>
                <a:lnTo>
                  <a:pt x="3607" y="547"/>
                </a:lnTo>
                <a:lnTo>
                  <a:pt x="3607" y="514"/>
                </a:lnTo>
                <a:lnTo>
                  <a:pt x="3607" y="618"/>
                </a:lnTo>
                <a:lnTo>
                  <a:pt x="3608" y="989"/>
                </a:lnTo>
                <a:lnTo>
                  <a:pt x="3608" y="644"/>
                </a:lnTo>
                <a:lnTo>
                  <a:pt x="3609" y="466"/>
                </a:lnTo>
                <a:lnTo>
                  <a:pt x="3609" y="567"/>
                </a:lnTo>
                <a:lnTo>
                  <a:pt x="3610" y="578"/>
                </a:lnTo>
                <a:lnTo>
                  <a:pt x="3610" y="891"/>
                </a:lnTo>
                <a:lnTo>
                  <a:pt x="3611" y="745"/>
                </a:lnTo>
                <a:lnTo>
                  <a:pt x="3611" y="579"/>
                </a:lnTo>
                <a:lnTo>
                  <a:pt x="3611" y="578"/>
                </a:lnTo>
                <a:lnTo>
                  <a:pt x="3612" y="460"/>
                </a:lnTo>
                <a:lnTo>
                  <a:pt x="3612" y="655"/>
                </a:lnTo>
                <a:lnTo>
                  <a:pt x="3613" y="574"/>
                </a:lnTo>
                <a:lnTo>
                  <a:pt x="3613" y="629"/>
                </a:lnTo>
                <a:lnTo>
                  <a:pt x="3614" y="772"/>
                </a:lnTo>
                <a:lnTo>
                  <a:pt x="3614" y="954"/>
                </a:lnTo>
                <a:lnTo>
                  <a:pt x="3614" y="563"/>
                </a:lnTo>
                <a:lnTo>
                  <a:pt x="3615" y="598"/>
                </a:lnTo>
                <a:lnTo>
                  <a:pt x="3615" y="711"/>
                </a:lnTo>
                <a:lnTo>
                  <a:pt x="3616" y="854"/>
                </a:lnTo>
                <a:lnTo>
                  <a:pt x="3616" y="527"/>
                </a:lnTo>
                <a:lnTo>
                  <a:pt x="3617" y="655"/>
                </a:lnTo>
                <a:lnTo>
                  <a:pt x="3617" y="533"/>
                </a:lnTo>
                <a:lnTo>
                  <a:pt x="3617" y="342"/>
                </a:lnTo>
                <a:lnTo>
                  <a:pt x="3617" y="920"/>
                </a:lnTo>
                <a:lnTo>
                  <a:pt x="3617" y="708"/>
                </a:lnTo>
                <a:lnTo>
                  <a:pt x="3618" y="635"/>
                </a:lnTo>
                <a:lnTo>
                  <a:pt x="3618" y="392"/>
                </a:lnTo>
                <a:lnTo>
                  <a:pt x="3619" y="838"/>
                </a:lnTo>
                <a:lnTo>
                  <a:pt x="3619" y="318"/>
                </a:lnTo>
                <a:lnTo>
                  <a:pt x="3620" y="577"/>
                </a:lnTo>
                <a:lnTo>
                  <a:pt x="3620" y="609"/>
                </a:lnTo>
                <a:lnTo>
                  <a:pt x="3620" y="621"/>
                </a:lnTo>
                <a:lnTo>
                  <a:pt x="3621" y="653"/>
                </a:lnTo>
                <a:lnTo>
                  <a:pt x="3621" y="436"/>
                </a:lnTo>
                <a:lnTo>
                  <a:pt x="3622" y="740"/>
                </a:lnTo>
                <a:lnTo>
                  <a:pt x="3622" y="533"/>
                </a:lnTo>
                <a:lnTo>
                  <a:pt x="3623" y="636"/>
                </a:lnTo>
                <a:lnTo>
                  <a:pt x="3623" y="689"/>
                </a:lnTo>
                <a:lnTo>
                  <a:pt x="3624" y="201"/>
                </a:lnTo>
                <a:lnTo>
                  <a:pt x="3624" y="513"/>
                </a:lnTo>
                <a:lnTo>
                  <a:pt x="3624" y="483"/>
                </a:lnTo>
                <a:lnTo>
                  <a:pt x="3625" y="405"/>
                </a:lnTo>
                <a:lnTo>
                  <a:pt x="3625" y="773"/>
                </a:lnTo>
                <a:lnTo>
                  <a:pt x="3626" y="311"/>
                </a:lnTo>
                <a:lnTo>
                  <a:pt x="3626" y="927"/>
                </a:lnTo>
                <a:lnTo>
                  <a:pt x="3627" y="672"/>
                </a:lnTo>
                <a:lnTo>
                  <a:pt x="3627" y="625"/>
                </a:lnTo>
                <a:lnTo>
                  <a:pt x="3627" y="472"/>
                </a:lnTo>
                <a:lnTo>
                  <a:pt x="3628" y="522"/>
                </a:lnTo>
                <a:lnTo>
                  <a:pt x="3628" y="576"/>
                </a:lnTo>
                <a:lnTo>
                  <a:pt x="3629" y="552"/>
                </a:lnTo>
                <a:lnTo>
                  <a:pt x="3629" y="690"/>
                </a:lnTo>
                <a:lnTo>
                  <a:pt x="3630" y="763"/>
                </a:lnTo>
                <a:lnTo>
                  <a:pt x="3630" y="439"/>
                </a:lnTo>
                <a:lnTo>
                  <a:pt x="3631" y="441"/>
                </a:lnTo>
                <a:lnTo>
                  <a:pt x="3631" y="311"/>
                </a:lnTo>
                <a:lnTo>
                  <a:pt x="3631" y="653"/>
                </a:lnTo>
                <a:lnTo>
                  <a:pt x="3632" y="437"/>
                </a:lnTo>
                <a:lnTo>
                  <a:pt x="3632" y="576"/>
                </a:lnTo>
                <a:lnTo>
                  <a:pt x="3633" y="361"/>
                </a:lnTo>
                <a:lnTo>
                  <a:pt x="3633" y="384"/>
                </a:lnTo>
                <a:lnTo>
                  <a:pt x="3634" y="499"/>
                </a:lnTo>
                <a:lnTo>
                  <a:pt x="3634" y="578"/>
                </a:lnTo>
                <a:lnTo>
                  <a:pt x="3635" y="388"/>
                </a:lnTo>
                <a:lnTo>
                  <a:pt x="3635" y="432"/>
                </a:lnTo>
                <a:lnTo>
                  <a:pt x="3635" y="623"/>
                </a:lnTo>
                <a:lnTo>
                  <a:pt x="3636" y="715"/>
                </a:lnTo>
                <a:lnTo>
                  <a:pt x="3636" y="563"/>
                </a:lnTo>
                <a:lnTo>
                  <a:pt x="3637" y="301"/>
                </a:lnTo>
                <a:lnTo>
                  <a:pt x="3637" y="353"/>
                </a:lnTo>
                <a:lnTo>
                  <a:pt x="3638" y="680"/>
                </a:lnTo>
                <a:lnTo>
                  <a:pt x="3638" y="686"/>
                </a:lnTo>
                <a:lnTo>
                  <a:pt x="3638" y="332"/>
                </a:lnTo>
                <a:lnTo>
                  <a:pt x="3639" y="680"/>
                </a:lnTo>
                <a:lnTo>
                  <a:pt x="3639" y="440"/>
                </a:lnTo>
                <a:lnTo>
                  <a:pt x="3640" y="603"/>
                </a:lnTo>
                <a:lnTo>
                  <a:pt x="3640" y="279"/>
                </a:lnTo>
                <a:lnTo>
                  <a:pt x="3641" y="624"/>
                </a:lnTo>
                <a:lnTo>
                  <a:pt x="3641" y="346"/>
                </a:lnTo>
                <a:lnTo>
                  <a:pt x="3642" y="485"/>
                </a:lnTo>
                <a:lnTo>
                  <a:pt x="3642" y="474"/>
                </a:lnTo>
                <a:lnTo>
                  <a:pt x="3642" y="796"/>
                </a:lnTo>
                <a:lnTo>
                  <a:pt x="3642" y="830"/>
                </a:lnTo>
                <a:lnTo>
                  <a:pt x="3642" y="542"/>
                </a:lnTo>
                <a:lnTo>
                  <a:pt x="3643" y="474"/>
                </a:lnTo>
                <a:lnTo>
                  <a:pt x="3643" y="673"/>
                </a:lnTo>
                <a:lnTo>
                  <a:pt x="3644" y="668"/>
                </a:lnTo>
                <a:lnTo>
                  <a:pt x="3644" y="429"/>
                </a:lnTo>
                <a:lnTo>
                  <a:pt x="3644" y="429"/>
                </a:lnTo>
                <a:lnTo>
                  <a:pt x="3645" y="531"/>
                </a:lnTo>
                <a:lnTo>
                  <a:pt x="3645" y="398"/>
                </a:lnTo>
                <a:lnTo>
                  <a:pt x="3646" y="682"/>
                </a:lnTo>
                <a:lnTo>
                  <a:pt x="3646" y="563"/>
                </a:lnTo>
                <a:lnTo>
                  <a:pt x="3647" y="273"/>
                </a:lnTo>
                <a:lnTo>
                  <a:pt x="3647" y="503"/>
                </a:lnTo>
                <a:lnTo>
                  <a:pt x="3648" y="495"/>
                </a:lnTo>
                <a:lnTo>
                  <a:pt x="3648" y="180"/>
                </a:lnTo>
                <a:lnTo>
                  <a:pt x="3648" y="718"/>
                </a:lnTo>
                <a:lnTo>
                  <a:pt x="3649" y="400"/>
                </a:lnTo>
                <a:lnTo>
                  <a:pt x="3649" y="276"/>
                </a:lnTo>
                <a:lnTo>
                  <a:pt x="3650" y="565"/>
                </a:lnTo>
                <a:lnTo>
                  <a:pt x="3650" y="394"/>
                </a:lnTo>
                <a:lnTo>
                  <a:pt x="3651" y="662"/>
                </a:lnTo>
                <a:lnTo>
                  <a:pt x="3651" y="621"/>
                </a:lnTo>
                <a:lnTo>
                  <a:pt x="3651" y="466"/>
                </a:lnTo>
                <a:lnTo>
                  <a:pt x="3652" y="408"/>
                </a:lnTo>
                <a:lnTo>
                  <a:pt x="3652" y="363"/>
                </a:lnTo>
                <a:lnTo>
                  <a:pt x="3653" y="299"/>
                </a:lnTo>
                <a:lnTo>
                  <a:pt x="3653" y="537"/>
                </a:lnTo>
                <a:lnTo>
                  <a:pt x="3654" y="357"/>
                </a:lnTo>
                <a:lnTo>
                  <a:pt x="3654" y="581"/>
                </a:lnTo>
                <a:lnTo>
                  <a:pt x="3655" y="402"/>
                </a:lnTo>
                <a:lnTo>
                  <a:pt x="3655" y="505"/>
                </a:lnTo>
                <a:lnTo>
                  <a:pt x="3655" y="471"/>
                </a:lnTo>
                <a:lnTo>
                  <a:pt x="3656" y="477"/>
                </a:lnTo>
                <a:lnTo>
                  <a:pt x="3656" y="773"/>
                </a:lnTo>
                <a:lnTo>
                  <a:pt x="3657" y="705"/>
                </a:lnTo>
                <a:lnTo>
                  <a:pt x="3657" y="529"/>
                </a:lnTo>
                <a:lnTo>
                  <a:pt x="3658" y="790"/>
                </a:lnTo>
                <a:lnTo>
                  <a:pt x="3658" y="427"/>
                </a:lnTo>
                <a:lnTo>
                  <a:pt x="3659" y="423"/>
                </a:lnTo>
                <a:lnTo>
                  <a:pt x="3659" y="504"/>
                </a:lnTo>
                <a:lnTo>
                  <a:pt x="3659" y="716"/>
                </a:lnTo>
                <a:lnTo>
                  <a:pt x="3660" y="356"/>
                </a:lnTo>
                <a:lnTo>
                  <a:pt x="3660" y="263"/>
                </a:lnTo>
                <a:lnTo>
                  <a:pt x="3661" y="538"/>
                </a:lnTo>
                <a:lnTo>
                  <a:pt x="3661" y="489"/>
                </a:lnTo>
                <a:lnTo>
                  <a:pt x="3662" y="535"/>
                </a:lnTo>
                <a:lnTo>
                  <a:pt x="3662" y="489"/>
                </a:lnTo>
                <a:lnTo>
                  <a:pt x="3662" y="586"/>
                </a:lnTo>
                <a:lnTo>
                  <a:pt x="3663" y="576"/>
                </a:lnTo>
                <a:lnTo>
                  <a:pt x="3663" y="442"/>
                </a:lnTo>
                <a:lnTo>
                  <a:pt x="3664" y="236"/>
                </a:lnTo>
                <a:lnTo>
                  <a:pt x="3664" y="781"/>
                </a:lnTo>
                <a:lnTo>
                  <a:pt x="3665" y="595"/>
                </a:lnTo>
                <a:lnTo>
                  <a:pt x="3665" y="754"/>
                </a:lnTo>
                <a:lnTo>
                  <a:pt x="3666" y="354"/>
                </a:lnTo>
                <a:lnTo>
                  <a:pt x="3666" y="672"/>
                </a:lnTo>
                <a:lnTo>
                  <a:pt x="3666" y="799"/>
                </a:lnTo>
                <a:lnTo>
                  <a:pt x="3666" y="499"/>
                </a:lnTo>
                <a:lnTo>
                  <a:pt x="3666" y="341"/>
                </a:lnTo>
                <a:lnTo>
                  <a:pt x="3667" y="500"/>
                </a:lnTo>
                <a:lnTo>
                  <a:pt x="3667" y="568"/>
                </a:lnTo>
                <a:lnTo>
                  <a:pt x="3668" y="541"/>
                </a:lnTo>
                <a:lnTo>
                  <a:pt x="3668" y="397"/>
                </a:lnTo>
                <a:lnTo>
                  <a:pt x="3668" y="732"/>
                </a:lnTo>
                <a:lnTo>
                  <a:pt x="3669" y="623"/>
                </a:lnTo>
                <a:lnTo>
                  <a:pt x="3669" y="675"/>
                </a:lnTo>
                <a:lnTo>
                  <a:pt x="3670" y="781"/>
                </a:lnTo>
                <a:lnTo>
                  <a:pt x="3670" y="660"/>
                </a:lnTo>
                <a:lnTo>
                  <a:pt x="3671" y="455"/>
                </a:lnTo>
                <a:lnTo>
                  <a:pt x="3671" y="536"/>
                </a:lnTo>
                <a:lnTo>
                  <a:pt x="3672" y="526"/>
                </a:lnTo>
                <a:lnTo>
                  <a:pt x="3672" y="600"/>
                </a:lnTo>
                <a:lnTo>
                  <a:pt x="3672" y="547"/>
                </a:lnTo>
                <a:lnTo>
                  <a:pt x="3673" y="741"/>
                </a:lnTo>
                <a:lnTo>
                  <a:pt x="3673" y="672"/>
                </a:lnTo>
                <a:lnTo>
                  <a:pt x="3674" y="601"/>
                </a:lnTo>
                <a:lnTo>
                  <a:pt x="3674" y="590"/>
                </a:lnTo>
                <a:lnTo>
                  <a:pt x="3675" y="586"/>
                </a:lnTo>
                <a:lnTo>
                  <a:pt x="3675" y="654"/>
                </a:lnTo>
                <a:lnTo>
                  <a:pt x="3675" y="690"/>
                </a:lnTo>
                <a:lnTo>
                  <a:pt x="3676" y="179"/>
                </a:lnTo>
                <a:lnTo>
                  <a:pt x="3676" y="507"/>
                </a:lnTo>
                <a:lnTo>
                  <a:pt x="3677" y="580"/>
                </a:lnTo>
                <a:lnTo>
                  <a:pt x="3677" y="675"/>
                </a:lnTo>
                <a:lnTo>
                  <a:pt x="3678" y="708"/>
                </a:lnTo>
                <a:lnTo>
                  <a:pt x="3678" y="662"/>
                </a:lnTo>
                <a:lnTo>
                  <a:pt x="3679" y="603"/>
                </a:lnTo>
                <a:lnTo>
                  <a:pt x="3679" y="919"/>
                </a:lnTo>
                <a:lnTo>
                  <a:pt x="3679" y="875"/>
                </a:lnTo>
                <a:lnTo>
                  <a:pt x="3680" y="740"/>
                </a:lnTo>
                <a:lnTo>
                  <a:pt x="3680" y="619"/>
                </a:lnTo>
                <a:lnTo>
                  <a:pt x="3681" y="684"/>
                </a:lnTo>
                <a:lnTo>
                  <a:pt x="3681" y="437"/>
                </a:lnTo>
                <a:lnTo>
                  <a:pt x="3682" y="866"/>
                </a:lnTo>
                <a:lnTo>
                  <a:pt x="3682" y="761"/>
                </a:lnTo>
                <a:lnTo>
                  <a:pt x="3683" y="433"/>
                </a:lnTo>
                <a:lnTo>
                  <a:pt x="3683" y="635"/>
                </a:lnTo>
                <a:lnTo>
                  <a:pt x="3683" y="526"/>
                </a:lnTo>
                <a:lnTo>
                  <a:pt x="3684" y="357"/>
                </a:lnTo>
                <a:lnTo>
                  <a:pt x="3684" y="755"/>
                </a:lnTo>
                <a:lnTo>
                  <a:pt x="3685" y="669"/>
                </a:lnTo>
                <a:lnTo>
                  <a:pt x="3685" y="694"/>
                </a:lnTo>
                <a:lnTo>
                  <a:pt x="3686" y="938"/>
                </a:lnTo>
                <a:lnTo>
                  <a:pt x="3686" y="700"/>
                </a:lnTo>
                <a:lnTo>
                  <a:pt x="3686" y="527"/>
                </a:lnTo>
                <a:lnTo>
                  <a:pt x="3687" y="577"/>
                </a:lnTo>
                <a:lnTo>
                  <a:pt x="3687" y="565"/>
                </a:lnTo>
                <a:lnTo>
                  <a:pt x="3688" y="709"/>
                </a:lnTo>
                <a:lnTo>
                  <a:pt x="3688" y="750"/>
                </a:lnTo>
                <a:lnTo>
                  <a:pt x="3689" y="470"/>
                </a:lnTo>
                <a:lnTo>
                  <a:pt x="3689" y="726"/>
                </a:lnTo>
                <a:lnTo>
                  <a:pt x="3690" y="610"/>
                </a:lnTo>
                <a:lnTo>
                  <a:pt x="3690" y="629"/>
                </a:lnTo>
                <a:lnTo>
                  <a:pt x="3690" y="440"/>
                </a:lnTo>
                <a:lnTo>
                  <a:pt x="3690" y="511"/>
                </a:lnTo>
                <a:lnTo>
                  <a:pt x="3690" y="838"/>
                </a:lnTo>
                <a:lnTo>
                  <a:pt x="3691" y="822"/>
                </a:lnTo>
                <a:lnTo>
                  <a:pt x="3691" y="564"/>
                </a:lnTo>
                <a:lnTo>
                  <a:pt x="3692" y="657"/>
                </a:lnTo>
                <a:lnTo>
                  <a:pt x="3692" y="712"/>
                </a:lnTo>
                <a:lnTo>
                  <a:pt x="3692" y="498"/>
                </a:lnTo>
                <a:lnTo>
                  <a:pt x="3693" y="617"/>
                </a:lnTo>
                <a:lnTo>
                  <a:pt x="3693" y="635"/>
                </a:lnTo>
                <a:lnTo>
                  <a:pt x="3694" y="529"/>
                </a:lnTo>
                <a:lnTo>
                  <a:pt x="3694" y="694"/>
                </a:lnTo>
                <a:lnTo>
                  <a:pt x="3695" y="412"/>
                </a:lnTo>
                <a:lnTo>
                  <a:pt x="3695" y="752"/>
                </a:lnTo>
                <a:lnTo>
                  <a:pt x="3696" y="540"/>
                </a:lnTo>
                <a:lnTo>
                  <a:pt x="3696" y="426"/>
                </a:lnTo>
                <a:lnTo>
                  <a:pt x="3696" y="832"/>
                </a:lnTo>
                <a:lnTo>
                  <a:pt x="3697" y="681"/>
                </a:lnTo>
                <a:lnTo>
                  <a:pt x="3697" y="464"/>
                </a:lnTo>
                <a:lnTo>
                  <a:pt x="3698" y="460"/>
                </a:lnTo>
                <a:lnTo>
                  <a:pt x="3698" y="650"/>
                </a:lnTo>
                <a:lnTo>
                  <a:pt x="3699" y="730"/>
                </a:lnTo>
                <a:lnTo>
                  <a:pt x="3699" y="483"/>
                </a:lnTo>
                <a:lnTo>
                  <a:pt x="3700" y="448"/>
                </a:lnTo>
                <a:lnTo>
                  <a:pt x="3700" y="786"/>
                </a:lnTo>
                <a:lnTo>
                  <a:pt x="3700" y="790"/>
                </a:lnTo>
                <a:lnTo>
                  <a:pt x="3701" y="581"/>
                </a:lnTo>
                <a:lnTo>
                  <a:pt x="3701" y="520"/>
                </a:lnTo>
                <a:lnTo>
                  <a:pt x="3702" y="653"/>
                </a:lnTo>
                <a:lnTo>
                  <a:pt x="3702" y="509"/>
                </a:lnTo>
                <a:lnTo>
                  <a:pt x="3703" y="708"/>
                </a:lnTo>
                <a:lnTo>
                  <a:pt x="3703" y="909"/>
                </a:lnTo>
                <a:lnTo>
                  <a:pt x="3703" y="662"/>
                </a:lnTo>
                <a:lnTo>
                  <a:pt x="3704" y="589"/>
                </a:lnTo>
                <a:lnTo>
                  <a:pt x="3704" y="636"/>
                </a:lnTo>
                <a:lnTo>
                  <a:pt x="3705" y="762"/>
                </a:lnTo>
                <a:lnTo>
                  <a:pt x="3705" y="855"/>
                </a:lnTo>
                <a:lnTo>
                  <a:pt x="3706" y="664"/>
                </a:lnTo>
                <a:lnTo>
                  <a:pt x="3706" y="458"/>
                </a:lnTo>
                <a:lnTo>
                  <a:pt x="3707" y="403"/>
                </a:lnTo>
                <a:lnTo>
                  <a:pt x="3707" y="411"/>
                </a:lnTo>
                <a:lnTo>
                  <a:pt x="3707" y="699"/>
                </a:lnTo>
                <a:lnTo>
                  <a:pt x="3708" y="746"/>
                </a:lnTo>
                <a:lnTo>
                  <a:pt x="3708" y="504"/>
                </a:lnTo>
                <a:lnTo>
                  <a:pt x="3709" y="482"/>
                </a:lnTo>
                <a:lnTo>
                  <a:pt x="3709" y="513"/>
                </a:lnTo>
                <a:lnTo>
                  <a:pt x="3710" y="861"/>
                </a:lnTo>
                <a:lnTo>
                  <a:pt x="3710" y="693"/>
                </a:lnTo>
                <a:lnTo>
                  <a:pt x="3710" y="569"/>
                </a:lnTo>
                <a:lnTo>
                  <a:pt x="3711" y="492"/>
                </a:lnTo>
                <a:lnTo>
                  <a:pt x="3711" y="449"/>
                </a:lnTo>
                <a:lnTo>
                  <a:pt x="3712" y="537"/>
                </a:lnTo>
                <a:lnTo>
                  <a:pt x="3712" y="509"/>
                </a:lnTo>
                <a:lnTo>
                  <a:pt x="3713" y="541"/>
                </a:lnTo>
                <a:lnTo>
                  <a:pt x="3713" y="453"/>
                </a:lnTo>
                <a:lnTo>
                  <a:pt x="3714" y="505"/>
                </a:lnTo>
                <a:lnTo>
                  <a:pt x="3714" y="538"/>
                </a:lnTo>
                <a:lnTo>
                  <a:pt x="3714" y="585"/>
                </a:lnTo>
                <a:lnTo>
                  <a:pt x="3714" y="533"/>
                </a:lnTo>
                <a:lnTo>
                  <a:pt x="3714" y="472"/>
                </a:lnTo>
                <a:lnTo>
                  <a:pt x="3715" y="502"/>
                </a:lnTo>
                <a:lnTo>
                  <a:pt x="3715" y="484"/>
                </a:lnTo>
                <a:lnTo>
                  <a:pt x="3716" y="342"/>
                </a:lnTo>
                <a:lnTo>
                  <a:pt x="3716" y="496"/>
                </a:lnTo>
                <a:lnTo>
                  <a:pt x="3716" y="627"/>
                </a:lnTo>
                <a:lnTo>
                  <a:pt x="3717" y="404"/>
                </a:lnTo>
                <a:lnTo>
                  <a:pt x="3717" y="728"/>
                </a:lnTo>
                <a:lnTo>
                  <a:pt x="3718" y="685"/>
                </a:lnTo>
                <a:lnTo>
                  <a:pt x="3718" y="478"/>
                </a:lnTo>
                <a:lnTo>
                  <a:pt x="3719" y="451"/>
                </a:lnTo>
                <a:lnTo>
                  <a:pt x="3719" y="705"/>
                </a:lnTo>
                <a:lnTo>
                  <a:pt x="3720" y="579"/>
                </a:lnTo>
                <a:lnTo>
                  <a:pt x="3720" y="610"/>
                </a:lnTo>
                <a:lnTo>
                  <a:pt x="3720" y="591"/>
                </a:lnTo>
                <a:lnTo>
                  <a:pt x="3721" y="383"/>
                </a:lnTo>
                <a:lnTo>
                  <a:pt x="3721" y="415"/>
                </a:lnTo>
                <a:lnTo>
                  <a:pt x="3722" y="520"/>
                </a:lnTo>
                <a:lnTo>
                  <a:pt x="3722" y="595"/>
                </a:lnTo>
                <a:lnTo>
                  <a:pt x="3723" y="711"/>
                </a:lnTo>
                <a:lnTo>
                  <a:pt x="3723" y="309"/>
                </a:lnTo>
                <a:lnTo>
                  <a:pt x="3724" y="428"/>
                </a:lnTo>
                <a:lnTo>
                  <a:pt x="3724" y="615"/>
                </a:lnTo>
                <a:lnTo>
                  <a:pt x="3724" y="408"/>
                </a:lnTo>
                <a:lnTo>
                  <a:pt x="3725" y="522"/>
                </a:lnTo>
                <a:lnTo>
                  <a:pt x="3725" y="553"/>
                </a:lnTo>
                <a:lnTo>
                  <a:pt x="3726" y="448"/>
                </a:lnTo>
                <a:lnTo>
                  <a:pt x="3726" y="618"/>
                </a:lnTo>
                <a:lnTo>
                  <a:pt x="3727" y="561"/>
                </a:lnTo>
                <a:lnTo>
                  <a:pt x="3727" y="492"/>
                </a:lnTo>
                <a:lnTo>
                  <a:pt x="3727" y="583"/>
                </a:lnTo>
                <a:lnTo>
                  <a:pt x="3728" y="414"/>
                </a:lnTo>
                <a:lnTo>
                  <a:pt x="3728" y="240"/>
                </a:lnTo>
                <a:lnTo>
                  <a:pt x="3729" y="620"/>
                </a:lnTo>
                <a:lnTo>
                  <a:pt x="3729" y="752"/>
                </a:lnTo>
                <a:lnTo>
                  <a:pt x="3730" y="801"/>
                </a:lnTo>
                <a:lnTo>
                  <a:pt x="3730" y="533"/>
                </a:lnTo>
                <a:lnTo>
                  <a:pt x="3731" y="608"/>
                </a:lnTo>
                <a:lnTo>
                  <a:pt x="3731" y="482"/>
                </a:lnTo>
                <a:lnTo>
                  <a:pt x="3731" y="493"/>
                </a:lnTo>
                <a:lnTo>
                  <a:pt x="3732" y="745"/>
                </a:lnTo>
                <a:lnTo>
                  <a:pt x="3732" y="777"/>
                </a:lnTo>
                <a:lnTo>
                  <a:pt x="3733" y="471"/>
                </a:lnTo>
                <a:lnTo>
                  <a:pt x="3733" y="495"/>
                </a:lnTo>
                <a:lnTo>
                  <a:pt x="3734" y="578"/>
                </a:lnTo>
                <a:lnTo>
                  <a:pt x="3734" y="757"/>
                </a:lnTo>
                <a:lnTo>
                  <a:pt x="3734" y="450"/>
                </a:lnTo>
                <a:lnTo>
                  <a:pt x="3735" y="335"/>
                </a:lnTo>
                <a:lnTo>
                  <a:pt x="3735" y="480"/>
                </a:lnTo>
                <a:lnTo>
                  <a:pt x="3736" y="644"/>
                </a:lnTo>
                <a:lnTo>
                  <a:pt x="3736" y="516"/>
                </a:lnTo>
                <a:lnTo>
                  <a:pt x="3737" y="722"/>
                </a:lnTo>
                <a:lnTo>
                  <a:pt x="3737" y="372"/>
                </a:lnTo>
                <a:lnTo>
                  <a:pt x="3738" y="514"/>
                </a:lnTo>
                <a:lnTo>
                  <a:pt x="3738" y="784"/>
                </a:lnTo>
                <a:lnTo>
                  <a:pt x="3738" y="573"/>
                </a:lnTo>
                <a:lnTo>
                  <a:pt x="3738" y="464"/>
                </a:lnTo>
                <a:lnTo>
                  <a:pt x="3738" y="581"/>
                </a:lnTo>
                <a:lnTo>
                  <a:pt x="3739" y="575"/>
                </a:lnTo>
                <a:lnTo>
                  <a:pt x="3739" y="713"/>
                </a:lnTo>
                <a:lnTo>
                  <a:pt x="3740" y="456"/>
                </a:lnTo>
                <a:lnTo>
                  <a:pt x="3740" y="634"/>
                </a:lnTo>
                <a:lnTo>
                  <a:pt x="3740" y="854"/>
                </a:lnTo>
                <a:lnTo>
                  <a:pt x="3741" y="597"/>
                </a:lnTo>
                <a:lnTo>
                  <a:pt x="3741" y="403"/>
                </a:lnTo>
                <a:lnTo>
                  <a:pt x="3742" y="604"/>
                </a:lnTo>
                <a:lnTo>
                  <a:pt x="3742" y="297"/>
                </a:lnTo>
                <a:lnTo>
                  <a:pt x="3743" y="489"/>
                </a:lnTo>
                <a:lnTo>
                  <a:pt x="3743" y="505"/>
                </a:lnTo>
                <a:lnTo>
                  <a:pt x="3744" y="574"/>
                </a:lnTo>
                <a:lnTo>
                  <a:pt x="3744" y="568"/>
                </a:lnTo>
                <a:lnTo>
                  <a:pt x="3744" y="598"/>
                </a:lnTo>
                <a:lnTo>
                  <a:pt x="3745" y="606"/>
                </a:lnTo>
                <a:lnTo>
                  <a:pt x="3745" y="488"/>
                </a:lnTo>
                <a:lnTo>
                  <a:pt x="3746" y="702"/>
                </a:lnTo>
                <a:lnTo>
                  <a:pt x="3746" y="725"/>
                </a:lnTo>
                <a:lnTo>
                  <a:pt x="3747" y="733"/>
                </a:lnTo>
                <a:lnTo>
                  <a:pt x="3747" y="277"/>
                </a:lnTo>
                <a:lnTo>
                  <a:pt x="3748" y="499"/>
                </a:lnTo>
                <a:lnTo>
                  <a:pt x="3748" y="534"/>
                </a:lnTo>
                <a:lnTo>
                  <a:pt x="3748" y="733"/>
                </a:lnTo>
                <a:lnTo>
                  <a:pt x="3749" y="492"/>
                </a:lnTo>
                <a:lnTo>
                  <a:pt x="3749" y="602"/>
                </a:lnTo>
                <a:lnTo>
                  <a:pt x="3750" y="556"/>
                </a:lnTo>
                <a:lnTo>
                  <a:pt x="3750" y="731"/>
                </a:lnTo>
                <a:lnTo>
                  <a:pt x="3751" y="568"/>
                </a:lnTo>
                <a:lnTo>
                  <a:pt x="3751" y="655"/>
                </a:lnTo>
                <a:lnTo>
                  <a:pt x="3751" y="707"/>
                </a:lnTo>
                <a:lnTo>
                  <a:pt x="3752" y="491"/>
                </a:lnTo>
                <a:lnTo>
                  <a:pt x="3752" y="824"/>
                </a:lnTo>
                <a:lnTo>
                  <a:pt x="3753" y="521"/>
                </a:lnTo>
                <a:lnTo>
                  <a:pt x="3753" y="506"/>
                </a:lnTo>
                <a:lnTo>
                  <a:pt x="3754" y="734"/>
                </a:lnTo>
                <a:lnTo>
                  <a:pt x="3754" y="728"/>
                </a:lnTo>
                <a:lnTo>
                  <a:pt x="3755" y="643"/>
                </a:lnTo>
                <a:lnTo>
                  <a:pt x="3755" y="572"/>
                </a:lnTo>
                <a:lnTo>
                  <a:pt x="3755" y="637"/>
                </a:lnTo>
                <a:lnTo>
                  <a:pt x="3756" y="555"/>
                </a:lnTo>
                <a:lnTo>
                  <a:pt x="3756" y="364"/>
                </a:lnTo>
                <a:lnTo>
                  <a:pt x="3757" y="695"/>
                </a:lnTo>
                <a:lnTo>
                  <a:pt x="3757" y="872"/>
                </a:lnTo>
                <a:lnTo>
                  <a:pt x="3758" y="506"/>
                </a:lnTo>
                <a:lnTo>
                  <a:pt x="3758" y="383"/>
                </a:lnTo>
                <a:lnTo>
                  <a:pt x="3758" y="572"/>
                </a:lnTo>
                <a:lnTo>
                  <a:pt x="3759" y="788"/>
                </a:lnTo>
                <a:lnTo>
                  <a:pt x="3759" y="650"/>
                </a:lnTo>
                <a:lnTo>
                  <a:pt x="3760" y="796"/>
                </a:lnTo>
                <a:lnTo>
                  <a:pt x="3760" y="542"/>
                </a:lnTo>
                <a:lnTo>
                  <a:pt x="3761" y="832"/>
                </a:lnTo>
                <a:lnTo>
                  <a:pt x="3761" y="682"/>
                </a:lnTo>
                <a:lnTo>
                  <a:pt x="3762" y="785"/>
                </a:lnTo>
                <a:lnTo>
                  <a:pt x="3762" y="623"/>
                </a:lnTo>
                <a:lnTo>
                  <a:pt x="3762" y="696"/>
                </a:lnTo>
                <a:lnTo>
                  <a:pt x="3762" y="618"/>
                </a:lnTo>
                <a:lnTo>
                  <a:pt x="3762" y="641"/>
                </a:lnTo>
                <a:lnTo>
                  <a:pt x="3763" y="789"/>
                </a:lnTo>
                <a:lnTo>
                  <a:pt x="3763" y="557"/>
                </a:lnTo>
                <a:lnTo>
                  <a:pt x="3764" y="656"/>
                </a:lnTo>
                <a:lnTo>
                  <a:pt x="3764" y="792"/>
                </a:lnTo>
                <a:lnTo>
                  <a:pt x="3764" y="325"/>
                </a:lnTo>
                <a:lnTo>
                  <a:pt x="3765" y="582"/>
                </a:lnTo>
                <a:lnTo>
                  <a:pt x="3765" y="674"/>
                </a:lnTo>
                <a:lnTo>
                  <a:pt x="3766" y="447"/>
                </a:lnTo>
                <a:lnTo>
                  <a:pt x="3766" y="386"/>
                </a:lnTo>
                <a:lnTo>
                  <a:pt x="3767" y="675"/>
                </a:lnTo>
                <a:lnTo>
                  <a:pt x="3767" y="604"/>
                </a:lnTo>
                <a:lnTo>
                  <a:pt x="3768" y="798"/>
                </a:lnTo>
                <a:lnTo>
                  <a:pt x="3768" y="676"/>
                </a:lnTo>
                <a:lnTo>
                  <a:pt x="3768" y="683"/>
                </a:lnTo>
                <a:lnTo>
                  <a:pt x="3769" y="628"/>
                </a:lnTo>
                <a:lnTo>
                  <a:pt x="3769" y="607"/>
                </a:lnTo>
                <a:lnTo>
                  <a:pt x="3770" y="574"/>
                </a:lnTo>
                <a:lnTo>
                  <a:pt x="3770" y="621"/>
                </a:lnTo>
                <a:lnTo>
                  <a:pt x="3771" y="830"/>
                </a:lnTo>
                <a:lnTo>
                  <a:pt x="3771" y="791"/>
                </a:lnTo>
                <a:lnTo>
                  <a:pt x="3772" y="733"/>
                </a:lnTo>
                <a:lnTo>
                  <a:pt x="3772" y="695"/>
                </a:lnTo>
                <a:lnTo>
                  <a:pt x="3772" y="502"/>
                </a:lnTo>
                <a:lnTo>
                  <a:pt x="3773" y="822"/>
                </a:lnTo>
                <a:lnTo>
                  <a:pt x="3773" y="705"/>
                </a:lnTo>
                <a:lnTo>
                  <a:pt x="3774" y="514"/>
                </a:lnTo>
                <a:lnTo>
                  <a:pt x="3774" y="695"/>
                </a:lnTo>
                <a:lnTo>
                  <a:pt x="3775" y="585"/>
                </a:lnTo>
                <a:lnTo>
                  <a:pt x="3775" y="670"/>
                </a:lnTo>
                <a:lnTo>
                  <a:pt x="3775" y="612"/>
                </a:lnTo>
                <a:lnTo>
                  <a:pt x="3776" y="682"/>
                </a:lnTo>
                <a:lnTo>
                  <a:pt x="3776" y="551"/>
                </a:lnTo>
                <a:lnTo>
                  <a:pt x="3777" y="870"/>
                </a:lnTo>
                <a:lnTo>
                  <a:pt x="3777" y="698"/>
                </a:lnTo>
                <a:lnTo>
                  <a:pt x="3778" y="601"/>
                </a:lnTo>
                <a:lnTo>
                  <a:pt x="3778" y="565"/>
                </a:lnTo>
                <a:lnTo>
                  <a:pt x="3779" y="425"/>
                </a:lnTo>
                <a:lnTo>
                  <a:pt x="3779" y="697"/>
                </a:lnTo>
                <a:lnTo>
                  <a:pt x="3779" y="424"/>
                </a:lnTo>
                <a:lnTo>
                  <a:pt x="3780" y="732"/>
                </a:lnTo>
                <a:lnTo>
                  <a:pt x="3780" y="443"/>
                </a:lnTo>
                <a:lnTo>
                  <a:pt x="3781" y="515"/>
                </a:lnTo>
                <a:lnTo>
                  <a:pt x="3781" y="765"/>
                </a:lnTo>
                <a:lnTo>
                  <a:pt x="3782" y="586"/>
                </a:lnTo>
                <a:lnTo>
                  <a:pt x="3782" y="636"/>
                </a:lnTo>
                <a:lnTo>
                  <a:pt x="3782" y="537"/>
                </a:lnTo>
                <a:lnTo>
                  <a:pt x="3783" y="658"/>
                </a:lnTo>
                <a:lnTo>
                  <a:pt x="3783" y="668"/>
                </a:lnTo>
                <a:lnTo>
                  <a:pt x="3784" y="423"/>
                </a:lnTo>
                <a:lnTo>
                  <a:pt x="3784" y="635"/>
                </a:lnTo>
                <a:lnTo>
                  <a:pt x="3785" y="498"/>
                </a:lnTo>
                <a:lnTo>
                  <a:pt x="3785" y="648"/>
                </a:lnTo>
                <a:lnTo>
                  <a:pt x="3786" y="372"/>
                </a:lnTo>
                <a:lnTo>
                  <a:pt x="3786" y="710"/>
                </a:lnTo>
                <a:lnTo>
                  <a:pt x="3786" y="699"/>
                </a:lnTo>
                <a:lnTo>
                  <a:pt x="3786" y="387"/>
                </a:lnTo>
                <a:lnTo>
                  <a:pt x="3786" y="670"/>
                </a:lnTo>
                <a:lnTo>
                  <a:pt x="3787" y="371"/>
                </a:lnTo>
                <a:lnTo>
                  <a:pt x="3787" y="471"/>
                </a:lnTo>
                <a:lnTo>
                  <a:pt x="3788" y="621"/>
                </a:lnTo>
                <a:lnTo>
                  <a:pt x="3788" y="859"/>
                </a:lnTo>
                <a:lnTo>
                  <a:pt x="3788" y="597"/>
                </a:lnTo>
                <a:lnTo>
                  <a:pt x="3789" y="577"/>
                </a:lnTo>
                <a:lnTo>
                  <a:pt x="3789" y="420"/>
                </a:lnTo>
                <a:lnTo>
                  <a:pt x="3790" y="357"/>
                </a:lnTo>
                <a:lnTo>
                  <a:pt x="3790" y="684"/>
                </a:lnTo>
                <a:lnTo>
                  <a:pt x="3791" y="466"/>
                </a:lnTo>
                <a:lnTo>
                  <a:pt x="3791" y="469"/>
                </a:lnTo>
                <a:lnTo>
                  <a:pt x="3792" y="423"/>
                </a:lnTo>
                <a:lnTo>
                  <a:pt x="3792" y="504"/>
                </a:lnTo>
                <a:lnTo>
                  <a:pt x="3792" y="855"/>
                </a:lnTo>
                <a:lnTo>
                  <a:pt x="3793" y="594"/>
                </a:lnTo>
                <a:lnTo>
                  <a:pt x="3793" y="736"/>
                </a:lnTo>
                <a:lnTo>
                  <a:pt x="3794" y="596"/>
                </a:lnTo>
                <a:lnTo>
                  <a:pt x="3794" y="423"/>
                </a:lnTo>
                <a:lnTo>
                  <a:pt x="3795" y="518"/>
                </a:lnTo>
                <a:lnTo>
                  <a:pt x="3795" y="394"/>
                </a:lnTo>
                <a:lnTo>
                  <a:pt x="3796" y="509"/>
                </a:lnTo>
                <a:lnTo>
                  <a:pt x="3796" y="744"/>
                </a:lnTo>
                <a:lnTo>
                  <a:pt x="3796" y="920"/>
                </a:lnTo>
                <a:lnTo>
                  <a:pt x="3797" y="531"/>
                </a:lnTo>
                <a:lnTo>
                  <a:pt x="3797" y="581"/>
                </a:lnTo>
                <a:lnTo>
                  <a:pt x="3798" y="689"/>
                </a:lnTo>
                <a:lnTo>
                  <a:pt x="3798" y="792"/>
                </a:lnTo>
                <a:lnTo>
                  <a:pt x="3799" y="651"/>
                </a:lnTo>
                <a:lnTo>
                  <a:pt x="3799" y="570"/>
                </a:lnTo>
                <a:lnTo>
                  <a:pt x="3799" y="443"/>
                </a:lnTo>
                <a:lnTo>
                  <a:pt x="3800" y="511"/>
                </a:lnTo>
                <a:lnTo>
                  <a:pt x="3800" y="303"/>
                </a:lnTo>
                <a:lnTo>
                  <a:pt x="3801" y="685"/>
                </a:lnTo>
                <a:lnTo>
                  <a:pt x="3801" y="406"/>
                </a:lnTo>
                <a:lnTo>
                  <a:pt x="3802" y="525"/>
                </a:lnTo>
                <a:lnTo>
                  <a:pt x="3802" y="429"/>
                </a:lnTo>
                <a:lnTo>
                  <a:pt x="3803" y="591"/>
                </a:lnTo>
                <a:lnTo>
                  <a:pt x="3803" y="371"/>
                </a:lnTo>
                <a:lnTo>
                  <a:pt x="3803" y="483"/>
                </a:lnTo>
                <a:lnTo>
                  <a:pt x="3804" y="623"/>
                </a:lnTo>
                <a:lnTo>
                  <a:pt x="3804" y="525"/>
                </a:lnTo>
                <a:lnTo>
                  <a:pt x="3805" y="557"/>
                </a:lnTo>
                <a:lnTo>
                  <a:pt x="3805" y="449"/>
                </a:lnTo>
                <a:lnTo>
                  <a:pt x="3806" y="690"/>
                </a:lnTo>
                <a:lnTo>
                  <a:pt x="3806" y="522"/>
                </a:lnTo>
                <a:lnTo>
                  <a:pt x="3806" y="460"/>
                </a:lnTo>
                <a:lnTo>
                  <a:pt x="3807" y="512"/>
                </a:lnTo>
                <a:lnTo>
                  <a:pt x="3807" y="320"/>
                </a:lnTo>
                <a:lnTo>
                  <a:pt x="3808" y="402"/>
                </a:lnTo>
                <a:lnTo>
                  <a:pt x="3808" y="514"/>
                </a:lnTo>
                <a:lnTo>
                  <a:pt x="3809" y="482"/>
                </a:lnTo>
                <a:lnTo>
                  <a:pt x="3809" y="469"/>
                </a:lnTo>
                <a:lnTo>
                  <a:pt x="3810" y="454"/>
                </a:lnTo>
                <a:lnTo>
                  <a:pt x="3810" y="776"/>
                </a:lnTo>
                <a:lnTo>
                  <a:pt x="3810" y="555"/>
                </a:lnTo>
                <a:lnTo>
                  <a:pt x="3810" y="726"/>
                </a:lnTo>
                <a:lnTo>
                  <a:pt x="3810" y="325"/>
                </a:lnTo>
                <a:lnTo>
                  <a:pt x="3811" y="519"/>
                </a:lnTo>
                <a:lnTo>
                  <a:pt x="3811" y="538"/>
                </a:lnTo>
                <a:lnTo>
                  <a:pt x="3812" y="380"/>
                </a:lnTo>
                <a:lnTo>
                  <a:pt x="3812" y="449"/>
                </a:lnTo>
                <a:lnTo>
                  <a:pt x="3812" y="674"/>
                </a:lnTo>
                <a:lnTo>
                  <a:pt x="3813" y="521"/>
                </a:lnTo>
                <a:lnTo>
                  <a:pt x="3813" y="560"/>
                </a:lnTo>
                <a:lnTo>
                  <a:pt x="3814" y="764"/>
                </a:lnTo>
                <a:lnTo>
                  <a:pt x="3814" y="611"/>
                </a:lnTo>
                <a:lnTo>
                  <a:pt x="3815" y="538"/>
                </a:lnTo>
                <a:lnTo>
                  <a:pt x="3815" y="529"/>
                </a:lnTo>
                <a:lnTo>
                  <a:pt x="3816" y="728"/>
                </a:lnTo>
                <a:lnTo>
                  <a:pt x="3816" y="346"/>
                </a:lnTo>
                <a:lnTo>
                  <a:pt x="3816" y="529"/>
                </a:lnTo>
                <a:lnTo>
                  <a:pt x="3817" y="510"/>
                </a:lnTo>
                <a:lnTo>
                  <a:pt x="3817" y="458"/>
                </a:lnTo>
                <a:lnTo>
                  <a:pt x="3818" y="632"/>
                </a:lnTo>
                <a:lnTo>
                  <a:pt x="3818" y="452"/>
                </a:lnTo>
                <a:lnTo>
                  <a:pt x="3819" y="572"/>
                </a:lnTo>
                <a:lnTo>
                  <a:pt x="3819" y="650"/>
                </a:lnTo>
                <a:lnTo>
                  <a:pt x="3820" y="439"/>
                </a:lnTo>
                <a:lnTo>
                  <a:pt x="3820" y="306"/>
                </a:lnTo>
                <a:lnTo>
                  <a:pt x="3820" y="418"/>
                </a:lnTo>
                <a:lnTo>
                  <a:pt x="3821" y="391"/>
                </a:lnTo>
                <a:lnTo>
                  <a:pt x="3821" y="602"/>
                </a:lnTo>
                <a:lnTo>
                  <a:pt x="3822" y="759"/>
                </a:lnTo>
                <a:lnTo>
                  <a:pt x="3822" y="314"/>
                </a:lnTo>
                <a:lnTo>
                  <a:pt x="3823" y="233"/>
                </a:lnTo>
                <a:lnTo>
                  <a:pt x="3823" y="309"/>
                </a:lnTo>
                <a:lnTo>
                  <a:pt x="3823" y="584"/>
                </a:lnTo>
                <a:lnTo>
                  <a:pt x="3824" y="704"/>
                </a:lnTo>
                <a:lnTo>
                  <a:pt x="3824" y="692"/>
                </a:lnTo>
                <a:lnTo>
                  <a:pt x="3825" y="784"/>
                </a:lnTo>
                <a:lnTo>
                  <a:pt x="3825" y="558"/>
                </a:lnTo>
                <a:lnTo>
                  <a:pt x="3826" y="311"/>
                </a:lnTo>
                <a:lnTo>
                  <a:pt x="3826" y="566"/>
                </a:lnTo>
                <a:lnTo>
                  <a:pt x="3827" y="504"/>
                </a:lnTo>
                <a:lnTo>
                  <a:pt x="3827" y="350"/>
                </a:lnTo>
                <a:lnTo>
                  <a:pt x="3827" y="610"/>
                </a:lnTo>
                <a:lnTo>
                  <a:pt x="3828" y="259"/>
                </a:lnTo>
                <a:lnTo>
                  <a:pt x="3828" y="267"/>
                </a:lnTo>
                <a:lnTo>
                  <a:pt x="3829" y="577"/>
                </a:lnTo>
                <a:lnTo>
                  <a:pt x="3829" y="644"/>
                </a:lnTo>
                <a:lnTo>
                  <a:pt x="3830" y="462"/>
                </a:lnTo>
                <a:lnTo>
                  <a:pt x="3830" y="614"/>
                </a:lnTo>
                <a:lnTo>
                  <a:pt x="3830" y="734"/>
                </a:lnTo>
                <a:lnTo>
                  <a:pt x="3831" y="383"/>
                </a:lnTo>
                <a:lnTo>
                  <a:pt x="3831" y="394"/>
                </a:lnTo>
                <a:lnTo>
                  <a:pt x="3832" y="551"/>
                </a:lnTo>
                <a:lnTo>
                  <a:pt x="3832" y="758"/>
                </a:lnTo>
                <a:lnTo>
                  <a:pt x="3833" y="757"/>
                </a:lnTo>
                <a:lnTo>
                  <a:pt x="3833" y="564"/>
                </a:lnTo>
                <a:lnTo>
                  <a:pt x="3834" y="655"/>
                </a:lnTo>
                <a:lnTo>
                  <a:pt x="3834" y="635"/>
                </a:lnTo>
                <a:lnTo>
                  <a:pt x="3834" y="439"/>
                </a:lnTo>
                <a:lnTo>
                  <a:pt x="3834" y="483"/>
                </a:lnTo>
                <a:lnTo>
                  <a:pt x="3834" y="391"/>
                </a:lnTo>
                <a:lnTo>
                  <a:pt x="3835" y="737"/>
                </a:lnTo>
                <a:lnTo>
                  <a:pt x="3835" y="646"/>
                </a:lnTo>
                <a:lnTo>
                  <a:pt x="3836" y="489"/>
                </a:lnTo>
                <a:lnTo>
                  <a:pt x="3836" y="536"/>
                </a:lnTo>
                <a:lnTo>
                  <a:pt x="3836" y="381"/>
                </a:lnTo>
                <a:lnTo>
                  <a:pt x="3837" y="544"/>
                </a:lnTo>
                <a:lnTo>
                  <a:pt x="3837" y="339"/>
                </a:lnTo>
                <a:lnTo>
                  <a:pt x="3838" y="531"/>
                </a:lnTo>
                <a:lnTo>
                  <a:pt x="3838" y="458"/>
                </a:lnTo>
                <a:lnTo>
                  <a:pt x="3839" y="660"/>
                </a:lnTo>
                <a:lnTo>
                  <a:pt x="3839" y="613"/>
                </a:lnTo>
                <a:lnTo>
                  <a:pt x="3840" y="486"/>
                </a:lnTo>
                <a:lnTo>
                  <a:pt x="3840" y="386"/>
                </a:lnTo>
                <a:lnTo>
                  <a:pt x="3840" y="515"/>
                </a:lnTo>
                <a:lnTo>
                  <a:pt x="3841" y="635"/>
                </a:lnTo>
                <a:lnTo>
                  <a:pt x="3841" y="425"/>
                </a:lnTo>
                <a:lnTo>
                  <a:pt x="3842" y="945"/>
                </a:lnTo>
                <a:lnTo>
                  <a:pt x="3842" y="835"/>
                </a:lnTo>
                <a:lnTo>
                  <a:pt x="3843" y="532"/>
                </a:lnTo>
                <a:lnTo>
                  <a:pt x="3843" y="630"/>
                </a:lnTo>
                <a:lnTo>
                  <a:pt x="3844" y="546"/>
                </a:lnTo>
                <a:lnTo>
                  <a:pt x="3844" y="626"/>
                </a:lnTo>
                <a:lnTo>
                  <a:pt x="3844" y="554"/>
                </a:lnTo>
                <a:lnTo>
                  <a:pt x="3845" y="757"/>
                </a:lnTo>
                <a:lnTo>
                  <a:pt x="3845" y="557"/>
                </a:lnTo>
                <a:lnTo>
                  <a:pt x="3846" y="497"/>
                </a:lnTo>
                <a:lnTo>
                  <a:pt x="3846" y="465"/>
                </a:lnTo>
                <a:lnTo>
                  <a:pt x="3847" y="352"/>
                </a:lnTo>
                <a:lnTo>
                  <a:pt x="3847" y="610"/>
                </a:lnTo>
                <a:lnTo>
                  <a:pt x="3847" y="607"/>
                </a:lnTo>
                <a:lnTo>
                  <a:pt x="3848" y="868"/>
                </a:lnTo>
                <a:lnTo>
                  <a:pt x="3848" y="725"/>
                </a:lnTo>
                <a:lnTo>
                  <a:pt x="3849" y="677"/>
                </a:lnTo>
                <a:lnTo>
                  <a:pt x="3849" y="498"/>
                </a:lnTo>
                <a:lnTo>
                  <a:pt x="3850" y="739"/>
                </a:lnTo>
                <a:lnTo>
                  <a:pt x="3850" y="537"/>
                </a:lnTo>
                <a:lnTo>
                  <a:pt x="3851" y="653"/>
                </a:lnTo>
                <a:lnTo>
                  <a:pt x="3851" y="679"/>
                </a:lnTo>
                <a:lnTo>
                  <a:pt x="3851" y="617"/>
                </a:lnTo>
                <a:lnTo>
                  <a:pt x="3852" y="710"/>
                </a:lnTo>
                <a:lnTo>
                  <a:pt x="3852" y="716"/>
                </a:lnTo>
                <a:lnTo>
                  <a:pt x="3853" y="902"/>
                </a:lnTo>
                <a:lnTo>
                  <a:pt x="3853" y="691"/>
                </a:lnTo>
                <a:lnTo>
                  <a:pt x="3854" y="725"/>
                </a:lnTo>
                <a:lnTo>
                  <a:pt x="3854" y="730"/>
                </a:lnTo>
                <a:lnTo>
                  <a:pt x="3854" y="595"/>
                </a:lnTo>
                <a:lnTo>
                  <a:pt x="3855" y="560"/>
                </a:lnTo>
                <a:lnTo>
                  <a:pt x="3855" y="621"/>
                </a:lnTo>
                <a:lnTo>
                  <a:pt x="3856" y="511"/>
                </a:lnTo>
                <a:lnTo>
                  <a:pt x="3856" y="571"/>
                </a:lnTo>
                <a:lnTo>
                  <a:pt x="3857" y="697"/>
                </a:lnTo>
                <a:lnTo>
                  <a:pt x="3857" y="721"/>
                </a:lnTo>
                <a:lnTo>
                  <a:pt x="3858" y="608"/>
                </a:lnTo>
                <a:lnTo>
                  <a:pt x="3858" y="570"/>
                </a:lnTo>
                <a:lnTo>
                  <a:pt x="3858" y="450"/>
                </a:lnTo>
                <a:lnTo>
                  <a:pt x="3859" y="479"/>
                </a:lnTo>
                <a:lnTo>
                  <a:pt x="3859" y="730"/>
                </a:lnTo>
                <a:lnTo>
                  <a:pt x="3859" y="665"/>
                </a:lnTo>
                <a:lnTo>
                  <a:pt x="3859" y="552"/>
                </a:lnTo>
                <a:lnTo>
                  <a:pt x="3860" y="493"/>
                </a:lnTo>
                <a:lnTo>
                  <a:pt x="3860" y="512"/>
                </a:lnTo>
                <a:lnTo>
                  <a:pt x="3861" y="656"/>
                </a:lnTo>
                <a:lnTo>
                  <a:pt x="3861" y="827"/>
                </a:lnTo>
                <a:lnTo>
                  <a:pt x="3861" y="789"/>
                </a:lnTo>
                <a:lnTo>
                  <a:pt x="3862" y="603"/>
                </a:lnTo>
                <a:lnTo>
                  <a:pt x="3862" y="592"/>
                </a:lnTo>
                <a:lnTo>
                  <a:pt x="3863" y="800"/>
                </a:lnTo>
                <a:lnTo>
                  <a:pt x="3863" y="633"/>
                </a:lnTo>
                <a:lnTo>
                  <a:pt x="3864" y="545"/>
                </a:lnTo>
                <a:lnTo>
                  <a:pt x="3864" y="803"/>
                </a:lnTo>
                <a:lnTo>
                  <a:pt x="3864" y="474"/>
                </a:lnTo>
                <a:lnTo>
                  <a:pt x="3865" y="687"/>
                </a:lnTo>
                <a:lnTo>
                  <a:pt x="3865" y="448"/>
                </a:lnTo>
                <a:lnTo>
                  <a:pt x="3866" y="707"/>
                </a:lnTo>
                <a:lnTo>
                  <a:pt x="3866" y="776"/>
                </a:lnTo>
                <a:lnTo>
                  <a:pt x="3867" y="692"/>
                </a:lnTo>
                <a:lnTo>
                  <a:pt x="3867" y="637"/>
                </a:lnTo>
                <a:lnTo>
                  <a:pt x="3868" y="678"/>
                </a:lnTo>
                <a:lnTo>
                  <a:pt x="3868" y="651"/>
                </a:lnTo>
                <a:lnTo>
                  <a:pt x="3868" y="569"/>
                </a:lnTo>
                <a:lnTo>
                  <a:pt x="3869" y="640"/>
                </a:lnTo>
                <a:lnTo>
                  <a:pt x="3869" y="623"/>
                </a:lnTo>
                <a:lnTo>
                  <a:pt x="3870" y="859"/>
                </a:lnTo>
                <a:lnTo>
                  <a:pt x="3870" y="553"/>
                </a:lnTo>
                <a:lnTo>
                  <a:pt x="3871" y="620"/>
                </a:lnTo>
                <a:lnTo>
                  <a:pt x="3871" y="372"/>
                </a:lnTo>
                <a:lnTo>
                  <a:pt x="3871" y="739"/>
                </a:lnTo>
                <a:lnTo>
                  <a:pt x="3872" y="863"/>
                </a:lnTo>
                <a:lnTo>
                  <a:pt x="3872" y="509"/>
                </a:lnTo>
                <a:lnTo>
                  <a:pt x="3873" y="546"/>
                </a:lnTo>
                <a:lnTo>
                  <a:pt x="3873" y="740"/>
                </a:lnTo>
                <a:lnTo>
                  <a:pt x="3874" y="813"/>
                </a:lnTo>
                <a:lnTo>
                  <a:pt x="3874" y="367"/>
                </a:lnTo>
                <a:lnTo>
                  <a:pt x="3875" y="383"/>
                </a:lnTo>
                <a:lnTo>
                  <a:pt x="3875" y="946"/>
                </a:lnTo>
                <a:lnTo>
                  <a:pt x="3875" y="649"/>
                </a:lnTo>
                <a:lnTo>
                  <a:pt x="3876" y="340"/>
                </a:lnTo>
                <a:lnTo>
                  <a:pt x="3876" y="647"/>
                </a:lnTo>
                <a:lnTo>
                  <a:pt x="3877" y="647"/>
                </a:lnTo>
                <a:lnTo>
                  <a:pt x="3877" y="614"/>
                </a:lnTo>
                <a:lnTo>
                  <a:pt x="3878" y="734"/>
                </a:lnTo>
                <a:lnTo>
                  <a:pt x="3878" y="816"/>
                </a:lnTo>
                <a:lnTo>
                  <a:pt x="3878" y="415"/>
                </a:lnTo>
                <a:lnTo>
                  <a:pt x="3879" y="831"/>
                </a:lnTo>
                <a:lnTo>
                  <a:pt x="3879" y="527"/>
                </a:lnTo>
                <a:lnTo>
                  <a:pt x="3880" y="432"/>
                </a:lnTo>
                <a:lnTo>
                  <a:pt x="3880" y="769"/>
                </a:lnTo>
                <a:lnTo>
                  <a:pt x="3881" y="690"/>
                </a:lnTo>
                <a:lnTo>
                  <a:pt x="3881" y="378"/>
                </a:lnTo>
                <a:lnTo>
                  <a:pt x="3882" y="475"/>
                </a:lnTo>
                <a:lnTo>
                  <a:pt x="3882" y="639"/>
                </a:lnTo>
                <a:lnTo>
                  <a:pt x="3882" y="373"/>
                </a:lnTo>
                <a:lnTo>
                  <a:pt x="3883" y="371"/>
                </a:lnTo>
                <a:lnTo>
                  <a:pt x="3883" y="505"/>
                </a:lnTo>
                <a:lnTo>
                  <a:pt x="3883" y="673"/>
                </a:lnTo>
                <a:lnTo>
                  <a:pt x="3883" y="600"/>
                </a:lnTo>
                <a:lnTo>
                  <a:pt x="3884" y="497"/>
                </a:lnTo>
                <a:lnTo>
                  <a:pt x="3884" y="564"/>
                </a:lnTo>
                <a:lnTo>
                  <a:pt x="3885" y="399"/>
                </a:lnTo>
                <a:lnTo>
                  <a:pt x="3885" y="755"/>
                </a:lnTo>
                <a:lnTo>
                  <a:pt x="3885" y="748"/>
                </a:lnTo>
                <a:lnTo>
                  <a:pt x="3886" y="504"/>
                </a:lnTo>
                <a:lnTo>
                  <a:pt x="3886" y="600"/>
                </a:lnTo>
                <a:lnTo>
                  <a:pt x="3887" y="618"/>
                </a:lnTo>
                <a:lnTo>
                  <a:pt x="3887" y="781"/>
                </a:lnTo>
                <a:lnTo>
                  <a:pt x="3888" y="521"/>
                </a:lnTo>
                <a:lnTo>
                  <a:pt x="3888" y="531"/>
                </a:lnTo>
                <a:lnTo>
                  <a:pt x="3888" y="427"/>
                </a:lnTo>
                <a:lnTo>
                  <a:pt x="3889" y="511"/>
                </a:lnTo>
                <a:lnTo>
                  <a:pt x="3889" y="538"/>
                </a:lnTo>
                <a:lnTo>
                  <a:pt x="3890" y="347"/>
                </a:lnTo>
                <a:lnTo>
                  <a:pt x="3890" y="708"/>
                </a:lnTo>
                <a:lnTo>
                  <a:pt x="3891" y="439"/>
                </a:lnTo>
                <a:lnTo>
                  <a:pt x="3891" y="757"/>
                </a:lnTo>
                <a:lnTo>
                  <a:pt x="3892" y="636"/>
                </a:lnTo>
                <a:lnTo>
                  <a:pt x="3892" y="689"/>
                </a:lnTo>
                <a:lnTo>
                  <a:pt x="3892" y="400"/>
                </a:lnTo>
                <a:lnTo>
                  <a:pt x="3893" y="522"/>
                </a:lnTo>
                <a:lnTo>
                  <a:pt x="3893" y="513"/>
                </a:lnTo>
                <a:lnTo>
                  <a:pt x="3894" y="672"/>
                </a:lnTo>
                <a:lnTo>
                  <a:pt x="3894" y="555"/>
                </a:lnTo>
                <a:lnTo>
                  <a:pt x="3895" y="621"/>
                </a:lnTo>
                <a:lnTo>
                  <a:pt x="3895" y="455"/>
                </a:lnTo>
                <a:lnTo>
                  <a:pt x="3895" y="654"/>
                </a:lnTo>
                <a:lnTo>
                  <a:pt x="3896" y="318"/>
                </a:lnTo>
                <a:lnTo>
                  <a:pt x="3896" y="753"/>
                </a:lnTo>
                <a:lnTo>
                  <a:pt x="3897" y="627"/>
                </a:lnTo>
                <a:lnTo>
                  <a:pt x="3897" y="268"/>
                </a:lnTo>
                <a:lnTo>
                  <a:pt x="3898" y="574"/>
                </a:lnTo>
                <a:lnTo>
                  <a:pt x="3898" y="702"/>
                </a:lnTo>
                <a:lnTo>
                  <a:pt x="3899" y="479"/>
                </a:lnTo>
                <a:lnTo>
                  <a:pt x="3899" y="581"/>
                </a:lnTo>
                <a:lnTo>
                  <a:pt x="3899" y="633"/>
                </a:lnTo>
                <a:lnTo>
                  <a:pt x="3900" y="671"/>
                </a:lnTo>
                <a:lnTo>
                  <a:pt x="3900" y="112"/>
                </a:lnTo>
                <a:lnTo>
                  <a:pt x="3901" y="550"/>
                </a:lnTo>
                <a:lnTo>
                  <a:pt x="3901" y="794"/>
                </a:lnTo>
                <a:lnTo>
                  <a:pt x="3902" y="298"/>
                </a:lnTo>
                <a:lnTo>
                  <a:pt x="3902" y="427"/>
                </a:lnTo>
                <a:lnTo>
                  <a:pt x="3902" y="628"/>
                </a:lnTo>
                <a:lnTo>
                  <a:pt x="3903" y="653"/>
                </a:lnTo>
                <a:lnTo>
                  <a:pt x="3903" y="421"/>
                </a:lnTo>
                <a:lnTo>
                  <a:pt x="3904" y="556"/>
                </a:lnTo>
                <a:lnTo>
                  <a:pt x="3904" y="801"/>
                </a:lnTo>
                <a:lnTo>
                  <a:pt x="3905" y="264"/>
                </a:lnTo>
                <a:lnTo>
                  <a:pt x="3905" y="586"/>
                </a:lnTo>
                <a:lnTo>
                  <a:pt x="3906" y="309"/>
                </a:lnTo>
                <a:lnTo>
                  <a:pt x="3906" y="342"/>
                </a:lnTo>
                <a:lnTo>
                  <a:pt x="3906" y="673"/>
                </a:lnTo>
                <a:lnTo>
                  <a:pt x="3907" y="380"/>
                </a:lnTo>
                <a:lnTo>
                  <a:pt x="3907" y="626"/>
                </a:lnTo>
                <a:lnTo>
                  <a:pt x="3907" y="804"/>
                </a:lnTo>
                <a:lnTo>
                  <a:pt x="3907" y="596"/>
                </a:lnTo>
                <a:lnTo>
                  <a:pt x="3908" y="479"/>
                </a:lnTo>
                <a:lnTo>
                  <a:pt x="3908" y="605"/>
                </a:lnTo>
                <a:lnTo>
                  <a:pt x="3909" y="585"/>
                </a:lnTo>
                <a:lnTo>
                  <a:pt x="3909" y="376"/>
                </a:lnTo>
                <a:lnTo>
                  <a:pt x="3909" y="528"/>
                </a:lnTo>
                <a:lnTo>
                  <a:pt x="3910" y="668"/>
                </a:lnTo>
                <a:lnTo>
                  <a:pt x="3910" y="446"/>
                </a:lnTo>
                <a:lnTo>
                  <a:pt x="3911" y="521"/>
                </a:lnTo>
                <a:lnTo>
                  <a:pt x="3911" y="917"/>
                </a:lnTo>
                <a:lnTo>
                  <a:pt x="3912" y="491"/>
                </a:lnTo>
                <a:lnTo>
                  <a:pt x="3912" y="499"/>
                </a:lnTo>
                <a:lnTo>
                  <a:pt x="3912" y="555"/>
                </a:lnTo>
                <a:lnTo>
                  <a:pt x="3913" y="431"/>
                </a:lnTo>
                <a:lnTo>
                  <a:pt x="3913" y="659"/>
                </a:lnTo>
                <a:lnTo>
                  <a:pt x="3914" y="515"/>
                </a:lnTo>
                <a:lnTo>
                  <a:pt x="3914" y="794"/>
                </a:lnTo>
                <a:lnTo>
                  <a:pt x="3915" y="510"/>
                </a:lnTo>
                <a:lnTo>
                  <a:pt x="3915" y="288"/>
                </a:lnTo>
                <a:lnTo>
                  <a:pt x="3916" y="717"/>
                </a:lnTo>
                <a:lnTo>
                  <a:pt x="3916" y="685"/>
                </a:lnTo>
                <a:lnTo>
                  <a:pt x="3916" y="681"/>
                </a:lnTo>
                <a:lnTo>
                  <a:pt x="3917" y="562"/>
                </a:lnTo>
                <a:lnTo>
                  <a:pt x="3917" y="736"/>
                </a:lnTo>
                <a:lnTo>
                  <a:pt x="3918" y="524"/>
                </a:lnTo>
                <a:lnTo>
                  <a:pt x="3918" y="464"/>
                </a:lnTo>
                <a:lnTo>
                  <a:pt x="3919" y="512"/>
                </a:lnTo>
                <a:lnTo>
                  <a:pt x="3919" y="848"/>
                </a:lnTo>
                <a:lnTo>
                  <a:pt x="3919" y="449"/>
                </a:lnTo>
                <a:lnTo>
                  <a:pt x="3920" y="461"/>
                </a:lnTo>
                <a:lnTo>
                  <a:pt x="3920" y="478"/>
                </a:lnTo>
                <a:lnTo>
                  <a:pt x="3921" y="546"/>
                </a:lnTo>
                <a:lnTo>
                  <a:pt x="3921" y="571"/>
                </a:lnTo>
                <a:lnTo>
                  <a:pt x="3922" y="455"/>
                </a:lnTo>
                <a:lnTo>
                  <a:pt x="3922" y="328"/>
                </a:lnTo>
                <a:lnTo>
                  <a:pt x="3923" y="747"/>
                </a:lnTo>
                <a:lnTo>
                  <a:pt x="3923" y="455"/>
                </a:lnTo>
                <a:lnTo>
                  <a:pt x="3923" y="626"/>
                </a:lnTo>
                <a:lnTo>
                  <a:pt x="3924" y="635"/>
                </a:lnTo>
                <a:lnTo>
                  <a:pt x="3924" y="840"/>
                </a:lnTo>
                <a:lnTo>
                  <a:pt x="3925" y="660"/>
                </a:lnTo>
                <a:lnTo>
                  <a:pt x="3925" y="766"/>
                </a:lnTo>
                <a:lnTo>
                  <a:pt x="3926" y="690"/>
                </a:lnTo>
                <a:lnTo>
                  <a:pt x="3926" y="784"/>
                </a:lnTo>
                <a:lnTo>
                  <a:pt x="3926" y="692"/>
                </a:lnTo>
                <a:lnTo>
                  <a:pt x="3927" y="687"/>
                </a:lnTo>
                <a:lnTo>
                  <a:pt x="3927" y="616"/>
                </a:lnTo>
                <a:lnTo>
                  <a:pt x="3928" y="866"/>
                </a:lnTo>
                <a:lnTo>
                  <a:pt x="3928" y="843"/>
                </a:lnTo>
                <a:lnTo>
                  <a:pt x="3929" y="583"/>
                </a:lnTo>
                <a:lnTo>
                  <a:pt x="3929" y="753"/>
                </a:lnTo>
                <a:lnTo>
                  <a:pt x="3930" y="483"/>
                </a:lnTo>
                <a:lnTo>
                  <a:pt x="3930" y="608"/>
                </a:lnTo>
                <a:lnTo>
                  <a:pt x="3930" y="553"/>
                </a:lnTo>
                <a:lnTo>
                  <a:pt x="3931" y="438"/>
                </a:lnTo>
                <a:lnTo>
                  <a:pt x="3931" y="688"/>
                </a:lnTo>
                <a:lnTo>
                  <a:pt x="3931" y="729"/>
                </a:lnTo>
                <a:lnTo>
                  <a:pt x="3931" y="520"/>
                </a:lnTo>
                <a:lnTo>
                  <a:pt x="3932" y="573"/>
                </a:lnTo>
                <a:lnTo>
                  <a:pt x="3932" y="675"/>
                </a:lnTo>
                <a:lnTo>
                  <a:pt x="3933" y="447"/>
                </a:lnTo>
                <a:lnTo>
                  <a:pt x="3933" y="681"/>
                </a:lnTo>
                <a:lnTo>
                  <a:pt x="3933" y="646"/>
                </a:lnTo>
                <a:lnTo>
                  <a:pt x="3934" y="649"/>
                </a:lnTo>
                <a:lnTo>
                  <a:pt x="3934" y="787"/>
                </a:lnTo>
                <a:lnTo>
                  <a:pt x="3935" y="641"/>
                </a:lnTo>
                <a:lnTo>
                  <a:pt x="3935" y="451"/>
                </a:lnTo>
                <a:lnTo>
                  <a:pt x="3936" y="589"/>
                </a:lnTo>
                <a:lnTo>
                  <a:pt x="3936" y="650"/>
                </a:lnTo>
                <a:lnTo>
                  <a:pt x="3936" y="678"/>
                </a:lnTo>
                <a:lnTo>
                  <a:pt x="3937" y="607"/>
                </a:lnTo>
                <a:lnTo>
                  <a:pt x="3937" y="546"/>
                </a:lnTo>
                <a:lnTo>
                  <a:pt x="3938" y="566"/>
                </a:lnTo>
                <a:lnTo>
                  <a:pt x="3938" y="704"/>
                </a:lnTo>
                <a:lnTo>
                  <a:pt x="3939" y="608"/>
                </a:lnTo>
                <a:lnTo>
                  <a:pt x="3939" y="586"/>
                </a:lnTo>
                <a:lnTo>
                  <a:pt x="3940" y="801"/>
                </a:lnTo>
                <a:lnTo>
                  <a:pt x="3940" y="630"/>
                </a:lnTo>
                <a:lnTo>
                  <a:pt x="3940" y="968"/>
                </a:lnTo>
                <a:lnTo>
                  <a:pt x="3941" y="584"/>
                </a:lnTo>
                <a:lnTo>
                  <a:pt x="3941" y="558"/>
                </a:lnTo>
                <a:lnTo>
                  <a:pt x="3942" y="544"/>
                </a:lnTo>
                <a:lnTo>
                  <a:pt x="3942" y="709"/>
                </a:lnTo>
                <a:lnTo>
                  <a:pt x="3943" y="607"/>
                </a:lnTo>
                <a:lnTo>
                  <a:pt x="3943" y="444"/>
                </a:lnTo>
                <a:lnTo>
                  <a:pt x="3943" y="445"/>
                </a:lnTo>
                <a:lnTo>
                  <a:pt x="3944" y="654"/>
                </a:lnTo>
                <a:lnTo>
                  <a:pt x="3944" y="628"/>
                </a:lnTo>
                <a:lnTo>
                  <a:pt x="3945" y="487"/>
                </a:lnTo>
                <a:lnTo>
                  <a:pt x="3945" y="864"/>
                </a:lnTo>
                <a:lnTo>
                  <a:pt x="3946" y="692"/>
                </a:lnTo>
                <a:lnTo>
                  <a:pt x="3946" y="450"/>
                </a:lnTo>
                <a:lnTo>
                  <a:pt x="3947" y="501"/>
                </a:lnTo>
                <a:lnTo>
                  <a:pt x="3947" y="587"/>
                </a:lnTo>
                <a:lnTo>
                  <a:pt x="3947" y="858"/>
                </a:lnTo>
                <a:lnTo>
                  <a:pt x="3948" y="646"/>
                </a:lnTo>
                <a:lnTo>
                  <a:pt x="3948" y="723"/>
                </a:lnTo>
                <a:lnTo>
                  <a:pt x="3949" y="587"/>
                </a:lnTo>
                <a:lnTo>
                  <a:pt x="3949" y="752"/>
                </a:lnTo>
                <a:lnTo>
                  <a:pt x="3950" y="781"/>
                </a:lnTo>
                <a:lnTo>
                  <a:pt x="3950" y="930"/>
                </a:lnTo>
                <a:lnTo>
                  <a:pt x="3950" y="452"/>
                </a:lnTo>
                <a:lnTo>
                  <a:pt x="3951" y="685"/>
                </a:lnTo>
                <a:lnTo>
                  <a:pt x="3951" y="603"/>
                </a:lnTo>
                <a:lnTo>
                  <a:pt x="3952" y="624"/>
                </a:lnTo>
                <a:lnTo>
                  <a:pt x="3952" y="777"/>
                </a:lnTo>
                <a:lnTo>
                  <a:pt x="3953" y="803"/>
                </a:lnTo>
                <a:lnTo>
                  <a:pt x="3953" y="763"/>
                </a:lnTo>
                <a:lnTo>
                  <a:pt x="3954" y="720"/>
                </a:lnTo>
                <a:lnTo>
                  <a:pt x="3954" y="561"/>
                </a:lnTo>
                <a:lnTo>
                  <a:pt x="3954" y="727"/>
                </a:lnTo>
                <a:lnTo>
                  <a:pt x="3955" y="356"/>
                </a:lnTo>
                <a:lnTo>
                  <a:pt x="3955" y="459"/>
                </a:lnTo>
                <a:lnTo>
                  <a:pt x="3955" y="488"/>
                </a:lnTo>
                <a:lnTo>
                  <a:pt x="3955" y="620"/>
                </a:lnTo>
                <a:lnTo>
                  <a:pt x="3956" y="381"/>
                </a:lnTo>
                <a:lnTo>
                  <a:pt x="3956" y="630"/>
                </a:lnTo>
                <a:lnTo>
                  <a:pt x="3957" y="601"/>
                </a:lnTo>
                <a:lnTo>
                  <a:pt x="3957" y="569"/>
                </a:lnTo>
                <a:lnTo>
                  <a:pt x="3957" y="490"/>
                </a:lnTo>
                <a:lnTo>
                  <a:pt x="3958" y="497"/>
                </a:lnTo>
                <a:lnTo>
                  <a:pt x="3958" y="657"/>
                </a:lnTo>
                <a:lnTo>
                  <a:pt x="3959" y="662"/>
                </a:lnTo>
                <a:lnTo>
                  <a:pt x="3959" y="490"/>
                </a:lnTo>
                <a:lnTo>
                  <a:pt x="3960" y="477"/>
                </a:lnTo>
                <a:lnTo>
                  <a:pt x="3960" y="635"/>
                </a:lnTo>
                <a:lnTo>
                  <a:pt x="3960" y="806"/>
                </a:lnTo>
                <a:lnTo>
                  <a:pt x="3961" y="604"/>
                </a:lnTo>
                <a:lnTo>
                  <a:pt x="3961" y="481"/>
                </a:lnTo>
                <a:lnTo>
                  <a:pt x="3962" y="308"/>
                </a:lnTo>
                <a:lnTo>
                  <a:pt x="3962" y="740"/>
                </a:lnTo>
                <a:lnTo>
                  <a:pt x="3963" y="627"/>
                </a:lnTo>
                <a:lnTo>
                  <a:pt x="3963" y="619"/>
                </a:lnTo>
                <a:lnTo>
                  <a:pt x="3964" y="364"/>
                </a:lnTo>
                <a:lnTo>
                  <a:pt x="3964" y="563"/>
                </a:lnTo>
                <a:lnTo>
                  <a:pt x="3964" y="687"/>
                </a:lnTo>
                <a:lnTo>
                  <a:pt x="3965" y="473"/>
                </a:lnTo>
                <a:lnTo>
                  <a:pt x="3965" y="610"/>
                </a:lnTo>
                <a:lnTo>
                  <a:pt x="3966" y="728"/>
                </a:lnTo>
                <a:lnTo>
                  <a:pt x="3966" y="677"/>
                </a:lnTo>
                <a:lnTo>
                  <a:pt x="3967" y="294"/>
                </a:lnTo>
                <a:lnTo>
                  <a:pt x="3967" y="489"/>
                </a:lnTo>
                <a:lnTo>
                  <a:pt x="3967" y="526"/>
                </a:lnTo>
                <a:lnTo>
                  <a:pt x="3968" y="576"/>
                </a:lnTo>
                <a:lnTo>
                  <a:pt x="3968" y="496"/>
                </a:lnTo>
                <a:lnTo>
                  <a:pt x="3969" y="496"/>
                </a:lnTo>
                <a:lnTo>
                  <a:pt x="3969" y="492"/>
                </a:lnTo>
                <a:lnTo>
                  <a:pt x="3970" y="516"/>
                </a:lnTo>
                <a:lnTo>
                  <a:pt x="3970" y="406"/>
                </a:lnTo>
                <a:lnTo>
                  <a:pt x="3971" y="527"/>
                </a:lnTo>
                <a:lnTo>
                  <a:pt x="3971" y="670"/>
                </a:lnTo>
                <a:lnTo>
                  <a:pt x="3971" y="615"/>
                </a:lnTo>
                <a:lnTo>
                  <a:pt x="3972" y="812"/>
                </a:lnTo>
                <a:lnTo>
                  <a:pt x="3972" y="230"/>
                </a:lnTo>
                <a:lnTo>
                  <a:pt x="3973" y="397"/>
                </a:lnTo>
                <a:lnTo>
                  <a:pt x="3973" y="642"/>
                </a:lnTo>
                <a:lnTo>
                  <a:pt x="3974" y="562"/>
                </a:lnTo>
                <a:lnTo>
                  <a:pt x="3974" y="611"/>
                </a:lnTo>
                <a:lnTo>
                  <a:pt x="3974" y="294"/>
                </a:lnTo>
                <a:lnTo>
                  <a:pt x="3975" y="723"/>
                </a:lnTo>
                <a:lnTo>
                  <a:pt x="3975" y="500"/>
                </a:lnTo>
                <a:lnTo>
                  <a:pt x="3976" y="531"/>
                </a:lnTo>
                <a:lnTo>
                  <a:pt x="3976" y="394"/>
                </a:lnTo>
                <a:lnTo>
                  <a:pt x="3977" y="529"/>
                </a:lnTo>
                <a:lnTo>
                  <a:pt x="3977" y="768"/>
                </a:lnTo>
                <a:lnTo>
                  <a:pt x="3978" y="549"/>
                </a:lnTo>
                <a:lnTo>
                  <a:pt x="3978" y="653"/>
                </a:lnTo>
                <a:lnTo>
                  <a:pt x="3978" y="500"/>
                </a:lnTo>
                <a:lnTo>
                  <a:pt x="3979" y="303"/>
                </a:lnTo>
                <a:lnTo>
                  <a:pt x="3979" y="763"/>
                </a:lnTo>
                <a:lnTo>
                  <a:pt x="3979" y="627"/>
                </a:lnTo>
                <a:lnTo>
                  <a:pt x="3979" y="590"/>
                </a:lnTo>
                <a:lnTo>
                  <a:pt x="3980" y="565"/>
                </a:lnTo>
                <a:lnTo>
                  <a:pt x="3980" y="403"/>
                </a:lnTo>
                <a:lnTo>
                  <a:pt x="3981" y="536"/>
                </a:lnTo>
                <a:lnTo>
                  <a:pt x="3981" y="450"/>
                </a:lnTo>
                <a:lnTo>
                  <a:pt x="3981" y="601"/>
                </a:lnTo>
                <a:lnTo>
                  <a:pt x="3982" y="477"/>
                </a:lnTo>
                <a:lnTo>
                  <a:pt x="3982" y="398"/>
                </a:lnTo>
                <a:lnTo>
                  <a:pt x="3983" y="617"/>
                </a:lnTo>
                <a:lnTo>
                  <a:pt x="3983" y="398"/>
                </a:lnTo>
                <a:lnTo>
                  <a:pt x="3984" y="505"/>
                </a:lnTo>
                <a:lnTo>
                  <a:pt x="3984" y="362"/>
                </a:lnTo>
                <a:lnTo>
                  <a:pt x="3984" y="543"/>
                </a:lnTo>
                <a:lnTo>
                  <a:pt x="3985" y="459"/>
                </a:lnTo>
                <a:lnTo>
                  <a:pt x="3985" y="521"/>
                </a:lnTo>
                <a:lnTo>
                  <a:pt x="3986" y="530"/>
                </a:lnTo>
                <a:lnTo>
                  <a:pt x="3986" y="480"/>
                </a:lnTo>
                <a:lnTo>
                  <a:pt x="3987" y="440"/>
                </a:lnTo>
                <a:lnTo>
                  <a:pt x="3987" y="700"/>
                </a:lnTo>
                <a:lnTo>
                  <a:pt x="3988" y="313"/>
                </a:lnTo>
                <a:lnTo>
                  <a:pt x="3988" y="791"/>
                </a:lnTo>
                <a:lnTo>
                  <a:pt x="3988" y="622"/>
                </a:lnTo>
                <a:lnTo>
                  <a:pt x="3989" y="537"/>
                </a:lnTo>
                <a:lnTo>
                  <a:pt x="3989" y="465"/>
                </a:lnTo>
                <a:lnTo>
                  <a:pt x="3990" y="298"/>
                </a:lnTo>
                <a:lnTo>
                  <a:pt x="3990" y="798"/>
                </a:lnTo>
                <a:lnTo>
                  <a:pt x="3991" y="604"/>
                </a:lnTo>
                <a:lnTo>
                  <a:pt x="3991" y="839"/>
                </a:lnTo>
                <a:lnTo>
                  <a:pt x="3991" y="528"/>
                </a:lnTo>
                <a:lnTo>
                  <a:pt x="3992" y="492"/>
                </a:lnTo>
                <a:lnTo>
                  <a:pt x="3992" y="290"/>
                </a:lnTo>
                <a:lnTo>
                  <a:pt x="3993" y="515"/>
                </a:lnTo>
                <a:lnTo>
                  <a:pt x="3993" y="367"/>
                </a:lnTo>
                <a:lnTo>
                  <a:pt x="3994" y="440"/>
                </a:lnTo>
                <a:lnTo>
                  <a:pt x="3994" y="610"/>
                </a:lnTo>
                <a:lnTo>
                  <a:pt x="3995" y="783"/>
                </a:lnTo>
                <a:lnTo>
                  <a:pt x="3995" y="490"/>
                </a:lnTo>
                <a:lnTo>
                  <a:pt x="3995" y="813"/>
                </a:lnTo>
                <a:lnTo>
                  <a:pt x="3996" y="301"/>
                </a:lnTo>
                <a:lnTo>
                  <a:pt x="3996" y="576"/>
                </a:lnTo>
                <a:lnTo>
                  <a:pt x="3997" y="325"/>
                </a:lnTo>
                <a:lnTo>
                  <a:pt x="3997" y="640"/>
                </a:lnTo>
                <a:lnTo>
                  <a:pt x="3998" y="504"/>
                </a:lnTo>
                <a:lnTo>
                  <a:pt x="3998" y="517"/>
                </a:lnTo>
                <a:lnTo>
                  <a:pt x="3999" y="567"/>
                </a:lnTo>
                <a:lnTo>
                  <a:pt x="3999" y="643"/>
                </a:lnTo>
                <a:lnTo>
                  <a:pt x="3999" y="492"/>
                </a:lnTo>
                <a:lnTo>
                  <a:pt x="4000" y="740"/>
                </a:lnTo>
                <a:lnTo>
                  <a:pt x="4000" y="796"/>
                </a:lnTo>
                <a:lnTo>
                  <a:pt x="4001" y="342"/>
                </a:lnTo>
                <a:lnTo>
                  <a:pt x="4001" y="441"/>
                </a:lnTo>
                <a:lnTo>
                  <a:pt x="4002" y="567"/>
                </a:lnTo>
                <a:lnTo>
                  <a:pt x="4002" y="272"/>
                </a:lnTo>
                <a:lnTo>
                  <a:pt x="4002" y="635"/>
                </a:lnTo>
                <a:lnTo>
                  <a:pt x="4003" y="342"/>
                </a:lnTo>
                <a:lnTo>
                  <a:pt x="4003" y="559"/>
                </a:lnTo>
                <a:lnTo>
                  <a:pt x="4003" y="785"/>
                </a:lnTo>
                <a:lnTo>
                  <a:pt x="4003" y="253"/>
                </a:lnTo>
                <a:lnTo>
                  <a:pt x="4004" y="415"/>
                </a:lnTo>
                <a:lnTo>
                  <a:pt x="4004" y="625"/>
                </a:lnTo>
                <a:lnTo>
                  <a:pt x="4005" y="470"/>
                </a:lnTo>
                <a:lnTo>
                  <a:pt x="4005" y="683"/>
                </a:lnTo>
                <a:lnTo>
                  <a:pt x="4005" y="457"/>
                </a:lnTo>
                <a:lnTo>
                  <a:pt x="4006" y="1060"/>
                </a:lnTo>
                <a:lnTo>
                  <a:pt x="4006" y="806"/>
                </a:lnTo>
                <a:lnTo>
                  <a:pt x="4007" y="437"/>
                </a:lnTo>
                <a:lnTo>
                  <a:pt x="4007" y="669"/>
                </a:lnTo>
                <a:lnTo>
                  <a:pt x="4008" y="586"/>
                </a:lnTo>
                <a:lnTo>
                  <a:pt x="4008" y="878"/>
                </a:lnTo>
                <a:lnTo>
                  <a:pt x="4008" y="286"/>
                </a:lnTo>
                <a:lnTo>
                  <a:pt x="4009" y="411"/>
                </a:lnTo>
                <a:lnTo>
                  <a:pt x="4009" y="672"/>
                </a:lnTo>
                <a:lnTo>
                  <a:pt x="4010" y="712"/>
                </a:lnTo>
                <a:lnTo>
                  <a:pt x="4010" y="448"/>
                </a:lnTo>
                <a:lnTo>
                  <a:pt x="4011" y="272"/>
                </a:lnTo>
                <a:lnTo>
                  <a:pt x="4011" y="466"/>
                </a:lnTo>
                <a:lnTo>
                  <a:pt x="4012" y="242"/>
                </a:lnTo>
                <a:lnTo>
                  <a:pt x="4012" y="820"/>
                </a:lnTo>
                <a:lnTo>
                  <a:pt x="4012" y="804"/>
                </a:lnTo>
                <a:lnTo>
                  <a:pt x="4013" y="864"/>
                </a:lnTo>
                <a:lnTo>
                  <a:pt x="4013" y="573"/>
                </a:lnTo>
                <a:lnTo>
                  <a:pt x="4014" y="619"/>
                </a:lnTo>
                <a:lnTo>
                  <a:pt x="4014" y="672"/>
                </a:lnTo>
                <a:lnTo>
                  <a:pt x="4015" y="522"/>
                </a:lnTo>
                <a:lnTo>
                  <a:pt x="4015" y="464"/>
                </a:lnTo>
                <a:lnTo>
                  <a:pt x="4015" y="856"/>
                </a:lnTo>
                <a:lnTo>
                  <a:pt x="4016" y="721"/>
                </a:lnTo>
                <a:lnTo>
                  <a:pt x="4016" y="536"/>
                </a:lnTo>
                <a:lnTo>
                  <a:pt x="4017" y="693"/>
                </a:lnTo>
                <a:lnTo>
                  <a:pt x="4017" y="731"/>
                </a:lnTo>
                <a:lnTo>
                  <a:pt x="4018" y="519"/>
                </a:lnTo>
                <a:lnTo>
                  <a:pt x="4018" y="781"/>
                </a:lnTo>
                <a:lnTo>
                  <a:pt x="4019" y="668"/>
                </a:lnTo>
                <a:lnTo>
                  <a:pt x="4019" y="599"/>
                </a:lnTo>
                <a:lnTo>
                  <a:pt x="4019" y="694"/>
                </a:lnTo>
                <a:lnTo>
                  <a:pt x="4020" y="552"/>
                </a:lnTo>
                <a:lnTo>
                  <a:pt x="4020" y="689"/>
                </a:lnTo>
                <a:lnTo>
                  <a:pt x="4021" y="493"/>
                </a:lnTo>
                <a:lnTo>
                  <a:pt x="4021" y="642"/>
                </a:lnTo>
                <a:lnTo>
                  <a:pt x="4022" y="566"/>
                </a:lnTo>
                <a:lnTo>
                  <a:pt x="4022" y="561"/>
                </a:lnTo>
                <a:lnTo>
                  <a:pt x="4023" y="682"/>
                </a:lnTo>
                <a:lnTo>
                  <a:pt x="4023" y="801"/>
                </a:lnTo>
                <a:lnTo>
                  <a:pt x="4023" y="594"/>
                </a:lnTo>
                <a:lnTo>
                  <a:pt x="4024" y="617"/>
                </a:lnTo>
                <a:lnTo>
                  <a:pt x="4024" y="578"/>
                </a:lnTo>
                <a:lnTo>
                  <a:pt x="4025" y="637"/>
                </a:lnTo>
                <a:lnTo>
                  <a:pt x="4025" y="650"/>
                </a:lnTo>
                <a:lnTo>
                  <a:pt x="4026" y="476"/>
                </a:lnTo>
                <a:lnTo>
                  <a:pt x="4026" y="716"/>
                </a:lnTo>
                <a:lnTo>
                  <a:pt x="4026" y="566"/>
                </a:lnTo>
                <a:lnTo>
                  <a:pt x="4027" y="649"/>
                </a:lnTo>
                <a:lnTo>
                  <a:pt x="4027" y="632"/>
                </a:lnTo>
                <a:lnTo>
                  <a:pt x="4027" y="629"/>
                </a:lnTo>
                <a:lnTo>
                  <a:pt x="4027" y="653"/>
                </a:lnTo>
                <a:lnTo>
                  <a:pt x="4028" y="577"/>
                </a:lnTo>
                <a:lnTo>
                  <a:pt x="4028" y="536"/>
                </a:lnTo>
                <a:lnTo>
                  <a:pt x="4029" y="582"/>
                </a:lnTo>
                <a:lnTo>
                  <a:pt x="4029" y="598"/>
                </a:lnTo>
                <a:lnTo>
                  <a:pt x="4029" y="644"/>
                </a:lnTo>
                <a:lnTo>
                  <a:pt x="4030" y="579"/>
                </a:lnTo>
                <a:lnTo>
                  <a:pt x="4030" y="516"/>
                </a:lnTo>
                <a:lnTo>
                  <a:pt x="4031" y="610"/>
                </a:lnTo>
                <a:lnTo>
                  <a:pt x="4031" y="609"/>
                </a:lnTo>
                <a:lnTo>
                  <a:pt x="4032" y="611"/>
                </a:lnTo>
                <a:lnTo>
                  <a:pt x="4032" y="607"/>
                </a:lnTo>
                <a:lnTo>
                  <a:pt x="4032" y="662"/>
                </a:lnTo>
                <a:lnTo>
                  <a:pt x="4033" y="582"/>
                </a:lnTo>
                <a:lnTo>
                  <a:pt x="4033" y="608"/>
                </a:lnTo>
                <a:lnTo>
                  <a:pt x="4034" y="623"/>
                </a:lnTo>
                <a:lnTo>
                  <a:pt x="4034" y="574"/>
                </a:lnTo>
                <a:lnTo>
                  <a:pt x="4035" y="611"/>
                </a:lnTo>
                <a:lnTo>
                  <a:pt x="4035" y="596"/>
                </a:lnTo>
                <a:lnTo>
                  <a:pt x="4036" y="558"/>
                </a:lnTo>
                <a:lnTo>
                  <a:pt x="4036" y="617"/>
                </a:lnTo>
                <a:lnTo>
                  <a:pt x="4036" y="620"/>
                </a:lnTo>
                <a:lnTo>
                  <a:pt x="4037" y="582"/>
                </a:lnTo>
                <a:lnTo>
                  <a:pt x="4037" y="563"/>
                </a:lnTo>
                <a:lnTo>
                  <a:pt x="4038" y="620"/>
                </a:lnTo>
                <a:lnTo>
                  <a:pt x="4038" y="579"/>
                </a:lnTo>
                <a:lnTo>
                  <a:pt x="4039" y="574"/>
                </a:lnTo>
                <a:lnTo>
                  <a:pt x="4039" y="629"/>
                </a:lnTo>
                <a:lnTo>
                  <a:pt x="4039" y="569"/>
                </a:lnTo>
                <a:lnTo>
                  <a:pt x="4040" y="567"/>
                </a:lnTo>
                <a:lnTo>
                  <a:pt x="4040" y="591"/>
                </a:lnTo>
                <a:lnTo>
                  <a:pt x="4041" y="559"/>
                </a:lnTo>
                <a:lnTo>
                  <a:pt x="4041" y="562"/>
                </a:lnTo>
                <a:lnTo>
                  <a:pt x="4042" y="582"/>
                </a:lnTo>
                <a:lnTo>
                  <a:pt x="4042" y="593"/>
                </a:lnTo>
                <a:lnTo>
                  <a:pt x="4043" y="604"/>
                </a:lnTo>
                <a:lnTo>
                  <a:pt x="4043" y="585"/>
                </a:lnTo>
                <a:lnTo>
                  <a:pt x="4043" y="571"/>
                </a:lnTo>
                <a:lnTo>
                  <a:pt x="4044" y="589"/>
                </a:lnTo>
                <a:lnTo>
                  <a:pt x="4044" y="628"/>
                </a:lnTo>
                <a:lnTo>
                  <a:pt x="4045" y="556"/>
                </a:lnTo>
                <a:lnTo>
                  <a:pt x="4045" y="578"/>
                </a:lnTo>
                <a:lnTo>
                  <a:pt x="4046" y="589"/>
                </a:lnTo>
                <a:lnTo>
                  <a:pt x="4046" y="563"/>
                </a:lnTo>
                <a:lnTo>
                  <a:pt x="4047" y="549"/>
                </a:lnTo>
                <a:lnTo>
                  <a:pt x="4047" y="638"/>
                </a:lnTo>
                <a:lnTo>
                  <a:pt x="4047" y="571"/>
                </a:lnTo>
                <a:lnTo>
                  <a:pt x="4048" y="610"/>
                </a:lnTo>
                <a:lnTo>
                  <a:pt x="4048" y="569"/>
                </a:lnTo>
                <a:lnTo>
                  <a:pt x="4049" y="577"/>
                </a:lnTo>
                <a:lnTo>
                  <a:pt x="4049" y="565"/>
                </a:lnTo>
                <a:lnTo>
                  <a:pt x="4050" y="588"/>
                </a:lnTo>
                <a:lnTo>
                  <a:pt x="4050" y="617"/>
                </a:lnTo>
                <a:lnTo>
                  <a:pt x="4050" y="587"/>
                </a:lnTo>
                <a:lnTo>
                  <a:pt x="4051" y="569"/>
                </a:lnTo>
                <a:lnTo>
                  <a:pt x="4051" y="557"/>
                </a:lnTo>
                <a:lnTo>
                  <a:pt x="4051" y="601"/>
                </a:lnTo>
                <a:lnTo>
                  <a:pt x="4051" y="556"/>
                </a:lnTo>
                <a:lnTo>
                  <a:pt x="4052" y="590"/>
                </a:lnTo>
                <a:lnTo>
                  <a:pt x="4052" y="569"/>
                </a:lnTo>
                <a:lnTo>
                  <a:pt x="4053" y="586"/>
                </a:lnTo>
                <a:lnTo>
                  <a:pt x="4053" y="572"/>
                </a:lnTo>
                <a:lnTo>
                  <a:pt x="4053" y="557"/>
                </a:lnTo>
                <a:lnTo>
                  <a:pt x="4054" y="601"/>
                </a:lnTo>
                <a:lnTo>
                  <a:pt x="4054" y="589"/>
                </a:lnTo>
                <a:lnTo>
                  <a:pt x="4055" y="571"/>
                </a:lnTo>
                <a:lnTo>
                  <a:pt x="4055" y="525"/>
                </a:lnTo>
                <a:lnTo>
                  <a:pt x="4056" y="592"/>
                </a:lnTo>
                <a:lnTo>
                  <a:pt x="4056" y="532"/>
                </a:lnTo>
                <a:lnTo>
                  <a:pt x="4056" y="533"/>
                </a:lnTo>
                <a:lnTo>
                  <a:pt x="4057" y="576"/>
                </a:lnTo>
                <a:lnTo>
                  <a:pt x="4057" y="580"/>
                </a:lnTo>
                <a:lnTo>
                  <a:pt x="4058" y="587"/>
                </a:lnTo>
                <a:lnTo>
                  <a:pt x="4058" y="575"/>
                </a:lnTo>
                <a:lnTo>
                  <a:pt x="4059" y="603"/>
                </a:lnTo>
                <a:lnTo>
                  <a:pt x="4059" y="575"/>
                </a:lnTo>
                <a:lnTo>
                  <a:pt x="4060" y="542"/>
                </a:lnTo>
                <a:lnTo>
                  <a:pt x="4060" y="586"/>
                </a:lnTo>
                <a:lnTo>
                  <a:pt x="4060" y="578"/>
                </a:lnTo>
                <a:lnTo>
                  <a:pt x="4061" y="608"/>
                </a:lnTo>
                <a:lnTo>
                  <a:pt x="4061" y="565"/>
                </a:lnTo>
                <a:lnTo>
                  <a:pt x="4062" y="567"/>
                </a:lnTo>
                <a:lnTo>
                  <a:pt x="4062" y="571"/>
                </a:lnTo>
                <a:lnTo>
                  <a:pt x="4063" y="577"/>
                </a:lnTo>
                <a:lnTo>
                  <a:pt x="4063" y="579"/>
                </a:lnTo>
                <a:lnTo>
                  <a:pt x="4063" y="562"/>
                </a:lnTo>
                <a:lnTo>
                  <a:pt x="4064" y="573"/>
                </a:lnTo>
                <a:lnTo>
                  <a:pt x="4064" y="565"/>
                </a:lnTo>
                <a:lnTo>
                  <a:pt x="4065" y="568"/>
                </a:lnTo>
                <a:lnTo>
                  <a:pt x="4065" y="549"/>
                </a:lnTo>
                <a:lnTo>
                  <a:pt x="4066" y="559"/>
                </a:lnTo>
                <a:lnTo>
                  <a:pt x="4066" y="568"/>
                </a:lnTo>
                <a:lnTo>
                  <a:pt x="4067" y="541"/>
                </a:lnTo>
                <a:lnTo>
                  <a:pt x="4067" y="563"/>
                </a:lnTo>
                <a:lnTo>
                  <a:pt x="4067" y="545"/>
                </a:lnTo>
                <a:lnTo>
                  <a:pt x="4068" y="560"/>
                </a:lnTo>
                <a:lnTo>
                  <a:pt x="4068" y="610"/>
                </a:lnTo>
                <a:lnTo>
                  <a:pt x="4069" y="546"/>
                </a:lnTo>
                <a:lnTo>
                  <a:pt x="4069" y="570"/>
                </a:lnTo>
                <a:lnTo>
                  <a:pt x="4070" y="574"/>
                </a:lnTo>
                <a:lnTo>
                  <a:pt x="4070" y="567"/>
                </a:lnTo>
                <a:lnTo>
                  <a:pt x="4071" y="581"/>
                </a:lnTo>
                <a:lnTo>
                  <a:pt x="4071" y="568"/>
                </a:lnTo>
                <a:lnTo>
                  <a:pt x="4071" y="586"/>
                </a:lnTo>
                <a:lnTo>
                  <a:pt x="4072" y="547"/>
                </a:lnTo>
                <a:lnTo>
                  <a:pt x="4072" y="576"/>
                </a:lnTo>
                <a:lnTo>
                  <a:pt x="4073" y="582"/>
                </a:lnTo>
                <a:lnTo>
                  <a:pt x="4073" y="593"/>
                </a:lnTo>
                <a:lnTo>
                  <a:pt x="4074" y="568"/>
                </a:lnTo>
                <a:lnTo>
                  <a:pt x="4074" y="570"/>
                </a:lnTo>
                <a:lnTo>
                  <a:pt x="4074" y="566"/>
                </a:lnTo>
                <a:lnTo>
                  <a:pt x="4075" y="596"/>
                </a:lnTo>
                <a:lnTo>
                  <a:pt x="4075" y="609"/>
                </a:lnTo>
                <a:lnTo>
                  <a:pt x="4076" y="562"/>
                </a:lnTo>
                <a:lnTo>
                  <a:pt x="4076" y="545"/>
                </a:lnTo>
                <a:lnTo>
                  <a:pt x="4076" y="597"/>
                </a:lnTo>
                <a:lnTo>
                  <a:pt x="4076" y="543"/>
                </a:lnTo>
                <a:lnTo>
                  <a:pt x="4077" y="570"/>
                </a:lnTo>
                <a:lnTo>
                  <a:pt x="4077" y="577"/>
                </a:lnTo>
                <a:lnTo>
                  <a:pt x="4077" y="586"/>
                </a:lnTo>
                <a:lnTo>
                  <a:pt x="4078" y="606"/>
                </a:lnTo>
                <a:lnTo>
                  <a:pt x="4078" y="557"/>
                </a:lnTo>
                <a:lnTo>
                  <a:pt x="4079" y="594"/>
                </a:lnTo>
                <a:lnTo>
                  <a:pt x="4079" y="594"/>
                </a:lnTo>
                <a:lnTo>
                  <a:pt x="4080" y="558"/>
                </a:lnTo>
                <a:lnTo>
                  <a:pt x="4080" y="617"/>
                </a:lnTo>
                <a:lnTo>
                  <a:pt x="4080" y="610"/>
                </a:lnTo>
                <a:lnTo>
                  <a:pt x="4081" y="580"/>
                </a:lnTo>
                <a:lnTo>
                  <a:pt x="4081" y="573"/>
                </a:lnTo>
                <a:lnTo>
                  <a:pt x="4082" y="570"/>
                </a:lnTo>
                <a:lnTo>
                  <a:pt x="4082" y="586"/>
                </a:lnTo>
                <a:lnTo>
                  <a:pt x="4083" y="528"/>
                </a:lnTo>
                <a:lnTo>
                  <a:pt x="4083" y="586"/>
                </a:lnTo>
                <a:lnTo>
                  <a:pt x="4084" y="586"/>
                </a:lnTo>
                <a:lnTo>
                  <a:pt x="4084" y="598"/>
                </a:lnTo>
                <a:lnTo>
                  <a:pt x="4084" y="579"/>
                </a:lnTo>
                <a:lnTo>
                  <a:pt x="4085" y="569"/>
                </a:lnTo>
                <a:lnTo>
                  <a:pt x="4085" y="558"/>
                </a:lnTo>
                <a:lnTo>
                  <a:pt x="4086" y="613"/>
                </a:lnTo>
                <a:lnTo>
                  <a:pt x="4086" y="588"/>
                </a:lnTo>
                <a:lnTo>
                  <a:pt x="4087" y="574"/>
                </a:lnTo>
                <a:lnTo>
                  <a:pt x="4087" y="571"/>
                </a:lnTo>
                <a:lnTo>
                  <a:pt x="4087" y="584"/>
                </a:lnTo>
                <a:lnTo>
                  <a:pt x="4088" y="573"/>
                </a:lnTo>
                <a:lnTo>
                  <a:pt x="4088" y="601"/>
                </a:lnTo>
                <a:lnTo>
                  <a:pt x="4089" y="553"/>
                </a:lnTo>
                <a:lnTo>
                  <a:pt x="4089" y="564"/>
                </a:lnTo>
                <a:lnTo>
                  <a:pt x="4090" y="613"/>
                </a:lnTo>
                <a:lnTo>
                  <a:pt x="4090" y="608"/>
                </a:lnTo>
                <a:lnTo>
                  <a:pt x="4091" y="608"/>
                </a:lnTo>
                <a:lnTo>
                  <a:pt x="4091" y="572"/>
                </a:lnTo>
                <a:lnTo>
                  <a:pt x="4091" y="613"/>
                </a:lnTo>
                <a:lnTo>
                  <a:pt x="4092" y="594"/>
                </a:lnTo>
                <a:lnTo>
                  <a:pt x="4092" y="578"/>
                </a:lnTo>
                <a:lnTo>
                  <a:pt x="4093" y="589"/>
                </a:lnTo>
                <a:lnTo>
                  <a:pt x="4093" y="583"/>
                </a:lnTo>
                <a:lnTo>
                  <a:pt x="4094" y="610"/>
                </a:lnTo>
                <a:lnTo>
                  <a:pt x="4094" y="576"/>
                </a:lnTo>
                <a:lnTo>
                  <a:pt x="4095" y="602"/>
                </a:lnTo>
                <a:lnTo>
                  <a:pt x="4095" y="596"/>
                </a:lnTo>
                <a:lnTo>
                  <a:pt x="4095" y="585"/>
                </a:lnTo>
                <a:lnTo>
                  <a:pt x="4096" y="587"/>
                </a:lnTo>
                <a:lnTo>
                  <a:pt x="4096" y="589"/>
                </a:lnTo>
                <a:lnTo>
                  <a:pt x="4097" y="606"/>
                </a:lnTo>
                <a:lnTo>
                  <a:pt x="4097" y="596"/>
                </a:lnTo>
                <a:lnTo>
                  <a:pt x="4098" y="590"/>
                </a:lnTo>
                <a:lnTo>
                  <a:pt x="4098" y="619"/>
                </a:lnTo>
                <a:lnTo>
                  <a:pt x="4098" y="600"/>
                </a:lnTo>
                <a:lnTo>
                  <a:pt x="4099" y="583"/>
                </a:lnTo>
                <a:lnTo>
                  <a:pt x="4099" y="617"/>
                </a:lnTo>
                <a:lnTo>
                  <a:pt x="4100" y="567"/>
                </a:lnTo>
                <a:lnTo>
                  <a:pt x="4100" y="565"/>
                </a:lnTo>
                <a:lnTo>
                  <a:pt x="4100" y="617"/>
                </a:lnTo>
                <a:lnTo>
                  <a:pt x="4100" y="563"/>
                </a:lnTo>
                <a:lnTo>
                  <a:pt x="4101" y="595"/>
                </a:lnTo>
                <a:lnTo>
                  <a:pt x="4101" y="584"/>
                </a:lnTo>
                <a:lnTo>
                  <a:pt x="4101" y="603"/>
                </a:lnTo>
                <a:lnTo>
                  <a:pt x="4102" y="573"/>
                </a:lnTo>
                <a:lnTo>
                  <a:pt x="4102" y="584"/>
                </a:lnTo>
                <a:lnTo>
                  <a:pt x="4103" y="610"/>
                </a:lnTo>
                <a:lnTo>
                  <a:pt x="4103" y="617"/>
                </a:lnTo>
                <a:lnTo>
                  <a:pt x="4104" y="623"/>
                </a:lnTo>
                <a:lnTo>
                  <a:pt x="4104" y="589"/>
                </a:lnTo>
                <a:lnTo>
                  <a:pt x="4104" y="581"/>
                </a:lnTo>
                <a:lnTo>
                  <a:pt x="4105" y="580"/>
                </a:lnTo>
                <a:lnTo>
                  <a:pt x="4105" y="595"/>
                </a:lnTo>
                <a:lnTo>
                  <a:pt x="4106" y="617"/>
                </a:lnTo>
                <a:lnTo>
                  <a:pt x="4106" y="607"/>
                </a:lnTo>
                <a:lnTo>
                  <a:pt x="4107" y="569"/>
                </a:lnTo>
                <a:lnTo>
                  <a:pt x="4107" y="603"/>
                </a:lnTo>
                <a:lnTo>
                  <a:pt x="4108" y="590"/>
                </a:lnTo>
                <a:lnTo>
                  <a:pt x="4108" y="615"/>
                </a:lnTo>
                <a:lnTo>
                  <a:pt x="4108" y="586"/>
                </a:lnTo>
                <a:lnTo>
                  <a:pt x="4109" y="603"/>
                </a:lnTo>
                <a:lnTo>
                  <a:pt x="4109" y="571"/>
                </a:lnTo>
                <a:lnTo>
                  <a:pt x="4110" y="577"/>
                </a:lnTo>
                <a:lnTo>
                  <a:pt x="4110" y="603"/>
                </a:lnTo>
                <a:lnTo>
                  <a:pt x="4111" y="595"/>
                </a:lnTo>
                <a:lnTo>
                  <a:pt x="4111" y="604"/>
                </a:lnTo>
                <a:lnTo>
                  <a:pt x="4111" y="622"/>
                </a:lnTo>
                <a:lnTo>
                  <a:pt x="4112" y="610"/>
                </a:lnTo>
                <a:lnTo>
                  <a:pt x="4112" y="588"/>
                </a:lnTo>
                <a:lnTo>
                  <a:pt x="4113" y="586"/>
                </a:lnTo>
                <a:lnTo>
                  <a:pt x="4113" y="588"/>
                </a:lnTo>
                <a:lnTo>
                  <a:pt x="4114" y="598"/>
                </a:lnTo>
                <a:lnTo>
                  <a:pt x="4114" y="572"/>
                </a:lnTo>
                <a:lnTo>
                  <a:pt x="4115" y="590"/>
                </a:lnTo>
                <a:lnTo>
                  <a:pt x="4115" y="577"/>
                </a:lnTo>
                <a:lnTo>
                  <a:pt x="4115" y="628"/>
                </a:lnTo>
                <a:lnTo>
                  <a:pt x="4116" y="672"/>
                </a:lnTo>
                <a:lnTo>
                  <a:pt x="4116" y="585"/>
                </a:lnTo>
                <a:lnTo>
                  <a:pt x="4117" y="620"/>
                </a:lnTo>
                <a:lnTo>
                  <a:pt x="4117" y="594"/>
                </a:lnTo>
                <a:lnTo>
                  <a:pt x="4118" y="596"/>
                </a:lnTo>
                <a:lnTo>
                  <a:pt x="4118" y="557"/>
                </a:lnTo>
                <a:lnTo>
                  <a:pt x="4119" y="582"/>
                </a:lnTo>
                <a:lnTo>
                  <a:pt x="4119" y="586"/>
                </a:lnTo>
                <a:lnTo>
                  <a:pt x="4119" y="572"/>
                </a:lnTo>
                <a:lnTo>
                  <a:pt x="4120" y="581"/>
                </a:lnTo>
                <a:lnTo>
                  <a:pt x="4120" y="598"/>
                </a:lnTo>
                <a:lnTo>
                  <a:pt x="4121" y="566"/>
                </a:lnTo>
                <a:lnTo>
                  <a:pt x="4121" y="610"/>
                </a:lnTo>
                <a:lnTo>
                  <a:pt x="4122" y="581"/>
                </a:lnTo>
                <a:lnTo>
                  <a:pt x="4122" y="619"/>
                </a:lnTo>
                <a:lnTo>
                  <a:pt x="4122" y="583"/>
                </a:lnTo>
                <a:lnTo>
                  <a:pt x="4123" y="583"/>
                </a:lnTo>
                <a:lnTo>
                  <a:pt x="4123" y="552"/>
                </a:lnTo>
                <a:lnTo>
                  <a:pt x="4124" y="618"/>
                </a:lnTo>
                <a:lnTo>
                  <a:pt x="4124" y="598"/>
                </a:lnTo>
                <a:lnTo>
                  <a:pt x="4124" y="568"/>
                </a:lnTo>
                <a:lnTo>
                  <a:pt x="4124" y="578"/>
                </a:lnTo>
                <a:lnTo>
                  <a:pt x="4125" y="581"/>
                </a:lnTo>
                <a:lnTo>
                  <a:pt x="4125" y="605"/>
                </a:lnTo>
                <a:lnTo>
                  <a:pt x="4125" y="596"/>
                </a:lnTo>
                <a:lnTo>
                  <a:pt x="4126" y="559"/>
                </a:lnTo>
                <a:lnTo>
                  <a:pt x="4126" y="585"/>
                </a:lnTo>
                <a:lnTo>
                  <a:pt x="4127" y="576"/>
                </a:lnTo>
                <a:lnTo>
                  <a:pt x="4127" y="586"/>
                </a:lnTo>
                <a:lnTo>
                  <a:pt x="4128" y="608"/>
                </a:lnTo>
                <a:lnTo>
                  <a:pt x="4128" y="563"/>
                </a:lnTo>
                <a:lnTo>
                  <a:pt x="4128" y="571"/>
                </a:lnTo>
                <a:lnTo>
                  <a:pt x="4129" y="534"/>
                </a:lnTo>
                <a:lnTo>
                  <a:pt x="4129" y="603"/>
                </a:lnTo>
                <a:lnTo>
                  <a:pt x="4130" y="564"/>
                </a:lnTo>
                <a:lnTo>
                  <a:pt x="4130" y="608"/>
                </a:lnTo>
                <a:lnTo>
                  <a:pt x="4131" y="577"/>
                </a:lnTo>
                <a:lnTo>
                  <a:pt x="4131" y="560"/>
                </a:lnTo>
                <a:lnTo>
                  <a:pt x="4132" y="623"/>
                </a:lnTo>
                <a:lnTo>
                  <a:pt x="4132" y="584"/>
                </a:lnTo>
                <a:lnTo>
                  <a:pt x="4132" y="590"/>
                </a:lnTo>
                <a:lnTo>
                  <a:pt x="4133" y="593"/>
                </a:lnTo>
                <a:lnTo>
                  <a:pt x="4133" y="570"/>
                </a:lnTo>
                <a:lnTo>
                  <a:pt x="4134" y="555"/>
                </a:lnTo>
                <a:lnTo>
                  <a:pt x="4134" y="581"/>
                </a:lnTo>
                <a:lnTo>
                  <a:pt x="4135" y="573"/>
                </a:lnTo>
                <a:lnTo>
                  <a:pt x="4135" y="575"/>
                </a:lnTo>
                <a:lnTo>
                  <a:pt x="4135" y="577"/>
                </a:lnTo>
                <a:lnTo>
                  <a:pt x="4136" y="599"/>
                </a:lnTo>
                <a:lnTo>
                  <a:pt x="4136" y="554"/>
                </a:lnTo>
                <a:lnTo>
                  <a:pt x="4137" y="570"/>
                </a:lnTo>
                <a:lnTo>
                  <a:pt x="4137" y="568"/>
                </a:lnTo>
                <a:lnTo>
                  <a:pt x="4138" y="592"/>
                </a:lnTo>
                <a:lnTo>
                  <a:pt x="4138" y="586"/>
                </a:lnTo>
                <a:lnTo>
                  <a:pt x="4139" y="579"/>
                </a:lnTo>
                <a:lnTo>
                  <a:pt x="4139" y="607"/>
                </a:lnTo>
                <a:lnTo>
                  <a:pt x="4139" y="610"/>
                </a:lnTo>
                <a:lnTo>
                  <a:pt x="4140" y="587"/>
                </a:lnTo>
                <a:lnTo>
                  <a:pt x="4140" y="563"/>
                </a:lnTo>
                <a:lnTo>
                  <a:pt x="4141" y="587"/>
                </a:lnTo>
                <a:lnTo>
                  <a:pt x="4141" y="595"/>
                </a:lnTo>
                <a:lnTo>
                  <a:pt x="4142" y="590"/>
                </a:lnTo>
                <a:lnTo>
                  <a:pt x="4142" y="584"/>
                </a:lnTo>
                <a:lnTo>
                  <a:pt x="4143" y="581"/>
                </a:lnTo>
                <a:lnTo>
                  <a:pt x="4143" y="529"/>
                </a:lnTo>
                <a:lnTo>
                  <a:pt x="4143" y="552"/>
                </a:lnTo>
                <a:lnTo>
                  <a:pt x="4144" y="552"/>
                </a:lnTo>
                <a:lnTo>
                  <a:pt x="4144" y="549"/>
                </a:lnTo>
                <a:lnTo>
                  <a:pt x="4145" y="593"/>
                </a:lnTo>
                <a:lnTo>
                  <a:pt x="4145" y="598"/>
                </a:lnTo>
                <a:lnTo>
                  <a:pt x="4146" y="596"/>
                </a:lnTo>
                <a:lnTo>
                  <a:pt x="4146" y="545"/>
                </a:lnTo>
                <a:lnTo>
                  <a:pt x="4146" y="584"/>
                </a:lnTo>
                <a:lnTo>
                  <a:pt x="4147" y="598"/>
                </a:lnTo>
                <a:lnTo>
                  <a:pt x="4147" y="582"/>
                </a:lnTo>
                <a:lnTo>
                  <a:pt x="4148" y="577"/>
                </a:lnTo>
                <a:lnTo>
                  <a:pt x="4148" y="566"/>
                </a:lnTo>
                <a:lnTo>
                  <a:pt x="4148" y="567"/>
                </a:lnTo>
                <a:lnTo>
                  <a:pt x="4148" y="589"/>
                </a:lnTo>
                <a:lnTo>
                  <a:pt x="4149" y="558"/>
                </a:lnTo>
                <a:lnTo>
                  <a:pt x="4149" y="586"/>
                </a:lnTo>
                <a:lnTo>
                  <a:pt x="4149" y="576"/>
                </a:lnTo>
                <a:lnTo>
                  <a:pt x="4150" y="558"/>
                </a:lnTo>
                <a:lnTo>
                  <a:pt x="4150" y="586"/>
                </a:lnTo>
                <a:lnTo>
                  <a:pt x="4151" y="585"/>
                </a:lnTo>
                <a:lnTo>
                  <a:pt x="4151" y="561"/>
                </a:lnTo>
                <a:lnTo>
                  <a:pt x="4152" y="590"/>
                </a:lnTo>
                <a:lnTo>
                  <a:pt x="4152" y="581"/>
                </a:lnTo>
                <a:lnTo>
                  <a:pt x="4152" y="562"/>
                </a:lnTo>
                <a:lnTo>
                  <a:pt x="4153" y="530"/>
                </a:lnTo>
                <a:lnTo>
                  <a:pt x="4153" y="561"/>
                </a:lnTo>
                <a:lnTo>
                  <a:pt x="4154" y="563"/>
                </a:lnTo>
                <a:lnTo>
                  <a:pt x="4154" y="562"/>
                </a:lnTo>
                <a:lnTo>
                  <a:pt x="4155" y="595"/>
                </a:lnTo>
                <a:lnTo>
                  <a:pt x="4155" y="571"/>
                </a:lnTo>
                <a:lnTo>
                  <a:pt x="4156" y="574"/>
                </a:lnTo>
                <a:lnTo>
                  <a:pt x="4156" y="567"/>
                </a:lnTo>
                <a:lnTo>
                  <a:pt x="4156" y="571"/>
                </a:lnTo>
                <a:lnTo>
                  <a:pt x="4157" y="566"/>
                </a:lnTo>
                <a:lnTo>
                  <a:pt x="4157" y="581"/>
                </a:lnTo>
                <a:lnTo>
                  <a:pt x="4158" y="573"/>
                </a:lnTo>
                <a:lnTo>
                  <a:pt x="4158" y="600"/>
                </a:lnTo>
                <a:lnTo>
                  <a:pt x="4159" y="582"/>
                </a:lnTo>
                <a:lnTo>
                  <a:pt x="4159" y="546"/>
                </a:lnTo>
                <a:lnTo>
                  <a:pt x="4160" y="569"/>
                </a:lnTo>
                <a:lnTo>
                  <a:pt x="4160" y="576"/>
                </a:lnTo>
                <a:lnTo>
                  <a:pt x="4160" y="537"/>
                </a:lnTo>
                <a:lnTo>
                  <a:pt x="4161" y="604"/>
                </a:lnTo>
                <a:lnTo>
                  <a:pt x="4161" y="599"/>
                </a:lnTo>
                <a:lnTo>
                  <a:pt x="4162" y="541"/>
                </a:lnTo>
                <a:lnTo>
                  <a:pt x="4162" y="576"/>
                </a:lnTo>
                <a:lnTo>
                  <a:pt x="4163" y="582"/>
                </a:lnTo>
                <a:lnTo>
                  <a:pt x="4163" y="602"/>
                </a:lnTo>
                <a:lnTo>
                  <a:pt x="4163" y="568"/>
                </a:lnTo>
                <a:lnTo>
                  <a:pt x="4164" y="566"/>
                </a:lnTo>
                <a:lnTo>
                  <a:pt x="4164" y="601"/>
                </a:lnTo>
                <a:lnTo>
                  <a:pt x="4165" y="582"/>
                </a:lnTo>
                <a:lnTo>
                  <a:pt x="4165" y="586"/>
                </a:lnTo>
                <a:lnTo>
                  <a:pt x="4166" y="574"/>
                </a:lnTo>
                <a:lnTo>
                  <a:pt x="4166" y="603"/>
                </a:lnTo>
                <a:lnTo>
                  <a:pt x="4167" y="554"/>
                </a:lnTo>
                <a:lnTo>
                  <a:pt x="4167" y="562"/>
                </a:lnTo>
                <a:lnTo>
                  <a:pt x="4167" y="587"/>
                </a:lnTo>
                <a:lnTo>
                  <a:pt x="4168" y="586"/>
                </a:lnTo>
                <a:lnTo>
                  <a:pt x="4168" y="584"/>
                </a:lnTo>
                <a:lnTo>
                  <a:pt x="4169" y="597"/>
                </a:lnTo>
                <a:lnTo>
                  <a:pt x="4169" y="591"/>
                </a:lnTo>
                <a:lnTo>
                  <a:pt x="4170" y="587"/>
                </a:lnTo>
                <a:lnTo>
                  <a:pt x="4170" y="549"/>
                </a:lnTo>
                <a:lnTo>
                  <a:pt x="4170" y="563"/>
                </a:lnTo>
                <a:lnTo>
                  <a:pt x="4171" y="563"/>
                </a:lnTo>
                <a:lnTo>
                  <a:pt x="4171" y="576"/>
                </a:lnTo>
                <a:lnTo>
                  <a:pt x="4172" y="607"/>
                </a:lnTo>
                <a:lnTo>
                  <a:pt x="4172" y="585"/>
                </a:lnTo>
                <a:lnTo>
                  <a:pt x="4172" y="564"/>
                </a:lnTo>
                <a:lnTo>
                  <a:pt x="4172" y="610"/>
                </a:lnTo>
                <a:lnTo>
                  <a:pt x="4173" y="572"/>
                </a:lnTo>
                <a:lnTo>
                  <a:pt x="4173" y="537"/>
                </a:lnTo>
                <a:lnTo>
                  <a:pt x="4173" y="563"/>
                </a:lnTo>
                <a:lnTo>
                  <a:pt x="4174" y="557"/>
                </a:lnTo>
                <a:lnTo>
                  <a:pt x="4174" y="582"/>
                </a:lnTo>
                <a:lnTo>
                  <a:pt x="4175" y="566"/>
                </a:lnTo>
                <a:lnTo>
                  <a:pt x="4175" y="602"/>
                </a:lnTo>
                <a:lnTo>
                  <a:pt x="4176" y="570"/>
                </a:lnTo>
                <a:lnTo>
                  <a:pt x="4176" y="574"/>
                </a:lnTo>
                <a:lnTo>
                  <a:pt x="4176" y="582"/>
                </a:lnTo>
                <a:lnTo>
                  <a:pt x="4177" y="561"/>
                </a:lnTo>
                <a:lnTo>
                  <a:pt x="4177" y="599"/>
                </a:lnTo>
                <a:lnTo>
                  <a:pt x="4178" y="592"/>
                </a:lnTo>
                <a:lnTo>
                  <a:pt x="4178" y="586"/>
                </a:lnTo>
                <a:lnTo>
                  <a:pt x="4179" y="610"/>
                </a:lnTo>
                <a:lnTo>
                  <a:pt x="4179" y="585"/>
                </a:lnTo>
                <a:lnTo>
                  <a:pt x="4180" y="625"/>
                </a:lnTo>
                <a:lnTo>
                  <a:pt x="4180" y="568"/>
                </a:lnTo>
                <a:lnTo>
                  <a:pt x="4180" y="589"/>
                </a:lnTo>
                <a:lnTo>
                  <a:pt x="4181" y="601"/>
                </a:lnTo>
                <a:lnTo>
                  <a:pt x="4181" y="608"/>
                </a:lnTo>
                <a:lnTo>
                  <a:pt x="4182" y="595"/>
                </a:lnTo>
                <a:lnTo>
                  <a:pt x="4182" y="577"/>
                </a:lnTo>
                <a:lnTo>
                  <a:pt x="4183" y="580"/>
                </a:lnTo>
                <a:lnTo>
                  <a:pt x="4183" y="606"/>
                </a:lnTo>
                <a:lnTo>
                  <a:pt x="4184" y="609"/>
                </a:lnTo>
                <a:lnTo>
                  <a:pt x="4184" y="578"/>
                </a:lnTo>
                <a:lnTo>
                  <a:pt x="4184" y="607"/>
                </a:lnTo>
                <a:lnTo>
                  <a:pt x="4185" y="590"/>
                </a:lnTo>
                <a:lnTo>
                  <a:pt x="4185" y="589"/>
                </a:lnTo>
                <a:lnTo>
                  <a:pt x="4186" y="586"/>
                </a:lnTo>
                <a:lnTo>
                  <a:pt x="4186" y="575"/>
                </a:lnTo>
                <a:lnTo>
                  <a:pt x="4187" y="618"/>
                </a:lnTo>
                <a:lnTo>
                  <a:pt x="4187" y="632"/>
                </a:lnTo>
                <a:lnTo>
                  <a:pt x="4187" y="605"/>
                </a:lnTo>
                <a:lnTo>
                  <a:pt x="4188" y="556"/>
                </a:lnTo>
                <a:lnTo>
                  <a:pt x="4188" y="551"/>
                </a:lnTo>
                <a:lnTo>
                  <a:pt x="4189" y="555"/>
                </a:lnTo>
                <a:lnTo>
                  <a:pt x="4189" y="597"/>
                </a:lnTo>
                <a:lnTo>
                  <a:pt x="4190" y="630"/>
                </a:lnTo>
                <a:lnTo>
                  <a:pt x="4190" y="641"/>
                </a:lnTo>
                <a:lnTo>
                  <a:pt x="4191" y="606"/>
                </a:lnTo>
                <a:lnTo>
                  <a:pt x="4191" y="597"/>
                </a:lnTo>
                <a:lnTo>
                  <a:pt x="4191" y="566"/>
                </a:lnTo>
                <a:lnTo>
                  <a:pt x="4192" y="575"/>
                </a:lnTo>
                <a:lnTo>
                  <a:pt x="4192" y="588"/>
                </a:lnTo>
                <a:lnTo>
                  <a:pt x="4193" y="611"/>
                </a:lnTo>
                <a:lnTo>
                  <a:pt x="4193" y="612"/>
                </a:lnTo>
                <a:lnTo>
                  <a:pt x="4194" y="587"/>
                </a:lnTo>
                <a:lnTo>
                  <a:pt x="4194" y="579"/>
                </a:lnTo>
                <a:lnTo>
                  <a:pt x="4194" y="585"/>
                </a:lnTo>
                <a:lnTo>
                  <a:pt x="4195" y="614"/>
                </a:lnTo>
                <a:lnTo>
                  <a:pt x="4195" y="579"/>
                </a:lnTo>
                <a:lnTo>
                  <a:pt x="4196" y="584"/>
                </a:lnTo>
                <a:lnTo>
                  <a:pt x="4196" y="614"/>
                </a:lnTo>
                <a:lnTo>
                  <a:pt x="4196" y="609"/>
                </a:lnTo>
                <a:lnTo>
                  <a:pt x="4196" y="578"/>
                </a:lnTo>
                <a:lnTo>
                  <a:pt x="4197" y="597"/>
                </a:lnTo>
                <a:lnTo>
                  <a:pt x="4197" y="559"/>
                </a:lnTo>
                <a:lnTo>
                  <a:pt x="4197" y="582"/>
                </a:lnTo>
                <a:lnTo>
                  <a:pt x="4198" y="602"/>
                </a:lnTo>
                <a:lnTo>
                  <a:pt x="4198" y="591"/>
                </a:lnTo>
                <a:lnTo>
                  <a:pt x="4199" y="590"/>
                </a:lnTo>
                <a:lnTo>
                  <a:pt x="4199" y="606"/>
                </a:lnTo>
                <a:lnTo>
                  <a:pt x="4200" y="610"/>
                </a:lnTo>
                <a:lnTo>
                  <a:pt x="4200" y="576"/>
                </a:lnTo>
                <a:lnTo>
                  <a:pt x="4200" y="573"/>
                </a:lnTo>
                <a:lnTo>
                  <a:pt x="4201" y="578"/>
                </a:lnTo>
                <a:lnTo>
                  <a:pt x="4201" y="559"/>
                </a:lnTo>
                <a:lnTo>
                  <a:pt x="4202" y="601"/>
                </a:lnTo>
                <a:lnTo>
                  <a:pt x="4202" y="556"/>
                </a:lnTo>
                <a:lnTo>
                  <a:pt x="4203" y="607"/>
                </a:lnTo>
                <a:lnTo>
                  <a:pt x="4203" y="609"/>
                </a:lnTo>
                <a:lnTo>
                  <a:pt x="4204" y="622"/>
                </a:lnTo>
                <a:lnTo>
                  <a:pt x="4204" y="596"/>
                </a:lnTo>
                <a:lnTo>
                  <a:pt x="4204" y="597"/>
                </a:lnTo>
                <a:lnTo>
                  <a:pt x="4205" y="578"/>
                </a:lnTo>
                <a:lnTo>
                  <a:pt x="4205" y="583"/>
                </a:lnTo>
                <a:lnTo>
                  <a:pt x="4206" y="607"/>
                </a:lnTo>
                <a:lnTo>
                  <a:pt x="4206" y="592"/>
                </a:lnTo>
                <a:lnTo>
                  <a:pt x="4207" y="592"/>
                </a:lnTo>
                <a:lnTo>
                  <a:pt x="4207" y="613"/>
                </a:lnTo>
                <a:lnTo>
                  <a:pt x="4208" y="600"/>
                </a:lnTo>
                <a:lnTo>
                  <a:pt x="4208" y="596"/>
                </a:lnTo>
                <a:lnTo>
                  <a:pt x="4208" y="563"/>
                </a:lnTo>
                <a:lnTo>
                  <a:pt x="4209" y="582"/>
                </a:lnTo>
                <a:lnTo>
                  <a:pt x="4209" y="575"/>
                </a:lnTo>
                <a:lnTo>
                  <a:pt x="4210" y="604"/>
                </a:lnTo>
                <a:lnTo>
                  <a:pt x="4210" y="568"/>
                </a:lnTo>
                <a:lnTo>
                  <a:pt x="4211" y="567"/>
                </a:lnTo>
                <a:lnTo>
                  <a:pt x="4211" y="608"/>
                </a:lnTo>
                <a:lnTo>
                  <a:pt x="4211" y="591"/>
                </a:lnTo>
                <a:lnTo>
                  <a:pt x="4212" y="577"/>
                </a:lnTo>
                <a:lnTo>
                  <a:pt x="4212" y="576"/>
                </a:lnTo>
              </a:path>
            </a:pathLst>
          </a:custGeom>
          <a:noFill/>
          <a:ln w="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ja-JP" altLang="en-US" sz="18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10" name="テキスト ボックス 9">
            <a:extLst>
              <a:ext uri="{FF2B5EF4-FFF2-40B4-BE49-F238E27FC236}">
                <a16:creationId xmlns:a16="http://schemas.microsoft.com/office/drawing/2014/main" id="{74223C6E-7FFD-34F1-0815-3E25DD77A16E}"/>
              </a:ext>
            </a:extLst>
          </p:cNvPr>
          <p:cNvSpPr txBox="1"/>
          <p:nvPr/>
        </p:nvSpPr>
        <p:spPr>
          <a:xfrm rot="16200000">
            <a:off x="500769" y="4982124"/>
            <a:ext cx="1672400"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音響振幅</a:t>
            </a:r>
          </a:p>
        </p:txBody>
      </p:sp>
      <p:sp>
        <p:nvSpPr>
          <p:cNvPr id="11" name="テキスト ボックス 10">
            <a:extLst>
              <a:ext uri="{FF2B5EF4-FFF2-40B4-BE49-F238E27FC236}">
                <a16:creationId xmlns:a16="http://schemas.microsoft.com/office/drawing/2014/main" id="{41DB1EED-74F1-B8A6-994D-8EF77E4FDB18}"/>
              </a:ext>
            </a:extLst>
          </p:cNvPr>
          <p:cNvSpPr txBox="1"/>
          <p:nvPr/>
        </p:nvSpPr>
        <p:spPr>
          <a:xfrm>
            <a:off x="6504651" y="6004134"/>
            <a:ext cx="835334"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時間</a:t>
            </a:r>
          </a:p>
        </p:txBody>
      </p:sp>
      <p:sp>
        <p:nvSpPr>
          <p:cNvPr id="13" name="テキスト ボックス 12">
            <a:extLst>
              <a:ext uri="{FF2B5EF4-FFF2-40B4-BE49-F238E27FC236}">
                <a16:creationId xmlns:a16="http://schemas.microsoft.com/office/drawing/2014/main" id="{0761F1C2-16E6-1A84-CF23-1B29B30129B1}"/>
              </a:ext>
            </a:extLst>
          </p:cNvPr>
          <p:cNvSpPr txBox="1"/>
          <p:nvPr/>
        </p:nvSpPr>
        <p:spPr>
          <a:xfrm>
            <a:off x="1568248" y="4334782"/>
            <a:ext cx="2505815"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音響センサ</a:t>
            </a: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@16,000Hz</a:t>
            </a:r>
            <a:endPar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16" name="正方形/長方形 15">
            <a:extLst>
              <a:ext uri="{FF2B5EF4-FFF2-40B4-BE49-F238E27FC236}">
                <a16:creationId xmlns:a16="http://schemas.microsoft.com/office/drawing/2014/main" id="{875F8C49-7A94-8818-99F1-9D0DF50FE6EE}"/>
              </a:ext>
            </a:extLst>
          </p:cNvPr>
          <p:cNvSpPr/>
          <p:nvPr/>
        </p:nvSpPr>
        <p:spPr bwMode="auto">
          <a:xfrm>
            <a:off x="3220871" y="4693048"/>
            <a:ext cx="1700334" cy="1206195"/>
          </a:xfrm>
          <a:prstGeom prst="rect">
            <a:avLst/>
          </a:prstGeom>
          <a:noFill/>
          <a:ln w="28575" cap="flat" cmpd="sng" algn="ctr">
            <a:solidFill>
              <a:srgbClr val="000000"/>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0" tIns="0" rIns="0" bIns="0" numCol="1" rtlCol="0" anchor="ctr" anchorCtr="0" compatLnSpc="1">
            <a:prstTxWarp prst="textNoShape">
              <a:avLst/>
            </a:prstTxWarp>
            <a:noAutofit/>
          </a:bodyPr>
          <a:lstStyle/>
          <a:p>
            <a:pPr marL="0" marR="0" lvl="0" indent="0" algn="ctr" defTabSz="914400" eaLnBrk="0" fontAlgn="base" latinLnBrk="0" hangingPunct="0">
              <a:lnSpc>
                <a:spcPct val="85000"/>
              </a:lnSpc>
              <a:spcBef>
                <a:spcPct val="50000"/>
              </a:spcBef>
              <a:spcAft>
                <a:spcPct val="0"/>
              </a:spcAft>
              <a:buClrTx/>
              <a:buSzTx/>
              <a:buFontTx/>
              <a:buNone/>
              <a:tabLst/>
              <a:defRPr/>
            </a:pPr>
            <a:endParaRPr kumimoji="0" lang="ja-JP" altLang="en-US" sz="18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17" name="テキスト ボックス 16">
            <a:extLst>
              <a:ext uri="{FF2B5EF4-FFF2-40B4-BE49-F238E27FC236}">
                <a16:creationId xmlns:a16="http://schemas.microsoft.com/office/drawing/2014/main" id="{83D2592A-AB72-0C8E-1A1F-8354ACEE44FC}"/>
              </a:ext>
            </a:extLst>
          </p:cNvPr>
          <p:cNvSpPr txBox="1"/>
          <p:nvPr/>
        </p:nvSpPr>
        <p:spPr>
          <a:xfrm>
            <a:off x="4911519" y="4330590"/>
            <a:ext cx="1277914" cy="369332"/>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50" charset="-128"/>
              </a:rPr>
              <a:t>遡って解析</a:t>
            </a:r>
          </a:p>
        </p:txBody>
      </p:sp>
      <p:cxnSp>
        <p:nvCxnSpPr>
          <p:cNvPr id="18" name="直線矢印コネクタ 17">
            <a:extLst>
              <a:ext uri="{FF2B5EF4-FFF2-40B4-BE49-F238E27FC236}">
                <a16:creationId xmlns:a16="http://schemas.microsoft.com/office/drawing/2014/main" id="{CFC58A19-46F9-5046-C05E-7201D4DEFA26}"/>
              </a:ext>
            </a:extLst>
          </p:cNvPr>
          <p:cNvCxnSpPr/>
          <p:nvPr/>
        </p:nvCxnSpPr>
        <p:spPr bwMode="auto">
          <a:xfrm>
            <a:off x="4124026" y="5621264"/>
            <a:ext cx="0" cy="555957"/>
          </a:xfrm>
          <a:prstGeom prst="straightConnector1">
            <a:avLst/>
          </a:prstGeom>
          <a:noFill/>
          <a:ln w="28575" cap="flat" cmpd="sng" algn="ctr">
            <a:solidFill>
              <a:srgbClr val="000000"/>
            </a:solidFill>
            <a:prstDash val="sysDash"/>
            <a:round/>
            <a:headEnd type="none" w="med" len="med"/>
            <a:tailEnd type="triangle"/>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9" name="テキスト ボックス 18">
            <a:extLst>
              <a:ext uri="{FF2B5EF4-FFF2-40B4-BE49-F238E27FC236}">
                <a16:creationId xmlns:a16="http://schemas.microsoft.com/office/drawing/2014/main" id="{92836991-62D4-05CC-FC7E-825E710E3546}"/>
              </a:ext>
            </a:extLst>
          </p:cNvPr>
          <p:cNvSpPr txBox="1"/>
          <p:nvPr/>
        </p:nvSpPr>
        <p:spPr>
          <a:xfrm>
            <a:off x="3580895" y="6147394"/>
            <a:ext cx="1114408" cy="369332"/>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音響認識</a:t>
            </a:r>
          </a:p>
        </p:txBody>
      </p:sp>
      <p:sp>
        <p:nvSpPr>
          <p:cNvPr id="21" name="テキスト ボックス 20">
            <a:extLst>
              <a:ext uri="{FF2B5EF4-FFF2-40B4-BE49-F238E27FC236}">
                <a16:creationId xmlns:a16="http://schemas.microsoft.com/office/drawing/2014/main" id="{CF8DF501-4E01-3AA2-3E55-A01AFA10EA6D}"/>
              </a:ext>
            </a:extLst>
          </p:cNvPr>
          <p:cNvSpPr txBox="1"/>
          <p:nvPr/>
        </p:nvSpPr>
        <p:spPr>
          <a:xfrm>
            <a:off x="3589916" y="4670028"/>
            <a:ext cx="1346843" cy="369332"/>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特徴量抽出</a:t>
            </a:r>
          </a:p>
        </p:txBody>
      </p:sp>
      <p:grpSp>
        <p:nvGrpSpPr>
          <p:cNvPr id="46" name="グループ化 45">
            <a:extLst>
              <a:ext uri="{FF2B5EF4-FFF2-40B4-BE49-F238E27FC236}">
                <a16:creationId xmlns:a16="http://schemas.microsoft.com/office/drawing/2014/main" id="{A757F7F1-CB05-DE55-4AAA-716DBA1AE804}"/>
              </a:ext>
            </a:extLst>
          </p:cNvPr>
          <p:cNvGrpSpPr/>
          <p:nvPr/>
        </p:nvGrpSpPr>
        <p:grpSpPr>
          <a:xfrm>
            <a:off x="838200" y="3151607"/>
            <a:ext cx="6447765" cy="1113995"/>
            <a:chOff x="838200" y="3094818"/>
            <a:chExt cx="6447765" cy="1177490"/>
          </a:xfrm>
        </p:grpSpPr>
        <p:sp>
          <p:nvSpPr>
            <p:cNvPr id="5" name="正方形/長方形 4">
              <a:extLst>
                <a:ext uri="{FF2B5EF4-FFF2-40B4-BE49-F238E27FC236}">
                  <a16:creationId xmlns:a16="http://schemas.microsoft.com/office/drawing/2014/main" id="{D2DBB20F-D8EA-4E4C-1FD2-5C589401A333}"/>
                </a:ext>
              </a:extLst>
            </p:cNvPr>
            <p:cNvSpPr/>
            <p:nvPr/>
          </p:nvSpPr>
          <p:spPr bwMode="auto">
            <a:xfrm>
              <a:off x="4925830" y="3097757"/>
              <a:ext cx="1188332" cy="1174551"/>
            </a:xfrm>
            <a:prstGeom prst="rect">
              <a:avLst/>
            </a:prstGeom>
            <a:solidFill>
              <a:srgbClr val="FFFFFF">
                <a:lumMod val="85000"/>
              </a:srgbClr>
            </a:solidFill>
            <a:ln w="285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eaLnBrk="0" fontAlgn="base" latinLnBrk="0" hangingPunct="0">
                <a:lnSpc>
                  <a:spcPct val="85000"/>
                </a:lnSpc>
                <a:spcBef>
                  <a:spcPct val="50000"/>
                </a:spcBef>
                <a:spcAft>
                  <a:spcPct val="0"/>
                </a:spcAft>
                <a:buClrTx/>
                <a:buSzTx/>
                <a:buFontTx/>
                <a:buNone/>
                <a:tabLst/>
                <a:defRPr/>
              </a:pPr>
              <a:endParaRPr kumimoji="0" lang="ja-JP" altLang="en-US" sz="18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6" name="正方形/長方形 5">
              <a:extLst>
                <a:ext uri="{FF2B5EF4-FFF2-40B4-BE49-F238E27FC236}">
                  <a16:creationId xmlns:a16="http://schemas.microsoft.com/office/drawing/2014/main" id="{22490C25-3688-5F35-0651-8AE853E4FE72}"/>
                </a:ext>
              </a:extLst>
            </p:cNvPr>
            <p:cNvSpPr/>
            <p:nvPr/>
          </p:nvSpPr>
          <p:spPr bwMode="auto">
            <a:xfrm>
              <a:off x="1549197" y="3097757"/>
              <a:ext cx="3374320" cy="1174551"/>
            </a:xfrm>
            <a:prstGeom prst="rect">
              <a:avLst/>
            </a:prstGeom>
            <a:solidFill>
              <a:srgbClr val="FFFFFF">
                <a:lumMod val="95000"/>
              </a:srgbClr>
            </a:solidFill>
            <a:ln w="285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eaLnBrk="0" fontAlgn="base" latinLnBrk="0" hangingPunct="0">
                <a:lnSpc>
                  <a:spcPct val="85000"/>
                </a:lnSpc>
                <a:spcBef>
                  <a:spcPct val="50000"/>
                </a:spcBef>
                <a:spcAft>
                  <a:spcPct val="0"/>
                </a:spcAft>
                <a:buClrTx/>
                <a:buSzTx/>
                <a:buFontTx/>
                <a:buNone/>
                <a:tabLst/>
                <a:defRPr/>
              </a:pPr>
              <a:endParaRPr kumimoji="0"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7" name="正方形/長方形 6">
              <a:extLst>
                <a:ext uri="{FF2B5EF4-FFF2-40B4-BE49-F238E27FC236}">
                  <a16:creationId xmlns:a16="http://schemas.microsoft.com/office/drawing/2014/main" id="{B2E9360E-DE58-013A-B13A-8B9EA8D2D2CE}"/>
                </a:ext>
              </a:extLst>
            </p:cNvPr>
            <p:cNvSpPr/>
            <p:nvPr/>
          </p:nvSpPr>
          <p:spPr bwMode="auto">
            <a:xfrm>
              <a:off x="6114162" y="3097757"/>
              <a:ext cx="1102288" cy="1174551"/>
            </a:xfrm>
            <a:prstGeom prst="rect">
              <a:avLst/>
            </a:prstGeom>
            <a:solidFill>
              <a:schemeClr val="bg1">
                <a:lumMod val="75000"/>
              </a:schemeClr>
            </a:solidFill>
            <a:ln w="2857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eaLnBrk="0" fontAlgn="base" latinLnBrk="0" hangingPunct="0">
                <a:lnSpc>
                  <a:spcPct val="85000"/>
                </a:lnSpc>
                <a:spcBef>
                  <a:spcPct val="50000"/>
                </a:spcBef>
                <a:spcAft>
                  <a:spcPct val="0"/>
                </a:spcAft>
                <a:buClrTx/>
                <a:buSzTx/>
                <a:buFontTx/>
                <a:buNone/>
                <a:tabLst/>
                <a:defRPr/>
              </a:pPr>
              <a:endParaRPr kumimoji="0" lang="ja-JP" altLang="en-US" sz="18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cxnSp>
          <p:nvCxnSpPr>
            <p:cNvPr id="28" name="直線矢印コネクタ 27">
              <a:extLst>
                <a:ext uri="{FF2B5EF4-FFF2-40B4-BE49-F238E27FC236}">
                  <a16:creationId xmlns:a16="http://schemas.microsoft.com/office/drawing/2014/main" id="{69A85411-50AF-885A-FBD9-59D4A48BF94A}"/>
                </a:ext>
              </a:extLst>
            </p:cNvPr>
            <p:cNvCxnSpPr/>
            <p:nvPr/>
          </p:nvCxnSpPr>
          <p:spPr bwMode="auto">
            <a:xfrm rot="5400000" flipV="1">
              <a:off x="4409738" y="1390910"/>
              <a:ext cx="0" cy="5752455"/>
            </a:xfrm>
            <a:prstGeom prst="straightConnector1">
              <a:avLst/>
            </a:prstGeom>
            <a:noFill/>
            <a:ln w="28575" cap="flat" cmpd="sng" algn="ctr">
              <a:solidFill>
                <a:srgbClr val="000000"/>
              </a:solidFill>
              <a:prstDash val="solid"/>
              <a:round/>
              <a:headEnd type="none" w="med" len="med"/>
              <a:tailEnd type="triangle"/>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9" name="テキスト ボックス 28">
              <a:extLst>
                <a:ext uri="{FF2B5EF4-FFF2-40B4-BE49-F238E27FC236}">
                  <a16:creationId xmlns:a16="http://schemas.microsoft.com/office/drawing/2014/main" id="{C94476CB-3D81-0CCE-FFA8-6280620D9FBE}"/>
                </a:ext>
              </a:extLst>
            </p:cNvPr>
            <p:cNvSpPr txBox="1"/>
            <p:nvPr/>
          </p:nvSpPr>
          <p:spPr>
            <a:xfrm rot="16200000">
              <a:off x="591173" y="3341845"/>
              <a:ext cx="1177490" cy="683436"/>
            </a:xfrm>
            <a:prstGeom prst="rect">
              <a:avLst/>
            </a:prstGeom>
            <a:noFill/>
          </p:spPr>
          <p:txBody>
            <a:bodyPr wrap="square" rtlCol="0">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ガス</a:t>
              </a:r>
              <a:b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b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検出</a:t>
              </a:r>
              <a:r>
                <a:rPr kumimoji="1" lang="ja-JP" altLang="en-US" b="1" kern="0" dirty="0">
                  <a:solidFill>
                    <a:srgbClr val="000000"/>
                  </a:solidFill>
                  <a:latin typeface="Arial" panose="020B0604020202020204" pitchFamily="34" charset="0"/>
                  <a:ea typeface="ＭＳ Ｐゴシック" panose="020B0600070205080204" pitchFamily="50" charset="-128"/>
                </a:rPr>
                <a:t>状態</a:t>
              </a:r>
              <a:endPar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30" name="テキスト ボックス 29">
              <a:extLst>
                <a:ext uri="{FF2B5EF4-FFF2-40B4-BE49-F238E27FC236}">
                  <a16:creationId xmlns:a16="http://schemas.microsoft.com/office/drawing/2014/main" id="{1045C93E-A53D-E9C7-3F56-CE1FAFD95297}"/>
                </a:ext>
              </a:extLst>
            </p:cNvPr>
            <p:cNvSpPr txBox="1"/>
            <p:nvPr/>
          </p:nvSpPr>
          <p:spPr>
            <a:xfrm>
              <a:off x="1541109" y="3497276"/>
              <a:ext cx="3354846" cy="390383"/>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定常状態</a:t>
              </a:r>
            </a:p>
          </p:txBody>
        </p:sp>
        <p:sp>
          <p:nvSpPr>
            <p:cNvPr id="31" name="テキスト ボックス 30">
              <a:extLst>
                <a:ext uri="{FF2B5EF4-FFF2-40B4-BE49-F238E27FC236}">
                  <a16:creationId xmlns:a16="http://schemas.microsoft.com/office/drawing/2014/main" id="{A294D3B1-92B8-9BB3-315B-265A62D9D261}"/>
                </a:ext>
              </a:extLst>
            </p:cNvPr>
            <p:cNvSpPr txBox="1"/>
            <p:nvPr/>
          </p:nvSpPr>
          <p:spPr>
            <a:xfrm>
              <a:off x="6111850" y="3486068"/>
              <a:ext cx="1102289" cy="390383"/>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ガス認識</a:t>
              </a:r>
            </a:p>
          </p:txBody>
        </p:sp>
        <p:cxnSp>
          <p:nvCxnSpPr>
            <p:cNvPr id="32" name="直線矢印コネクタ 31">
              <a:extLst>
                <a:ext uri="{FF2B5EF4-FFF2-40B4-BE49-F238E27FC236}">
                  <a16:creationId xmlns:a16="http://schemas.microsoft.com/office/drawing/2014/main" id="{772071B8-F282-240B-EE22-E902B4EF5C17}"/>
                </a:ext>
              </a:extLst>
            </p:cNvPr>
            <p:cNvCxnSpPr/>
            <p:nvPr/>
          </p:nvCxnSpPr>
          <p:spPr bwMode="auto">
            <a:xfrm flipV="1">
              <a:off x="1537309" y="3099028"/>
              <a:ext cx="0" cy="1169746"/>
            </a:xfrm>
            <a:prstGeom prst="straightConnector1">
              <a:avLst/>
            </a:prstGeom>
            <a:noFill/>
            <a:ln w="28575" cap="flat" cmpd="sng" algn="ctr">
              <a:solidFill>
                <a:srgbClr val="000000"/>
              </a:solidFill>
              <a:prstDash val="solid"/>
              <a:round/>
              <a:headEnd type="none" w="med" len="med"/>
              <a:tailEnd type="triangle"/>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 name="テキスト ボックス 33">
              <a:extLst>
                <a:ext uri="{FF2B5EF4-FFF2-40B4-BE49-F238E27FC236}">
                  <a16:creationId xmlns:a16="http://schemas.microsoft.com/office/drawing/2014/main" id="{8768717D-2DF3-5D26-9604-BC232E839D4B}"/>
                </a:ext>
              </a:extLst>
            </p:cNvPr>
            <p:cNvSpPr txBox="1"/>
            <p:nvPr/>
          </p:nvSpPr>
          <p:spPr>
            <a:xfrm>
              <a:off x="4931606" y="3366011"/>
              <a:ext cx="1180244" cy="646331"/>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特徴量</a:t>
              </a:r>
              <a:b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b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抽出</a:t>
              </a:r>
            </a:p>
          </p:txBody>
        </p:sp>
      </p:grpSp>
      <p:cxnSp>
        <p:nvCxnSpPr>
          <p:cNvPr id="36" name="直線コネクタ 35">
            <a:extLst>
              <a:ext uri="{FF2B5EF4-FFF2-40B4-BE49-F238E27FC236}">
                <a16:creationId xmlns:a16="http://schemas.microsoft.com/office/drawing/2014/main" id="{3D95E949-A8C1-AA4F-3403-F3979208D368}"/>
              </a:ext>
            </a:extLst>
          </p:cNvPr>
          <p:cNvCxnSpPr/>
          <p:nvPr/>
        </p:nvCxnSpPr>
        <p:spPr bwMode="auto">
          <a:xfrm flipV="1">
            <a:off x="4923517" y="3169644"/>
            <a:ext cx="0" cy="1535345"/>
          </a:xfrm>
          <a:prstGeom prst="line">
            <a:avLst/>
          </a:prstGeom>
          <a:noFill/>
          <a:ln w="28575" cap="flat" cmpd="sng" algn="ctr">
            <a:solidFill>
              <a:srgbClr val="000000"/>
            </a:solidFill>
            <a:prstDash val="sys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0" name="円弧 19">
            <a:extLst>
              <a:ext uri="{FF2B5EF4-FFF2-40B4-BE49-F238E27FC236}">
                <a16:creationId xmlns:a16="http://schemas.microsoft.com/office/drawing/2014/main" id="{3FD28260-EBEE-AD19-F04F-C3F4D46E7330}"/>
              </a:ext>
            </a:extLst>
          </p:cNvPr>
          <p:cNvSpPr/>
          <p:nvPr/>
        </p:nvSpPr>
        <p:spPr bwMode="auto">
          <a:xfrm rot="3239981" flipV="1">
            <a:off x="4522679" y="2685074"/>
            <a:ext cx="1904842" cy="2463830"/>
          </a:xfrm>
          <a:prstGeom prst="arc">
            <a:avLst>
              <a:gd name="adj1" fmla="val 18100220"/>
              <a:gd name="adj2" fmla="val 3157907"/>
            </a:avLst>
          </a:prstGeom>
          <a:noFill/>
          <a:ln w="28575" cap="flat" cmpd="sng" algn="ctr">
            <a:solidFill>
              <a:srgbClr val="FF000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0" rIns="0" bIns="0" numCol="1" rtlCol="0" anchor="ctr" anchorCtr="0" compatLnSpc="1">
            <a:prstTxWarp prst="textNoShape">
              <a:avLst/>
            </a:prstTxWarp>
            <a:noAutofit/>
          </a:bodyPr>
          <a:lstStyle/>
          <a:p>
            <a:pPr marL="0" marR="0" lvl="0" indent="0" algn="ctr" defTabSz="914400" eaLnBrk="0" fontAlgn="base" latinLnBrk="0" hangingPunct="0">
              <a:lnSpc>
                <a:spcPct val="85000"/>
              </a:lnSpc>
              <a:spcBef>
                <a:spcPct val="50000"/>
              </a:spcBef>
              <a:spcAft>
                <a:spcPct val="0"/>
              </a:spcAft>
              <a:buClrTx/>
              <a:buSzTx/>
              <a:buFontTx/>
              <a:buNone/>
              <a:tabLst/>
              <a:defRPr/>
            </a:pPr>
            <a:endParaRPr kumimoji="0" lang="ja-JP" altLang="en-US" sz="18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grpSp>
        <p:nvGrpSpPr>
          <p:cNvPr id="66" name="グループ化 65">
            <a:extLst>
              <a:ext uri="{FF2B5EF4-FFF2-40B4-BE49-F238E27FC236}">
                <a16:creationId xmlns:a16="http://schemas.microsoft.com/office/drawing/2014/main" id="{4902D0BC-D257-02F0-DF6E-BFDE9CB1D3B4}"/>
              </a:ext>
            </a:extLst>
          </p:cNvPr>
          <p:cNvGrpSpPr/>
          <p:nvPr/>
        </p:nvGrpSpPr>
        <p:grpSpPr>
          <a:xfrm>
            <a:off x="7797615" y="1893593"/>
            <a:ext cx="3720277" cy="4271795"/>
            <a:chOff x="8001645" y="1765437"/>
            <a:chExt cx="3720277" cy="4271795"/>
          </a:xfrm>
        </p:grpSpPr>
        <p:sp>
          <p:nvSpPr>
            <p:cNvPr id="57" name="テキスト ボックス 56">
              <a:extLst>
                <a:ext uri="{FF2B5EF4-FFF2-40B4-BE49-F238E27FC236}">
                  <a16:creationId xmlns:a16="http://schemas.microsoft.com/office/drawing/2014/main" id="{D48F66C9-B8A8-60E6-DC3F-822FF44C7CC5}"/>
                </a:ext>
              </a:extLst>
            </p:cNvPr>
            <p:cNvSpPr txBox="1"/>
            <p:nvPr/>
          </p:nvSpPr>
          <p:spPr>
            <a:xfrm>
              <a:off x="8343214" y="2683278"/>
              <a:ext cx="2039475" cy="523220"/>
            </a:xfrm>
            <a:prstGeom prst="rect">
              <a:avLst/>
            </a:prstGeom>
            <a:noFill/>
          </p:spPr>
          <p:txBody>
            <a:bodyPr wrap="square" rtlCol="0">
              <a:spAutoFit/>
            </a:bodyPr>
            <a:lstStyle/>
            <a:p>
              <a:pPr lvl="0" algn="ctr" defTabSz="914400" eaLnBrk="0" fontAlgn="base" hangingPunct="0">
                <a:spcBef>
                  <a:spcPct val="0"/>
                </a:spcBef>
                <a:spcAft>
                  <a:spcPct val="0"/>
                </a:spcAft>
                <a:defRPr/>
              </a:pPr>
              <a:r>
                <a:rPr kumimoji="1" lang="en-US" altLang="ja-JP" sz="2800" b="1" kern="0" dirty="0">
                  <a:solidFill>
                    <a:srgbClr val="000000"/>
                  </a:solidFill>
                  <a:latin typeface="Arial" panose="020B0604020202020204" pitchFamily="34" charset="0"/>
                  <a:ea typeface="ＭＳ Ｐゴシック" panose="020B0600070205080204" pitchFamily="50" charset="-128"/>
                </a:rPr>
                <a:t>×</a:t>
              </a:r>
              <a:endParaRPr kumimoji="1" lang="ja-JP" altLang="en-US" sz="2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58" name="四角形: 角を丸くする 57">
              <a:extLst>
                <a:ext uri="{FF2B5EF4-FFF2-40B4-BE49-F238E27FC236}">
                  <a16:creationId xmlns:a16="http://schemas.microsoft.com/office/drawing/2014/main" id="{A741266A-628B-9F96-357D-56ACC6DC51D3}"/>
                </a:ext>
              </a:extLst>
            </p:cNvPr>
            <p:cNvSpPr/>
            <p:nvPr/>
          </p:nvSpPr>
          <p:spPr>
            <a:xfrm>
              <a:off x="8576403" y="1765437"/>
              <a:ext cx="1561662" cy="977454"/>
            </a:xfrm>
            <a:prstGeom prst="roundRect">
              <a:avLst/>
            </a:prstGeom>
            <a:solidFill>
              <a:schemeClr val="accent5">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Arial" panose="020B0604020202020204" pitchFamily="34" charset="0"/>
                  <a:ea typeface="ＭＳ Ｐゴシック" panose="020B0600070205080204" pitchFamily="50" charset="-128"/>
                  <a:cs typeface="Arial" panose="020B0604020202020204" pitchFamily="34" charset="0"/>
                </a:rPr>
                <a:t>ガス認識</a:t>
              </a:r>
            </a:p>
          </p:txBody>
        </p:sp>
        <p:sp>
          <p:nvSpPr>
            <p:cNvPr id="59" name="四角形: 角を丸くする 58">
              <a:extLst>
                <a:ext uri="{FF2B5EF4-FFF2-40B4-BE49-F238E27FC236}">
                  <a16:creationId xmlns:a16="http://schemas.microsoft.com/office/drawing/2014/main" id="{4F507C4A-57CE-BE30-FF02-590F8E9FE0C6}"/>
                </a:ext>
              </a:extLst>
            </p:cNvPr>
            <p:cNvSpPr/>
            <p:nvPr/>
          </p:nvSpPr>
          <p:spPr>
            <a:xfrm>
              <a:off x="8576403" y="3164377"/>
              <a:ext cx="1561662" cy="977454"/>
            </a:xfrm>
            <a:prstGeom prst="roundRect">
              <a:avLst/>
            </a:prstGeom>
            <a:solidFill>
              <a:schemeClr val="accent5">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Arial" panose="020B0604020202020204" pitchFamily="34" charset="0"/>
                  <a:ea typeface="ＭＳ Ｐゴシック" panose="020B0600070205080204" pitchFamily="50" charset="-128"/>
                  <a:cs typeface="Arial" panose="020B0604020202020204" pitchFamily="34" charset="0"/>
                </a:rPr>
                <a:t>音響認識</a:t>
              </a:r>
            </a:p>
          </p:txBody>
        </p:sp>
        <p:sp>
          <p:nvSpPr>
            <p:cNvPr id="62" name="テキスト ボックス 61">
              <a:extLst>
                <a:ext uri="{FF2B5EF4-FFF2-40B4-BE49-F238E27FC236}">
                  <a16:creationId xmlns:a16="http://schemas.microsoft.com/office/drawing/2014/main" id="{E0A49338-509C-F629-BE32-D91238D9EDF3}"/>
                </a:ext>
              </a:extLst>
            </p:cNvPr>
            <p:cNvSpPr txBox="1"/>
            <p:nvPr/>
          </p:nvSpPr>
          <p:spPr>
            <a:xfrm rot="16200000">
              <a:off x="9045161" y="4099436"/>
              <a:ext cx="635584" cy="523220"/>
            </a:xfrm>
            <a:prstGeom prst="rect">
              <a:avLst/>
            </a:prstGeom>
            <a:noFill/>
          </p:spPr>
          <p:txBody>
            <a:bodyPr wrap="square" rtlCol="0">
              <a:spAutoFit/>
            </a:bodyPr>
            <a:lstStyle/>
            <a:p>
              <a:pPr lvl="0" algn="ctr" defTabSz="914400" eaLnBrk="0" fontAlgn="base" hangingPunct="0">
                <a:spcBef>
                  <a:spcPct val="0"/>
                </a:spcBef>
                <a:spcAft>
                  <a:spcPct val="0"/>
                </a:spcAft>
                <a:defRPr/>
              </a:pPr>
              <a:r>
                <a:rPr kumimoji="1" lang="ja-JP" altLang="en-US" sz="2800" b="1" kern="0" dirty="0">
                  <a:solidFill>
                    <a:srgbClr val="000000"/>
                  </a:solidFill>
                  <a:latin typeface="Arial" panose="020B0604020202020204" pitchFamily="34" charset="0"/>
                  <a:ea typeface="ＭＳ Ｐゴシック" panose="020B0600070205080204" pitchFamily="50" charset="-128"/>
                </a:rPr>
                <a:t>＝</a:t>
              </a:r>
              <a:endParaRPr kumimoji="1" lang="ja-JP" altLang="en-US" sz="2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63" name="四角形: 角を丸くする 62">
              <a:extLst>
                <a:ext uri="{FF2B5EF4-FFF2-40B4-BE49-F238E27FC236}">
                  <a16:creationId xmlns:a16="http://schemas.microsoft.com/office/drawing/2014/main" id="{63BEF39A-B368-EB9A-C01A-B56FBE9C3B88}"/>
                </a:ext>
              </a:extLst>
            </p:cNvPr>
            <p:cNvSpPr/>
            <p:nvPr/>
          </p:nvSpPr>
          <p:spPr>
            <a:xfrm>
              <a:off x="8001645" y="4564892"/>
              <a:ext cx="2711178" cy="977454"/>
            </a:xfrm>
            <a:prstGeom prst="roundRect">
              <a:avLst/>
            </a:prstGeom>
            <a:solidFill>
              <a:schemeClr val="accent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Arial" panose="020B0604020202020204" pitchFamily="34" charset="0"/>
                  <a:ea typeface="ＭＳ Ｐゴシック" panose="020B0600070205080204" pitchFamily="50" charset="-128"/>
                  <a:cs typeface="Arial" panose="020B0604020202020204" pitchFamily="34" charset="0"/>
                </a:rPr>
                <a:t>においの文脈認識</a:t>
              </a:r>
            </a:p>
          </p:txBody>
        </p:sp>
        <p:sp>
          <p:nvSpPr>
            <p:cNvPr id="65" name="テキスト ボックス 64">
              <a:extLst>
                <a:ext uri="{FF2B5EF4-FFF2-40B4-BE49-F238E27FC236}">
                  <a16:creationId xmlns:a16="http://schemas.microsoft.com/office/drawing/2014/main" id="{3267E5D2-637A-20EE-7C69-CD5F5E93D4F2}"/>
                </a:ext>
              </a:extLst>
            </p:cNvPr>
            <p:cNvSpPr txBox="1"/>
            <p:nvPr/>
          </p:nvSpPr>
          <p:spPr>
            <a:xfrm>
              <a:off x="8241395" y="5667900"/>
              <a:ext cx="2305438" cy="369332"/>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a:t>
              </a: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例</a:t>
              </a: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 </a:t>
              </a: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調理中に出た煙</a:t>
              </a: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a:t>
              </a:r>
              <a:endPar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67" name="テキスト ボックス 66">
              <a:extLst>
                <a:ext uri="{FF2B5EF4-FFF2-40B4-BE49-F238E27FC236}">
                  <a16:creationId xmlns:a16="http://schemas.microsoft.com/office/drawing/2014/main" id="{0993BF30-F8B7-DF40-F20A-3FB130B57B84}"/>
                </a:ext>
              </a:extLst>
            </p:cNvPr>
            <p:cNvSpPr txBox="1"/>
            <p:nvPr/>
          </p:nvSpPr>
          <p:spPr>
            <a:xfrm>
              <a:off x="10112637" y="2059247"/>
              <a:ext cx="944489" cy="369332"/>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a:t>
              </a: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例</a:t>
              </a: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 </a:t>
              </a: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煙</a:t>
              </a: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a:t>
              </a:r>
              <a:endPar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68" name="テキスト ボックス 67">
              <a:extLst>
                <a:ext uri="{FF2B5EF4-FFF2-40B4-BE49-F238E27FC236}">
                  <a16:creationId xmlns:a16="http://schemas.microsoft.com/office/drawing/2014/main" id="{FF10F713-47D9-1383-3F81-1103844725E5}"/>
                </a:ext>
              </a:extLst>
            </p:cNvPr>
            <p:cNvSpPr txBox="1"/>
            <p:nvPr/>
          </p:nvSpPr>
          <p:spPr>
            <a:xfrm>
              <a:off x="10116995" y="3459720"/>
              <a:ext cx="1604927"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a:t>
              </a: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例</a:t>
              </a: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 </a:t>
              </a:r>
              <a:r>
                <a:rPr kumimoji="1" lang="ja-JP" altLang="en-US" b="1" kern="0" dirty="0">
                  <a:solidFill>
                    <a:srgbClr val="000000"/>
                  </a:solidFill>
                  <a:latin typeface="Arial" panose="020B0604020202020204" pitchFamily="34" charset="0"/>
                  <a:ea typeface="ＭＳ Ｐゴシック" panose="020B0600070205080204" pitchFamily="50" charset="-128"/>
                </a:rPr>
                <a:t>炒める音</a:t>
              </a: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a:t>
              </a:r>
              <a:endPar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grpSp>
      <p:sp>
        <p:nvSpPr>
          <p:cNvPr id="73" name="コンテンツ プレースホルダー 2">
            <a:extLst>
              <a:ext uri="{FF2B5EF4-FFF2-40B4-BE49-F238E27FC236}">
                <a16:creationId xmlns:a16="http://schemas.microsoft.com/office/drawing/2014/main" id="{5F6CD3DE-4E5F-1DA0-BB2A-B673515893FB}"/>
              </a:ext>
            </a:extLst>
          </p:cNvPr>
          <p:cNvSpPr>
            <a:spLocks noGrp="1"/>
          </p:cNvSpPr>
          <p:nvPr>
            <p:ph idx="1"/>
          </p:nvPr>
        </p:nvSpPr>
        <p:spPr>
          <a:xfrm>
            <a:off x="838199" y="816708"/>
            <a:ext cx="10690185" cy="5360255"/>
          </a:xfrm>
        </p:spPr>
        <p:txBody>
          <a:bodyPr/>
          <a:lstStyle/>
          <a:p>
            <a:r>
              <a:rPr lang="ja-JP" altLang="en-US" dirty="0"/>
              <a:t>ガス推論結果をトリガーとして音響推論を行うイベント駆動型設計</a:t>
            </a:r>
            <a:endParaRPr kumimoji="1" lang="ja-JP" altLang="en-US" dirty="0"/>
          </a:p>
        </p:txBody>
      </p:sp>
      <p:sp>
        <p:nvSpPr>
          <p:cNvPr id="14" name="テキスト ボックス 13">
            <a:extLst>
              <a:ext uri="{FF2B5EF4-FFF2-40B4-BE49-F238E27FC236}">
                <a16:creationId xmlns:a16="http://schemas.microsoft.com/office/drawing/2014/main" id="{3AA32C95-0BF6-95A2-4383-4B014974E4C1}"/>
              </a:ext>
            </a:extLst>
          </p:cNvPr>
          <p:cNvSpPr txBox="1"/>
          <p:nvPr/>
        </p:nvSpPr>
        <p:spPr>
          <a:xfrm>
            <a:off x="1568248" y="1700570"/>
            <a:ext cx="1887055" cy="369332"/>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ガスセンサ</a:t>
            </a: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@5Hz</a:t>
            </a:r>
            <a:endPar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15" name="テキスト ボックス 14">
            <a:extLst>
              <a:ext uri="{FF2B5EF4-FFF2-40B4-BE49-F238E27FC236}">
                <a16:creationId xmlns:a16="http://schemas.microsoft.com/office/drawing/2014/main" id="{B98119F5-9554-2B17-6B96-838FBD46A981}"/>
              </a:ext>
            </a:extLst>
          </p:cNvPr>
          <p:cNvSpPr txBox="1"/>
          <p:nvPr/>
        </p:nvSpPr>
        <p:spPr>
          <a:xfrm rot="16200000">
            <a:off x="545981" y="2170819"/>
            <a:ext cx="1581978"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b="1" kern="0" dirty="0">
                <a:solidFill>
                  <a:srgbClr val="000000"/>
                </a:solidFill>
                <a:latin typeface="Arial" panose="020B0604020202020204" pitchFamily="34" charset="0"/>
                <a:ea typeface="ＭＳ Ｐゴシック" panose="020B0600070205080204" pitchFamily="50" charset="-128"/>
              </a:rPr>
              <a:t>ガス</a:t>
            </a: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応答</a:t>
            </a:r>
          </a:p>
        </p:txBody>
      </p:sp>
      <p:sp>
        <p:nvSpPr>
          <p:cNvPr id="22" name="テキスト ボックス 21">
            <a:extLst>
              <a:ext uri="{FF2B5EF4-FFF2-40B4-BE49-F238E27FC236}">
                <a16:creationId xmlns:a16="http://schemas.microsoft.com/office/drawing/2014/main" id="{141173BF-941B-D8C7-5EF8-940D20F61B5A}"/>
              </a:ext>
            </a:extLst>
          </p:cNvPr>
          <p:cNvSpPr txBox="1"/>
          <p:nvPr/>
        </p:nvSpPr>
        <p:spPr>
          <a:xfrm>
            <a:off x="1407893" y="2180018"/>
            <a:ext cx="3185167"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異なる応答特性</a:t>
            </a: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4</a:t>
            </a: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チャネル</a:t>
            </a:r>
          </a:p>
        </p:txBody>
      </p:sp>
      <p:grpSp>
        <p:nvGrpSpPr>
          <p:cNvPr id="23" name="グループ化 22">
            <a:extLst>
              <a:ext uri="{FF2B5EF4-FFF2-40B4-BE49-F238E27FC236}">
                <a16:creationId xmlns:a16="http://schemas.microsoft.com/office/drawing/2014/main" id="{007F86C0-C633-652D-E353-652E03E5BCC0}"/>
              </a:ext>
            </a:extLst>
          </p:cNvPr>
          <p:cNvGrpSpPr/>
          <p:nvPr/>
        </p:nvGrpSpPr>
        <p:grpSpPr>
          <a:xfrm>
            <a:off x="1550625" y="1893222"/>
            <a:ext cx="5665825" cy="1107299"/>
            <a:chOff x="-5227639" y="3944814"/>
            <a:chExt cx="4041775" cy="1105780"/>
          </a:xfrm>
        </p:grpSpPr>
        <p:sp>
          <p:nvSpPr>
            <p:cNvPr id="37" name="Freeform 39">
              <a:extLst>
                <a:ext uri="{FF2B5EF4-FFF2-40B4-BE49-F238E27FC236}">
                  <a16:creationId xmlns:a16="http://schemas.microsoft.com/office/drawing/2014/main" id="{774457AC-CB90-C0D7-2862-A979CD97CD44}"/>
                </a:ext>
              </a:extLst>
            </p:cNvPr>
            <p:cNvSpPr>
              <a:spLocks/>
            </p:cNvSpPr>
            <p:nvPr/>
          </p:nvSpPr>
          <p:spPr bwMode="auto">
            <a:xfrm>
              <a:off x="-5227639" y="4780719"/>
              <a:ext cx="4041775" cy="269875"/>
            </a:xfrm>
            <a:custGeom>
              <a:avLst/>
              <a:gdLst>
                <a:gd name="T0" fmla="*/ 0 w 2546"/>
                <a:gd name="T1" fmla="*/ 161 h 170"/>
                <a:gd name="T2" fmla="*/ 43 w 2546"/>
                <a:gd name="T3" fmla="*/ 165 h 170"/>
                <a:gd name="T4" fmla="*/ 85 w 2546"/>
                <a:gd name="T5" fmla="*/ 165 h 170"/>
                <a:gd name="T6" fmla="*/ 128 w 2546"/>
                <a:gd name="T7" fmla="*/ 165 h 170"/>
                <a:gd name="T8" fmla="*/ 170 w 2546"/>
                <a:gd name="T9" fmla="*/ 165 h 170"/>
                <a:gd name="T10" fmla="*/ 212 w 2546"/>
                <a:gd name="T11" fmla="*/ 165 h 170"/>
                <a:gd name="T12" fmla="*/ 254 w 2546"/>
                <a:gd name="T13" fmla="*/ 165 h 170"/>
                <a:gd name="T14" fmla="*/ 298 w 2546"/>
                <a:gd name="T15" fmla="*/ 165 h 170"/>
                <a:gd name="T16" fmla="*/ 340 w 2546"/>
                <a:gd name="T17" fmla="*/ 165 h 170"/>
                <a:gd name="T18" fmla="*/ 382 w 2546"/>
                <a:gd name="T19" fmla="*/ 165 h 170"/>
                <a:gd name="T20" fmla="*/ 424 w 2546"/>
                <a:gd name="T21" fmla="*/ 165 h 170"/>
                <a:gd name="T22" fmla="*/ 467 w 2546"/>
                <a:gd name="T23" fmla="*/ 165 h 170"/>
                <a:gd name="T24" fmla="*/ 510 w 2546"/>
                <a:gd name="T25" fmla="*/ 167 h 170"/>
                <a:gd name="T26" fmla="*/ 552 w 2546"/>
                <a:gd name="T27" fmla="*/ 165 h 170"/>
                <a:gd name="T28" fmla="*/ 594 w 2546"/>
                <a:gd name="T29" fmla="*/ 165 h 170"/>
                <a:gd name="T30" fmla="*/ 637 w 2546"/>
                <a:gd name="T31" fmla="*/ 165 h 170"/>
                <a:gd name="T32" fmla="*/ 679 w 2546"/>
                <a:gd name="T33" fmla="*/ 165 h 170"/>
                <a:gd name="T34" fmla="*/ 721 w 2546"/>
                <a:gd name="T35" fmla="*/ 167 h 170"/>
                <a:gd name="T36" fmla="*/ 764 w 2546"/>
                <a:gd name="T37" fmla="*/ 167 h 170"/>
                <a:gd name="T38" fmla="*/ 807 w 2546"/>
                <a:gd name="T39" fmla="*/ 165 h 170"/>
                <a:gd name="T40" fmla="*/ 849 w 2546"/>
                <a:gd name="T41" fmla="*/ 170 h 170"/>
                <a:gd name="T42" fmla="*/ 891 w 2546"/>
                <a:gd name="T43" fmla="*/ 165 h 170"/>
                <a:gd name="T44" fmla="*/ 933 w 2546"/>
                <a:gd name="T45" fmla="*/ 167 h 170"/>
                <a:gd name="T46" fmla="*/ 976 w 2546"/>
                <a:gd name="T47" fmla="*/ 167 h 170"/>
                <a:gd name="T48" fmla="*/ 1019 w 2546"/>
                <a:gd name="T49" fmla="*/ 167 h 170"/>
                <a:gd name="T50" fmla="*/ 1061 w 2546"/>
                <a:gd name="T51" fmla="*/ 167 h 170"/>
                <a:gd name="T52" fmla="*/ 1103 w 2546"/>
                <a:gd name="T53" fmla="*/ 167 h 170"/>
                <a:gd name="T54" fmla="*/ 1146 w 2546"/>
                <a:gd name="T55" fmla="*/ 167 h 170"/>
                <a:gd name="T56" fmla="*/ 1188 w 2546"/>
                <a:gd name="T57" fmla="*/ 170 h 170"/>
                <a:gd name="T58" fmla="*/ 1231 w 2546"/>
                <a:gd name="T59" fmla="*/ 170 h 170"/>
                <a:gd name="T60" fmla="*/ 1273 w 2546"/>
                <a:gd name="T61" fmla="*/ 167 h 170"/>
                <a:gd name="T62" fmla="*/ 1316 w 2546"/>
                <a:gd name="T63" fmla="*/ 165 h 170"/>
                <a:gd name="T64" fmla="*/ 1358 w 2546"/>
                <a:gd name="T65" fmla="*/ 165 h 170"/>
                <a:gd name="T66" fmla="*/ 1400 w 2546"/>
                <a:gd name="T67" fmla="*/ 165 h 170"/>
                <a:gd name="T68" fmla="*/ 1442 w 2546"/>
                <a:gd name="T69" fmla="*/ 161 h 170"/>
                <a:gd name="T70" fmla="*/ 1486 w 2546"/>
                <a:gd name="T71" fmla="*/ 161 h 170"/>
                <a:gd name="T72" fmla="*/ 1528 w 2546"/>
                <a:gd name="T73" fmla="*/ 158 h 170"/>
                <a:gd name="T74" fmla="*/ 1570 w 2546"/>
                <a:gd name="T75" fmla="*/ 158 h 170"/>
                <a:gd name="T76" fmla="*/ 1612 w 2546"/>
                <a:gd name="T77" fmla="*/ 158 h 170"/>
                <a:gd name="T78" fmla="*/ 1655 w 2546"/>
                <a:gd name="T79" fmla="*/ 154 h 170"/>
                <a:gd name="T80" fmla="*/ 1698 w 2546"/>
                <a:gd name="T81" fmla="*/ 154 h 170"/>
                <a:gd name="T82" fmla="*/ 1740 w 2546"/>
                <a:gd name="T83" fmla="*/ 151 h 170"/>
                <a:gd name="T84" fmla="*/ 1782 w 2546"/>
                <a:gd name="T85" fmla="*/ 147 h 170"/>
                <a:gd name="T86" fmla="*/ 1825 w 2546"/>
                <a:gd name="T87" fmla="*/ 138 h 170"/>
                <a:gd name="T88" fmla="*/ 1867 w 2546"/>
                <a:gd name="T89" fmla="*/ 131 h 170"/>
                <a:gd name="T90" fmla="*/ 1909 w 2546"/>
                <a:gd name="T91" fmla="*/ 125 h 170"/>
                <a:gd name="T92" fmla="*/ 1952 w 2546"/>
                <a:gd name="T93" fmla="*/ 115 h 170"/>
                <a:gd name="T94" fmla="*/ 1994 w 2546"/>
                <a:gd name="T95" fmla="*/ 102 h 170"/>
                <a:gd name="T96" fmla="*/ 2037 w 2546"/>
                <a:gd name="T97" fmla="*/ 92 h 170"/>
                <a:gd name="T98" fmla="*/ 2079 w 2546"/>
                <a:gd name="T99" fmla="*/ 82 h 170"/>
                <a:gd name="T100" fmla="*/ 2121 w 2546"/>
                <a:gd name="T101" fmla="*/ 70 h 170"/>
                <a:gd name="T102" fmla="*/ 2163 w 2546"/>
                <a:gd name="T103" fmla="*/ 63 h 170"/>
                <a:gd name="T104" fmla="*/ 2207 w 2546"/>
                <a:gd name="T105" fmla="*/ 52 h 170"/>
                <a:gd name="T106" fmla="*/ 2249 w 2546"/>
                <a:gd name="T107" fmla="*/ 43 h 170"/>
                <a:gd name="T108" fmla="*/ 2291 w 2546"/>
                <a:gd name="T109" fmla="*/ 33 h 170"/>
                <a:gd name="T110" fmla="*/ 2333 w 2546"/>
                <a:gd name="T111" fmla="*/ 26 h 170"/>
                <a:gd name="T112" fmla="*/ 2376 w 2546"/>
                <a:gd name="T113" fmla="*/ 17 h 170"/>
                <a:gd name="T114" fmla="*/ 2419 w 2546"/>
                <a:gd name="T115" fmla="*/ 10 h 170"/>
                <a:gd name="T116" fmla="*/ 2461 w 2546"/>
                <a:gd name="T117" fmla="*/ 7 h 170"/>
                <a:gd name="T118" fmla="*/ 2503 w 2546"/>
                <a:gd name="T119" fmla="*/ 7 h 170"/>
                <a:gd name="T120" fmla="*/ 2546 w 2546"/>
                <a:gd name="T121"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46" h="170">
                  <a:moveTo>
                    <a:pt x="0" y="161"/>
                  </a:moveTo>
                  <a:lnTo>
                    <a:pt x="43" y="165"/>
                  </a:lnTo>
                  <a:lnTo>
                    <a:pt x="85" y="165"/>
                  </a:lnTo>
                  <a:lnTo>
                    <a:pt x="128" y="165"/>
                  </a:lnTo>
                  <a:lnTo>
                    <a:pt x="170" y="165"/>
                  </a:lnTo>
                  <a:lnTo>
                    <a:pt x="212" y="165"/>
                  </a:lnTo>
                  <a:lnTo>
                    <a:pt x="254" y="165"/>
                  </a:lnTo>
                  <a:lnTo>
                    <a:pt x="298" y="165"/>
                  </a:lnTo>
                  <a:lnTo>
                    <a:pt x="340" y="165"/>
                  </a:lnTo>
                  <a:lnTo>
                    <a:pt x="382" y="165"/>
                  </a:lnTo>
                  <a:lnTo>
                    <a:pt x="424" y="165"/>
                  </a:lnTo>
                  <a:lnTo>
                    <a:pt x="467" y="165"/>
                  </a:lnTo>
                  <a:lnTo>
                    <a:pt x="510" y="167"/>
                  </a:lnTo>
                  <a:lnTo>
                    <a:pt x="552" y="165"/>
                  </a:lnTo>
                  <a:lnTo>
                    <a:pt x="594" y="165"/>
                  </a:lnTo>
                  <a:lnTo>
                    <a:pt x="637" y="165"/>
                  </a:lnTo>
                  <a:lnTo>
                    <a:pt x="679" y="165"/>
                  </a:lnTo>
                  <a:lnTo>
                    <a:pt x="721" y="167"/>
                  </a:lnTo>
                  <a:lnTo>
                    <a:pt x="764" y="167"/>
                  </a:lnTo>
                  <a:lnTo>
                    <a:pt x="807" y="165"/>
                  </a:lnTo>
                  <a:lnTo>
                    <a:pt x="849" y="170"/>
                  </a:lnTo>
                  <a:lnTo>
                    <a:pt x="891" y="165"/>
                  </a:lnTo>
                  <a:lnTo>
                    <a:pt x="933" y="167"/>
                  </a:lnTo>
                  <a:lnTo>
                    <a:pt x="976" y="167"/>
                  </a:lnTo>
                  <a:lnTo>
                    <a:pt x="1019" y="167"/>
                  </a:lnTo>
                  <a:lnTo>
                    <a:pt x="1061" y="167"/>
                  </a:lnTo>
                  <a:lnTo>
                    <a:pt x="1103" y="167"/>
                  </a:lnTo>
                  <a:lnTo>
                    <a:pt x="1146" y="167"/>
                  </a:lnTo>
                  <a:lnTo>
                    <a:pt x="1188" y="170"/>
                  </a:lnTo>
                  <a:lnTo>
                    <a:pt x="1231" y="170"/>
                  </a:lnTo>
                  <a:lnTo>
                    <a:pt x="1273" y="167"/>
                  </a:lnTo>
                  <a:lnTo>
                    <a:pt x="1316" y="165"/>
                  </a:lnTo>
                  <a:lnTo>
                    <a:pt x="1358" y="165"/>
                  </a:lnTo>
                  <a:lnTo>
                    <a:pt x="1400" y="165"/>
                  </a:lnTo>
                  <a:lnTo>
                    <a:pt x="1442" y="161"/>
                  </a:lnTo>
                  <a:lnTo>
                    <a:pt x="1486" y="161"/>
                  </a:lnTo>
                  <a:lnTo>
                    <a:pt x="1528" y="158"/>
                  </a:lnTo>
                  <a:lnTo>
                    <a:pt x="1570" y="158"/>
                  </a:lnTo>
                  <a:lnTo>
                    <a:pt x="1612" y="158"/>
                  </a:lnTo>
                  <a:lnTo>
                    <a:pt x="1655" y="154"/>
                  </a:lnTo>
                  <a:lnTo>
                    <a:pt x="1698" y="154"/>
                  </a:lnTo>
                  <a:lnTo>
                    <a:pt x="1740" y="151"/>
                  </a:lnTo>
                  <a:lnTo>
                    <a:pt x="1782" y="147"/>
                  </a:lnTo>
                  <a:lnTo>
                    <a:pt x="1825" y="138"/>
                  </a:lnTo>
                  <a:lnTo>
                    <a:pt x="1867" y="131"/>
                  </a:lnTo>
                  <a:lnTo>
                    <a:pt x="1909" y="125"/>
                  </a:lnTo>
                  <a:lnTo>
                    <a:pt x="1952" y="115"/>
                  </a:lnTo>
                  <a:lnTo>
                    <a:pt x="1994" y="102"/>
                  </a:lnTo>
                  <a:lnTo>
                    <a:pt x="2037" y="92"/>
                  </a:lnTo>
                  <a:lnTo>
                    <a:pt x="2079" y="82"/>
                  </a:lnTo>
                  <a:lnTo>
                    <a:pt x="2121" y="70"/>
                  </a:lnTo>
                  <a:lnTo>
                    <a:pt x="2163" y="63"/>
                  </a:lnTo>
                  <a:lnTo>
                    <a:pt x="2207" y="52"/>
                  </a:lnTo>
                  <a:lnTo>
                    <a:pt x="2249" y="43"/>
                  </a:lnTo>
                  <a:lnTo>
                    <a:pt x="2291" y="33"/>
                  </a:lnTo>
                  <a:lnTo>
                    <a:pt x="2333" y="26"/>
                  </a:lnTo>
                  <a:lnTo>
                    <a:pt x="2376" y="17"/>
                  </a:lnTo>
                  <a:lnTo>
                    <a:pt x="2419" y="10"/>
                  </a:lnTo>
                  <a:lnTo>
                    <a:pt x="2461" y="7"/>
                  </a:lnTo>
                  <a:lnTo>
                    <a:pt x="2503" y="7"/>
                  </a:lnTo>
                  <a:lnTo>
                    <a:pt x="2546" y="0"/>
                  </a:lnTo>
                </a:path>
              </a:pathLst>
            </a:custGeom>
            <a:noFill/>
            <a:ln w="28575" cap="rnd">
              <a:solidFill>
                <a:srgbClr val="5F5F5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38" name="Freeform 40">
              <a:extLst>
                <a:ext uri="{FF2B5EF4-FFF2-40B4-BE49-F238E27FC236}">
                  <a16:creationId xmlns:a16="http://schemas.microsoft.com/office/drawing/2014/main" id="{1CA5B8A7-6D24-06AF-AC42-B124946F131B}"/>
                </a:ext>
              </a:extLst>
            </p:cNvPr>
            <p:cNvSpPr>
              <a:spLocks/>
            </p:cNvSpPr>
            <p:nvPr/>
          </p:nvSpPr>
          <p:spPr bwMode="auto">
            <a:xfrm>
              <a:off x="-5227639" y="4250136"/>
              <a:ext cx="4041775" cy="436563"/>
            </a:xfrm>
            <a:custGeom>
              <a:avLst/>
              <a:gdLst>
                <a:gd name="T0" fmla="*/ 0 w 2546"/>
                <a:gd name="T1" fmla="*/ 269 h 275"/>
                <a:gd name="T2" fmla="*/ 43 w 2546"/>
                <a:gd name="T3" fmla="*/ 269 h 275"/>
                <a:gd name="T4" fmla="*/ 85 w 2546"/>
                <a:gd name="T5" fmla="*/ 269 h 275"/>
                <a:gd name="T6" fmla="*/ 128 w 2546"/>
                <a:gd name="T7" fmla="*/ 272 h 275"/>
                <a:gd name="T8" fmla="*/ 170 w 2546"/>
                <a:gd name="T9" fmla="*/ 269 h 275"/>
                <a:gd name="T10" fmla="*/ 212 w 2546"/>
                <a:gd name="T11" fmla="*/ 269 h 275"/>
                <a:gd name="T12" fmla="*/ 254 w 2546"/>
                <a:gd name="T13" fmla="*/ 269 h 275"/>
                <a:gd name="T14" fmla="*/ 298 w 2546"/>
                <a:gd name="T15" fmla="*/ 269 h 275"/>
                <a:gd name="T16" fmla="*/ 340 w 2546"/>
                <a:gd name="T17" fmla="*/ 272 h 275"/>
                <a:gd name="T18" fmla="*/ 382 w 2546"/>
                <a:gd name="T19" fmla="*/ 269 h 275"/>
                <a:gd name="T20" fmla="*/ 424 w 2546"/>
                <a:gd name="T21" fmla="*/ 269 h 275"/>
                <a:gd name="T22" fmla="*/ 467 w 2546"/>
                <a:gd name="T23" fmla="*/ 269 h 275"/>
                <a:gd name="T24" fmla="*/ 510 w 2546"/>
                <a:gd name="T25" fmla="*/ 272 h 275"/>
                <a:gd name="T26" fmla="*/ 552 w 2546"/>
                <a:gd name="T27" fmla="*/ 272 h 275"/>
                <a:gd name="T28" fmla="*/ 594 w 2546"/>
                <a:gd name="T29" fmla="*/ 272 h 275"/>
                <a:gd name="T30" fmla="*/ 637 w 2546"/>
                <a:gd name="T31" fmla="*/ 269 h 275"/>
                <a:gd name="T32" fmla="*/ 679 w 2546"/>
                <a:gd name="T33" fmla="*/ 272 h 275"/>
                <a:gd name="T34" fmla="*/ 721 w 2546"/>
                <a:gd name="T35" fmla="*/ 272 h 275"/>
                <a:gd name="T36" fmla="*/ 764 w 2546"/>
                <a:gd name="T37" fmla="*/ 272 h 275"/>
                <a:gd name="T38" fmla="*/ 807 w 2546"/>
                <a:gd name="T39" fmla="*/ 272 h 275"/>
                <a:gd name="T40" fmla="*/ 849 w 2546"/>
                <a:gd name="T41" fmla="*/ 272 h 275"/>
                <a:gd name="T42" fmla="*/ 891 w 2546"/>
                <a:gd name="T43" fmla="*/ 272 h 275"/>
                <a:gd name="T44" fmla="*/ 933 w 2546"/>
                <a:gd name="T45" fmla="*/ 272 h 275"/>
                <a:gd name="T46" fmla="*/ 976 w 2546"/>
                <a:gd name="T47" fmla="*/ 272 h 275"/>
                <a:gd name="T48" fmla="*/ 1019 w 2546"/>
                <a:gd name="T49" fmla="*/ 272 h 275"/>
                <a:gd name="T50" fmla="*/ 1061 w 2546"/>
                <a:gd name="T51" fmla="*/ 272 h 275"/>
                <a:gd name="T52" fmla="*/ 1103 w 2546"/>
                <a:gd name="T53" fmla="*/ 272 h 275"/>
                <a:gd name="T54" fmla="*/ 1146 w 2546"/>
                <a:gd name="T55" fmla="*/ 275 h 275"/>
                <a:gd name="T56" fmla="*/ 1188 w 2546"/>
                <a:gd name="T57" fmla="*/ 272 h 275"/>
                <a:gd name="T58" fmla="*/ 1231 w 2546"/>
                <a:gd name="T59" fmla="*/ 272 h 275"/>
                <a:gd name="T60" fmla="*/ 1273 w 2546"/>
                <a:gd name="T61" fmla="*/ 269 h 275"/>
                <a:gd name="T62" fmla="*/ 1316 w 2546"/>
                <a:gd name="T63" fmla="*/ 265 h 275"/>
                <a:gd name="T64" fmla="*/ 1358 w 2546"/>
                <a:gd name="T65" fmla="*/ 269 h 275"/>
                <a:gd name="T66" fmla="*/ 1400 w 2546"/>
                <a:gd name="T67" fmla="*/ 265 h 275"/>
                <a:gd name="T68" fmla="*/ 1442 w 2546"/>
                <a:gd name="T69" fmla="*/ 265 h 275"/>
                <a:gd name="T70" fmla="*/ 1486 w 2546"/>
                <a:gd name="T71" fmla="*/ 262 h 275"/>
                <a:gd name="T72" fmla="*/ 1528 w 2546"/>
                <a:gd name="T73" fmla="*/ 258 h 275"/>
                <a:gd name="T74" fmla="*/ 1570 w 2546"/>
                <a:gd name="T75" fmla="*/ 258 h 275"/>
                <a:gd name="T76" fmla="*/ 1612 w 2546"/>
                <a:gd name="T77" fmla="*/ 258 h 275"/>
                <a:gd name="T78" fmla="*/ 1655 w 2546"/>
                <a:gd name="T79" fmla="*/ 252 h 275"/>
                <a:gd name="T80" fmla="*/ 1698 w 2546"/>
                <a:gd name="T81" fmla="*/ 249 h 275"/>
                <a:gd name="T82" fmla="*/ 1740 w 2546"/>
                <a:gd name="T83" fmla="*/ 242 h 275"/>
                <a:gd name="T84" fmla="*/ 1782 w 2546"/>
                <a:gd name="T85" fmla="*/ 233 h 275"/>
                <a:gd name="T86" fmla="*/ 1825 w 2546"/>
                <a:gd name="T87" fmla="*/ 216 h 275"/>
                <a:gd name="T88" fmla="*/ 1867 w 2546"/>
                <a:gd name="T89" fmla="*/ 200 h 275"/>
                <a:gd name="T90" fmla="*/ 1909 w 2546"/>
                <a:gd name="T91" fmla="*/ 184 h 275"/>
                <a:gd name="T92" fmla="*/ 1952 w 2546"/>
                <a:gd name="T93" fmla="*/ 163 h 275"/>
                <a:gd name="T94" fmla="*/ 1994 w 2546"/>
                <a:gd name="T95" fmla="*/ 144 h 275"/>
                <a:gd name="T96" fmla="*/ 2037 w 2546"/>
                <a:gd name="T97" fmla="*/ 124 h 275"/>
                <a:gd name="T98" fmla="*/ 2079 w 2546"/>
                <a:gd name="T99" fmla="*/ 112 h 275"/>
                <a:gd name="T100" fmla="*/ 2121 w 2546"/>
                <a:gd name="T101" fmla="*/ 95 h 275"/>
                <a:gd name="T102" fmla="*/ 2163 w 2546"/>
                <a:gd name="T103" fmla="*/ 82 h 275"/>
                <a:gd name="T104" fmla="*/ 2207 w 2546"/>
                <a:gd name="T105" fmla="*/ 65 h 275"/>
                <a:gd name="T106" fmla="*/ 2249 w 2546"/>
                <a:gd name="T107" fmla="*/ 52 h 275"/>
                <a:gd name="T108" fmla="*/ 2291 w 2546"/>
                <a:gd name="T109" fmla="*/ 36 h 275"/>
                <a:gd name="T110" fmla="*/ 2333 w 2546"/>
                <a:gd name="T111" fmla="*/ 26 h 275"/>
                <a:gd name="T112" fmla="*/ 2376 w 2546"/>
                <a:gd name="T113" fmla="*/ 13 h 275"/>
                <a:gd name="T114" fmla="*/ 2419 w 2546"/>
                <a:gd name="T115" fmla="*/ 10 h 275"/>
                <a:gd name="T116" fmla="*/ 2461 w 2546"/>
                <a:gd name="T117" fmla="*/ 3 h 275"/>
                <a:gd name="T118" fmla="*/ 2503 w 2546"/>
                <a:gd name="T119" fmla="*/ 3 h 275"/>
                <a:gd name="T120" fmla="*/ 2546 w 2546"/>
                <a:gd name="T121"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46" h="275">
                  <a:moveTo>
                    <a:pt x="0" y="269"/>
                  </a:moveTo>
                  <a:lnTo>
                    <a:pt x="43" y="269"/>
                  </a:lnTo>
                  <a:lnTo>
                    <a:pt x="85" y="269"/>
                  </a:lnTo>
                  <a:lnTo>
                    <a:pt x="128" y="272"/>
                  </a:lnTo>
                  <a:lnTo>
                    <a:pt x="170" y="269"/>
                  </a:lnTo>
                  <a:lnTo>
                    <a:pt x="212" y="269"/>
                  </a:lnTo>
                  <a:lnTo>
                    <a:pt x="254" y="269"/>
                  </a:lnTo>
                  <a:lnTo>
                    <a:pt x="298" y="269"/>
                  </a:lnTo>
                  <a:lnTo>
                    <a:pt x="340" y="272"/>
                  </a:lnTo>
                  <a:lnTo>
                    <a:pt x="382" y="269"/>
                  </a:lnTo>
                  <a:lnTo>
                    <a:pt x="424" y="269"/>
                  </a:lnTo>
                  <a:lnTo>
                    <a:pt x="467" y="269"/>
                  </a:lnTo>
                  <a:lnTo>
                    <a:pt x="510" y="272"/>
                  </a:lnTo>
                  <a:lnTo>
                    <a:pt x="552" y="272"/>
                  </a:lnTo>
                  <a:lnTo>
                    <a:pt x="594" y="272"/>
                  </a:lnTo>
                  <a:lnTo>
                    <a:pt x="637" y="269"/>
                  </a:lnTo>
                  <a:lnTo>
                    <a:pt x="679" y="272"/>
                  </a:lnTo>
                  <a:lnTo>
                    <a:pt x="721" y="272"/>
                  </a:lnTo>
                  <a:lnTo>
                    <a:pt x="764" y="272"/>
                  </a:lnTo>
                  <a:lnTo>
                    <a:pt x="807" y="272"/>
                  </a:lnTo>
                  <a:lnTo>
                    <a:pt x="849" y="272"/>
                  </a:lnTo>
                  <a:lnTo>
                    <a:pt x="891" y="272"/>
                  </a:lnTo>
                  <a:lnTo>
                    <a:pt x="933" y="272"/>
                  </a:lnTo>
                  <a:lnTo>
                    <a:pt x="976" y="272"/>
                  </a:lnTo>
                  <a:lnTo>
                    <a:pt x="1019" y="272"/>
                  </a:lnTo>
                  <a:lnTo>
                    <a:pt x="1061" y="272"/>
                  </a:lnTo>
                  <a:lnTo>
                    <a:pt x="1103" y="272"/>
                  </a:lnTo>
                  <a:lnTo>
                    <a:pt x="1146" y="275"/>
                  </a:lnTo>
                  <a:lnTo>
                    <a:pt x="1188" y="272"/>
                  </a:lnTo>
                  <a:lnTo>
                    <a:pt x="1231" y="272"/>
                  </a:lnTo>
                  <a:lnTo>
                    <a:pt x="1273" y="269"/>
                  </a:lnTo>
                  <a:lnTo>
                    <a:pt x="1316" y="265"/>
                  </a:lnTo>
                  <a:lnTo>
                    <a:pt x="1358" y="269"/>
                  </a:lnTo>
                  <a:lnTo>
                    <a:pt x="1400" y="265"/>
                  </a:lnTo>
                  <a:lnTo>
                    <a:pt x="1442" y="265"/>
                  </a:lnTo>
                  <a:lnTo>
                    <a:pt x="1486" y="262"/>
                  </a:lnTo>
                  <a:lnTo>
                    <a:pt x="1528" y="258"/>
                  </a:lnTo>
                  <a:lnTo>
                    <a:pt x="1570" y="258"/>
                  </a:lnTo>
                  <a:lnTo>
                    <a:pt x="1612" y="258"/>
                  </a:lnTo>
                  <a:lnTo>
                    <a:pt x="1655" y="252"/>
                  </a:lnTo>
                  <a:lnTo>
                    <a:pt x="1698" y="249"/>
                  </a:lnTo>
                  <a:lnTo>
                    <a:pt x="1740" y="242"/>
                  </a:lnTo>
                  <a:lnTo>
                    <a:pt x="1782" y="233"/>
                  </a:lnTo>
                  <a:lnTo>
                    <a:pt x="1825" y="216"/>
                  </a:lnTo>
                  <a:lnTo>
                    <a:pt x="1867" y="200"/>
                  </a:lnTo>
                  <a:lnTo>
                    <a:pt x="1909" y="184"/>
                  </a:lnTo>
                  <a:lnTo>
                    <a:pt x="1952" y="163"/>
                  </a:lnTo>
                  <a:lnTo>
                    <a:pt x="1994" y="144"/>
                  </a:lnTo>
                  <a:lnTo>
                    <a:pt x="2037" y="124"/>
                  </a:lnTo>
                  <a:lnTo>
                    <a:pt x="2079" y="112"/>
                  </a:lnTo>
                  <a:lnTo>
                    <a:pt x="2121" y="95"/>
                  </a:lnTo>
                  <a:lnTo>
                    <a:pt x="2163" y="82"/>
                  </a:lnTo>
                  <a:lnTo>
                    <a:pt x="2207" y="65"/>
                  </a:lnTo>
                  <a:lnTo>
                    <a:pt x="2249" y="52"/>
                  </a:lnTo>
                  <a:lnTo>
                    <a:pt x="2291" y="36"/>
                  </a:lnTo>
                  <a:lnTo>
                    <a:pt x="2333" y="26"/>
                  </a:lnTo>
                  <a:lnTo>
                    <a:pt x="2376" y="13"/>
                  </a:lnTo>
                  <a:lnTo>
                    <a:pt x="2419" y="10"/>
                  </a:lnTo>
                  <a:lnTo>
                    <a:pt x="2461" y="3"/>
                  </a:lnTo>
                  <a:lnTo>
                    <a:pt x="2503" y="3"/>
                  </a:lnTo>
                  <a:lnTo>
                    <a:pt x="2546" y="0"/>
                  </a:lnTo>
                </a:path>
              </a:pathLst>
            </a:custGeom>
            <a:noFill/>
            <a:ln w="28575" cap="rnd">
              <a:solidFill>
                <a:srgbClr val="B3B3B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dirty="0"/>
            </a:p>
          </p:txBody>
        </p:sp>
        <p:sp>
          <p:nvSpPr>
            <p:cNvPr id="39" name="Freeform 41">
              <a:extLst>
                <a:ext uri="{FF2B5EF4-FFF2-40B4-BE49-F238E27FC236}">
                  <a16:creationId xmlns:a16="http://schemas.microsoft.com/office/drawing/2014/main" id="{075D482C-5C49-F748-E865-07897B0DD7C4}"/>
                </a:ext>
              </a:extLst>
            </p:cNvPr>
            <p:cNvSpPr>
              <a:spLocks/>
            </p:cNvSpPr>
            <p:nvPr/>
          </p:nvSpPr>
          <p:spPr bwMode="auto">
            <a:xfrm>
              <a:off x="-5227639" y="4331853"/>
              <a:ext cx="4041775" cy="536575"/>
            </a:xfrm>
            <a:custGeom>
              <a:avLst/>
              <a:gdLst>
                <a:gd name="T0" fmla="*/ 0 w 2546"/>
                <a:gd name="T1" fmla="*/ 335 h 338"/>
                <a:gd name="T2" fmla="*/ 43 w 2546"/>
                <a:gd name="T3" fmla="*/ 332 h 338"/>
                <a:gd name="T4" fmla="*/ 85 w 2546"/>
                <a:gd name="T5" fmla="*/ 332 h 338"/>
                <a:gd name="T6" fmla="*/ 128 w 2546"/>
                <a:gd name="T7" fmla="*/ 332 h 338"/>
                <a:gd name="T8" fmla="*/ 170 w 2546"/>
                <a:gd name="T9" fmla="*/ 332 h 338"/>
                <a:gd name="T10" fmla="*/ 212 w 2546"/>
                <a:gd name="T11" fmla="*/ 332 h 338"/>
                <a:gd name="T12" fmla="*/ 254 w 2546"/>
                <a:gd name="T13" fmla="*/ 332 h 338"/>
                <a:gd name="T14" fmla="*/ 298 w 2546"/>
                <a:gd name="T15" fmla="*/ 332 h 338"/>
                <a:gd name="T16" fmla="*/ 340 w 2546"/>
                <a:gd name="T17" fmla="*/ 332 h 338"/>
                <a:gd name="T18" fmla="*/ 382 w 2546"/>
                <a:gd name="T19" fmla="*/ 332 h 338"/>
                <a:gd name="T20" fmla="*/ 424 w 2546"/>
                <a:gd name="T21" fmla="*/ 335 h 338"/>
                <a:gd name="T22" fmla="*/ 467 w 2546"/>
                <a:gd name="T23" fmla="*/ 335 h 338"/>
                <a:gd name="T24" fmla="*/ 510 w 2546"/>
                <a:gd name="T25" fmla="*/ 335 h 338"/>
                <a:gd name="T26" fmla="*/ 552 w 2546"/>
                <a:gd name="T27" fmla="*/ 332 h 338"/>
                <a:gd name="T28" fmla="*/ 594 w 2546"/>
                <a:gd name="T29" fmla="*/ 332 h 338"/>
                <a:gd name="T30" fmla="*/ 637 w 2546"/>
                <a:gd name="T31" fmla="*/ 332 h 338"/>
                <a:gd name="T32" fmla="*/ 679 w 2546"/>
                <a:gd name="T33" fmla="*/ 338 h 338"/>
                <a:gd name="T34" fmla="*/ 721 w 2546"/>
                <a:gd name="T35" fmla="*/ 335 h 338"/>
                <a:gd name="T36" fmla="*/ 764 w 2546"/>
                <a:gd name="T37" fmla="*/ 335 h 338"/>
                <a:gd name="T38" fmla="*/ 807 w 2546"/>
                <a:gd name="T39" fmla="*/ 335 h 338"/>
                <a:gd name="T40" fmla="*/ 849 w 2546"/>
                <a:gd name="T41" fmla="*/ 335 h 338"/>
                <a:gd name="T42" fmla="*/ 891 w 2546"/>
                <a:gd name="T43" fmla="*/ 335 h 338"/>
                <a:gd name="T44" fmla="*/ 933 w 2546"/>
                <a:gd name="T45" fmla="*/ 335 h 338"/>
                <a:gd name="T46" fmla="*/ 976 w 2546"/>
                <a:gd name="T47" fmla="*/ 338 h 338"/>
                <a:gd name="T48" fmla="*/ 1019 w 2546"/>
                <a:gd name="T49" fmla="*/ 335 h 338"/>
                <a:gd name="T50" fmla="*/ 1061 w 2546"/>
                <a:gd name="T51" fmla="*/ 335 h 338"/>
                <a:gd name="T52" fmla="*/ 1103 w 2546"/>
                <a:gd name="T53" fmla="*/ 335 h 338"/>
                <a:gd name="T54" fmla="*/ 1146 w 2546"/>
                <a:gd name="T55" fmla="*/ 338 h 338"/>
                <a:gd name="T56" fmla="*/ 1188 w 2546"/>
                <a:gd name="T57" fmla="*/ 335 h 338"/>
                <a:gd name="T58" fmla="*/ 1231 w 2546"/>
                <a:gd name="T59" fmla="*/ 335 h 338"/>
                <a:gd name="T60" fmla="*/ 1273 w 2546"/>
                <a:gd name="T61" fmla="*/ 332 h 338"/>
                <a:gd name="T62" fmla="*/ 1316 w 2546"/>
                <a:gd name="T63" fmla="*/ 329 h 338"/>
                <a:gd name="T64" fmla="*/ 1358 w 2546"/>
                <a:gd name="T65" fmla="*/ 325 h 338"/>
                <a:gd name="T66" fmla="*/ 1400 w 2546"/>
                <a:gd name="T67" fmla="*/ 325 h 338"/>
                <a:gd name="T68" fmla="*/ 1442 w 2546"/>
                <a:gd name="T69" fmla="*/ 322 h 338"/>
                <a:gd name="T70" fmla="*/ 1486 w 2546"/>
                <a:gd name="T71" fmla="*/ 322 h 338"/>
                <a:gd name="T72" fmla="*/ 1528 w 2546"/>
                <a:gd name="T73" fmla="*/ 319 h 338"/>
                <a:gd name="T74" fmla="*/ 1570 w 2546"/>
                <a:gd name="T75" fmla="*/ 319 h 338"/>
                <a:gd name="T76" fmla="*/ 1612 w 2546"/>
                <a:gd name="T77" fmla="*/ 315 h 338"/>
                <a:gd name="T78" fmla="*/ 1655 w 2546"/>
                <a:gd name="T79" fmla="*/ 312 h 338"/>
                <a:gd name="T80" fmla="*/ 1698 w 2546"/>
                <a:gd name="T81" fmla="*/ 306 h 338"/>
                <a:gd name="T82" fmla="*/ 1740 w 2546"/>
                <a:gd name="T83" fmla="*/ 299 h 338"/>
                <a:gd name="T84" fmla="*/ 1782 w 2546"/>
                <a:gd name="T85" fmla="*/ 283 h 338"/>
                <a:gd name="T86" fmla="*/ 1825 w 2546"/>
                <a:gd name="T87" fmla="*/ 263 h 338"/>
                <a:gd name="T88" fmla="*/ 1867 w 2546"/>
                <a:gd name="T89" fmla="*/ 243 h 338"/>
                <a:gd name="T90" fmla="*/ 1909 w 2546"/>
                <a:gd name="T91" fmla="*/ 223 h 338"/>
                <a:gd name="T92" fmla="*/ 1952 w 2546"/>
                <a:gd name="T93" fmla="*/ 197 h 338"/>
                <a:gd name="T94" fmla="*/ 1994 w 2546"/>
                <a:gd name="T95" fmla="*/ 171 h 338"/>
                <a:gd name="T96" fmla="*/ 2037 w 2546"/>
                <a:gd name="T97" fmla="*/ 151 h 338"/>
                <a:gd name="T98" fmla="*/ 2079 w 2546"/>
                <a:gd name="T99" fmla="*/ 135 h 338"/>
                <a:gd name="T100" fmla="*/ 2121 w 2546"/>
                <a:gd name="T101" fmla="*/ 116 h 338"/>
                <a:gd name="T102" fmla="*/ 2163 w 2546"/>
                <a:gd name="T103" fmla="*/ 99 h 338"/>
                <a:gd name="T104" fmla="*/ 2207 w 2546"/>
                <a:gd name="T105" fmla="*/ 83 h 338"/>
                <a:gd name="T106" fmla="*/ 2249 w 2546"/>
                <a:gd name="T107" fmla="*/ 63 h 338"/>
                <a:gd name="T108" fmla="*/ 2291 w 2546"/>
                <a:gd name="T109" fmla="*/ 49 h 338"/>
                <a:gd name="T110" fmla="*/ 2333 w 2546"/>
                <a:gd name="T111" fmla="*/ 30 h 338"/>
                <a:gd name="T112" fmla="*/ 2376 w 2546"/>
                <a:gd name="T113" fmla="*/ 21 h 338"/>
                <a:gd name="T114" fmla="*/ 2419 w 2546"/>
                <a:gd name="T115" fmla="*/ 14 h 338"/>
                <a:gd name="T116" fmla="*/ 2461 w 2546"/>
                <a:gd name="T117" fmla="*/ 7 h 338"/>
                <a:gd name="T118" fmla="*/ 2503 w 2546"/>
                <a:gd name="T119" fmla="*/ 4 h 338"/>
                <a:gd name="T120" fmla="*/ 2546 w 2546"/>
                <a:gd name="T121"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46" h="338">
                  <a:moveTo>
                    <a:pt x="0" y="335"/>
                  </a:moveTo>
                  <a:lnTo>
                    <a:pt x="43" y="332"/>
                  </a:lnTo>
                  <a:lnTo>
                    <a:pt x="85" y="332"/>
                  </a:lnTo>
                  <a:lnTo>
                    <a:pt x="128" y="332"/>
                  </a:lnTo>
                  <a:lnTo>
                    <a:pt x="170" y="332"/>
                  </a:lnTo>
                  <a:lnTo>
                    <a:pt x="212" y="332"/>
                  </a:lnTo>
                  <a:lnTo>
                    <a:pt x="254" y="332"/>
                  </a:lnTo>
                  <a:lnTo>
                    <a:pt x="298" y="332"/>
                  </a:lnTo>
                  <a:lnTo>
                    <a:pt x="340" y="332"/>
                  </a:lnTo>
                  <a:lnTo>
                    <a:pt x="382" y="332"/>
                  </a:lnTo>
                  <a:lnTo>
                    <a:pt x="424" y="335"/>
                  </a:lnTo>
                  <a:lnTo>
                    <a:pt x="467" y="335"/>
                  </a:lnTo>
                  <a:lnTo>
                    <a:pt x="510" y="335"/>
                  </a:lnTo>
                  <a:lnTo>
                    <a:pt x="552" y="332"/>
                  </a:lnTo>
                  <a:lnTo>
                    <a:pt x="594" y="332"/>
                  </a:lnTo>
                  <a:lnTo>
                    <a:pt x="637" y="332"/>
                  </a:lnTo>
                  <a:lnTo>
                    <a:pt x="679" y="338"/>
                  </a:lnTo>
                  <a:lnTo>
                    <a:pt x="721" y="335"/>
                  </a:lnTo>
                  <a:lnTo>
                    <a:pt x="764" y="335"/>
                  </a:lnTo>
                  <a:lnTo>
                    <a:pt x="807" y="335"/>
                  </a:lnTo>
                  <a:lnTo>
                    <a:pt x="849" y="335"/>
                  </a:lnTo>
                  <a:lnTo>
                    <a:pt x="891" y="335"/>
                  </a:lnTo>
                  <a:lnTo>
                    <a:pt x="933" y="335"/>
                  </a:lnTo>
                  <a:lnTo>
                    <a:pt x="976" y="338"/>
                  </a:lnTo>
                  <a:lnTo>
                    <a:pt x="1019" y="335"/>
                  </a:lnTo>
                  <a:lnTo>
                    <a:pt x="1061" y="335"/>
                  </a:lnTo>
                  <a:lnTo>
                    <a:pt x="1103" y="335"/>
                  </a:lnTo>
                  <a:lnTo>
                    <a:pt x="1146" y="338"/>
                  </a:lnTo>
                  <a:lnTo>
                    <a:pt x="1188" y="335"/>
                  </a:lnTo>
                  <a:lnTo>
                    <a:pt x="1231" y="335"/>
                  </a:lnTo>
                  <a:lnTo>
                    <a:pt x="1273" y="332"/>
                  </a:lnTo>
                  <a:lnTo>
                    <a:pt x="1316" y="329"/>
                  </a:lnTo>
                  <a:lnTo>
                    <a:pt x="1358" y="325"/>
                  </a:lnTo>
                  <a:lnTo>
                    <a:pt x="1400" y="325"/>
                  </a:lnTo>
                  <a:lnTo>
                    <a:pt x="1442" y="322"/>
                  </a:lnTo>
                  <a:lnTo>
                    <a:pt x="1486" y="322"/>
                  </a:lnTo>
                  <a:lnTo>
                    <a:pt x="1528" y="319"/>
                  </a:lnTo>
                  <a:lnTo>
                    <a:pt x="1570" y="319"/>
                  </a:lnTo>
                  <a:lnTo>
                    <a:pt x="1612" y="315"/>
                  </a:lnTo>
                  <a:lnTo>
                    <a:pt x="1655" y="312"/>
                  </a:lnTo>
                  <a:lnTo>
                    <a:pt x="1698" y="306"/>
                  </a:lnTo>
                  <a:lnTo>
                    <a:pt x="1740" y="299"/>
                  </a:lnTo>
                  <a:lnTo>
                    <a:pt x="1782" y="283"/>
                  </a:lnTo>
                  <a:lnTo>
                    <a:pt x="1825" y="263"/>
                  </a:lnTo>
                  <a:lnTo>
                    <a:pt x="1867" y="243"/>
                  </a:lnTo>
                  <a:lnTo>
                    <a:pt x="1909" y="223"/>
                  </a:lnTo>
                  <a:lnTo>
                    <a:pt x="1952" y="197"/>
                  </a:lnTo>
                  <a:lnTo>
                    <a:pt x="1994" y="171"/>
                  </a:lnTo>
                  <a:lnTo>
                    <a:pt x="2037" y="151"/>
                  </a:lnTo>
                  <a:lnTo>
                    <a:pt x="2079" y="135"/>
                  </a:lnTo>
                  <a:lnTo>
                    <a:pt x="2121" y="116"/>
                  </a:lnTo>
                  <a:lnTo>
                    <a:pt x="2163" y="99"/>
                  </a:lnTo>
                  <a:lnTo>
                    <a:pt x="2207" y="83"/>
                  </a:lnTo>
                  <a:lnTo>
                    <a:pt x="2249" y="63"/>
                  </a:lnTo>
                  <a:lnTo>
                    <a:pt x="2291" y="49"/>
                  </a:lnTo>
                  <a:lnTo>
                    <a:pt x="2333" y="30"/>
                  </a:lnTo>
                  <a:lnTo>
                    <a:pt x="2376" y="21"/>
                  </a:lnTo>
                  <a:lnTo>
                    <a:pt x="2419" y="14"/>
                  </a:lnTo>
                  <a:lnTo>
                    <a:pt x="2461" y="7"/>
                  </a:lnTo>
                  <a:lnTo>
                    <a:pt x="2503" y="4"/>
                  </a:lnTo>
                  <a:lnTo>
                    <a:pt x="2546" y="0"/>
                  </a:lnTo>
                </a:path>
              </a:pathLst>
            </a:custGeom>
            <a:noFill/>
            <a:ln w="28575" cap="rnd">
              <a:solidFill>
                <a:srgbClr val="89898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dirty="0"/>
            </a:p>
          </p:txBody>
        </p:sp>
        <p:sp>
          <p:nvSpPr>
            <p:cNvPr id="40" name="Freeform 42">
              <a:extLst>
                <a:ext uri="{FF2B5EF4-FFF2-40B4-BE49-F238E27FC236}">
                  <a16:creationId xmlns:a16="http://schemas.microsoft.com/office/drawing/2014/main" id="{7B72408F-EB4E-9EFD-FF8B-41B5E42173CA}"/>
                </a:ext>
              </a:extLst>
            </p:cNvPr>
            <p:cNvSpPr>
              <a:spLocks/>
            </p:cNvSpPr>
            <p:nvPr/>
          </p:nvSpPr>
          <p:spPr bwMode="auto">
            <a:xfrm>
              <a:off x="-5227639" y="3944814"/>
              <a:ext cx="4041775" cy="826414"/>
            </a:xfrm>
            <a:custGeom>
              <a:avLst/>
              <a:gdLst>
                <a:gd name="T0" fmla="*/ 0 w 2546"/>
                <a:gd name="T1" fmla="*/ 715 h 722"/>
                <a:gd name="T2" fmla="*/ 43 w 2546"/>
                <a:gd name="T3" fmla="*/ 715 h 722"/>
                <a:gd name="T4" fmla="*/ 85 w 2546"/>
                <a:gd name="T5" fmla="*/ 715 h 722"/>
                <a:gd name="T6" fmla="*/ 128 w 2546"/>
                <a:gd name="T7" fmla="*/ 715 h 722"/>
                <a:gd name="T8" fmla="*/ 170 w 2546"/>
                <a:gd name="T9" fmla="*/ 715 h 722"/>
                <a:gd name="T10" fmla="*/ 212 w 2546"/>
                <a:gd name="T11" fmla="*/ 715 h 722"/>
                <a:gd name="T12" fmla="*/ 254 w 2546"/>
                <a:gd name="T13" fmla="*/ 715 h 722"/>
                <a:gd name="T14" fmla="*/ 298 w 2546"/>
                <a:gd name="T15" fmla="*/ 715 h 722"/>
                <a:gd name="T16" fmla="*/ 340 w 2546"/>
                <a:gd name="T17" fmla="*/ 715 h 722"/>
                <a:gd name="T18" fmla="*/ 382 w 2546"/>
                <a:gd name="T19" fmla="*/ 715 h 722"/>
                <a:gd name="T20" fmla="*/ 424 w 2546"/>
                <a:gd name="T21" fmla="*/ 715 h 722"/>
                <a:gd name="T22" fmla="*/ 467 w 2546"/>
                <a:gd name="T23" fmla="*/ 715 h 722"/>
                <a:gd name="T24" fmla="*/ 510 w 2546"/>
                <a:gd name="T25" fmla="*/ 718 h 722"/>
                <a:gd name="T26" fmla="*/ 552 w 2546"/>
                <a:gd name="T27" fmla="*/ 718 h 722"/>
                <a:gd name="T28" fmla="*/ 594 w 2546"/>
                <a:gd name="T29" fmla="*/ 715 h 722"/>
                <a:gd name="T30" fmla="*/ 637 w 2546"/>
                <a:gd name="T31" fmla="*/ 718 h 722"/>
                <a:gd name="T32" fmla="*/ 679 w 2546"/>
                <a:gd name="T33" fmla="*/ 722 h 722"/>
                <a:gd name="T34" fmla="*/ 721 w 2546"/>
                <a:gd name="T35" fmla="*/ 718 h 722"/>
                <a:gd name="T36" fmla="*/ 764 w 2546"/>
                <a:gd name="T37" fmla="*/ 718 h 722"/>
                <a:gd name="T38" fmla="*/ 807 w 2546"/>
                <a:gd name="T39" fmla="*/ 718 h 722"/>
                <a:gd name="T40" fmla="*/ 849 w 2546"/>
                <a:gd name="T41" fmla="*/ 718 h 722"/>
                <a:gd name="T42" fmla="*/ 891 w 2546"/>
                <a:gd name="T43" fmla="*/ 722 h 722"/>
                <a:gd name="T44" fmla="*/ 933 w 2546"/>
                <a:gd name="T45" fmla="*/ 718 h 722"/>
                <a:gd name="T46" fmla="*/ 976 w 2546"/>
                <a:gd name="T47" fmla="*/ 718 h 722"/>
                <a:gd name="T48" fmla="*/ 1019 w 2546"/>
                <a:gd name="T49" fmla="*/ 718 h 722"/>
                <a:gd name="T50" fmla="*/ 1061 w 2546"/>
                <a:gd name="T51" fmla="*/ 718 h 722"/>
                <a:gd name="T52" fmla="*/ 1103 w 2546"/>
                <a:gd name="T53" fmla="*/ 718 h 722"/>
                <a:gd name="T54" fmla="*/ 1146 w 2546"/>
                <a:gd name="T55" fmla="*/ 715 h 722"/>
                <a:gd name="T56" fmla="*/ 1188 w 2546"/>
                <a:gd name="T57" fmla="*/ 699 h 722"/>
                <a:gd name="T58" fmla="*/ 1231 w 2546"/>
                <a:gd name="T59" fmla="*/ 676 h 722"/>
                <a:gd name="T60" fmla="*/ 1273 w 2546"/>
                <a:gd name="T61" fmla="*/ 649 h 722"/>
                <a:gd name="T62" fmla="*/ 1316 w 2546"/>
                <a:gd name="T63" fmla="*/ 627 h 722"/>
                <a:gd name="T64" fmla="*/ 1358 w 2546"/>
                <a:gd name="T65" fmla="*/ 604 h 722"/>
                <a:gd name="T66" fmla="*/ 1400 w 2546"/>
                <a:gd name="T67" fmla="*/ 587 h 722"/>
                <a:gd name="T68" fmla="*/ 1442 w 2546"/>
                <a:gd name="T69" fmla="*/ 571 h 722"/>
                <a:gd name="T70" fmla="*/ 1486 w 2546"/>
                <a:gd name="T71" fmla="*/ 558 h 722"/>
                <a:gd name="T72" fmla="*/ 1528 w 2546"/>
                <a:gd name="T73" fmla="*/ 541 h 722"/>
                <a:gd name="T74" fmla="*/ 1570 w 2546"/>
                <a:gd name="T75" fmla="*/ 509 h 722"/>
                <a:gd name="T76" fmla="*/ 1612 w 2546"/>
                <a:gd name="T77" fmla="*/ 482 h 722"/>
                <a:gd name="T78" fmla="*/ 1655 w 2546"/>
                <a:gd name="T79" fmla="*/ 449 h 722"/>
                <a:gd name="T80" fmla="*/ 1698 w 2546"/>
                <a:gd name="T81" fmla="*/ 410 h 722"/>
                <a:gd name="T82" fmla="*/ 1740 w 2546"/>
                <a:gd name="T83" fmla="*/ 338 h 722"/>
                <a:gd name="T84" fmla="*/ 1782 w 2546"/>
                <a:gd name="T85" fmla="*/ 259 h 722"/>
                <a:gd name="T86" fmla="*/ 1825 w 2546"/>
                <a:gd name="T87" fmla="*/ 184 h 722"/>
                <a:gd name="T88" fmla="*/ 1867 w 2546"/>
                <a:gd name="T89" fmla="*/ 141 h 722"/>
                <a:gd name="T90" fmla="*/ 1909 w 2546"/>
                <a:gd name="T91" fmla="*/ 105 h 722"/>
                <a:gd name="T92" fmla="*/ 1952 w 2546"/>
                <a:gd name="T93" fmla="*/ 72 h 722"/>
                <a:gd name="T94" fmla="*/ 1994 w 2546"/>
                <a:gd name="T95" fmla="*/ 53 h 722"/>
                <a:gd name="T96" fmla="*/ 2037 w 2546"/>
                <a:gd name="T97" fmla="*/ 43 h 722"/>
                <a:gd name="T98" fmla="*/ 2079 w 2546"/>
                <a:gd name="T99" fmla="*/ 30 h 722"/>
                <a:gd name="T100" fmla="*/ 2121 w 2546"/>
                <a:gd name="T101" fmla="*/ 23 h 722"/>
                <a:gd name="T102" fmla="*/ 2163 w 2546"/>
                <a:gd name="T103" fmla="*/ 13 h 722"/>
                <a:gd name="T104" fmla="*/ 2207 w 2546"/>
                <a:gd name="T105" fmla="*/ 6 h 722"/>
                <a:gd name="T106" fmla="*/ 2249 w 2546"/>
                <a:gd name="T107" fmla="*/ 4 h 722"/>
                <a:gd name="T108" fmla="*/ 2291 w 2546"/>
                <a:gd name="T109" fmla="*/ 0 h 722"/>
                <a:gd name="T110" fmla="*/ 2333 w 2546"/>
                <a:gd name="T111" fmla="*/ 0 h 722"/>
                <a:gd name="T112" fmla="*/ 2376 w 2546"/>
                <a:gd name="T113" fmla="*/ 0 h 722"/>
                <a:gd name="T114" fmla="*/ 2419 w 2546"/>
                <a:gd name="T115" fmla="*/ 6 h 722"/>
                <a:gd name="T116" fmla="*/ 2461 w 2546"/>
                <a:gd name="T117" fmla="*/ 16 h 722"/>
                <a:gd name="T118" fmla="*/ 2503 w 2546"/>
                <a:gd name="T119" fmla="*/ 20 h 722"/>
                <a:gd name="T120" fmla="*/ 2546 w 2546"/>
                <a:gd name="T121" fmla="*/ 27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46" h="722">
                  <a:moveTo>
                    <a:pt x="0" y="715"/>
                  </a:moveTo>
                  <a:lnTo>
                    <a:pt x="43" y="715"/>
                  </a:lnTo>
                  <a:lnTo>
                    <a:pt x="85" y="715"/>
                  </a:lnTo>
                  <a:lnTo>
                    <a:pt x="128" y="715"/>
                  </a:lnTo>
                  <a:lnTo>
                    <a:pt x="170" y="715"/>
                  </a:lnTo>
                  <a:lnTo>
                    <a:pt x="212" y="715"/>
                  </a:lnTo>
                  <a:lnTo>
                    <a:pt x="254" y="715"/>
                  </a:lnTo>
                  <a:lnTo>
                    <a:pt x="298" y="715"/>
                  </a:lnTo>
                  <a:lnTo>
                    <a:pt x="340" y="715"/>
                  </a:lnTo>
                  <a:lnTo>
                    <a:pt x="382" y="715"/>
                  </a:lnTo>
                  <a:lnTo>
                    <a:pt x="424" y="715"/>
                  </a:lnTo>
                  <a:lnTo>
                    <a:pt x="467" y="715"/>
                  </a:lnTo>
                  <a:lnTo>
                    <a:pt x="510" y="718"/>
                  </a:lnTo>
                  <a:lnTo>
                    <a:pt x="552" y="718"/>
                  </a:lnTo>
                  <a:lnTo>
                    <a:pt x="594" y="715"/>
                  </a:lnTo>
                  <a:lnTo>
                    <a:pt x="637" y="718"/>
                  </a:lnTo>
                  <a:lnTo>
                    <a:pt x="679" y="722"/>
                  </a:lnTo>
                  <a:lnTo>
                    <a:pt x="721" y="718"/>
                  </a:lnTo>
                  <a:lnTo>
                    <a:pt x="764" y="718"/>
                  </a:lnTo>
                  <a:lnTo>
                    <a:pt x="807" y="718"/>
                  </a:lnTo>
                  <a:lnTo>
                    <a:pt x="849" y="718"/>
                  </a:lnTo>
                  <a:lnTo>
                    <a:pt x="891" y="722"/>
                  </a:lnTo>
                  <a:lnTo>
                    <a:pt x="933" y="718"/>
                  </a:lnTo>
                  <a:lnTo>
                    <a:pt x="976" y="718"/>
                  </a:lnTo>
                  <a:lnTo>
                    <a:pt x="1019" y="718"/>
                  </a:lnTo>
                  <a:lnTo>
                    <a:pt x="1061" y="718"/>
                  </a:lnTo>
                  <a:lnTo>
                    <a:pt x="1103" y="718"/>
                  </a:lnTo>
                  <a:lnTo>
                    <a:pt x="1146" y="715"/>
                  </a:lnTo>
                  <a:lnTo>
                    <a:pt x="1188" y="699"/>
                  </a:lnTo>
                  <a:lnTo>
                    <a:pt x="1231" y="676"/>
                  </a:lnTo>
                  <a:lnTo>
                    <a:pt x="1273" y="649"/>
                  </a:lnTo>
                  <a:lnTo>
                    <a:pt x="1316" y="627"/>
                  </a:lnTo>
                  <a:lnTo>
                    <a:pt x="1358" y="604"/>
                  </a:lnTo>
                  <a:lnTo>
                    <a:pt x="1400" y="587"/>
                  </a:lnTo>
                  <a:lnTo>
                    <a:pt x="1442" y="571"/>
                  </a:lnTo>
                  <a:lnTo>
                    <a:pt x="1486" y="558"/>
                  </a:lnTo>
                  <a:lnTo>
                    <a:pt x="1528" y="541"/>
                  </a:lnTo>
                  <a:lnTo>
                    <a:pt x="1570" y="509"/>
                  </a:lnTo>
                  <a:lnTo>
                    <a:pt x="1612" y="482"/>
                  </a:lnTo>
                  <a:lnTo>
                    <a:pt x="1655" y="449"/>
                  </a:lnTo>
                  <a:lnTo>
                    <a:pt x="1698" y="410"/>
                  </a:lnTo>
                  <a:lnTo>
                    <a:pt x="1740" y="338"/>
                  </a:lnTo>
                  <a:lnTo>
                    <a:pt x="1782" y="259"/>
                  </a:lnTo>
                  <a:lnTo>
                    <a:pt x="1825" y="184"/>
                  </a:lnTo>
                  <a:lnTo>
                    <a:pt x="1867" y="141"/>
                  </a:lnTo>
                  <a:lnTo>
                    <a:pt x="1909" y="105"/>
                  </a:lnTo>
                  <a:lnTo>
                    <a:pt x="1952" y="72"/>
                  </a:lnTo>
                  <a:lnTo>
                    <a:pt x="1994" y="53"/>
                  </a:lnTo>
                  <a:lnTo>
                    <a:pt x="2037" y="43"/>
                  </a:lnTo>
                  <a:lnTo>
                    <a:pt x="2079" y="30"/>
                  </a:lnTo>
                  <a:lnTo>
                    <a:pt x="2121" y="23"/>
                  </a:lnTo>
                  <a:lnTo>
                    <a:pt x="2163" y="13"/>
                  </a:lnTo>
                  <a:lnTo>
                    <a:pt x="2207" y="6"/>
                  </a:lnTo>
                  <a:lnTo>
                    <a:pt x="2249" y="4"/>
                  </a:lnTo>
                  <a:lnTo>
                    <a:pt x="2291" y="0"/>
                  </a:lnTo>
                  <a:lnTo>
                    <a:pt x="2333" y="0"/>
                  </a:lnTo>
                  <a:lnTo>
                    <a:pt x="2376" y="0"/>
                  </a:lnTo>
                  <a:lnTo>
                    <a:pt x="2419" y="6"/>
                  </a:lnTo>
                  <a:lnTo>
                    <a:pt x="2461" y="16"/>
                  </a:lnTo>
                  <a:lnTo>
                    <a:pt x="2503" y="20"/>
                  </a:lnTo>
                  <a:lnTo>
                    <a:pt x="2546" y="27"/>
                  </a:lnTo>
                </a:path>
              </a:pathLst>
            </a:custGeom>
            <a:noFill/>
            <a:ln w="28575" cap="rnd">
              <a:solidFill>
                <a:srgbClr val="21212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dirty="0"/>
            </a:p>
          </p:txBody>
        </p:sp>
      </p:grpSp>
      <p:sp>
        <p:nvSpPr>
          <p:cNvPr id="24" name="テキスト ボックス 23">
            <a:extLst>
              <a:ext uri="{FF2B5EF4-FFF2-40B4-BE49-F238E27FC236}">
                <a16:creationId xmlns:a16="http://schemas.microsoft.com/office/drawing/2014/main" id="{0BE620D3-0F82-1DD8-3887-6BC6F51688B1}"/>
              </a:ext>
            </a:extLst>
          </p:cNvPr>
          <p:cNvSpPr txBox="1"/>
          <p:nvPr/>
        </p:nvSpPr>
        <p:spPr>
          <a:xfrm>
            <a:off x="5999895" y="1575341"/>
            <a:ext cx="1104956"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ja-JP"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CO</a:t>
            </a:r>
            <a:endParaRPr kumimoji="1" lang="ja-JP" altLang="en-US" sz="1800" b="1" i="0" u="none" strike="noStrike" kern="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25" name="テキスト ボックス 24">
            <a:extLst>
              <a:ext uri="{FF2B5EF4-FFF2-40B4-BE49-F238E27FC236}">
                <a16:creationId xmlns:a16="http://schemas.microsoft.com/office/drawing/2014/main" id="{3199B458-5C5B-7C5A-A7AC-AF0915F5CFB8}"/>
              </a:ext>
            </a:extLst>
          </p:cNvPr>
          <p:cNvSpPr txBox="1"/>
          <p:nvPr/>
        </p:nvSpPr>
        <p:spPr>
          <a:xfrm>
            <a:off x="6046679" y="1875853"/>
            <a:ext cx="1104956"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ja-JP" sz="1800" b="1" i="0" u="none" strike="noStrike" kern="0" cap="none" spc="0" normalizeH="0" baseline="0" noProof="0" dirty="0">
                <a:ln>
                  <a:noFill/>
                </a:ln>
                <a:solidFill>
                  <a:srgbClr val="B3B3B3"/>
                </a:solidFill>
                <a:effectLst/>
                <a:uLnTx/>
                <a:uFillTx/>
                <a:latin typeface="Arial" panose="020B0604020202020204" pitchFamily="34" charset="0"/>
                <a:ea typeface="ＭＳ Ｐゴシック" panose="020B0600070205080204" pitchFamily="50" charset="-128"/>
              </a:rPr>
              <a:t>NO</a:t>
            </a:r>
            <a:r>
              <a:rPr kumimoji="1" lang="en-US" altLang="ja-JP" sz="1800" b="1" i="0" u="none" strike="noStrike" kern="0" cap="none" spc="0" normalizeH="0" baseline="-25000" noProof="0" dirty="0">
                <a:ln>
                  <a:noFill/>
                </a:ln>
                <a:solidFill>
                  <a:srgbClr val="B3B3B3"/>
                </a:solidFill>
                <a:effectLst/>
                <a:uLnTx/>
                <a:uFillTx/>
                <a:latin typeface="Arial" panose="020B0604020202020204" pitchFamily="34" charset="0"/>
                <a:ea typeface="ＭＳ Ｐゴシック" panose="020B0600070205080204" pitchFamily="50" charset="-128"/>
              </a:rPr>
              <a:t>2</a:t>
            </a:r>
            <a:endParaRPr kumimoji="1" lang="ja-JP" altLang="en-US" sz="1800" b="1" i="0" u="none" strike="noStrike" kern="0" cap="none" spc="0" normalizeH="0" baseline="-25000" noProof="0" dirty="0">
              <a:ln>
                <a:noFill/>
              </a:ln>
              <a:solidFill>
                <a:srgbClr val="B3B3B3"/>
              </a:solidFill>
              <a:effectLst/>
              <a:uLnTx/>
              <a:uFillTx/>
              <a:latin typeface="Arial" panose="020B0604020202020204" pitchFamily="34" charset="0"/>
              <a:ea typeface="ＭＳ Ｐゴシック" panose="020B0600070205080204" pitchFamily="50" charset="-128"/>
            </a:endParaRPr>
          </a:p>
        </p:txBody>
      </p:sp>
      <p:sp>
        <p:nvSpPr>
          <p:cNvPr id="26" name="テキスト ボックス 25">
            <a:extLst>
              <a:ext uri="{FF2B5EF4-FFF2-40B4-BE49-F238E27FC236}">
                <a16:creationId xmlns:a16="http://schemas.microsoft.com/office/drawing/2014/main" id="{EF4A1556-6F97-DD17-1D60-408915BB623A}"/>
              </a:ext>
            </a:extLst>
          </p:cNvPr>
          <p:cNvSpPr txBox="1"/>
          <p:nvPr/>
        </p:nvSpPr>
        <p:spPr>
          <a:xfrm>
            <a:off x="6159793" y="2400304"/>
            <a:ext cx="1104956"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ja-JP" sz="1800" b="1" i="0" u="none" strike="noStrike" kern="0" cap="none" spc="0" normalizeH="0" baseline="0" noProof="0" dirty="0">
                <a:ln>
                  <a:noFill/>
                </a:ln>
                <a:solidFill>
                  <a:srgbClr val="898989"/>
                </a:solidFill>
                <a:effectLst/>
                <a:uLnTx/>
                <a:uFillTx/>
                <a:latin typeface="Arial" panose="020B0604020202020204" pitchFamily="34" charset="0"/>
                <a:ea typeface="ＭＳ Ｐゴシック" panose="020B0600070205080204" pitchFamily="50" charset="-128"/>
              </a:rPr>
              <a:t>C</a:t>
            </a:r>
            <a:r>
              <a:rPr kumimoji="1" lang="en-US" altLang="ja-JP" sz="1800" b="1" i="0" u="none" strike="noStrike" kern="0" cap="none" spc="0" normalizeH="0" baseline="-25000" noProof="0" dirty="0">
                <a:ln>
                  <a:noFill/>
                </a:ln>
                <a:solidFill>
                  <a:srgbClr val="898989"/>
                </a:solidFill>
                <a:effectLst/>
                <a:uLnTx/>
                <a:uFillTx/>
                <a:latin typeface="Arial" panose="020B0604020202020204" pitchFamily="34" charset="0"/>
                <a:ea typeface="ＭＳ Ｐゴシック" panose="020B0600070205080204" pitchFamily="50" charset="-128"/>
              </a:rPr>
              <a:t>2</a:t>
            </a:r>
            <a:r>
              <a:rPr kumimoji="1" lang="en-US" altLang="ja-JP" sz="1800" b="1" i="0" u="none" strike="noStrike" kern="0" cap="none" spc="0" normalizeH="0" baseline="0" noProof="0" dirty="0">
                <a:ln>
                  <a:noFill/>
                </a:ln>
                <a:solidFill>
                  <a:srgbClr val="898989"/>
                </a:solidFill>
                <a:effectLst/>
                <a:uLnTx/>
                <a:uFillTx/>
                <a:latin typeface="Arial" panose="020B0604020202020204" pitchFamily="34" charset="0"/>
                <a:ea typeface="ＭＳ Ｐゴシック" panose="020B0600070205080204" pitchFamily="50" charset="-128"/>
              </a:rPr>
              <a:t>H</a:t>
            </a:r>
            <a:r>
              <a:rPr kumimoji="1" lang="en-US" altLang="ja-JP" sz="1800" b="1" i="0" u="none" strike="noStrike" kern="0" cap="none" spc="0" normalizeH="0" baseline="-25000" noProof="0" dirty="0">
                <a:ln>
                  <a:noFill/>
                </a:ln>
                <a:solidFill>
                  <a:srgbClr val="898989"/>
                </a:solidFill>
                <a:effectLst/>
                <a:uLnTx/>
                <a:uFillTx/>
                <a:latin typeface="Arial" panose="020B0604020202020204" pitchFamily="34" charset="0"/>
                <a:ea typeface="ＭＳ Ｐゴシック" panose="020B0600070205080204" pitchFamily="50" charset="-128"/>
              </a:rPr>
              <a:t>5</a:t>
            </a:r>
            <a:r>
              <a:rPr kumimoji="1" lang="en-US" altLang="ja-JP" sz="1800" b="1" i="0" u="none" strike="noStrike" kern="0" cap="none" spc="0" normalizeH="0" baseline="0" noProof="0" dirty="0">
                <a:ln>
                  <a:noFill/>
                </a:ln>
                <a:solidFill>
                  <a:srgbClr val="898989"/>
                </a:solidFill>
                <a:effectLst/>
                <a:uLnTx/>
                <a:uFillTx/>
                <a:latin typeface="Arial" panose="020B0604020202020204" pitchFamily="34" charset="0"/>
                <a:ea typeface="ＭＳ Ｐゴシック" panose="020B0600070205080204" pitchFamily="50" charset="-128"/>
              </a:rPr>
              <a:t>CH</a:t>
            </a:r>
            <a:endParaRPr kumimoji="1" lang="ja-JP" altLang="en-US" sz="1800" b="1" i="0" u="none" strike="noStrike" kern="0" cap="none" spc="0" normalizeH="0" baseline="-25000" noProof="0" dirty="0">
              <a:ln>
                <a:noFill/>
              </a:ln>
              <a:solidFill>
                <a:srgbClr val="898989"/>
              </a:solidFill>
              <a:effectLst/>
              <a:uLnTx/>
              <a:uFillTx/>
              <a:latin typeface="Arial" panose="020B0604020202020204" pitchFamily="34" charset="0"/>
              <a:ea typeface="ＭＳ Ｐゴシック" panose="020B0600070205080204" pitchFamily="50" charset="-128"/>
            </a:endParaRPr>
          </a:p>
        </p:txBody>
      </p:sp>
      <p:sp>
        <p:nvSpPr>
          <p:cNvPr id="27" name="テキスト ボックス 26">
            <a:extLst>
              <a:ext uri="{FF2B5EF4-FFF2-40B4-BE49-F238E27FC236}">
                <a16:creationId xmlns:a16="http://schemas.microsoft.com/office/drawing/2014/main" id="{397D9064-6F0B-E2D2-00B8-258088CA4A95}"/>
              </a:ext>
            </a:extLst>
          </p:cNvPr>
          <p:cNvSpPr txBox="1"/>
          <p:nvPr/>
        </p:nvSpPr>
        <p:spPr>
          <a:xfrm>
            <a:off x="6066953" y="2790650"/>
            <a:ext cx="1104956"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ja-JP" sz="1800" b="1" i="0" u="none" strike="noStrike" kern="0" cap="none" spc="0" normalizeH="0" baseline="0" noProof="0" dirty="0">
                <a:ln>
                  <a:noFill/>
                </a:ln>
                <a:solidFill>
                  <a:srgbClr val="5F5F5F"/>
                </a:solidFill>
                <a:effectLst/>
                <a:uLnTx/>
                <a:uFillTx/>
                <a:latin typeface="Arial" panose="020B0604020202020204" pitchFamily="34" charset="0"/>
                <a:ea typeface="ＭＳ Ｐゴシック" panose="020B0600070205080204" pitchFamily="50" charset="-128"/>
              </a:rPr>
              <a:t>VOC</a:t>
            </a:r>
            <a:endParaRPr kumimoji="1" lang="ja-JP" altLang="en-US" sz="1800" b="1" i="0" u="none" strike="noStrike" kern="0" cap="none" spc="0" normalizeH="0" baseline="-25000" noProof="0" dirty="0">
              <a:ln>
                <a:noFill/>
              </a:ln>
              <a:solidFill>
                <a:srgbClr val="5F5F5F"/>
              </a:solidFill>
              <a:effectLst/>
              <a:uLnTx/>
              <a:uFillTx/>
              <a:latin typeface="Arial" panose="020B0604020202020204" pitchFamily="34" charset="0"/>
              <a:ea typeface="ＭＳ Ｐゴシック" panose="020B0600070205080204" pitchFamily="50" charset="-128"/>
            </a:endParaRPr>
          </a:p>
        </p:txBody>
      </p:sp>
      <p:cxnSp>
        <p:nvCxnSpPr>
          <p:cNvPr id="33" name="直線コネクタ 32">
            <a:extLst>
              <a:ext uri="{FF2B5EF4-FFF2-40B4-BE49-F238E27FC236}">
                <a16:creationId xmlns:a16="http://schemas.microsoft.com/office/drawing/2014/main" id="{13196C0B-B4A7-270D-0206-95DD9DDB2341}"/>
              </a:ext>
            </a:extLst>
          </p:cNvPr>
          <p:cNvCxnSpPr/>
          <p:nvPr/>
        </p:nvCxnSpPr>
        <p:spPr bwMode="auto">
          <a:xfrm flipV="1">
            <a:off x="4923517" y="2078852"/>
            <a:ext cx="0" cy="1049020"/>
          </a:xfrm>
          <a:prstGeom prst="line">
            <a:avLst/>
          </a:prstGeom>
          <a:noFill/>
          <a:ln w="28575" cap="flat" cmpd="sng" algn="ctr">
            <a:solidFill>
              <a:srgbClr val="000000"/>
            </a:solidFill>
            <a:prstDash val="sysDash"/>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5" name="テキスト ボックス 34">
            <a:extLst>
              <a:ext uri="{FF2B5EF4-FFF2-40B4-BE49-F238E27FC236}">
                <a16:creationId xmlns:a16="http://schemas.microsoft.com/office/drawing/2014/main" id="{57012313-731C-5A73-1E4F-A568C272E5EB}"/>
              </a:ext>
            </a:extLst>
          </p:cNvPr>
          <p:cNvSpPr txBox="1"/>
          <p:nvPr/>
        </p:nvSpPr>
        <p:spPr>
          <a:xfrm>
            <a:off x="4264471" y="1674549"/>
            <a:ext cx="1313467" cy="369332"/>
          </a:xfrm>
          <a:prstGeom prst="rect">
            <a:avLst/>
          </a:prstGeom>
          <a:noFill/>
          <a:ln>
            <a:solidFill>
              <a:schemeClr val="tx1"/>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立上り検出</a:t>
            </a:r>
          </a:p>
        </p:txBody>
      </p:sp>
      <p:cxnSp>
        <p:nvCxnSpPr>
          <p:cNvPr id="50" name="直線矢印コネクタ 49">
            <a:extLst>
              <a:ext uri="{FF2B5EF4-FFF2-40B4-BE49-F238E27FC236}">
                <a16:creationId xmlns:a16="http://schemas.microsoft.com/office/drawing/2014/main" id="{99F929B2-FACC-9DA3-92AD-39D0FCBC5F01}"/>
              </a:ext>
            </a:extLst>
          </p:cNvPr>
          <p:cNvCxnSpPr>
            <a:cxnSpLocks/>
          </p:cNvCxnSpPr>
          <p:nvPr/>
        </p:nvCxnSpPr>
        <p:spPr>
          <a:xfrm>
            <a:off x="4931606" y="3029494"/>
            <a:ext cx="1217597" cy="0"/>
          </a:xfrm>
          <a:prstGeom prst="straightConnector1">
            <a:avLst/>
          </a:prstGeom>
          <a:ln w="28575">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C9EE6B20-7F9D-1ADB-4AF2-D0A20BC49573}"/>
              </a:ext>
            </a:extLst>
          </p:cNvPr>
          <p:cNvCxnSpPr>
            <a:cxnSpLocks/>
          </p:cNvCxnSpPr>
          <p:nvPr/>
        </p:nvCxnSpPr>
        <p:spPr>
          <a:xfrm>
            <a:off x="5948260" y="3713915"/>
            <a:ext cx="241173" cy="0"/>
          </a:xfrm>
          <a:prstGeom prst="straightConnector1">
            <a:avLst/>
          </a:prstGeom>
          <a:ln w="2857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直線矢印コネクタ 75">
            <a:extLst>
              <a:ext uri="{FF2B5EF4-FFF2-40B4-BE49-F238E27FC236}">
                <a16:creationId xmlns:a16="http://schemas.microsoft.com/office/drawing/2014/main" id="{40F216D4-9BF9-A51C-8417-CEFF942D6E51}"/>
              </a:ext>
            </a:extLst>
          </p:cNvPr>
          <p:cNvCxnSpPr/>
          <p:nvPr/>
        </p:nvCxnSpPr>
        <p:spPr bwMode="auto">
          <a:xfrm flipV="1">
            <a:off x="1537288" y="1570477"/>
            <a:ext cx="0" cy="1584826"/>
          </a:xfrm>
          <a:prstGeom prst="straightConnector1">
            <a:avLst/>
          </a:prstGeom>
          <a:noFill/>
          <a:ln w="28575" cap="flat" cmpd="sng" algn="ctr">
            <a:solidFill>
              <a:srgbClr val="000000"/>
            </a:solidFill>
            <a:prstDash val="solid"/>
            <a:round/>
            <a:headEnd type="none" w="med" len="med"/>
            <a:tailEnd type="triangle"/>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7" name="直線矢印コネクタ 76">
            <a:extLst>
              <a:ext uri="{FF2B5EF4-FFF2-40B4-BE49-F238E27FC236}">
                <a16:creationId xmlns:a16="http://schemas.microsoft.com/office/drawing/2014/main" id="{065B762C-A7A0-16B0-F381-F4904A33E03E}"/>
              </a:ext>
            </a:extLst>
          </p:cNvPr>
          <p:cNvCxnSpPr/>
          <p:nvPr/>
        </p:nvCxnSpPr>
        <p:spPr bwMode="auto">
          <a:xfrm rot="5400000" flipV="1">
            <a:off x="4409718" y="269716"/>
            <a:ext cx="0" cy="5752455"/>
          </a:xfrm>
          <a:prstGeom prst="straightConnector1">
            <a:avLst/>
          </a:prstGeom>
          <a:noFill/>
          <a:ln w="28575" cap="flat" cmpd="sng" algn="ctr">
            <a:solidFill>
              <a:srgbClr val="000000"/>
            </a:solidFill>
            <a:prstDash val="solid"/>
            <a:round/>
            <a:headEnd type="none" w="med" len="med"/>
            <a:tailEnd type="triangle"/>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 name="テキスト ボックス 2">
            <a:extLst>
              <a:ext uri="{FF2B5EF4-FFF2-40B4-BE49-F238E27FC236}">
                <a16:creationId xmlns:a16="http://schemas.microsoft.com/office/drawing/2014/main" id="{CE128A71-6542-9B7D-EDA5-A03FB5FC534E}"/>
              </a:ext>
            </a:extLst>
          </p:cNvPr>
          <p:cNvSpPr txBox="1"/>
          <p:nvPr/>
        </p:nvSpPr>
        <p:spPr>
          <a:xfrm>
            <a:off x="3854086" y="1696867"/>
            <a:ext cx="488825"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noProof="0" dirty="0">
                <a:ln>
                  <a:noFill/>
                </a:ln>
                <a:solidFill>
                  <a:srgbClr val="000000"/>
                </a:solidFill>
                <a:effectLst/>
                <a:uLnTx/>
                <a:uFillTx/>
                <a:latin typeface="Arial" panose="020B0604020202020204" pitchFamily="34" charset="0"/>
                <a:ea typeface="ＭＳ Ｐゴシック" panose="020B0600070205080204" pitchFamily="50" charset="-128"/>
              </a:rPr>
              <a:t>①</a:t>
            </a:r>
          </a:p>
        </p:txBody>
      </p:sp>
      <p:sp>
        <p:nvSpPr>
          <p:cNvPr id="4" name="テキスト ボックス 3">
            <a:extLst>
              <a:ext uri="{FF2B5EF4-FFF2-40B4-BE49-F238E27FC236}">
                <a16:creationId xmlns:a16="http://schemas.microsoft.com/office/drawing/2014/main" id="{1BE3C151-46CF-9127-CF1D-4B08C0D5956C}"/>
              </a:ext>
            </a:extLst>
          </p:cNvPr>
          <p:cNvSpPr txBox="1"/>
          <p:nvPr/>
        </p:nvSpPr>
        <p:spPr>
          <a:xfrm>
            <a:off x="6401262" y="3136698"/>
            <a:ext cx="488825"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noProof="0" dirty="0">
                <a:ln>
                  <a:noFill/>
                </a:ln>
                <a:solidFill>
                  <a:srgbClr val="000000"/>
                </a:solidFill>
                <a:effectLst/>
                <a:uLnTx/>
                <a:uFillTx/>
                <a:latin typeface="Arial" panose="020B0604020202020204" pitchFamily="34" charset="0"/>
                <a:ea typeface="ＭＳ Ｐゴシック" panose="020B0600070205080204" pitchFamily="50" charset="-128"/>
              </a:rPr>
              <a:t>③</a:t>
            </a:r>
          </a:p>
        </p:txBody>
      </p:sp>
      <p:sp>
        <p:nvSpPr>
          <p:cNvPr id="12" name="テキスト ボックス 11">
            <a:extLst>
              <a:ext uri="{FF2B5EF4-FFF2-40B4-BE49-F238E27FC236}">
                <a16:creationId xmlns:a16="http://schemas.microsoft.com/office/drawing/2014/main" id="{D61FDCC7-EF11-243C-24F0-5A37A7172DA8}"/>
              </a:ext>
            </a:extLst>
          </p:cNvPr>
          <p:cNvSpPr txBox="1"/>
          <p:nvPr/>
        </p:nvSpPr>
        <p:spPr>
          <a:xfrm>
            <a:off x="5285602" y="3136698"/>
            <a:ext cx="488825"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b="1" kern="0" dirty="0">
                <a:solidFill>
                  <a:srgbClr val="000000"/>
                </a:solidFill>
                <a:latin typeface="Arial" panose="020B0604020202020204" pitchFamily="34" charset="0"/>
                <a:ea typeface="ＭＳ Ｐゴシック" panose="020B0600070205080204" pitchFamily="50" charset="-128"/>
              </a:rPr>
              <a:t>②</a:t>
            </a:r>
            <a:endParaRPr kumimoji="1" lang="ja-JP" altLang="en-US" sz="1800" b="1" i="0" u="none" strike="noStrike" kern="0" cap="none" spc="0" normalizeH="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41" name="テキスト ボックス 40">
            <a:extLst>
              <a:ext uri="{FF2B5EF4-FFF2-40B4-BE49-F238E27FC236}">
                <a16:creationId xmlns:a16="http://schemas.microsoft.com/office/drawing/2014/main" id="{41B5FB37-602E-A468-6C0E-17D9F59134A6}"/>
              </a:ext>
            </a:extLst>
          </p:cNvPr>
          <p:cNvSpPr txBox="1"/>
          <p:nvPr/>
        </p:nvSpPr>
        <p:spPr>
          <a:xfrm>
            <a:off x="3290178" y="4670598"/>
            <a:ext cx="488825"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b="1" kern="0" dirty="0">
                <a:solidFill>
                  <a:srgbClr val="000000"/>
                </a:solidFill>
                <a:latin typeface="Arial" panose="020B0604020202020204" pitchFamily="34" charset="0"/>
                <a:ea typeface="ＭＳ Ｐゴシック" panose="020B0600070205080204" pitchFamily="50" charset="-128"/>
              </a:rPr>
              <a:t>④</a:t>
            </a:r>
            <a:endParaRPr kumimoji="1" lang="ja-JP" altLang="en-US" sz="1800" b="1" i="0" u="none" strike="noStrike" kern="0" cap="none" spc="0" normalizeH="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42" name="テキスト ボックス 41">
            <a:extLst>
              <a:ext uri="{FF2B5EF4-FFF2-40B4-BE49-F238E27FC236}">
                <a16:creationId xmlns:a16="http://schemas.microsoft.com/office/drawing/2014/main" id="{46BE297F-5FF1-2485-B61B-ED2384270EB7}"/>
              </a:ext>
            </a:extLst>
          </p:cNvPr>
          <p:cNvSpPr txBox="1"/>
          <p:nvPr/>
        </p:nvSpPr>
        <p:spPr>
          <a:xfrm>
            <a:off x="3290178" y="6158061"/>
            <a:ext cx="488825"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noProof="0" dirty="0">
                <a:ln>
                  <a:noFill/>
                </a:ln>
                <a:solidFill>
                  <a:srgbClr val="000000"/>
                </a:solidFill>
                <a:effectLst/>
                <a:uLnTx/>
                <a:uFillTx/>
                <a:latin typeface="Arial" panose="020B0604020202020204" pitchFamily="34" charset="0"/>
                <a:ea typeface="ＭＳ Ｐゴシック" panose="020B0600070205080204" pitchFamily="50" charset="-128"/>
              </a:rPr>
              <a:t>⑤</a:t>
            </a:r>
          </a:p>
        </p:txBody>
      </p:sp>
    </p:spTree>
    <p:extLst>
      <p:ext uri="{BB962C8B-B14F-4D97-AF65-F5344CB8AC3E}">
        <p14:creationId xmlns:p14="http://schemas.microsoft.com/office/powerpoint/2010/main" val="3413744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69D51-F86D-4E61-F3E3-5C910250A49A}"/>
            </a:ext>
          </a:extLst>
        </p:cNvPr>
        <p:cNvGrpSpPr/>
        <p:nvPr/>
      </p:nvGrpSpPr>
      <p:grpSpPr>
        <a:xfrm>
          <a:off x="0" y="0"/>
          <a:ext cx="0" cy="0"/>
          <a:chOff x="0" y="0"/>
          <a:chExt cx="0" cy="0"/>
        </a:xfrm>
      </p:grpSpPr>
      <p:grpSp>
        <p:nvGrpSpPr>
          <p:cNvPr id="21" name="グループ化 20">
            <a:extLst>
              <a:ext uri="{FF2B5EF4-FFF2-40B4-BE49-F238E27FC236}">
                <a16:creationId xmlns:a16="http://schemas.microsoft.com/office/drawing/2014/main" id="{C76EDD48-E069-85DB-8207-354DF8F0F963}"/>
              </a:ext>
            </a:extLst>
          </p:cNvPr>
          <p:cNvGrpSpPr/>
          <p:nvPr/>
        </p:nvGrpSpPr>
        <p:grpSpPr>
          <a:xfrm>
            <a:off x="1329428" y="1459028"/>
            <a:ext cx="9533144" cy="5004151"/>
            <a:chOff x="10588583" y="1459028"/>
            <a:chExt cx="9533144" cy="5004151"/>
          </a:xfrm>
        </p:grpSpPr>
        <p:pic>
          <p:nvPicPr>
            <p:cNvPr id="12" name="図 11">
              <a:extLst>
                <a:ext uri="{FF2B5EF4-FFF2-40B4-BE49-F238E27FC236}">
                  <a16:creationId xmlns:a16="http://schemas.microsoft.com/office/drawing/2014/main" id="{84E294FB-F21B-D0AB-5BED-3D3B58AB1AE3}"/>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0000" contrast="10000"/>
                      </a14:imgEffect>
                    </a14:imgLayer>
                  </a14:imgProps>
                </a:ext>
                <a:ext uri="{28A0092B-C50C-407E-A947-70E740481C1C}">
                  <a14:useLocalDpi xmlns:a14="http://schemas.microsoft.com/office/drawing/2010/main" val="0"/>
                </a:ext>
              </a:extLst>
            </a:blip>
            <a:srcRect t="18553" b="11456"/>
            <a:stretch>
              <a:fillRect/>
            </a:stretch>
          </p:blipFill>
          <p:spPr>
            <a:xfrm>
              <a:off x="10588583" y="1459028"/>
              <a:ext cx="9533144" cy="5004151"/>
            </a:xfrm>
            <a:prstGeom prst="rect">
              <a:avLst/>
            </a:prstGeom>
          </p:spPr>
        </p:pic>
        <p:sp>
          <p:nvSpPr>
            <p:cNvPr id="13" name="テキスト ボックス 12">
              <a:extLst>
                <a:ext uri="{FF2B5EF4-FFF2-40B4-BE49-F238E27FC236}">
                  <a16:creationId xmlns:a16="http://schemas.microsoft.com/office/drawing/2014/main" id="{08C62577-8AC9-8282-0CC3-1C8F8396B523}"/>
                </a:ext>
              </a:extLst>
            </p:cNvPr>
            <p:cNvSpPr txBox="1"/>
            <p:nvPr/>
          </p:nvSpPr>
          <p:spPr>
            <a:xfrm>
              <a:off x="16307863" y="3314772"/>
              <a:ext cx="3287118" cy="646331"/>
            </a:xfrm>
            <a:prstGeom prst="rect">
              <a:avLst/>
            </a:prstGeom>
            <a:solidFill>
              <a:schemeClr val="bg1"/>
            </a:solidFill>
          </p:spPr>
          <p:txBody>
            <a:bodyPr wrap="square" rtlCol="0">
              <a:spAutoFit/>
            </a:bodyPr>
            <a:lstStyle/>
            <a:p>
              <a:pPr algn="ctr"/>
              <a:r>
                <a:rPr kumimoji="1" lang="en-US" altLang="ja-JP" b="1" dirty="0">
                  <a:latin typeface="Arial" panose="020B0604020202020204" pitchFamily="34" charset="0"/>
                  <a:ea typeface="ＭＳ Ｐゴシック" panose="020B0600070205080204" pitchFamily="50" charset="-128"/>
                  <a:cs typeface="Arial" panose="020B0604020202020204" pitchFamily="34" charset="0"/>
                </a:rPr>
                <a:t>Grove-</a:t>
              </a:r>
              <a:br>
                <a:rPr kumimoji="1" lang="en-US" altLang="ja-JP" b="1" dirty="0">
                  <a:latin typeface="Arial" panose="020B0604020202020204" pitchFamily="34" charset="0"/>
                  <a:ea typeface="ＭＳ Ｐゴシック" panose="020B0600070205080204" pitchFamily="50" charset="-128"/>
                  <a:cs typeface="Arial" panose="020B0604020202020204" pitchFamily="34" charset="0"/>
                </a:rPr>
              </a:br>
              <a:r>
                <a:rPr kumimoji="1" lang="ja-JP" altLang="en-US" b="1" dirty="0">
                  <a:latin typeface="Arial" panose="020B0604020202020204" pitchFamily="34" charset="0"/>
                  <a:ea typeface="ＭＳ Ｐゴシック" panose="020B0600070205080204" pitchFamily="50" charset="-128"/>
                  <a:cs typeface="Arial" panose="020B0604020202020204" pitchFamily="34" charset="0"/>
                </a:rPr>
                <a:t>マルチチャンネルガスセンサ </a:t>
              </a:r>
              <a:r>
                <a:rPr kumimoji="1" lang="en-US" altLang="ja-JP" b="1" dirty="0">
                  <a:latin typeface="Arial" panose="020B0604020202020204" pitchFamily="34" charset="0"/>
                  <a:ea typeface="ＭＳ Ｐゴシック" panose="020B0600070205080204" pitchFamily="50" charset="-128"/>
                  <a:cs typeface="Arial" panose="020B0604020202020204" pitchFamily="34" charset="0"/>
                </a:rPr>
                <a:t>V2</a:t>
              </a:r>
              <a:endParaRPr kumimoji="1" lang="ja-JP" altLang="en-US" b="1" dirty="0">
                <a:latin typeface="Arial" panose="020B0604020202020204" pitchFamily="34" charset="0"/>
                <a:ea typeface="ＭＳ Ｐゴシック" panose="020B0600070205080204" pitchFamily="50" charset="-128"/>
                <a:cs typeface="Arial" panose="020B0604020202020204" pitchFamily="34" charset="0"/>
              </a:endParaRPr>
            </a:p>
          </p:txBody>
        </p:sp>
        <p:sp>
          <p:nvSpPr>
            <p:cNvPr id="14" name="テキスト ボックス 13">
              <a:extLst>
                <a:ext uri="{FF2B5EF4-FFF2-40B4-BE49-F238E27FC236}">
                  <a16:creationId xmlns:a16="http://schemas.microsoft.com/office/drawing/2014/main" id="{6FBC21ED-8279-4E7F-4243-055A70BD8B90}"/>
                </a:ext>
              </a:extLst>
            </p:cNvPr>
            <p:cNvSpPr txBox="1"/>
            <p:nvPr/>
          </p:nvSpPr>
          <p:spPr>
            <a:xfrm>
              <a:off x="15439467" y="5643424"/>
              <a:ext cx="2327432" cy="646331"/>
            </a:xfrm>
            <a:prstGeom prst="rect">
              <a:avLst/>
            </a:prstGeom>
            <a:solidFill>
              <a:schemeClr val="bg1"/>
            </a:solidFill>
          </p:spPr>
          <p:txBody>
            <a:bodyPr wrap="square" rtlCol="0">
              <a:spAutoFit/>
            </a:bodyPr>
            <a:lstStyle/>
            <a:p>
              <a:pPr algn="ctr"/>
              <a:r>
                <a:rPr kumimoji="1" lang="en-US" altLang="ja-JP" b="1" dirty="0">
                  <a:latin typeface="Arial" panose="020B0604020202020204" pitchFamily="34" charset="0"/>
                  <a:ea typeface="ＭＳ Ｐゴシック" panose="020B0600070205080204" pitchFamily="50" charset="-128"/>
                  <a:cs typeface="Arial" panose="020B0604020202020204" pitchFamily="34" charset="0"/>
                </a:rPr>
                <a:t>ESP-01S</a:t>
              </a:r>
              <a:br>
                <a:rPr kumimoji="1" lang="en-US" altLang="ja-JP" b="1" dirty="0">
                  <a:latin typeface="Arial" panose="020B0604020202020204" pitchFamily="34" charset="0"/>
                  <a:ea typeface="ＭＳ Ｐゴシック" panose="020B0600070205080204" pitchFamily="50" charset="-128"/>
                  <a:cs typeface="Arial" panose="020B0604020202020204" pitchFamily="34" charset="0"/>
                </a:rPr>
              </a:br>
              <a:r>
                <a:rPr kumimoji="1" lang="en-US" altLang="ja-JP" b="1" dirty="0">
                  <a:latin typeface="Arial" panose="020B0604020202020204" pitchFamily="34" charset="0"/>
                  <a:ea typeface="ＭＳ Ｐゴシック" panose="020B0600070205080204" pitchFamily="50" charset="-128"/>
                  <a:cs typeface="Arial" panose="020B0604020202020204" pitchFamily="34" charset="0"/>
                </a:rPr>
                <a:t>Wi-Fi</a:t>
              </a:r>
              <a:r>
                <a:rPr kumimoji="1" lang="ja-JP" altLang="en-US" b="1" dirty="0">
                  <a:latin typeface="Arial" panose="020B0604020202020204" pitchFamily="34" charset="0"/>
                  <a:ea typeface="ＭＳ Ｐゴシック" panose="020B0600070205080204" pitchFamily="50" charset="-128"/>
                  <a:cs typeface="Arial" panose="020B0604020202020204" pitchFamily="34" charset="0"/>
                </a:rPr>
                <a:t>通信モジュール</a:t>
              </a:r>
            </a:p>
          </p:txBody>
        </p:sp>
        <p:sp>
          <p:nvSpPr>
            <p:cNvPr id="15" name="テキスト ボックス 14">
              <a:extLst>
                <a:ext uri="{FF2B5EF4-FFF2-40B4-BE49-F238E27FC236}">
                  <a16:creationId xmlns:a16="http://schemas.microsoft.com/office/drawing/2014/main" id="{4EE8D450-BBD0-18B0-600F-72F16B5944EC}"/>
                </a:ext>
              </a:extLst>
            </p:cNvPr>
            <p:cNvSpPr txBox="1"/>
            <p:nvPr/>
          </p:nvSpPr>
          <p:spPr>
            <a:xfrm>
              <a:off x="13941958" y="1497127"/>
              <a:ext cx="2468589" cy="369332"/>
            </a:xfrm>
            <a:prstGeom prst="rect">
              <a:avLst/>
            </a:prstGeom>
            <a:solidFill>
              <a:schemeClr val="bg1"/>
            </a:solidFill>
          </p:spPr>
          <p:txBody>
            <a:bodyPr wrap="square" rtlCol="0">
              <a:spAutoFit/>
            </a:bodyPr>
            <a:lstStyle/>
            <a:p>
              <a:pPr algn="ctr"/>
              <a:r>
                <a:rPr kumimoji="1" lang="en-US" altLang="ja-JP" b="1" dirty="0">
                  <a:latin typeface="Arial" panose="020B0604020202020204" pitchFamily="34" charset="0"/>
                  <a:ea typeface="ＭＳ Ｐゴシック" panose="020B0600070205080204" pitchFamily="50" charset="-128"/>
                  <a:cs typeface="Arial" panose="020B0604020202020204" pitchFamily="34" charset="0"/>
                </a:rPr>
                <a:t>Renesas</a:t>
              </a:r>
              <a:r>
                <a:rPr kumimoji="1" lang="ja-JP" altLang="en-US" b="1" dirty="0">
                  <a:latin typeface="Arial" panose="020B0604020202020204" pitchFamily="34" charset="0"/>
                  <a:ea typeface="ＭＳ Ｐゴシック" panose="020B0600070205080204" pitchFamily="50" charset="-128"/>
                  <a:cs typeface="Arial" panose="020B0604020202020204" pitchFamily="34" charset="0"/>
                </a:rPr>
                <a:t> </a:t>
              </a:r>
              <a:r>
                <a:rPr kumimoji="1" lang="en-US" altLang="ja-JP" b="1" dirty="0">
                  <a:latin typeface="Arial" panose="020B0604020202020204" pitchFamily="34" charset="0"/>
                  <a:ea typeface="ＭＳ Ｐゴシック" panose="020B0600070205080204" pitchFamily="50" charset="-128"/>
                  <a:cs typeface="Arial" panose="020B0604020202020204" pitchFamily="34" charset="0"/>
                </a:rPr>
                <a:t>EK-RA8P1</a:t>
              </a:r>
              <a:endParaRPr kumimoji="1" lang="ja-JP" altLang="en-US" b="1" dirty="0">
                <a:latin typeface="Arial" panose="020B0604020202020204" pitchFamily="34" charset="0"/>
                <a:ea typeface="ＭＳ Ｐゴシック" panose="020B0600070205080204" pitchFamily="50" charset="-128"/>
                <a:cs typeface="Arial" panose="020B0604020202020204" pitchFamily="34" charset="0"/>
              </a:endParaRPr>
            </a:p>
          </p:txBody>
        </p:sp>
        <p:sp>
          <p:nvSpPr>
            <p:cNvPr id="16" name="テキスト ボックス 15">
              <a:extLst>
                <a:ext uri="{FF2B5EF4-FFF2-40B4-BE49-F238E27FC236}">
                  <a16:creationId xmlns:a16="http://schemas.microsoft.com/office/drawing/2014/main" id="{DEB8894A-B194-62A9-31E0-0F3BD088D8F8}"/>
                </a:ext>
              </a:extLst>
            </p:cNvPr>
            <p:cNvSpPr txBox="1"/>
            <p:nvPr/>
          </p:nvSpPr>
          <p:spPr>
            <a:xfrm>
              <a:off x="11754599" y="1715154"/>
              <a:ext cx="1429504" cy="646331"/>
            </a:xfrm>
            <a:prstGeom prst="rect">
              <a:avLst/>
            </a:prstGeom>
            <a:solidFill>
              <a:schemeClr val="bg1"/>
            </a:solidFill>
          </p:spPr>
          <p:txBody>
            <a:bodyPr wrap="square" rtlCol="0">
              <a:spAutoFit/>
            </a:bodyPr>
            <a:lstStyle/>
            <a:p>
              <a:pPr algn="ctr"/>
              <a:r>
                <a:rPr kumimoji="1" lang="en-US" altLang="ja-JP" b="1" dirty="0">
                  <a:latin typeface="Arial" panose="020B0604020202020204" pitchFamily="34" charset="0"/>
                  <a:ea typeface="ＭＳ Ｐゴシック" panose="020B0600070205080204" pitchFamily="50" charset="-128"/>
                  <a:cs typeface="Arial" panose="020B0604020202020204" pitchFamily="34" charset="0"/>
                </a:rPr>
                <a:t>TFT-LCD </a:t>
              </a:r>
              <a:br>
                <a:rPr kumimoji="1" lang="en-US" altLang="ja-JP" b="1" dirty="0">
                  <a:latin typeface="Arial" panose="020B0604020202020204" pitchFamily="34" charset="0"/>
                  <a:ea typeface="ＭＳ Ｐゴシック" panose="020B0600070205080204" pitchFamily="50" charset="-128"/>
                  <a:cs typeface="Arial" panose="020B0604020202020204" pitchFamily="34" charset="0"/>
                </a:rPr>
              </a:br>
              <a:r>
                <a:rPr kumimoji="1" lang="ja-JP" altLang="en-US" b="1" dirty="0">
                  <a:latin typeface="Arial" panose="020B0604020202020204" pitchFamily="34" charset="0"/>
                  <a:ea typeface="ＭＳ Ｐゴシック" panose="020B0600070205080204" pitchFamily="50" charset="-128"/>
                  <a:cs typeface="Arial" panose="020B0604020202020204" pitchFamily="34" charset="0"/>
                </a:rPr>
                <a:t>ディスプレイ</a:t>
              </a:r>
            </a:p>
          </p:txBody>
        </p:sp>
        <p:sp>
          <p:nvSpPr>
            <p:cNvPr id="17" name="テキスト ボックス 16">
              <a:extLst>
                <a:ext uri="{FF2B5EF4-FFF2-40B4-BE49-F238E27FC236}">
                  <a16:creationId xmlns:a16="http://schemas.microsoft.com/office/drawing/2014/main" id="{4AA1939E-219A-967A-1AC6-58C4DB090BDF}"/>
                </a:ext>
              </a:extLst>
            </p:cNvPr>
            <p:cNvSpPr txBox="1"/>
            <p:nvPr/>
          </p:nvSpPr>
          <p:spPr>
            <a:xfrm>
              <a:off x="13262508" y="5555129"/>
              <a:ext cx="666750" cy="369332"/>
            </a:xfrm>
            <a:prstGeom prst="rect">
              <a:avLst/>
            </a:prstGeom>
            <a:solidFill>
              <a:schemeClr val="bg1"/>
            </a:solidFill>
          </p:spPr>
          <p:txBody>
            <a:bodyPr wrap="square" rtlCol="0">
              <a:spAutoFit/>
            </a:bodyPr>
            <a:lstStyle/>
            <a:p>
              <a:pPr algn="ctr"/>
              <a:r>
                <a:rPr kumimoji="1" lang="ja-JP" altLang="en-US" b="1" dirty="0">
                  <a:latin typeface="Arial" panose="020B0604020202020204" pitchFamily="34" charset="0"/>
                  <a:ea typeface="ＭＳ Ｐゴシック" panose="020B0600070205080204" pitchFamily="50" charset="-128"/>
                  <a:cs typeface="Arial" panose="020B0604020202020204" pitchFamily="34" charset="0"/>
                </a:rPr>
                <a:t>電源</a:t>
              </a:r>
            </a:p>
          </p:txBody>
        </p:sp>
        <p:sp>
          <p:nvSpPr>
            <p:cNvPr id="19" name="テキスト ボックス 18">
              <a:extLst>
                <a:ext uri="{FF2B5EF4-FFF2-40B4-BE49-F238E27FC236}">
                  <a16:creationId xmlns:a16="http://schemas.microsoft.com/office/drawing/2014/main" id="{D16887F9-D3AF-2F56-87B0-B6BFDE861D61}"/>
                </a:ext>
              </a:extLst>
            </p:cNvPr>
            <p:cNvSpPr txBox="1"/>
            <p:nvPr/>
          </p:nvSpPr>
          <p:spPr>
            <a:xfrm>
              <a:off x="12469351" y="2439916"/>
              <a:ext cx="1430006" cy="369332"/>
            </a:xfrm>
            <a:prstGeom prst="rect">
              <a:avLst/>
            </a:prstGeom>
            <a:noFill/>
          </p:spPr>
          <p:txBody>
            <a:bodyPr wrap="square" rtlCol="0">
              <a:spAutoFit/>
            </a:bodyPr>
            <a:lstStyle/>
            <a:p>
              <a:pPr algn="ctr"/>
              <a:r>
                <a:rPr kumimoji="1" lang="ja-JP" altLang="en-US" b="1" dirty="0">
                  <a:latin typeface="Arial" panose="020B0604020202020204" pitchFamily="34" charset="0"/>
                  <a:ea typeface="ＭＳ Ｐゴシック" panose="020B0600070205080204" pitchFamily="50" charset="-128"/>
                  <a:cs typeface="Arial" panose="020B0604020202020204" pitchFamily="34" charset="0"/>
                </a:rPr>
                <a:t>状態表示</a:t>
              </a:r>
            </a:p>
          </p:txBody>
        </p:sp>
        <p:sp>
          <p:nvSpPr>
            <p:cNvPr id="20" name="テキスト ボックス 19">
              <a:extLst>
                <a:ext uri="{FF2B5EF4-FFF2-40B4-BE49-F238E27FC236}">
                  <a16:creationId xmlns:a16="http://schemas.microsoft.com/office/drawing/2014/main" id="{03B1A121-BB85-F347-9896-C67A838561C8}"/>
                </a:ext>
              </a:extLst>
            </p:cNvPr>
            <p:cNvSpPr txBox="1"/>
            <p:nvPr/>
          </p:nvSpPr>
          <p:spPr>
            <a:xfrm>
              <a:off x="11754599" y="3540941"/>
              <a:ext cx="4209162" cy="369332"/>
            </a:xfrm>
            <a:prstGeom prst="rect">
              <a:avLst/>
            </a:prstGeom>
            <a:noFill/>
          </p:spPr>
          <p:txBody>
            <a:bodyPr wrap="square" rtlCol="0">
              <a:spAutoFit/>
            </a:bodyPr>
            <a:lstStyle/>
            <a:p>
              <a:pPr algn="ctr"/>
              <a:r>
                <a:rPr kumimoji="1" lang="ja-JP" altLang="en-US" b="1" dirty="0">
                  <a:latin typeface="Arial" panose="020B0604020202020204" pitchFamily="34" charset="0"/>
                  <a:ea typeface="ＭＳ Ｐゴシック" panose="020B0600070205080204" pitchFamily="50" charset="-128"/>
                  <a:cs typeface="Arial" panose="020B0604020202020204" pitchFamily="34" charset="0"/>
                </a:rPr>
                <a:t>ガスセンサ</a:t>
              </a:r>
              <a:r>
                <a:rPr kumimoji="1" lang="en-US" altLang="ja-JP" b="1" dirty="0">
                  <a:latin typeface="Arial" panose="020B0604020202020204" pitchFamily="34" charset="0"/>
                  <a:ea typeface="ＭＳ Ｐゴシック" panose="020B0600070205080204" pitchFamily="50" charset="-128"/>
                  <a:cs typeface="Arial" panose="020B0604020202020204" pitchFamily="34" charset="0"/>
                </a:rPr>
                <a:t>4</a:t>
              </a:r>
              <a:r>
                <a:rPr kumimoji="1" lang="ja-JP" altLang="en-US" b="1" dirty="0">
                  <a:latin typeface="Arial" panose="020B0604020202020204" pitchFamily="34" charset="0"/>
                  <a:ea typeface="ＭＳ Ｐゴシック" panose="020B0600070205080204" pitchFamily="50" charset="-128"/>
                  <a:cs typeface="Arial" panose="020B0604020202020204" pitchFamily="34" charset="0"/>
                </a:rPr>
                <a:t>チャネルの応答モニタリング</a:t>
              </a:r>
            </a:p>
          </p:txBody>
        </p:sp>
      </p:grpSp>
      <p:sp>
        <p:nvSpPr>
          <p:cNvPr id="2" name="タイトル 1">
            <a:extLst>
              <a:ext uri="{FF2B5EF4-FFF2-40B4-BE49-F238E27FC236}">
                <a16:creationId xmlns:a16="http://schemas.microsoft.com/office/drawing/2014/main" id="{433909BC-6BD2-61A5-FF7E-80A6E0CC08A6}"/>
              </a:ext>
            </a:extLst>
          </p:cNvPr>
          <p:cNvSpPr>
            <a:spLocks noGrp="1"/>
          </p:cNvSpPr>
          <p:nvPr>
            <p:ph type="title"/>
          </p:nvPr>
        </p:nvSpPr>
        <p:spPr/>
        <p:txBody>
          <a:bodyPr>
            <a:normAutofit fontScale="90000"/>
          </a:bodyPr>
          <a:lstStyle/>
          <a:p>
            <a:r>
              <a:rPr kumimoji="1" lang="ja-JP" altLang="en-US" dirty="0"/>
              <a:t>システム構成</a:t>
            </a:r>
          </a:p>
        </p:txBody>
      </p:sp>
      <p:sp>
        <p:nvSpPr>
          <p:cNvPr id="3" name="コンテンツ プレースホルダー 2">
            <a:extLst>
              <a:ext uri="{FF2B5EF4-FFF2-40B4-BE49-F238E27FC236}">
                <a16:creationId xmlns:a16="http://schemas.microsoft.com/office/drawing/2014/main" id="{C089CE0F-12AF-C4A7-397F-B4D8799ECC65}"/>
              </a:ext>
            </a:extLst>
          </p:cNvPr>
          <p:cNvSpPr>
            <a:spLocks noGrp="1"/>
          </p:cNvSpPr>
          <p:nvPr>
            <p:ph idx="1"/>
          </p:nvPr>
        </p:nvSpPr>
        <p:spPr/>
        <p:txBody>
          <a:bodyPr/>
          <a:lstStyle/>
          <a:p>
            <a:r>
              <a:rPr kumimoji="1" lang="en-US" altLang="ja-JP" dirty="0" err="1"/>
              <a:t>Scentext</a:t>
            </a:r>
            <a:r>
              <a:rPr lang="ja-JP" altLang="en-US" dirty="0"/>
              <a:t>の出力を</a:t>
            </a:r>
            <a:r>
              <a:rPr lang="en-US" altLang="ja-JP" dirty="0"/>
              <a:t>Wi-Fi</a:t>
            </a:r>
            <a:r>
              <a:rPr lang="ja-JP" altLang="en-US" dirty="0"/>
              <a:t>通信とディスプレイ表示で確認可能</a:t>
            </a:r>
            <a:endParaRPr kumimoji="1" lang="ja-JP" altLang="en-US" dirty="0"/>
          </a:p>
        </p:txBody>
      </p:sp>
    </p:spTree>
    <p:extLst>
      <p:ext uri="{BB962C8B-B14F-4D97-AF65-F5344CB8AC3E}">
        <p14:creationId xmlns:p14="http://schemas.microsoft.com/office/powerpoint/2010/main" val="1602862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7CB315-C858-E260-FF3F-3317FACB5CD7}"/>
              </a:ext>
            </a:extLst>
          </p:cNvPr>
          <p:cNvSpPr>
            <a:spLocks noGrp="1"/>
          </p:cNvSpPr>
          <p:nvPr>
            <p:ph type="title"/>
          </p:nvPr>
        </p:nvSpPr>
        <p:spPr/>
        <p:txBody>
          <a:bodyPr>
            <a:normAutofit fontScale="90000"/>
          </a:bodyPr>
          <a:lstStyle/>
          <a:p>
            <a:r>
              <a:rPr lang="ja-JP" altLang="en-US" dirty="0"/>
              <a:t>タスク・モジュール構成</a:t>
            </a:r>
            <a:endParaRPr kumimoji="1" lang="ja-JP" altLang="en-US" dirty="0"/>
          </a:p>
        </p:txBody>
      </p:sp>
      <p:sp>
        <p:nvSpPr>
          <p:cNvPr id="3" name="コンテンツ プレースホルダー 2">
            <a:extLst>
              <a:ext uri="{FF2B5EF4-FFF2-40B4-BE49-F238E27FC236}">
                <a16:creationId xmlns:a16="http://schemas.microsoft.com/office/drawing/2014/main" id="{91E81ADB-8692-5F28-06C2-DD96CB3436B9}"/>
              </a:ext>
            </a:extLst>
          </p:cNvPr>
          <p:cNvSpPr>
            <a:spLocks noGrp="1"/>
          </p:cNvSpPr>
          <p:nvPr>
            <p:ph idx="1"/>
          </p:nvPr>
        </p:nvSpPr>
        <p:spPr>
          <a:xfrm>
            <a:off x="838199" y="816708"/>
            <a:ext cx="11353801" cy="5360255"/>
          </a:xfrm>
        </p:spPr>
        <p:txBody>
          <a:bodyPr/>
          <a:lstStyle/>
          <a:p>
            <a:r>
              <a:rPr lang="ja-JP" altLang="en-US" dirty="0"/>
              <a:t>リアルタイム重要性で</a:t>
            </a:r>
            <a:r>
              <a:rPr lang="en-US" altLang="ja-JP" dirty="0"/>
              <a:t>2</a:t>
            </a:r>
            <a:r>
              <a:rPr lang="ja-JP" altLang="en-US" dirty="0"/>
              <a:t>つのカーネルインスタンスに分離し動作安定化</a:t>
            </a:r>
          </a:p>
          <a:p>
            <a:endParaRPr kumimoji="1" lang="ja-JP" altLang="en-US" dirty="0"/>
          </a:p>
        </p:txBody>
      </p:sp>
      <p:sp>
        <p:nvSpPr>
          <p:cNvPr id="4" name="正方形/長方形 3">
            <a:extLst>
              <a:ext uri="{FF2B5EF4-FFF2-40B4-BE49-F238E27FC236}">
                <a16:creationId xmlns:a16="http://schemas.microsoft.com/office/drawing/2014/main" id="{D31CB1B6-1EDC-C57C-7A6C-4CB790147CF9}"/>
              </a:ext>
            </a:extLst>
          </p:cNvPr>
          <p:cNvSpPr/>
          <p:nvPr/>
        </p:nvSpPr>
        <p:spPr>
          <a:xfrm>
            <a:off x="0" y="5178472"/>
            <a:ext cx="12192000" cy="1401365"/>
          </a:xfrm>
          <a:prstGeom prst="rect">
            <a:avLst/>
          </a:prstGeom>
          <a:solidFill>
            <a:schemeClr val="tx1">
              <a:lumMod val="65000"/>
              <a:lumOff val="3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solidFill>
                <a:schemeClr val="tx1"/>
              </a:solidFill>
              <a:latin typeface="Arial" panose="020B0604020202020204" pitchFamily="34" charset="0"/>
              <a:ea typeface="ＭＳ Ｐゴシック" panose="020B0600070205080204" pitchFamily="50" charset="-128"/>
              <a:cs typeface="Arial" panose="020B0604020202020204" pitchFamily="34" charset="0"/>
            </a:endParaRPr>
          </a:p>
        </p:txBody>
      </p:sp>
      <p:sp>
        <p:nvSpPr>
          <p:cNvPr id="5" name="正方形/長方形 4">
            <a:extLst>
              <a:ext uri="{FF2B5EF4-FFF2-40B4-BE49-F238E27FC236}">
                <a16:creationId xmlns:a16="http://schemas.microsoft.com/office/drawing/2014/main" id="{E0C7C174-E3B1-C90D-FD98-3758B5993A77}"/>
              </a:ext>
            </a:extLst>
          </p:cNvPr>
          <p:cNvSpPr/>
          <p:nvPr/>
        </p:nvSpPr>
        <p:spPr>
          <a:xfrm>
            <a:off x="0" y="3746506"/>
            <a:ext cx="12192000" cy="1431966"/>
          </a:xfrm>
          <a:prstGeom prst="rect">
            <a:avLst/>
          </a:prstGeom>
          <a:solidFill>
            <a:schemeClr val="bg2">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solidFill>
                <a:schemeClr val="tx1"/>
              </a:solidFill>
              <a:latin typeface="Arial" panose="020B0604020202020204" pitchFamily="34" charset="0"/>
              <a:ea typeface="ＭＳ Ｐゴシック" panose="020B0600070205080204" pitchFamily="50" charset="-128"/>
              <a:cs typeface="Arial" panose="020B0604020202020204" pitchFamily="34" charset="0"/>
            </a:endParaRPr>
          </a:p>
        </p:txBody>
      </p:sp>
      <p:sp>
        <p:nvSpPr>
          <p:cNvPr id="6" name="正方形/長方形 5">
            <a:extLst>
              <a:ext uri="{FF2B5EF4-FFF2-40B4-BE49-F238E27FC236}">
                <a16:creationId xmlns:a16="http://schemas.microsoft.com/office/drawing/2014/main" id="{A213C386-1063-2D77-6159-98E8D5574D14}"/>
              </a:ext>
            </a:extLst>
          </p:cNvPr>
          <p:cNvSpPr/>
          <p:nvPr/>
        </p:nvSpPr>
        <p:spPr>
          <a:xfrm>
            <a:off x="0" y="2144335"/>
            <a:ext cx="12192000" cy="1648098"/>
          </a:xfrm>
          <a:prstGeom prst="rect">
            <a:avLst/>
          </a:prstGeom>
          <a:solidFill>
            <a:schemeClr val="bg1">
              <a:lumMod val="6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solidFill>
                <a:schemeClr val="tx1"/>
              </a:solidFill>
              <a:latin typeface="Arial" panose="020B0604020202020204" pitchFamily="34" charset="0"/>
              <a:ea typeface="ＭＳ Ｐゴシック" panose="020B0600070205080204" pitchFamily="50" charset="-128"/>
              <a:cs typeface="Arial" panose="020B0604020202020204" pitchFamily="34" charset="0"/>
            </a:endParaRPr>
          </a:p>
        </p:txBody>
      </p:sp>
      <p:sp>
        <p:nvSpPr>
          <p:cNvPr id="7" name="四角形: 角を丸くする 6">
            <a:extLst>
              <a:ext uri="{FF2B5EF4-FFF2-40B4-BE49-F238E27FC236}">
                <a16:creationId xmlns:a16="http://schemas.microsoft.com/office/drawing/2014/main" id="{BCEB6473-A91E-E7A5-E4D3-FD3487FED76C}"/>
              </a:ext>
            </a:extLst>
          </p:cNvPr>
          <p:cNvSpPr/>
          <p:nvPr/>
        </p:nvSpPr>
        <p:spPr bwMode="auto">
          <a:xfrm>
            <a:off x="261594" y="5709053"/>
            <a:ext cx="2223640" cy="71398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0" fontAlgn="base" latinLnBrk="0" hangingPunct="0">
              <a:lnSpc>
                <a:spcPct val="85000"/>
              </a:lnSpc>
              <a:spcBef>
                <a:spcPct val="50000"/>
              </a:spcBef>
              <a:spcAft>
                <a:spcPct val="0"/>
              </a:spcAft>
              <a:buClrTx/>
              <a:buSzTx/>
              <a:buFontTx/>
              <a:buNone/>
              <a:tabLst/>
              <a:defRPr/>
            </a:pPr>
            <a:r>
              <a:rPr kumimoji="0" lang="en-US" altLang="ja-JP"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PDM</a:t>
            </a:r>
            <a:r>
              <a:rPr kumimoji="0" lang="ja-JP" altLang="en-US"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 </a:t>
            </a:r>
            <a:r>
              <a:rPr kumimoji="0" lang="en-US" altLang="ja-JP"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MEM</a:t>
            </a:r>
            <a:r>
              <a:rPr kumimoji="0" lang="ja-JP" altLang="en-US"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マイク</a:t>
            </a:r>
            <a:br>
              <a:rPr lang="en-US" altLang="ja-JP" b="1" kern="0" dirty="0">
                <a:solidFill>
                  <a:srgbClr val="000000"/>
                </a:solidFill>
                <a:latin typeface="Arial" panose="020B0604020202020204" pitchFamily="34" charset="0"/>
                <a:ea typeface="ＭＳ Ｐゴシック" panose="020B0600070205080204" pitchFamily="50" charset="-128"/>
              </a:rPr>
            </a:br>
            <a:r>
              <a:rPr lang="en-US" altLang="ja-JP" sz="1600" kern="0" dirty="0">
                <a:solidFill>
                  <a:srgbClr val="000000"/>
                </a:solidFill>
                <a:latin typeface="Arial" panose="020B0604020202020204" pitchFamily="34" charset="0"/>
                <a:ea typeface="ＭＳ Ｐゴシック" panose="020B0600070205080204" pitchFamily="50" charset="-128"/>
              </a:rPr>
              <a:t>EK-RA8P1</a:t>
            </a:r>
            <a:r>
              <a:rPr lang="ja-JP" altLang="en-US" sz="1600" kern="0" dirty="0">
                <a:solidFill>
                  <a:srgbClr val="000000"/>
                </a:solidFill>
                <a:latin typeface="Arial" panose="020B0604020202020204" pitchFamily="34" charset="0"/>
                <a:ea typeface="ＭＳ Ｐゴシック" panose="020B0600070205080204" pitchFamily="50" charset="-128"/>
              </a:rPr>
              <a:t>内蔵</a:t>
            </a:r>
            <a:endParaRPr kumimoji="0" lang="ja-JP" altLang="en-US"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8" name="四角形: 角を丸くする 7">
            <a:extLst>
              <a:ext uri="{FF2B5EF4-FFF2-40B4-BE49-F238E27FC236}">
                <a16:creationId xmlns:a16="http://schemas.microsoft.com/office/drawing/2014/main" id="{41CE09D3-2ABE-1302-39EC-A9CA4A474025}"/>
              </a:ext>
            </a:extLst>
          </p:cNvPr>
          <p:cNvSpPr/>
          <p:nvPr/>
        </p:nvSpPr>
        <p:spPr bwMode="auto">
          <a:xfrm>
            <a:off x="2556604" y="5709053"/>
            <a:ext cx="2223640" cy="71398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rtl="0" eaLnBrk="0" fontAlgn="base" latinLnBrk="0" hangingPunct="0">
              <a:lnSpc>
                <a:spcPct val="85000"/>
              </a:lnSpc>
              <a:spcBef>
                <a:spcPct val="50000"/>
              </a:spcBef>
              <a:spcAft>
                <a:spcPct val="0"/>
              </a:spcAft>
              <a:buClrTx/>
              <a:buSzTx/>
              <a:buFontTx/>
              <a:buNone/>
              <a:tabLst/>
              <a:defRPr/>
            </a:pPr>
            <a:r>
              <a:rPr kumimoji="0" lang="en-US" altLang="ja-JP"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Ethos-U55</a:t>
            </a:r>
            <a:br>
              <a:rPr kumimoji="0" lang="en-US" altLang="ja-JP"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br>
            <a:r>
              <a:rPr kumimoji="0" lang="en-US" altLang="ja-JP"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EK-RA8P1</a:t>
            </a:r>
            <a:r>
              <a:rPr kumimoji="0" lang="ja-JP"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内蔵</a:t>
            </a:r>
            <a:r>
              <a:rPr kumimoji="0" lang="en-US" altLang="ja-JP"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NPU</a:t>
            </a:r>
            <a:endParaRPr kumimoji="0" lang="ja-JP" altLang="en-US"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endParaRPr>
          </a:p>
        </p:txBody>
      </p:sp>
      <p:sp>
        <p:nvSpPr>
          <p:cNvPr id="9" name="四角形: 角を丸くする 8">
            <a:extLst>
              <a:ext uri="{FF2B5EF4-FFF2-40B4-BE49-F238E27FC236}">
                <a16:creationId xmlns:a16="http://schemas.microsoft.com/office/drawing/2014/main" id="{F89EC837-AB42-DF39-39AD-6AF08411113C}"/>
              </a:ext>
            </a:extLst>
          </p:cNvPr>
          <p:cNvSpPr/>
          <p:nvPr/>
        </p:nvSpPr>
        <p:spPr bwMode="auto">
          <a:xfrm>
            <a:off x="4843042" y="5709053"/>
            <a:ext cx="2223640" cy="71398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lvl="0" algn="ctr" defTabSz="914400" eaLnBrk="0" fontAlgn="base" hangingPunct="0">
              <a:lnSpc>
                <a:spcPct val="85000"/>
              </a:lnSpc>
              <a:spcBef>
                <a:spcPct val="50000"/>
              </a:spcBef>
              <a:spcAft>
                <a:spcPct val="0"/>
              </a:spcAft>
              <a:defRPr/>
            </a:pPr>
            <a:r>
              <a:rPr lang="en-US" altLang="ja-JP" b="1" kern="0" dirty="0">
                <a:solidFill>
                  <a:srgbClr val="000000"/>
                </a:solidFill>
                <a:latin typeface="Arial" panose="020B0604020202020204" pitchFamily="34" charset="0"/>
                <a:ea typeface="ＭＳ Ｐゴシック" panose="020B0600070205080204" pitchFamily="50" charset="-128"/>
              </a:rPr>
              <a:t>Grove</a:t>
            </a:r>
            <a:r>
              <a:rPr lang="ja-JP" altLang="en-US" b="1" kern="0" dirty="0">
                <a:solidFill>
                  <a:srgbClr val="000000"/>
                </a:solidFill>
                <a:latin typeface="Arial" panose="020B0604020202020204" pitchFamily="34" charset="0"/>
                <a:ea typeface="ＭＳ Ｐゴシック" panose="020B0600070205080204" pitchFamily="50" charset="-128"/>
              </a:rPr>
              <a:t>マルチチャネル</a:t>
            </a:r>
            <a:br>
              <a:rPr lang="en-US" altLang="ja-JP" b="1" kern="0" dirty="0">
                <a:solidFill>
                  <a:srgbClr val="000000"/>
                </a:solidFill>
                <a:latin typeface="Arial" panose="020B0604020202020204" pitchFamily="34" charset="0"/>
                <a:ea typeface="ＭＳ Ｐゴシック" panose="020B0600070205080204" pitchFamily="50" charset="-128"/>
              </a:rPr>
            </a:br>
            <a:r>
              <a:rPr lang="ja-JP" altLang="en-US" b="1" kern="0" dirty="0">
                <a:solidFill>
                  <a:srgbClr val="000000"/>
                </a:solidFill>
                <a:latin typeface="Arial" panose="020B0604020202020204" pitchFamily="34" charset="0"/>
                <a:ea typeface="ＭＳ Ｐゴシック" panose="020B0600070205080204" pitchFamily="50" charset="-128"/>
              </a:rPr>
              <a:t>ガスセンサ </a:t>
            </a:r>
            <a:r>
              <a:rPr lang="en-US" altLang="ja-JP" b="1" kern="0" dirty="0">
                <a:solidFill>
                  <a:srgbClr val="000000"/>
                </a:solidFill>
                <a:latin typeface="Arial" panose="020B0604020202020204" pitchFamily="34" charset="0"/>
                <a:ea typeface="ＭＳ Ｐゴシック" panose="020B0600070205080204" pitchFamily="50" charset="-128"/>
              </a:rPr>
              <a:t>V2</a:t>
            </a:r>
            <a:endParaRPr lang="ja-JP" altLang="en-US" kern="0" dirty="0">
              <a:solidFill>
                <a:srgbClr val="000000"/>
              </a:solidFill>
              <a:latin typeface="Arial" panose="020B0604020202020204" pitchFamily="34" charset="0"/>
              <a:ea typeface="ＭＳ Ｐゴシック" panose="020B0600070205080204" pitchFamily="50" charset="-128"/>
            </a:endParaRPr>
          </a:p>
        </p:txBody>
      </p:sp>
      <p:sp>
        <p:nvSpPr>
          <p:cNvPr id="10" name="四角形: 角を丸くする 9">
            <a:extLst>
              <a:ext uri="{FF2B5EF4-FFF2-40B4-BE49-F238E27FC236}">
                <a16:creationId xmlns:a16="http://schemas.microsoft.com/office/drawing/2014/main" id="{331105C9-653D-DAEE-1595-E43FA3CD3FB6}"/>
              </a:ext>
            </a:extLst>
          </p:cNvPr>
          <p:cNvSpPr/>
          <p:nvPr/>
        </p:nvSpPr>
        <p:spPr bwMode="auto">
          <a:xfrm>
            <a:off x="7493031" y="5709053"/>
            <a:ext cx="2223640" cy="71398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lvl="0" algn="ctr" defTabSz="914400" eaLnBrk="0" fontAlgn="base" hangingPunct="0">
              <a:lnSpc>
                <a:spcPct val="85000"/>
              </a:lnSpc>
              <a:spcBef>
                <a:spcPct val="50000"/>
              </a:spcBef>
              <a:spcAft>
                <a:spcPct val="0"/>
              </a:spcAft>
              <a:defRPr/>
            </a:pPr>
            <a:r>
              <a:rPr lang="en-US" altLang="ja-JP" b="1" kern="0" dirty="0">
                <a:solidFill>
                  <a:srgbClr val="000000"/>
                </a:solidFill>
                <a:latin typeface="Arial" panose="020B0604020202020204" pitchFamily="34" charset="0"/>
                <a:ea typeface="ＭＳ Ｐゴシック" panose="020B0600070205080204" pitchFamily="50" charset="-128"/>
              </a:rPr>
              <a:t>TFT-LCD</a:t>
            </a:r>
            <a:r>
              <a:rPr lang="ja-JP" altLang="en-US" b="1" kern="0" dirty="0">
                <a:solidFill>
                  <a:srgbClr val="000000"/>
                </a:solidFill>
                <a:latin typeface="Arial" panose="020B0604020202020204" pitchFamily="34" charset="0"/>
                <a:ea typeface="ＭＳ Ｐゴシック" panose="020B0600070205080204" pitchFamily="50" charset="-128"/>
              </a:rPr>
              <a:t>ディスプレイ</a:t>
            </a:r>
            <a:br>
              <a:rPr lang="en-US" altLang="ja-JP" b="1" kern="0" dirty="0">
                <a:solidFill>
                  <a:srgbClr val="000000"/>
                </a:solidFill>
                <a:latin typeface="Arial" panose="020B0604020202020204" pitchFamily="34" charset="0"/>
                <a:ea typeface="ＭＳ Ｐゴシック" panose="020B0600070205080204" pitchFamily="50" charset="-128"/>
              </a:rPr>
            </a:br>
            <a:r>
              <a:rPr lang="en-US" altLang="ja-JP" sz="1600" kern="0" dirty="0">
                <a:solidFill>
                  <a:srgbClr val="000000"/>
                </a:solidFill>
                <a:latin typeface="Arial" panose="020B0604020202020204" pitchFamily="34" charset="0"/>
                <a:ea typeface="ＭＳ Ｐゴシック" panose="020B0600070205080204" pitchFamily="50" charset="-128"/>
              </a:rPr>
              <a:t>EK-RA8P1</a:t>
            </a:r>
            <a:r>
              <a:rPr lang="ja-JP" altLang="en-US" sz="1600" kern="0" dirty="0">
                <a:solidFill>
                  <a:srgbClr val="000000"/>
                </a:solidFill>
                <a:latin typeface="Arial" panose="020B0604020202020204" pitchFamily="34" charset="0"/>
                <a:ea typeface="ＭＳ Ｐゴシック" panose="020B0600070205080204" pitchFamily="50" charset="-128"/>
              </a:rPr>
              <a:t>付属</a:t>
            </a:r>
            <a:endParaRPr lang="ja-JP" altLang="en-US" b="1" kern="0" dirty="0">
              <a:solidFill>
                <a:srgbClr val="000000"/>
              </a:solidFill>
              <a:latin typeface="Arial" panose="020B0604020202020204" pitchFamily="34" charset="0"/>
              <a:ea typeface="ＭＳ Ｐゴシック" panose="020B0600070205080204" pitchFamily="50" charset="-128"/>
            </a:endParaRPr>
          </a:p>
        </p:txBody>
      </p:sp>
      <p:sp>
        <p:nvSpPr>
          <p:cNvPr id="11" name="四角形: 角を丸くする 10">
            <a:extLst>
              <a:ext uri="{FF2B5EF4-FFF2-40B4-BE49-F238E27FC236}">
                <a16:creationId xmlns:a16="http://schemas.microsoft.com/office/drawing/2014/main" id="{FF7704E6-709F-EC61-BC38-E012C5BE8C46}"/>
              </a:ext>
            </a:extLst>
          </p:cNvPr>
          <p:cNvSpPr/>
          <p:nvPr/>
        </p:nvSpPr>
        <p:spPr bwMode="auto">
          <a:xfrm>
            <a:off x="9785087" y="5709053"/>
            <a:ext cx="2223640" cy="71398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lvl="0" algn="ctr" defTabSz="914400" eaLnBrk="0" fontAlgn="base" hangingPunct="0">
              <a:lnSpc>
                <a:spcPct val="85000"/>
              </a:lnSpc>
              <a:spcBef>
                <a:spcPct val="50000"/>
              </a:spcBef>
              <a:spcAft>
                <a:spcPct val="0"/>
              </a:spcAft>
              <a:defRPr/>
            </a:pPr>
            <a:r>
              <a:rPr lang="en-US" altLang="ja-JP" b="1" kern="0" dirty="0">
                <a:solidFill>
                  <a:srgbClr val="000000"/>
                </a:solidFill>
                <a:latin typeface="Arial" panose="020B0604020202020204" pitchFamily="34" charset="0"/>
                <a:ea typeface="ＭＳ Ｐゴシック" panose="020B0600070205080204" pitchFamily="50" charset="-128"/>
              </a:rPr>
              <a:t>ESP-01S</a:t>
            </a:r>
            <a:br>
              <a:rPr lang="en-US" altLang="ja-JP" b="1" kern="0" dirty="0">
                <a:solidFill>
                  <a:srgbClr val="000000"/>
                </a:solidFill>
                <a:latin typeface="Arial" panose="020B0604020202020204" pitchFamily="34" charset="0"/>
                <a:ea typeface="ＭＳ Ｐゴシック" panose="020B0600070205080204" pitchFamily="50" charset="-128"/>
              </a:rPr>
            </a:br>
            <a:r>
              <a:rPr lang="en-US" altLang="ja-JP" b="1" kern="0" dirty="0">
                <a:solidFill>
                  <a:srgbClr val="000000"/>
                </a:solidFill>
                <a:latin typeface="Arial" panose="020B0604020202020204" pitchFamily="34" charset="0"/>
                <a:ea typeface="ＭＳ Ｐゴシック" panose="020B0600070205080204" pitchFamily="50" charset="-128"/>
              </a:rPr>
              <a:t>Wi-Fi</a:t>
            </a:r>
            <a:r>
              <a:rPr lang="ja-JP" altLang="en-US" b="1" kern="0" dirty="0">
                <a:solidFill>
                  <a:srgbClr val="000000"/>
                </a:solidFill>
                <a:latin typeface="Arial" panose="020B0604020202020204" pitchFamily="34" charset="0"/>
                <a:ea typeface="ＭＳ Ｐゴシック" panose="020B0600070205080204" pitchFamily="50" charset="-128"/>
              </a:rPr>
              <a:t>通信モジュール</a:t>
            </a:r>
            <a:endParaRPr lang="ja-JP" altLang="en-US" kern="0" dirty="0">
              <a:solidFill>
                <a:srgbClr val="000000"/>
              </a:solidFill>
              <a:latin typeface="Arial" panose="020B0604020202020204" pitchFamily="34" charset="0"/>
              <a:ea typeface="ＭＳ Ｐゴシック" panose="020B0600070205080204" pitchFamily="50" charset="-128"/>
            </a:endParaRPr>
          </a:p>
        </p:txBody>
      </p:sp>
      <p:sp>
        <p:nvSpPr>
          <p:cNvPr id="12" name="四角形: 角を丸くする 11">
            <a:extLst>
              <a:ext uri="{FF2B5EF4-FFF2-40B4-BE49-F238E27FC236}">
                <a16:creationId xmlns:a16="http://schemas.microsoft.com/office/drawing/2014/main" id="{FE255D57-25FC-2750-12EF-8C0BB0A069A0}"/>
              </a:ext>
            </a:extLst>
          </p:cNvPr>
          <p:cNvSpPr/>
          <p:nvPr/>
        </p:nvSpPr>
        <p:spPr bwMode="auto">
          <a:xfrm>
            <a:off x="261594" y="4331622"/>
            <a:ext cx="2223640" cy="71398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0" fontAlgn="base" latinLnBrk="0" hangingPunct="0">
              <a:lnSpc>
                <a:spcPct val="85000"/>
              </a:lnSpc>
              <a:spcBef>
                <a:spcPct val="50000"/>
              </a:spcBef>
              <a:spcAft>
                <a:spcPct val="0"/>
              </a:spcAft>
              <a:buClrTx/>
              <a:buSzTx/>
              <a:buFontTx/>
              <a:buNone/>
              <a:tabLst/>
              <a:defRPr/>
            </a:pPr>
            <a:r>
              <a:rPr kumimoji="0" lang="en-US" altLang="ja-JP"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PDM</a:t>
            </a:r>
            <a:r>
              <a:rPr kumimoji="0" lang="ja-JP" altLang="en-US"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ドライバ</a:t>
            </a:r>
            <a:br>
              <a:rPr lang="en-US" altLang="ja-JP" b="1" kern="0" dirty="0">
                <a:solidFill>
                  <a:srgbClr val="000000"/>
                </a:solidFill>
                <a:latin typeface="Arial" panose="020B0604020202020204" pitchFamily="34" charset="0"/>
                <a:ea typeface="ＭＳ Ｐゴシック" panose="020B0600070205080204" pitchFamily="50" charset="-128"/>
              </a:rPr>
            </a:br>
            <a:r>
              <a:rPr lang="ja-JP" altLang="en-US" sz="1600" kern="0" dirty="0">
                <a:solidFill>
                  <a:srgbClr val="000000"/>
                </a:solidFill>
                <a:latin typeface="Arial" panose="020B0604020202020204" pitchFamily="34" charset="0"/>
                <a:ea typeface="ＭＳ Ｐゴシック" panose="020B0600070205080204" pitchFamily="50" charset="-128"/>
              </a:rPr>
              <a:t>リングバッファにコピー</a:t>
            </a:r>
            <a:endParaRPr kumimoji="0" lang="ja-JP" altLang="en-US"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13" name="四角形: 角を丸くする 12">
            <a:extLst>
              <a:ext uri="{FF2B5EF4-FFF2-40B4-BE49-F238E27FC236}">
                <a16:creationId xmlns:a16="http://schemas.microsoft.com/office/drawing/2014/main" id="{A2CB9F0D-242F-89D2-A875-A8A905EEAB00}"/>
              </a:ext>
            </a:extLst>
          </p:cNvPr>
          <p:cNvSpPr/>
          <p:nvPr/>
        </p:nvSpPr>
        <p:spPr bwMode="auto">
          <a:xfrm>
            <a:off x="2556604" y="4331622"/>
            <a:ext cx="2223640" cy="71398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rtl="0" eaLnBrk="0" fontAlgn="base" latinLnBrk="0" hangingPunct="0">
              <a:lnSpc>
                <a:spcPct val="85000"/>
              </a:lnSpc>
              <a:spcBef>
                <a:spcPct val="50000"/>
              </a:spcBef>
              <a:spcAft>
                <a:spcPct val="0"/>
              </a:spcAft>
              <a:buClrTx/>
              <a:buSzTx/>
              <a:buFontTx/>
              <a:buNone/>
              <a:tabLst/>
              <a:defRPr/>
            </a:pPr>
            <a:r>
              <a:rPr kumimoji="0" lang="en-US" altLang="ja-JP"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NPU</a:t>
            </a:r>
            <a:r>
              <a:rPr kumimoji="0" lang="ja-JP" altLang="en-US"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ドライバ</a:t>
            </a:r>
            <a:br>
              <a:rPr kumimoji="0" lang="en-US" altLang="ja-JP"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br>
            <a:r>
              <a:rPr kumimoji="0" lang="ja-JP" altLang="en-US" sz="160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rPr>
              <a:t>推論命令の実行</a:t>
            </a:r>
            <a:endParaRPr kumimoji="0" lang="ja-JP" altLang="en-US"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mn-cs"/>
            </a:endParaRPr>
          </a:p>
        </p:txBody>
      </p:sp>
      <p:sp>
        <p:nvSpPr>
          <p:cNvPr id="14" name="四角形: 角を丸くする 13">
            <a:extLst>
              <a:ext uri="{FF2B5EF4-FFF2-40B4-BE49-F238E27FC236}">
                <a16:creationId xmlns:a16="http://schemas.microsoft.com/office/drawing/2014/main" id="{A30FCF7D-5DE9-1168-C4BF-55B60D7F0046}"/>
              </a:ext>
            </a:extLst>
          </p:cNvPr>
          <p:cNvSpPr/>
          <p:nvPr/>
        </p:nvSpPr>
        <p:spPr bwMode="auto">
          <a:xfrm>
            <a:off x="4843042" y="4331622"/>
            <a:ext cx="2223640" cy="71398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lvl="0" algn="ctr" defTabSz="914400" eaLnBrk="0" fontAlgn="base" hangingPunct="0">
              <a:lnSpc>
                <a:spcPct val="85000"/>
              </a:lnSpc>
              <a:spcBef>
                <a:spcPct val="50000"/>
              </a:spcBef>
              <a:spcAft>
                <a:spcPct val="0"/>
              </a:spcAft>
              <a:defRPr/>
            </a:pPr>
            <a:r>
              <a:rPr lang="en-US" altLang="ja-JP" b="1" kern="0" dirty="0">
                <a:solidFill>
                  <a:srgbClr val="000000"/>
                </a:solidFill>
                <a:latin typeface="Arial" panose="020B0604020202020204" pitchFamily="34" charset="0"/>
                <a:ea typeface="ＭＳ Ｐゴシック" panose="020B0600070205080204" pitchFamily="50" charset="-128"/>
              </a:rPr>
              <a:t>I2C</a:t>
            </a:r>
            <a:r>
              <a:rPr lang="ja-JP" altLang="en-US" b="1" kern="0" dirty="0">
                <a:solidFill>
                  <a:srgbClr val="000000"/>
                </a:solidFill>
                <a:latin typeface="Arial" panose="020B0604020202020204" pitchFamily="34" charset="0"/>
                <a:ea typeface="ＭＳ Ｐゴシック" panose="020B0600070205080204" pitchFamily="50" charset="-128"/>
              </a:rPr>
              <a:t>ドライバ</a:t>
            </a:r>
            <a:br>
              <a:rPr lang="en-US" altLang="ja-JP" b="1" kern="0" dirty="0">
                <a:solidFill>
                  <a:srgbClr val="000000"/>
                </a:solidFill>
                <a:latin typeface="Arial" panose="020B0604020202020204" pitchFamily="34" charset="0"/>
                <a:ea typeface="ＭＳ Ｐゴシック" panose="020B0600070205080204" pitchFamily="50" charset="-128"/>
              </a:rPr>
            </a:br>
            <a:r>
              <a:rPr lang="ja-JP" altLang="en-US" sz="1600" kern="0" dirty="0">
                <a:solidFill>
                  <a:srgbClr val="000000"/>
                </a:solidFill>
                <a:latin typeface="Arial" panose="020B0604020202020204" pitchFamily="34" charset="0"/>
                <a:ea typeface="ＭＳ Ｐゴシック" panose="020B0600070205080204" pitchFamily="50" charset="-128"/>
              </a:rPr>
              <a:t>レジスタ読み取り</a:t>
            </a:r>
            <a:endParaRPr lang="en-US" altLang="ja-JP" kern="0" dirty="0">
              <a:solidFill>
                <a:srgbClr val="000000"/>
              </a:solidFill>
              <a:latin typeface="Arial" panose="020B0604020202020204" pitchFamily="34" charset="0"/>
              <a:ea typeface="ＭＳ Ｐゴシック" panose="020B0600070205080204" pitchFamily="50" charset="-128"/>
            </a:endParaRPr>
          </a:p>
        </p:txBody>
      </p:sp>
      <p:sp>
        <p:nvSpPr>
          <p:cNvPr id="15" name="四角形: 角を丸くする 14">
            <a:extLst>
              <a:ext uri="{FF2B5EF4-FFF2-40B4-BE49-F238E27FC236}">
                <a16:creationId xmlns:a16="http://schemas.microsoft.com/office/drawing/2014/main" id="{C45FAED0-DB5D-DEEA-4181-6071E02945B5}"/>
              </a:ext>
            </a:extLst>
          </p:cNvPr>
          <p:cNvSpPr/>
          <p:nvPr/>
        </p:nvSpPr>
        <p:spPr bwMode="auto">
          <a:xfrm>
            <a:off x="7493031" y="4331622"/>
            <a:ext cx="2223640" cy="71398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lvl="0" algn="ctr" defTabSz="914400" eaLnBrk="0" fontAlgn="base" hangingPunct="0">
              <a:lnSpc>
                <a:spcPct val="85000"/>
              </a:lnSpc>
              <a:spcBef>
                <a:spcPct val="50000"/>
              </a:spcBef>
              <a:spcAft>
                <a:spcPct val="0"/>
              </a:spcAft>
              <a:defRPr/>
            </a:pPr>
            <a:r>
              <a:rPr lang="en-US" altLang="ja-JP" b="1" kern="0" dirty="0">
                <a:solidFill>
                  <a:srgbClr val="000000"/>
                </a:solidFill>
                <a:latin typeface="Arial" panose="020B0604020202020204" pitchFamily="34" charset="0"/>
                <a:ea typeface="ＭＳ Ｐゴシック" panose="020B0600070205080204" pitchFamily="50" charset="-128"/>
              </a:rPr>
              <a:t>GLCDC</a:t>
            </a:r>
            <a:br>
              <a:rPr lang="en-US" altLang="ja-JP" b="1" kern="0" dirty="0">
                <a:solidFill>
                  <a:srgbClr val="000000"/>
                </a:solidFill>
                <a:latin typeface="Arial" panose="020B0604020202020204" pitchFamily="34" charset="0"/>
                <a:ea typeface="ＭＳ Ｐゴシック" panose="020B0600070205080204" pitchFamily="50" charset="-128"/>
              </a:rPr>
            </a:br>
            <a:r>
              <a:rPr lang="ja-JP" altLang="en-US" sz="1600" kern="0" dirty="0">
                <a:solidFill>
                  <a:srgbClr val="000000"/>
                </a:solidFill>
                <a:latin typeface="Arial" panose="020B0604020202020204" pitchFamily="34" charset="0"/>
                <a:ea typeface="ＭＳ Ｐゴシック" panose="020B0600070205080204" pitchFamily="50" charset="-128"/>
              </a:rPr>
              <a:t>描画出力の制御</a:t>
            </a:r>
            <a:endParaRPr lang="ja-JP" altLang="en-US" kern="0" dirty="0">
              <a:solidFill>
                <a:srgbClr val="000000"/>
              </a:solidFill>
              <a:latin typeface="Arial" panose="020B0604020202020204" pitchFamily="34" charset="0"/>
              <a:ea typeface="ＭＳ Ｐゴシック" panose="020B0600070205080204" pitchFamily="50" charset="-128"/>
            </a:endParaRPr>
          </a:p>
        </p:txBody>
      </p:sp>
      <p:sp>
        <p:nvSpPr>
          <p:cNvPr id="16" name="四角形: 角を丸くする 15">
            <a:extLst>
              <a:ext uri="{FF2B5EF4-FFF2-40B4-BE49-F238E27FC236}">
                <a16:creationId xmlns:a16="http://schemas.microsoft.com/office/drawing/2014/main" id="{8D9EFAEC-790A-2A16-E8DC-7E0EAF825D7E}"/>
              </a:ext>
            </a:extLst>
          </p:cNvPr>
          <p:cNvSpPr/>
          <p:nvPr/>
        </p:nvSpPr>
        <p:spPr bwMode="auto">
          <a:xfrm>
            <a:off x="9785087" y="4331622"/>
            <a:ext cx="2223640" cy="71398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lvl="0" algn="ctr" defTabSz="914400" eaLnBrk="0" fontAlgn="base" hangingPunct="0">
              <a:lnSpc>
                <a:spcPct val="85000"/>
              </a:lnSpc>
              <a:spcBef>
                <a:spcPct val="50000"/>
              </a:spcBef>
              <a:spcAft>
                <a:spcPct val="0"/>
              </a:spcAft>
              <a:defRPr/>
            </a:pPr>
            <a:r>
              <a:rPr lang="en-US" altLang="ja-JP" b="1" kern="0" dirty="0">
                <a:solidFill>
                  <a:srgbClr val="000000"/>
                </a:solidFill>
                <a:latin typeface="Arial" panose="020B0604020202020204" pitchFamily="34" charset="0"/>
                <a:ea typeface="ＭＳ Ｐゴシック" panose="020B0600070205080204" pitchFamily="50" charset="-128"/>
              </a:rPr>
              <a:t>UART</a:t>
            </a:r>
            <a:r>
              <a:rPr lang="ja-JP" altLang="en-US" b="1" kern="0" dirty="0">
                <a:solidFill>
                  <a:srgbClr val="000000"/>
                </a:solidFill>
                <a:latin typeface="Arial" panose="020B0604020202020204" pitchFamily="34" charset="0"/>
                <a:ea typeface="ＭＳ Ｐゴシック" panose="020B0600070205080204" pitchFamily="50" charset="-128"/>
              </a:rPr>
              <a:t>ドライバ</a:t>
            </a:r>
            <a:br>
              <a:rPr lang="en-US" altLang="ja-JP" b="1" kern="0" dirty="0">
                <a:solidFill>
                  <a:srgbClr val="000000"/>
                </a:solidFill>
                <a:latin typeface="Arial" panose="020B0604020202020204" pitchFamily="34" charset="0"/>
                <a:ea typeface="ＭＳ Ｐゴシック" panose="020B0600070205080204" pitchFamily="50" charset="-128"/>
              </a:rPr>
            </a:br>
            <a:r>
              <a:rPr lang="ja-JP" altLang="en-US" sz="1600" kern="0" dirty="0">
                <a:solidFill>
                  <a:srgbClr val="000000"/>
                </a:solidFill>
                <a:latin typeface="Arial" panose="020B0604020202020204" pitchFamily="34" charset="0"/>
                <a:ea typeface="ＭＳ Ｐゴシック" panose="020B0600070205080204" pitchFamily="50" charset="-128"/>
              </a:rPr>
              <a:t>コマンド送信＋応答受信</a:t>
            </a:r>
            <a:endParaRPr lang="ja-JP" altLang="en-US" kern="0" dirty="0">
              <a:solidFill>
                <a:srgbClr val="000000"/>
              </a:solidFill>
              <a:latin typeface="Arial" panose="020B0604020202020204" pitchFamily="34" charset="0"/>
              <a:ea typeface="ＭＳ Ｐゴシック" panose="020B0600070205080204" pitchFamily="50" charset="-128"/>
            </a:endParaRPr>
          </a:p>
        </p:txBody>
      </p:sp>
      <p:sp>
        <p:nvSpPr>
          <p:cNvPr id="17" name="四角形: 角を丸くする 16">
            <a:extLst>
              <a:ext uri="{FF2B5EF4-FFF2-40B4-BE49-F238E27FC236}">
                <a16:creationId xmlns:a16="http://schemas.microsoft.com/office/drawing/2014/main" id="{038DC570-5A2B-2022-8FD4-0CDA3488C711}"/>
              </a:ext>
            </a:extLst>
          </p:cNvPr>
          <p:cNvSpPr/>
          <p:nvPr/>
        </p:nvSpPr>
        <p:spPr bwMode="auto">
          <a:xfrm>
            <a:off x="261594" y="2759930"/>
            <a:ext cx="3509548" cy="90085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0" fontAlgn="base" latinLnBrk="0" hangingPunct="0">
              <a:lnSpc>
                <a:spcPct val="85000"/>
              </a:lnSpc>
              <a:spcBef>
                <a:spcPct val="50000"/>
              </a:spcBef>
              <a:spcAft>
                <a:spcPct val="0"/>
              </a:spcAft>
              <a:buClrTx/>
              <a:buSzTx/>
              <a:buFontTx/>
              <a:buNone/>
              <a:tabLst/>
              <a:defRPr/>
            </a:pPr>
            <a:r>
              <a:rPr lang="en-US" altLang="ja-JP" b="1" kern="0" dirty="0" err="1">
                <a:solidFill>
                  <a:srgbClr val="000000"/>
                </a:solidFill>
                <a:latin typeface="Arial" panose="020B0604020202020204" pitchFamily="34" charset="0"/>
                <a:ea typeface="ＭＳ Ｐゴシック" panose="020B0600070205080204" pitchFamily="50" charset="-128"/>
              </a:rPr>
              <a:t>task_audio</a:t>
            </a:r>
            <a:r>
              <a:rPr lang="en-US" altLang="ja-JP" b="1" kern="0" dirty="0">
                <a:solidFill>
                  <a:srgbClr val="000000"/>
                </a:solidFill>
                <a:latin typeface="Arial" panose="020B0604020202020204" pitchFamily="34" charset="0"/>
                <a:ea typeface="ＭＳ Ｐゴシック" panose="020B0600070205080204" pitchFamily="50" charset="-128"/>
              </a:rPr>
              <a:t> </a:t>
            </a:r>
            <a:r>
              <a:rPr lang="en-US" altLang="ja-JP" sz="1600" kern="0" dirty="0">
                <a:solidFill>
                  <a:srgbClr val="000000"/>
                </a:solidFill>
                <a:latin typeface="Arial" panose="020B0604020202020204" pitchFamily="34" charset="0"/>
                <a:ea typeface="ＭＳ Ｐゴシック" panose="020B0600070205080204" pitchFamily="50" charset="-128"/>
              </a:rPr>
              <a:t>(priority 11)</a:t>
            </a:r>
            <a:br>
              <a:rPr lang="en-US" altLang="ja-JP" sz="1600" kern="0" dirty="0">
                <a:solidFill>
                  <a:srgbClr val="000000"/>
                </a:solidFill>
                <a:latin typeface="Arial" panose="020B0604020202020204" pitchFamily="34" charset="0"/>
                <a:ea typeface="ＭＳ Ｐゴシック" panose="020B0600070205080204" pitchFamily="50" charset="-128"/>
              </a:rPr>
            </a:br>
            <a:r>
              <a:rPr lang="en-US" altLang="ja-JP" sz="1600" kern="0" dirty="0">
                <a:solidFill>
                  <a:srgbClr val="000000"/>
                </a:solidFill>
                <a:latin typeface="Arial" panose="020B0604020202020204" pitchFamily="34" charset="0"/>
                <a:ea typeface="ＭＳ Ｐゴシック" panose="020B0600070205080204" pitchFamily="50" charset="-128"/>
              </a:rPr>
              <a:t>Arm Helium</a:t>
            </a:r>
            <a:r>
              <a:rPr lang="ja-JP" altLang="en-US" sz="1600" kern="0" dirty="0">
                <a:solidFill>
                  <a:srgbClr val="000000"/>
                </a:solidFill>
                <a:latin typeface="Arial" panose="020B0604020202020204" pitchFamily="34" charset="0"/>
                <a:ea typeface="ＭＳ Ｐゴシック" panose="020B0600070205080204" pitchFamily="50" charset="-128"/>
              </a:rPr>
              <a:t>で</a:t>
            </a:r>
            <a:r>
              <a:rPr lang="en-US" altLang="ja-JP" sz="1600" kern="0" dirty="0">
                <a:solidFill>
                  <a:srgbClr val="000000"/>
                </a:solidFill>
                <a:latin typeface="Arial" panose="020B0604020202020204" pitchFamily="34" charset="0"/>
                <a:ea typeface="ＭＳ Ｐゴシック" panose="020B0600070205080204" pitchFamily="50" charset="-128"/>
              </a:rPr>
              <a:t>MFCC</a:t>
            </a:r>
            <a:r>
              <a:rPr lang="ja-JP" altLang="en-US" sz="1600" kern="0" dirty="0">
                <a:solidFill>
                  <a:srgbClr val="000000"/>
                </a:solidFill>
                <a:latin typeface="Arial" panose="020B0604020202020204" pitchFamily="34" charset="0"/>
                <a:ea typeface="ＭＳ Ｐゴシック" panose="020B0600070205080204" pitchFamily="50" charset="-128"/>
              </a:rPr>
              <a:t>抽出を高速実行</a:t>
            </a:r>
            <a:r>
              <a:rPr lang="en-US" altLang="ja-JP" sz="1600" kern="0" dirty="0">
                <a:solidFill>
                  <a:srgbClr val="000000"/>
                </a:solidFill>
                <a:latin typeface="Arial" panose="020B0604020202020204" pitchFamily="34" charset="0"/>
                <a:ea typeface="ＭＳ Ｐゴシック" panose="020B0600070205080204" pitchFamily="50" charset="-128"/>
              </a:rPr>
              <a:t>,</a:t>
            </a:r>
            <a:br>
              <a:rPr lang="en-US" altLang="ja-JP" sz="1600" kern="0" dirty="0">
                <a:solidFill>
                  <a:srgbClr val="000000"/>
                </a:solidFill>
                <a:latin typeface="Arial" panose="020B0604020202020204" pitchFamily="34" charset="0"/>
                <a:ea typeface="ＭＳ Ｐゴシック" panose="020B0600070205080204" pitchFamily="50" charset="-128"/>
              </a:rPr>
            </a:br>
            <a:r>
              <a:rPr lang="en-US" altLang="ja-JP" sz="1600" kern="0" dirty="0">
                <a:solidFill>
                  <a:srgbClr val="000000"/>
                </a:solidFill>
                <a:latin typeface="Arial" panose="020B0604020202020204" pitchFamily="34" charset="0"/>
                <a:ea typeface="ＭＳ Ｐゴシック" panose="020B0600070205080204" pitchFamily="50" charset="-128"/>
              </a:rPr>
              <a:t>NPU</a:t>
            </a:r>
            <a:r>
              <a:rPr lang="ja-JP" altLang="en-US" sz="1600" kern="0" dirty="0">
                <a:solidFill>
                  <a:srgbClr val="000000"/>
                </a:solidFill>
                <a:latin typeface="Arial" panose="020B0604020202020204" pitchFamily="34" charset="0"/>
                <a:ea typeface="ＭＳ Ｐゴシック" panose="020B0600070205080204" pitchFamily="50" charset="-128"/>
              </a:rPr>
              <a:t>上で音響推論実行</a:t>
            </a:r>
            <a:endParaRPr kumimoji="0" lang="ja-JP" altLang="en-US" i="0"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18" name="四角形: 角を丸くする 17">
            <a:extLst>
              <a:ext uri="{FF2B5EF4-FFF2-40B4-BE49-F238E27FC236}">
                <a16:creationId xmlns:a16="http://schemas.microsoft.com/office/drawing/2014/main" id="{D74612BD-996D-DABD-BBBC-2FE45D506146}"/>
              </a:ext>
            </a:extLst>
          </p:cNvPr>
          <p:cNvSpPr/>
          <p:nvPr/>
        </p:nvSpPr>
        <p:spPr bwMode="auto">
          <a:xfrm>
            <a:off x="3839558" y="2759930"/>
            <a:ext cx="3234715" cy="90085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lvl="0" algn="ctr" defTabSz="914400" eaLnBrk="0" fontAlgn="base" hangingPunct="0">
              <a:lnSpc>
                <a:spcPct val="85000"/>
              </a:lnSpc>
              <a:spcBef>
                <a:spcPct val="50000"/>
              </a:spcBef>
              <a:spcAft>
                <a:spcPct val="0"/>
              </a:spcAft>
              <a:defRPr/>
            </a:pPr>
            <a:r>
              <a:rPr lang="en-US" altLang="ja-JP" b="1" kern="0" dirty="0" err="1">
                <a:solidFill>
                  <a:srgbClr val="000000"/>
                </a:solidFill>
                <a:latin typeface="Arial" panose="020B0604020202020204" pitchFamily="34" charset="0"/>
                <a:ea typeface="ＭＳ Ｐゴシック" panose="020B0600070205080204" pitchFamily="50" charset="-128"/>
              </a:rPr>
              <a:t>task_gas</a:t>
            </a:r>
            <a:r>
              <a:rPr lang="en-US" altLang="ja-JP" b="1" kern="0" dirty="0">
                <a:solidFill>
                  <a:srgbClr val="000000"/>
                </a:solidFill>
                <a:latin typeface="Arial" panose="020B0604020202020204" pitchFamily="34" charset="0"/>
                <a:ea typeface="ＭＳ Ｐゴシック" panose="020B0600070205080204" pitchFamily="50" charset="-128"/>
              </a:rPr>
              <a:t> </a:t>
            </a:r>
            <a:r>
              <a:rPr lang="en-US" altLang="ja-JP" sz="1600" kern="0" dirty="0">
                <a:solidFill>
                  <a:srgbClr val="000000"/>
                </a:solidFill>
                <a:latin typeface="Arial" panose="020B0604020202020204" pitchFamily="34" charset="0"/>
                <a:ea typeface="ＭＳ Ｐゴシック" panose="020B0600070205080204" pitchFamily="50" charset="-128"/>
              </a:rPr>
              <a:t>(priority 10)</a:t>
            </a:r>
            <a:br>
              <a:rPr lang="en-US" altLang="ja-JP" sz="1600" kern="0" dirty="0">
                <a:solidFill>
                  <a:srgbClr val="000000"/>
                </a:solidFill>
                <a:latin typeface="Arial" panose="020B0604020202020204" pitchFamily="34" charset="0"/>
                <a:ea typeface="ＭＳ Ｐゴシック" panose="020B0600070205080204" pitchFamily="50" charset="-128"/>
              </a:rPr>
            </a:br>
            <a:r>
              <a:rPr lang="ja-JP" altLang="en-US" sz="1600" kern="0" dirty="0">
                <a:solidFill>
                  <a:srgbClr val="000000"/>
                </a:solidFill>
                <a:latin typeface="Arial" panose="020B0604020202020204" pitchFamily="34" charset="0"/>
                <a:ea typeface="ＭＳ Ｐゴシック" panose="020B0600070205080204" pitchFamily="50" charset="-128"/>
              </a:rPr>
              <a:t>リングバッファにコピー</a:t>
            </a:r>
            <a:r>
              <a:rPr lang="en-US" altLang="ja-JP" sz="1600" kern="0" dirty="0">
                <a:solidFill>
                  <a:srgbClr val="000000"/>
                </a:solidFill>
                <a:latin typeface="Arial" panose="020B0604020202020204" pitchFamily="34" charset="0"/>
                <a:ea typeface="ＭＳ Ｐゴシック" panose="020B0600070205080204" pitchFamily="50" charset="-128"/>
              </a:rPr>
              <a:t>, </a:t>
            </a:r>
            <a:r>
              <a:rPr lang="ja-JP" altLang="en-US" sz="1600" kern="0" dirty="0">
                <a:solidFill>
                  <a:srgbClr val="000000"/>
                </a:solidFill>
                <a:latin typeface="Arial" panose="020B0604020202020204" pitchFamily="34" charset="0"/>
                <a:ea typeface="ＭＳ Ｐゴシック" panose="020B0600070205080204" pitchFamily="50" charset="-128"/>
              </a:rPr>
              <a:t>立上り検出</a:t>
            </a:r>
            <a:r>
              <a:rPr lang="en-US" altLang="ja-JP" sz="1600" kern="0" dirty="0">
                <a:solidFill>
                  <a:srgbClr val="000000"/>
                </a:solidFill>
                <a:latin typeface="Arial" panose="020B0604020202020204" pitchFamily="34" charset="0"/>
                <a:ea typeface="ＭＳ Ｐゴシック" panose="020B0600070205080204" pitchFamily="50" charset="-128"/>
              </a:rPr>
              <a:t>,</a:t>
            </a:r>
            <a:br>
              <a:rPr lang="en-US" altLang="ja-JP" sz="1600" kern="0" dirty="0">
                <a:solidFill>
                  <a:srgbClr val="000000"/>
                </a:solidFill>
                <a:latin typeface="Arial" panose="020B0604020202020204" pitchFamily="34" charset="0"/>
                <a:ea typeface="ＭＳ Ｐゴシック" panose="020B0600070205080204" pitchFamily="50" charset="-128"/>
              </a:rPr>
            </a:br>
            <a:r>
              <a:rPr lang="en-US" altLang="ja-JP" sz="1600" kern="0" dirty="0">
                <a:solidFill>
                  <a:srgbClr val="000000"/>
                </a:solidFill>
                <a:latin typeface="Arial" panose="020B0604020202020204" pitchFamily="34" charset="0"/>
                <a:ea typeface="ＭＳ Ｐゴシック" panose="020B0600070205080204" pitchFamily="50" charset="-128"/>
              </a:rPr>
              <a:t>CPU</a:t>
            </a:r>
            <a:r>
              <a:rPr lang="ja-JP" altLang="en-US" sz="1600" kern="0" dirty="0">
                <a:solidFill>
                  <a:srgbClr val="000000"/>
                </a:solidFill>
                <a:latin typeface="Arial" panose="020B0604020202020204" pitchFamily="34" charset="0"/>
                <a:ea typeface="ＭＳ Ｐゴシック" panose="020B0600070205080204" pitchFamily="50" charset="-128"/>
              </a:rPr>
              <a:t>上でガス推論実行</a:t>
            </a:r>
            <a:endParaRPr lang="en-US" altLang="ja-JP" kern="0" dirty="0">
              <a:solidFill>
                <a:srgbClr val="000000"/>
              </a:solidFill>
              <a:latin typeface="Arial" panose="020B0604020202020204" pitchFamily="34" charset="0"/>
              <a:ea typeface="ＭＳ Ｐゴシック" panose="020B0600070205080204" pitchFamily="50" charset="-128"/>
            </a:endParaRPr>
          </a:p>
        </p:txBody>
      </p:sp>
      <p:sp>
        <p:nvSpPr>
          <p:cNvPr id="19" name="四角形: 角を丸くする 18">
            <a:extLst>
              <a:ext uri="{FF2B5EF4-FFF2-40B4-BE49-F238E27FC236}">
                <a16:creationId xmlns:a16="http://schemas.microsoft.com/office/drawing/2014/main" id="{DBEB1027-E702-62B6-1C30-601566259D5C}"/>
              </a:ext>
            </a:extLst>
          </p:cNvPr>
          <p:cNvSpPr/>
          <p:nvPr/>
        </p:nvSpPr>
        <p:spPr bwMode="auto">
          <a:xfrm>
            <a:off x="7493031" y="2759930"/>
            <a:ext cx="2223640" cy="90085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lvl="0" algn="ctr" defTabSz="914400" eaLnBrk="0" fontAlgn="base" hangingPunct="0">
              <a:lnSpc>
                <a:spcPct val="85000"/>
              </a:lnSpc>
              <a:spcBef>
                <a:spcPct val="50000"/>
              </a:spcBef>
              <a:spcAft>
                <a:spcPct val="0"/>
              </a:spcAft>
              <a:defRPr/>
            </a:pPr>
            <a:r>
              <a:rPr lang="en-US" altLang="ja-JP" b="1" kern="0" dirty="0" err="1">
                <a:solidFill>
                  <a:srgbClr val="000000"/>
                </a:solidFill>
                <a:latin typeface="Arial" panose="020B0604020202020204" pitchFamily="34" charset="0"/>
                <a:ea typeface="ＭＳ Ｐゴシック" panose="020B0600070205080204" pitchFamily="50" charset="-128"/>
              </a:rPr>
              <a:t>task_display</a:t>
            </a:r>
            <a:br>
              <a:rPr lang="en-US" altLang="ja-JP" b="1" kern="0" dirty="0">
                <a:solidFill>
                  <a:srgbClr val="000000"/>
                </a:solidFill>
                <a:latin typeface="Arial" panose="020B0604020202020204" pitchFamily="34" charset="0"/>
                <a:ea typeface="ＭＳ Ｐゴシック" panose="020B0600070205080204" pitchFamily="50" charset="-128"/>
              </a:rPr>
            </a:br>
            <a:r>
              <a:rPr lang="ja-JP" altLang="en-US" sz="1600" kern="0" dirty="0">
                <a:solidFill>
                  <a:srgbClr val="000000"/>
                </a:solidFill>
                <a:latin typeface="Arial" panose="020B0604020202020204" pitchFamily="34" charset="0"/>
                <a:ea typeface="ＭＳ Ｐゴシック" panose="020B0600070205080204" pitchFamily="50" charset="-128"/>
              </a:rPr>
              <a:t>（</a:t>
            </a:r>
            <a:r>
              <a:rPr lang="en-US" altLang="ja-JP" sz="1600" kern="0" dirty="0">
                <a:solidFill>
                  <a:srgbClr val="000000"/>
                </a:solidFill>
                <a:latin typeface="Arial" panose="020B0604020202020204" pitchFamily="34" charset="0"/>
                <a:ea typeface="ＭＳ Ｐゴシック" panose="020B0600070205080204" pitchFamily="50" charset="-128"/>
              </a:rPr>
              <a:t>priority 12</a:t>
            </a:r>
            <a:r>
              <a:rPr lang="ja-JP" altLang="en-US" sz="1600" kern="0" dirty="0">
                <a:solidFill>
                  <a:srgbClr val="000000"/>
                </a:solidFill>
                <a:latin typeface="Arial" panose="020B0604020202020204" pitchFamily="34" charset="0"/>
                <a:ea typeface="ＭＳ Ｐゴシック" panose="020B0600070205080204" pitchFamily="50" charset="-128"/>
              </a:rPr>
              <a:t>）</a:t>
            </a:r>
            <a:br>
              <a:rPr lang="en-US" altLang="ja-JP" sz="1600" b="1" kern="0" dirty="0">
                <a:solidFill>
                  <a:srgbClr val="000000"/>
                </a:solidFill>
                <a:latin typeface="Arial" panose="020B0604020202020204" pitchFamily="34" charset="0"/>
                <a:ea typeface="ＭＳ Ｐゴシック" panose="020B0600070205080204" pitchFamily="50" charset="-128"/>
              </a:rPr>
            </a:br>
            <a:r>
              <a:rPr lang="en-US" altLang="ja-JP" sz="1600" kern="0" dirty="0">
                <a:solidFill>
                  <a:srgbClr val="000000"/>
                </a:solidFill>
                <a:latin typeface="Arial" panose="020B0604020202020204" pitchFamily="34" charset="0"/>
                <a:ea typeface="ＭＳ Ｐゴシック" panose="020B0600070205080204" pitchFamily="50" charset="-128"/>
              </a:rPr>
              <a:t>200ms</a:t>
            </a:r>
            <a:r>
              <a:rPr lang="ja-JP" altLang="en-US" sz="1600" kern="0" dirty="0">
                <a:solidFill>
                  <a:srgbClr val="000000"/>
                </a:solidFill>
                <a:latin typeface="Arial" panose="020B0604020202020204" pitchFamily="34" charset="0"/>
                <a:ea typeface="ＭＳ Ｐゴシック" panose="020B0600070205080204" pitchFamily="50" charset="-128"/>
              </a:rPr>
              <a:t>周期で描画</a:t>
            </a:r>
            <a:endParaRPr lang="ja-JP" altLang="en-US" kern="0" dirty="0">
              <a:solidFill>
                <a:srgbClr val="000000"/>
              </a:solidFill>
              <a:latin typeface="Arial" panose="020B0604020202020204" pitchFamily="34" charset="0"/>
              <a:ea typeface="ＭＳ Ｐゴシック" panose="020B0600070205080204" pitchFamily="50" charset="-128"/>
            </a:endParaRPr>
          </a:p>
        </p:txBody>
      </p:sp>
      <p:sp>
        <p:nvSpPr>
          <p:cNvPr id="20" name="四角形: 角を丸くする 19">
            <a:extLst>
              <a:ext uri="{FF2B5EF4-FFF2-40B4-BE49-F238E27FC236}">
                <a16:creationId xmlns:a16="http://schemas.microsoft.com/office/drawing/2014/main" id="{51DC4063-E4D3-2C3E-8E33-D65AC7194DEB}"/>
              </a:ext>
            </a:extLst>
          </p:cNvPr>
          <p:cNvSpPr/>
          <p:nvPr/>
        </p:nvSpPr>
        <p:spPr bwMode="auto">
          <a:xfrm>
            <a:off x="9785087" y="2759930"/>
            <a:ext cx="2223640" cy="900852"/>
          </a:xfrm>
          <a:prstGeom prst="roundRect">
            <a:avLst>
              <a:gd name="adj" fmla="val 10231"/>
            </a:avLst>
          </a:prstGeom>
          <a:solidFill>
            <a:schemeClr val="bg1"/>
          </a:solidFill>
          <a:ln w="19050" cap="flat" cmpd="sng" algn="ctr">
            <a:solidFill>
              <a:srgbClr val="000000"/>
            </a:solidFill>
            <a:prstDash val="sysDot"/>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lvl="0" algn="ctr" defTabSz="914400" eaLnBrk="0" fontAlgn="base" hangingPunct="0">
              <a:lnSpc>
                <a:spcPct val="85000"/>
              </a:lnSpc>
              <a:spcBef>
                <a:spcPct val="50000"/>
              </a:spcBef>
              <a:spcAft>
                <a:spcPct val="0"/>
              </a:spcAft>
              <a:defRPr/>
            </a:pPr>
            <a:r>
              <a:rPr lang="en-US" altLang="ja-JP" b="1" kern="0" dirty="0" err="1">
                <a:solidFill>
                  <a:srgbClr val="000000"/>
                </a:solidFill>
                <a:latin typeface="Arial" panose="020B0604020202020204" pitchFamily="34" charset="0"/>
                <a:ea typeface="ＭＳ Ｐゴシック" panose="020B0600070205080204" pitchFamily="50" charset="-128"/>
              </a:rPr>
              <a:t>task_net</a:t>
            </a:r>
            <a:br>
              <a:rPr lang="en-US" altLang="ja-JP" b="1" kern="0" dirty="0">
                <a:solidFill>
                  <a:srgbClr val="000000"/>
                </a:solidFill>
                <a:latin typeface="Arial" panose="020B0604020202020204" pitchFamily="34" charset="0"/>
                <a:ea typeface="ＭＳ Ｐゴシック" panose="020B0600070205080204" pitchFamily="50" charset="-128"/>
              </a:rPr>
            </a:br>
            <a:r>
              <a:rPr lang="ja-JP" altLang="en-US" sz="1600" kern="0" dirty="0">
                <a:solidFill>
                  <a:srgbClr val="000000"/>
                </a:solidFill>
                <a:latin typeface="Arial" panose="020B0604020202020204" pitchFamily="34" charset="0"/>
                <a:ea typeface="ＭＳ Ｐゴシック" panose="020B0600070205080204" pitchFamily="50" charset="-128"/>
              </a:rPr>
              <a:t>（</a:t>
            </a:r>
            <a:r>
              <a:rPr lang="en-US" altLang="ja-JP" sz="1600" kern="0" dirty="0">
                <a:solidFill>
                  <a:srgbClr val="000000"/>
                </a:solidFill>
                <a:latin typeface="Arial" panose="020B0604020202020204" pitchFamily="34" charset="0"/>
                <a:ea typeface="ＭＳ Ｐゴシック" panose="020B0600070205080204" pitchFamily="50" charset="-128"/>
              </a:rPr>
              <a:t>priority 13</a:t>
            </a:r>
            <a:r>
              <a:rPr lang="ja-JP" altLang="en-US" sz="1600" kern="0" dirty="0">
                <a:solidFill>
                  <a:srgbClr val="000000"/>
                </a:solidFill>
                <a:latin typeface="Arial" panose="020B0604020202020204" pitchFamily="34" charset="0"/>
                <a:ea typeface="ＭＳ Ｐゴシック" panose="020B0600070205080204" pitchFamily="50" charset="-128"/>
              </a:rPr>
              <a:t>）</a:t>
            </a:r>
            <a:br>
              <a:rPr lang="en-US" altLang="ja-JP" sz="1600" b="1" kern="0" dirty="0">
                <a:solidFill>
                  <a:srgbClr val="000000"/>
                </a:solidFill>
                <a:latin typeface="Arial" panose="020B0604020202020204" pitchFamily="34" charset="0"/>
                <a:ea typeface="ＭＳ Ｐゴシック" panose="020B0600070205080204" pitchFamily="50" charset="-128"/>
              </a:rPr>
            </a:br>
            <a:r>
              <a:rPr lang="ja-JP" altLang="en-US" sz="1600" kern="0" dirty="0">
                <a:solidFill>
                  <a:srgbClr val="000000"/>
                </a:solidFill>
                <a:latin typeface="Arial" panose="020B0604020202020204" pitchFamily="34" charset="0"/>
                <a:ea typeface="ＭＳ Ｐゴシック" panose="020B0600070205080204" pitchFamily="50" charset="-128"/>
              </a:rPr>
              <a:t>検知結果の通知を生成</a:t>
            </a:r>
            <a:endParaRPr lang="ja-JP" altLang="en-US" kern="0" dirty="0">
              <a:solidFill>
                <a:srgbClr val="000000"/>
              </a:solidFill>
              <a:latin typeface="Arial" panose="020B0604020202020204" pitchFamily="34" charset="0"/>
              <a:ea typeface="ＭＳ Ｐゴシック" panose="020B0600070205080204" pitchFamily="50" charset="-128"/>
            </a:endParaRPr>
          </a:p>
        </p:txBody>
      </p:sp>
      <p:sp>
        <p:nvSpPr>
          <p:cNvPr id="21" name="テキスト ボックス 20">
            <a:extLst>
              <a:ext uri="{FF2B5EF4-FFF2-40B4-BE49-F238E27FC236}">
                <a16:creationId xmlns:a16="http://schemas.microsoft.com/office/drawing/2014/main" id="{C48EAC67-BABE-FD25-0F4D-9A4446B5EA6C}"/>
              </a:ext>
            </a:extLst>
          </p:cNvPr>
          <p:cNvSpPr txBox="1"/>
          <p:nvPr/>
        </p:nvSpPr>
        <p:spPr>
          <a:xfrm>
            <a:off x="162467" y="5253755"/>
            <a:ext cx="1794081" cy="400110"/>
          </a:xfrm>
          <a:prstGeom prst="rect">
            <a:avLst/>
          </a:prstGeom>
          <a:noFill/>
          <a:ln w="19050">
            <a:solidFill>
              <a:schemeClr val="bg1"/>
            </a:solidFill>
          </a:ln>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1" lang="ja-JP" altLang="en-US" sz="2000" b="1" i="0" u="none" strike="noStrike" kern="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50" charset="-128"/>
              </a:rPr>
              <a:t>ハードウェア層</a:t>
            </a:r>
          </a:p>
        </p:txBody>
      </p:sp>
      <p:sp>
        <p:nvSpPr>
          <p:cNvPr id="22" name="テキスト ボックス 21">
            <a:extLst>
              <a:ext uri="{FF2B5EF4-FFF2-40B4-BE49-F238E27FC236}">
                <a16:creationId xmlns:a16="http://schemas.microsoft.com/office/drawing/2014/main" id="{7401CDC6-3A3D-0B47-7479-04EA26981860}"/>
              </a:ext>
            </a:extLst>
          </p:cNvPr>
          <p:cNvSpPr txBox="1"/>
          <p:nvPr/>
        </p:nvSpPr>
        <p:spPr>
          <a:xfrm>
            <a:off x="162467" y="3867716"/>
            <a:ext cx="1305165" cy="400110"/>
          </a:xfrm>
          <a:prstGeom prst="rect">
            <a:avLst/>
          </a:prstGeom>
          <a:noFill/>
          <a:ln w="19050">
            <a:solidFill>
              <a:schemeClr val="bg1"/>
            </a:solidFill>
          </a:ln>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1" lang="ja-JP" altLang="en-US" sz="2000" b="1" i="0" u="none" strike="noStrike" kern="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50" charset="-128"/>
              </a:rPr>
              <a:t>ドライバ層</a:t>
            </a:r>
          </a:p>
        </p:txBody>
      </p:sp>
      <p:sp>
        <p:nvSpPr>
          <p:cNvPr id="23" name="テキスト ボックス 22">
            <a:extLst>
              <a:ext uri="{FF2B5EF4-FFF2-40B4-BE49-F238E27FC236}">
                <a16:creationId xmlns:a16="http://schemas.microsoft.com/office/drawing/2014/main" id="{7339F1ED-A6E4-9075-EC54-ACA1DA236468}"/>
              </a:ext>
            </a:extLst>
          </p:cNvPr>
          <p:cNvSpPr txBox="1"/>
          <p:nvPr/>
        </p:nvSpPr>
        <p:spPr>
          <a:xfrm>
            <a:off x="162467" y="2286597"/>
            <a:ext cx="2194832" cy="400110"/>
          </a:xfrm>
          <a:prstGeom prst="rect">
            <a:avLst/>
          </a:prstGeom>
          <a:noFill/>
          <a:ln w="19050">
            <a:solidFill>
              <a:schemeClr val="bg1"/>
            </a:solidFill>
          </a:ln>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1" lang="ja-JP" altLang="en-US" sz="2000" b="1" i="0" u="none" strike="noStrike" kern="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50" charset="-128"/>
              </a:rPr>
              <a:t>アプリケーション層</a:t>
            </a:r>
          </a:p>
        </p:txBody>
      </p:sp>
      <p:sp>
        <p:nvSpPr>
          <p:cNvPr id="24" name="四角形: 角を丸くする 23">
            <a:extLst>
              <a:ext uri="{FF2B5EF4-FFF2-40B4-BE49-F238E27FC236}">
                <a16:creationId xmlns:a16="http://schemas.microsoft.com/office/drawing/2014/main" id="{5E321EC5-053D-DB55-A578-FD889962F057}"/>
              </a:ext>
            </a:extLst>
          </p:cNvPr>
          <p:cNvSpPr/>
          <p:nvPr/>
        </p:nvSpPr>
        <p:spPr bwMode="auto">
          <a:xfrm>
            <a:off x="221399" y="1377834"/>
            <a:ext cx="6852869" cy="713982"/>
          </a:xfrm>
          <a:prstGeom prst="roundRect">
            <a:avLst>
              <a:gd name="adj" fmla="val 10231"/>
            </a:avLst>
          </a:prstGeom>
          <a:solidFill>
            <a:schemeClr val="bg1"/>
          </a:solidFill>
          <a:ln w="28575" cap="flat" cmpd="sng" algn="ctr">
            <a:solidFill>
              <a:srgbClr val="000000"/>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0" fontAlgn="base" latinLnBrk="0" hangingPunct="0">
              <a:lnSpc>
                <a:spcPct val="85000"/>
              </a:lnSpc>
              <a:spcBef>
                <a:spcPct val="50000"/>
              </a:spcBef>
              <a:spcAft>
                <a:spcPct val="0"/>
              </a:spcAft>
              <a:buClrTx/>
              <a:buSzTx/>
              <a:buFontTx/>
              <a:buNone/>
              <a:tabLst/>
              <a:defRPr/>
            </a:pPr>
            <a:r>
              <a:rPr kumimoji="0" lang="en-US" altLang="ja-JP" sz="20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CPU0 Cortex-M85 @1GHz</a:t>
            </a:r>
            <a:br>
              <a:rPr kumimoji="0" lang="en-US" altLang="ja-JP"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br>
            <a:r>
              <a:rPr lang="ja-JP" altLang="en-US" kern="0" dirty="0">
                <a:solidFill>
                  <a:srgbClr val="000000"/>
                </a:solidFill>
                <a:latin typeface="Arial" panose="020B0604020202020204" pitchFamily="34" charset="0"/>
                <a:ea typeface="ＭＳ Ｐゴシック" panose="020B0600070205080204" pitchFamily="50" charset="-128"/>
              </a:rPr>
              <a:t>リアルタイム重要性</a:t>
            </a:r>
            <a:r>
              <a:rPr lang="ja-JP" altLang="en-US" b="1" kern="0" dirty="0">
                <a:solidFill>
                  <a:srgbClr val="00B050"/>
                </a:solidFill>
                <a:latin typeface="Arial" panose="020B0604020202020204" pitchFamily="34" charset="0"/>
                <a:ea typeface="ＭＳ Ｐゴシック" panose="020B0600070205080204" pitchFamily="50" charset="-128"/>
              </a:rPr>
              <a:t>高</a:t>
            </a:r>
            <a:r>
              <a:rPr lang="ja-JP" altLang="en-US" kern="0" dirty="0">
                <a:solidFill>
                  <a:srgbClr val="000000"/>
                </a:solidFill>
                <a:latin typeface="Arial" panose="020B0604020202020204" pitchFamily="34" charset="0"/>
                <a:ea typeface="ＭＳ Ｐゴシック" panose="020B0600070205080204" pitchFamily="50" charset="-128"/>
              </a:rPr>
              <a:t>（サンプリング＋</a:t>
            </a:r>
            <a:r>
              <a:rPr lang="en-US" altLang="ja-JP" kern="0" dirty="0">
                <a:solidFill>
                  <a:srgbClr val="000000"/>
                </a:solidFill>
                <a:latin typeface="Arial" panose="020B0604020202020204" pitchFamily="34" charset="0"/>
                <a:ea typeface="ＭＳ Ｐゴシック" panose="020B0600070205080204" pitchFamily="50" charset="-128"/>
              </a:rPr>
              <a:t>AI</a:t>
            </a:r>
            <a:r>
              <a:rPr lang="ja-JP" altLang="en-US" kern="0" dirty="0">
                <a:solidFill>
                  <a:srgbClr val="000000"/>
                </a:solidFill>
                <a:latin typeface="Arial" panose="020B0604020202020204" pitchFamily="34" charset="0"/>
                <a:ea typeface="ＭＳ Ｐゴシック" panose="020B0600070205080204" pitchFamily="50" charset="-128"/>
              </a:rPr>
              <a:t>推論）（</a:t>
            </a:r>
            <a:r>
              <a:rPr lang="en-US" altLang="ja-JP" sz="2000" b="1" kern="0" dirty="0" err="1">
                <a:solidFill>
                  <a:srgbClr val="FF0000"/>
                </a:solidFill>
                <a:latin typeface="Arial" panose="020B0604020202020204" pitchFamily="34" charset="0"/>
                <a:ea typeface="ＭＳ Ｐゴシック" panose="020B0600070205080204" pitchFamily="50" charset="-128"/>
              </a:rPr>
              <a:t>Scentext</a:t>
            </a:r>
            <a:r>
              <a:rPr lang="ja-JP" altLang="en-US" kern="0" dirty="0">
                <a:solidFill>
                  <a:srgbClr val="000000"/>
                </a:solidFill>
                <a:latin typeface="Arial" panose="020B0604020202020204" pitchFamily="34" charset="0"/>
                <a:ea typeface="ＭＳ Ｐゴシック" panose="020B0600070205080204" pitchFamily="50" charset="-128"/>
              </a:rPr>
              <a:t>）</a:t>
            </a:r>
            <a:endParaRPr kumimoji="0" lang="ja-JP" altLang="en-US"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25" name="四角形: 角を丸くする 24">
            <a:extLst>
              <a:ext uri="{FF2B5EF4-FFF2-40B4-BE49-F238E27FC236}">
                <a16:creationId xmlns:a16="http://schemas.microsoft.com/office/drawing/2014/main" id="{941131E7-B6B5-E6EB-9708-A654C7E5E16F}"/>
              </a:ext>
            </a:extLst>
          </p:cNvPr>
          <p:cNvSpPr/>
          <p:nvPr/>
        </p:nvSpPr>
        <p:spPr bwMode="auto">
          <a:xfrm>
            <a:off x="7493031" y="1377834"/>
            <a:ext cx="4510230" cy="713982"/>
          </a:xfrm>
          <a:prstGeom prst="roundRect">
            <a:avLst>
              <a:gd name="adj" fmla="val 10231"/>
            </a:avLst>
          </a:prstGeom>
          <a:solidFill>
            <a:schemeClr val="bg1"/>
          </a:solidFill>
          <a:ln w="28575" cap="flat" cmpd="sng" algn="ctr">
            <a:solidFill>
              <a:srgbClr val="000000"/>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lvl="0" algn="ctr" defTabSz="914400" eaLnBrk="0" fontAlgn="base" hangingPunct="0">
              <a:lnSpc>
                <a:spcPct val="85000"/>
              </a:lnSpc>
              <a:spcBef>
                <a:spcPct val="50000"/>
              </a:spcBef>
              <a:spcAft>
                <a:spcPct val="0"/>
              </a:spcAft>
              <a:defRPr/>
            </a:pPr>
            <a:r>
              <a:rPr kumimoji="0" lang="en-US" altLang="ja-JP" sz="20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CPU1 Cortex-M33 @250MHz</a:t>
            </a:r>
            <a:br>
              <a:rPr kumimoji="0" lang="en-US" altLang="ja-JP" sz="20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br>
            <a:r>
              <a:rPr lang="ja-JP" altLang="en-US" kern="0" dirty="0">
                <a:solidFill>
                  <a:srgbClr val="000000"/>
                </a:solidFill>
                <a:latin typeface="Arial" panose="020B0604020202020204" pitchFamily="34" charset="0"/>
                <a:ea typeface="ＭＳ Ｐゴシック" panose="020B0600070205080204" pitchFamily="50" charset="-128"/>
              </a:rPr>
              <a:t>リアルタイム重要性</a:t>
            </a:r>
            <a:r>
              <a:rPr lang="ja-JP" altLang="en-US" b="1" kern="0" dirty="0">
                <a:solidFill>
                  <a:srgbClr val="00B050"/>
                </a:solidFill>
                <a:latin typeface="Arial" panose="020B0604020202020204" pitchFamily="34" charset="0"/>
                <a:ea typeface="ＭＳ Ｐゴシック" panose="020B0600070205080204" pitchFamily="50" charset="-128"/>
              </a:rPr>
              <a:t>低</a:t>
            </a:r>
            <a:r>
              <a:rPr lang="ja-JP" altLang="en-US" kern="0" dirty="0">
                <a:solidFill>
                  <a:srgbClr val="000000"/>
                </a:solidFill>
                <a:latin typeface="Arial" panose="020B0604020202020204" pitchFamily="34" charset="0"/>
                <a:ea typeface="ＭＳ Ｐゴシック" panose="020B0600070205080204" pitchFamily="50" charset="-128"/>
              </a:rPr>
              <a:t>（表示＋通信）</a:t>
            </a:r>
            <a:endParaRPr kumimoji="0" lang="ja-JP" altLang="en-US"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cxnSp>
        <p:nvCxnSpPr>
          <p:cNvPr id="26" name="直線矢印コネクタ 25">
            <a:extLst>
              <a:ext uri="{FF2B5EF4-FFF2-40B4-BE49-F238E27FC236}">
                <a16:creationId xmlns:a16="http://schemas.microsoft.com/office/drawing/2014/main" id="{86D3DC73-02C7-0314-5D77-9F65330F8BF8}"/>
              </a:ext>
            </a:extLst>
          </p:cNvPr>
          <p:cNvCxnSpPr>
            <a:cxnSpLocks/>
          </p:cNvCxnSpPr>
          <p:nvPr/>
        </p:nvCxnSpPr>
        <p:spPr>
          <a:xfrm flipV="1">
            <a:off x="2189922" y="5070556"/>
            <a:ext cx="0" cy="623257"/>
          </a:xfrm>
          <a:prstGeom prst="straightConnector1">
            <a:avLst/>
          </a:prstGeom>
          <a:ln w="38100">
            <a:solidFill>
              <a:schemeClr val="bg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23203EF0-CEF3-3F8C-7F85-B65B29107735}"/>
              </a:ext>
            </a:extLst>
          </p:cNvPr>
          <p:cNvCxnSpPr>
            <a:cxnSpLocks/>
          </p:cNvCxnSpPr>
          <p:nvPr/>
        </p:nvCxnSpPr>
        <p:spPr>
          <a:xfrm flipV="1">
            <a:off x="2189922" y="3680649"/>
            <a:ext cx="0" cy="623257"/>
          </a:xfrm>
          <a:prstGeom prst="straightConnector1">
            <a:avLst/>
          </a:prstGeom>
          <a:ln w="38100">
            <a:solidFill>
              <a:schemeClr val="bg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604F1381-2468-7012-DB19-B4FF36DBFD91}"/>
              </a:ext>
            </a:extLst>
          </p:cNvPr>
          <p:cNvCxnSpPr>
            <a:cxnSpLocks/>
          </p:cNvCxnSpPr>
          <p:nvPr/>
        </p:nvCxnSpPr>
        <p:spPr>
          <a:xfrm flipV="1">
            <a:off x="3311291" y="3680649"/>
            <a:ext cx="0" cy="623257"/>
          </a:xfrm>
          <a:prstGeom prst="straightConnector1">
            <a:avLst/>
          </a:prstGeom>
          <a:ln w="38100">
            <a:solidFill>
              <a:schemeClr val="bg1"/>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9716B2F0-340D-35F4-D99C-75E9365B6C69}"/>
              </a:ext>
            </a:extLst>
          </p:cNvPr>
          <p:cNvCxnSpPr>
            <a:cxnSpLocks/>
          </p:cNvCxnSpPr>
          <p:nvPr/>
        </p:nvCxnSpPr>
        <p:spPr>
          <a:xfrm flipV="1">
            <a:off x="3311291" y="5070556"/>
            <a:ext cx="0" cy="623257"/>
          </a:xfrm>
          <a:prstGeom prst="straightConnector1">
            <a:avLst/>
          </a:prstGeom>
          <a:ln w="38100">
            <a:solidFill>
              <a:schemeClr val="bg1"/>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C04C68F1-8108-40BA-6CC9-373D20F54F79}"/>
              </a:ext>
            </a:extLst>
          </p:cNvPr>
          <p:cNvCxnSpPr>
            <a:cxnSpLocks/>
          </p:cNvCxnSpPr>
          <p:nvPr/>
        </p:nvCxnSpPr>
        <p:spPr>
          <a:xfrm flipV="1">
            <a:off x="8587069" y="3680649"/>
            <a:ext cx="0" cy="623257"/>
          </a:xfrm>
          <a:prstGeom prst="straightConnector1">
            <a:avLst/>
          </a:prstGeom>
          <a:ln w="38100">
            <a:solidFill>
              <a:schemeClr val="bg1"/>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AB315FED-FBEB-19B7-64FE-706F5912CDA4}"/>
              </a:ext>
            </a:extLst>
          </p:cNvPr>
          <p:cNvCxnSpPr>
            <a:cxnSpLocks/>
          </p:cNvCxnSpPr>
          <p:nvPr/>
        </p:nvCxnSpPr>
        <p:spPr>
          <a:xfrm flipV="1">
            <a:off x="8587069" y="5062936"/>
            <a:ext cx="0" cy="623257"/>
          </a:xfrm>
          <a:prstGeom prst="straightConnector1">
            <a:avLst/>
          </a:prstGeom>
          <a:ln w="38100">
            <a:solidFill>
              <a:schemeClr val="bg1"/>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E6358E55-7380-4F5E-ABB0-B8F15259994B}"/>
              </a:ext>
            </a:extLst>
          </p:cNvPr>
          <p:cNvSpPr txBox="1"/>
          <p:nvPr/>
        </p:nvSpPr>
        <p:spPr>
          <a:xfrm>
            <a:off x="3353045" y="3872943"/>
            <a:ext cx="1527794"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b="1" kern="0" dirty="0">
                <a:solidFill>
                  <a:schemeClr val="bg1"/>
                </a:solidFill>
                <a:latin typeface="Arial" panose="020B0604020202020204" pitchFamily="34" charset="0"/>
                <a:ea typeface="ＭＳ Ｐゴシック" panose="020B0600070205080204" pitchFamily="50" charset="-128"/>
              </a:rPr>
              <a:t>データの流れ</a:t>
            </a:r>
            <a:endParaRPr kumimoji="1" lang="ja-JP" altLang="en-US" sz="1800" b="1" i="0" u="none" strike="noStrike" kern="0" cap="none" spc="0" normalizeH="0" baseline="-25000" noProof="0" dirty="0">
              <a:ln>
                <a:noFill/>
              </a:ln>
              <a:solidFill>
                <a:schemeClr val="bg1"/>
              </a:solidFill>
              <a:effectLst/>
              <a:uLnTx/>
              <a:uFillTx/>
              <a:latin typeface="Arial" panose="020B0604020202020204" pitchFamily="34" charset="0"/>
              <a:ea typeface="ＭＳ Ｐゴシック" panose="020B0600070205080204" pitchFamily="50" charset="-128"/>
            </a:endParaRPr>
          </a:p>
        </p:txBody>
      </p:sp>
      <p:sp>
        <p:nvSpPr>
          <p:cNvPr id="33" name="テキスト ボックス 32">
            <a:extLst>
              <a:ext uri="{FF2B5EF4-FFF2-40B4-BE49-F238E27FC236}">
                <a16:creationId xmlns:a16="http://schemas.microsoft.com/office/drawing/2014/main" id="{B21BF84A-A986-83B7-6062-8D7F07C14A40}"/>
              </a:ext>
            </a:extLst>
          </p:cNvPr>
          <p:cNvSpPr txBox="1"/>
          <p:nvPr/>
        </p:nvSpPr>
        <p:spPr>
          <a:xfrm>
            <a:off x="8703496" y="2099055"/>
            <a:ext cx="3541332" cy="307777"/>
          </a:xfrm>
          <a:prstGeom prst="rect">
            <a:avLst/>
          </a:prstGeom>
          <a:noFill/>
        </p:spPr>
        <p:txBody>
          <a:bodyPr wrap="square" rtlCol="0">
            <a:spAutoFit/>
          </a:bodyPr>
          <a:lstStyle/>
          <a:p>
            <a:pPr lvl="0" algn="ctr" defTabSz="914400" eaLnBrk="0" fontAlgn="base" hangingPunct="0">
              <a:spcBef>
                <a:spcPct val="0"/>
              </a:spcBef>
              <a:spcAft>
                <a:spcPct val="0"/>
              </a:spcAft>
              <a:defRPr/>
            </a:pPr>
            <a:r>
              <a:rPr kumimoji="1" lang="en-US" altLang="ja-JP" sz="1400" kern="0" dirty="0">
                <a:latin typeface="Arial" panose="020B0604020202020204" pitchFamily="34" charset="0"/>
                <a:ea typeface="ＭＳ Ｐゴシック" panose="020B0600070205080204" pitchFamily="50" charset="-128"/>
              </a:rPr>
              <a:t>※</a:t>
            </a:r>
            <a:r>
              <a:rPr kumimoji="1" lang="ja-JP" altLang="en-US" sz="1400" kern="0" dirty="0">
                <a:latin typeface="Arial" panose="020B0604020202020204" pitchFamily="34" charset="0"/>
                <a:ea typeface="ＭＳ Ｐゴシック" panose="020B0600070205080204" pitchFamily="50" charset="-128"/>
              </a:rPr>
              <a:t>優先度は各カーネルインスタンス内で有効</a:t>
            </a:r>
            <a:endParaRPr kumimoji="1" lang="ja-JP" altLang="en-US" sz="1400" i="0" u="none" strike="noStrike" kern="0" cap="none" spc="0" normalizeH="0" baseline="-25000" noProof="0" dirty="0">
              <a:ln>
                <a:noFill/>
              </a:ln>
              <a:effectLst/>
              <a:uLnTx/>
              <a:uFillTx/>
              <a:latin typeface="Arial" panose="020B0604020202020204" pitchFamily="34" charset="0"/>
              <a:ea typeface="ＭＳ Ｐゴシック" panose="020B0600070205080204" pitchFamily="50" charset="-128"/>
            </a:endParaRPr>
          </a:p>
        </p:txBody>
      </p:sp>
      <p:cxnSp>
        <p:nvCxnSpPr>
          <p:cNvPr id="34" name="直線矢印コネクタ 33">
            <a:extLst>
              <a:ext uri="{FF2B5EF4-FFF2-40B4-BE49-F238E27FC236}">
                <a16:creationId xmlns:a16="http://schemas.microsoft.com/office/drawing/2014/main" id="{EF85CB19-3486-6E60-7A18-85E07CB33AC1}"/>
              </a:ext>
            </a:extLst>
          </p:cNvPr>
          <p:cNvCxnSpPr>
            <a:cxnSpLocks/>
          </p:cNvCxnSpPr>
          <p:nvPr/>
        </p:nvCxnSpPr>
        <p:spPr>
          <a:xfrm flipV="1">
            <a:off x="3142458" y="5070556"/>
            <a:ext cx="0" cy="623257"/>
          </a:xfrm>
          <a:prstGeom prst="straightConnector1">
            <a:avLst/>
          </a:prstGeom>
          <a:ln w="38100">
            <a:solidFill>
              <a:schemeClr val="bg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446E15FB-76B2-39B5-5DE8-9CAA475711A7}"/>
              </a:ext>
            </a:extLst>
          </p:cNvPr>
          <p:cNvCxnSpPr>
            <a:cxnSpLocks/>
          </p:cNvCxnSpPr>
          <p:nvPr/>
        </p:nvCxnSpPr>
        <p:spPr>
          <a:xfrm flipV="1">
            <a:off x="3142458" y="3680649"/>
            <a:ext cx="0" cy="623257"/>
          </a:xfrm>
          <a:prstGeom prst="straightConnector1">
            <a:avLst/>
          </a:prstGeom>
          <a:ln w="38100">
            <a:solidFill>
              <a:schemeClr val="bg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78C1B021-FCA5-0B08-9E1E-15494EB10F3B}"/>
              </a:ext>
            </a:extLst>
          </p:cNvPr>
          <p:cNvCxnSpPr>
            <a:cxnSpLocks/>
          </p:cNvCxnSpPr>
          <p:nvPr/>
        </p:nvCxnSpPr>
        <p:spPr>
          <a:xfrm flipV="1">
            <a:off x="6017259" y="3680649"/>
            <a:ext cx="0" cy="623257"/>
          </a:xfrm>
          <a:prstGeom prst="straightConnector1">
            <a:avLst/>
          </a:prstGeom>
          <a:ln w="38100">
            <a:solidFill>
              <a:schemeClr val="bg1"/>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340A8B1D-83BE-7C66-E18C-2745C357EBAD}"/>
              </a:ext>
            </a:extLst>
          </p:cNvPr>
          <p:cNvCxnSpPr>
            <a:cxnSpLocks/>
          </p:cNvCxnSpPr>
          <p:nvPr/>
        </p:nvCxnSpPr>
        <p:spPr>
          <a:xfrm flipV="1">
            <a:off x="6017259" y="5070556"/>
            <a:ext cx="0" cy="623257"/>
          </a:xfrm>
          <a:prstGeom prst="straightConnector1">
            <a:avLst/>
          </a:prstGeom>
          <a:ln w="38100">
            <a:solidFill>
              <a:schemeClr val="bg1"/>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1B69ACAE-A219-B2AE-65E9-E698335B0E49}"/>
              </a:ext>
            </a:extLst>
          </p:cNvPr>
          <p:cNvCxnSpPr>
            <a:cxnSpLocks/>
          </p:cNvCxnSpPr>
          <p:nvPr/>
        </p:nvCxnSpPr>
        <p:spPr>
          <a:xfrm flipV="1">
            <a:off x="5848426" y="5070556"/>
            <a:ext cx="0" cy="623257"/>
          </a:xfrm>
          <a:prstGeom prst="straightConnector1">
            <a:avLst/>
          </a:prstGeom>
          <a:ln w="38100">
            <a:solidFill>
              <a:schemeClr val="bg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A27ED8CB-24FB-2835-429D-02E916CDA75A}"/>
              </a:ext>
            </a:extLst>
          </p:cNvPr>
          <p:cNvCxnSpPr>
            <a:cxnSpLocks/>
          </p:cNvCxnSpPr>
          <p:nvPr/>
        </p:nvCxnSpPr>
        <p:spPr>
          <a:xfrm flipV="1">
            <a:off x="5848426" y="3680649"/>
            <a:ext cx="0" cy="623257"/>
          </a:xfrm>
          <a:prstGeom prst="straightConnector1">
            <a:avLst/>
          </a:prstGeom>
          <a:ln w="38100">
            <a:solidFill>
              <a:schemeClr val="bg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BEE329D6-7012-9E2A-EB95-EB815B9ADC90}"/>
              </a:ext>
            </a:extLst>
          </p:cNvPr>
          <p:cNvCxnSpPr>
            <a:cxnSpLocks/>
          </p:cNvCxnSpPr>
          <p:nvPr/>
        </p:nvCxnSpPr>
        <p:spPr>
          <a:xfrm flipV="1">
            <a:off x="10952031" y="3680649"/>
            <a:ext cx="0" cy="623257"/>
          </a:xfrm>
          <a:prstGeom prst="straightConnector1">
            <a:avLst/>
          </a:prstGeom>
          <a:ln w="38100">
            <a:solidFill>
              <a:schemeClr val="bg1"/>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D3F67E70-5889-ED44-E690-4E12F3FE246A}"/>
              </a:ext>
            </a:extLst>
          </p:cNvPr>
          <p:cNvCxnSpPr>
            <a:cxnSpLocks/>
          </p:cNvCxnSpPr>
          <p:nvPr/>
        </p:nvCxnSpPr>
        <p:spPr>
          <a:xfrm flipV="1">
            <a:off x="10952031" y="5070556"/>
            <a:ext cx="0" cy="623257"/>
          </a:xfrm>
          <a:prstGeom prst="straightConnector1">
            <a:avLst/>
          </a:prstGeom>
          <a:ln w="38100">
            <a:solidFill>
              <a:schemeClr val="bg1"/>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45E6A49E-AB1F-B496-4A5F-FEC6EEBCC1B2}"/>
              </a:ext>
            </a:extLst>
          </p:cNvPr>
          <p:cNvCxnSpPr>
            <a:cxnSpLocks/>
          </p:cNvCxnSpPr>
          <p:nvPr/>
        </p:nvCxnSpPr>
        <p:spPr>
          <a:xfrm flipV="1">
            <a:off x="10783198" y="5070556"/>
            <a:ext cx="0" cy="623257"/>
          </a:xfrm>
          <a:prstGeom prst="straightConnector1">
            <a:avLst/>
          </a:prstGeom>
          <a:ln w="38100">
            <a:solidFill>
              <a:schemeClr val="bg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6A2542CA-2F0D-BC40-D0D9-C5FFEF4C249E}"/>
              </a:ext>
            </a:extLst>
          </p:cNvPr>
          <p:cNvCxnSpPr>
            <a:cxnSpLocks/>
          </p:cNvCxnSpPr>
          <p:nvPr/>
        </p:nvCxnSpPr>
        <p:spPr>
          <a:xfrm flipV="1">
            <a:off x="10783198" y="3680649"/>
            <a:ext cx="0" cy="623257"/>
          </a:xfrm>
          <a:prstGeom prst="straightConnector1">
            <a:avLst/>
          </a:prstGeom>
          <a:ln w="38100">
            <a:solidFill>
              <a:schemeClr val="bg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31C45A57-AF21-E2A7-3FBE-EB98A5E7A083}"/>
              </a:ext>
            </a:extLst>
          </p:cNvPr>
          <p:cNvCxnSpPr/>
          <p:nvPr/>
        </p:nvCxnSpPr>
        <p:spPr>
          <a:xfrm>
            <a:off x="7288487" y="1382494"/>
            <a:ext cx="0" cy="519195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631D418F-A1AA-7035-10EE-C6D3032D4195}"/>
              </a:ext>
            </a:extLst>
          </p:cNvPr>
          <p:cNvSpPr txBox="1"/>
          <p:nvPr/>
        </p:nvSpPr>
        <p:spPr>
          <a:xfrm>
            <a:off x="5434441" y="2376740"/>
            <a:ext cx="3644592"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noProof="0" dirty="0">
                <a:ln>
                  <a:noFill/>
                </a:ln>
                <a:solidFill>
                  <a:schemeClr val="bg1"/>
                </a:solidFill>
                <a:effectLst/>
                <a:uLnTx/>
                <a:uFillTx/>
                <a:latin typeface="Arial" panose="020B0604020202020204" pitchFamily="34" charset="0"/>
                <a:ea typeface="ＭＳ Ｐゴシック" panose="020B0600070205080204" pitchFamily="50" charset="-128"/>
              </a:rPr>
              <a:t>共有メモリ経由（固定アドレス）</a:t>
            </a:r>
          </a:p>
        </p:txBody>
      </p:sp>
      <p:sp>
        <p:nvSpPr>
          <p:cNvPr id="44" name="円弧 43">
            <a:extLst>
              <a:ext uri="{FF2B5EF4-FFF2-40B4-BE49-F238E27FC236}">
                <a16:creationId xmlns:a16="http://schemas.microsoft.com/office/drawing/2014/main" id="{92E4B49E-FADB-45BC-F000-708BB351CC99}"/>
              </a:ext>
            </a:extLst>
          </p:cNvPr>
          <p:cNvSpPr/>
          <p:nvPr/>
        </p:nvSpPr>
        <p:spPr>
          <a:xfrm rot="10800000" flipV="1">
            <a:off x="3353044" y="2270190"/>
            <a:ext cx="6979222" cy="1708568"/>
          </a:xfrm>
          <a:prstGeom prst="arc">
            <a:avLst>
              <a:gd name="adj1" fmla="val 11388605"/>
              <a:gd name="adj2" fmla="val 21040704"/>
            </a:avLst>
          </a:prstGeom>
          <a:ln w="38100">
            <a:solidFill>
              <a:schemeClr val="bg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7" name="円弧 46">
            <a:extLst>
              <a:ext uri="{FF2B5EF4-FFF2-40B4-BE49-F238E27FC236}">
                <a16:creationId xmlns:a16="http://schemas.microsoft.com/office/drawing/2014/main" id="{A4E44A60-D4EB-D2AA-DCFC-A7FCE58A717A}"/>
              </a:ext>
            </a:extLst>
          </p:cNvPr>
          <p:cNvSpPr/>
          <p:nvPr/>
        </p:nvSpPr>
        <p:spPr>
          <a:xfrm flipV="1">
            <a:off x="3529471" y="3263500"/>
            <a:ext cx="503264" cy="552781"/>
          </a:xfrm>
          <a:prstGeom prst="arc">
            <a:avLst>
              <a:gd name="adj1" fmla="val 12539795"/>
              <a:gd name="adj2" fmla="val 19660105"/>
            </a:avLst>
          </a:prstGeom>
          <a:ln w="38100">
            <a:solidFill>
              <a:schemeClr val="bg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3493387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1ACFAD-C594-E81E-4552-630E048D9A38}"/>
              </a:ext>
            </a:extLst>
          </p:cNvPr>
          <p:cNvSpPr>
            <a:spLocks noGrp="1"/>
          </p:cNvSpPr>
          <p:nvPr>
            <p:ph type="title"/>
          </p:nvPr>
        </p:nvSpPr>
        <p:spPr/>
        <p:txBody>
          <a:bodyPr>
            <a:normAutofit fontScale="90000"/>
          </a:bodyPr>
          <a:lstStyle/>
          <a:p>
            <a:r>
              <a:rPr kumimoji="1" lang="en-US" altLang="ja-JP" dirty="0"/>
              <a:t>AI</a:t>
            </a:r>
            <a:r>
              <a:rPr kumimoji="1" lang="ja-JP" altLang="en-US" dirty="0"/>
              <a:t>処理概要（ガス認識）</a:t>
            </a:r>
          </a:p>
        </p:txBody>
      </p:sp>
      <p:sp>
        <p:nvSpPr>
          <p:cNvPr id="3" name="コンテンツ プレースホルダー 2">
            <a:extLst>
              <a:ext uri="{FF2B5EF4-FFF2-40B4-BE49-F238E27FC236}">
                <a16:creationId xmlns:a16="http://schemas.microsoft.com/office/drawing/2014/main" id="{C6D88DCB-CE7E-46D8-92F4-88BB486FAD0A}"/>
              </a:ext>
            </a:extLst>
          </p:cNvPr>
          <p:cNvSpPr>
            <a:spLocks noGrp="1"/>
          </p:cNvSpPr>
          <p:nvPr>
            <p:ph idx="1"/>
          </p:nvPr>
        </p:nvSpPr>
        <p:spPr>
          <a:xfrm>
            <a:off x="838200" y="816708"/>
            <a:ext cx="11222620" cy="5733994"/>
          </a:xfrm>
        </p:spPr>
        <p:txBody>
          <a:bodyPr>
            <a:normAutofit/>
          </a:bodyPr>
          <a:lstStyle/>
          <a:p>
            <a:r>
              <a:rPr lang="ja-JP" altLang="en-US" dirty="0"/>
              <a:t>立上り検出</a:t>
            </a:r>
            <a:endParaRPr lang="en-US" altLang="ja-JP" dirty="0"/>
          </a:p>
          <a:p>
            <a:pPr lvl="1"/>
            <a:r>
              <a:rPr lang="en-US" altLang="ja-JP" b="0" dirty="0"/>
              <a:t>4ch</a:t>
            </a:r>
            <a:r>
              <a:rPr lang="ja-JP" altLang="en-US" b="0" dirty="0"/>
              <a:t>（</a:t>
            </a:r>
            <a:r>
              <a:rPr lang="en-US" altLang="ja-JP" b="0" dirty="0"/>
              <a:t>NO</a:t>
            </a:r>
            <a:r>
              <a:rPr lang="en-US" altLang="ja-JP" b="0" baseline="-25000" dirty="0"/>
              <a:t>2</a:t>
            </a:r>
            <a:r>
              <a:rPr lang="en-US" altLang="ja-JP" b="0" dirty="0"/>
              <a:t>/C</a:t>
            </a:r>
            <a:r>
              <a:rPr lang="en-US" altLang="ja-JP" b="0" baseline="-25000" dirty="0"/>
              <a:t>2</a:t>
            </a:r>
            <a:r>
              <a:rPr lang="en-US" altLang="ja-JP" b="0" dirty="0"/>
              <a:t>H</a:t>
            </a:r>
            <a:r>
              <a:rPr lang="en-US" altLang="ja-JP" b="0" baseline="-25000" dirty="0"/>
              <a:t>5</a:t>
            </a:r>
            <a:r>
              <a:rPr lang="en-US" altLang="ja-JP" b="0" dirty="0"/>
              <a:t>CH/VOC/CO</a:t>
            </a:r>
            <a:r>
              <a:rPr lang="ja-JP" altLang="en-US" b="0" dirty="0"/>
              <a:t>）で直近</a:t>
            </a:r>
            <a:r>
              <a:rPr lang="en-US" altLang="ja-JP" b="0" dirty="0"/>
              <a:t>2.6</a:t>
            </a:r>
            <a:r>
              <a:rPr lang="ja-JP" altLang="en-US" b="0" dirty="0"/>
              <a:t>秒間の傾きを算出、各</a:t>
            </a:r>
            <a:r>
              <a:rPr lang="en-US" altLang="ja-JP" b="0" dirty="0"/>
              <a:t>ch</a:t>
            </a:r>
            <a:r>
              <a:rPr lang="ja-JP" altLang="en-US" b="0" dirty="0"/>
              <a:t>で閾値を設定</a:t>
            </a:r>
            <a:endParaRPr lang="en-US" altLang="ja-JP" b="0" dirty="0"/>
          </a:p>
          <a:p>
            <a:pPr lvl="1"/>
            <a:r>
              <a:rPr lang="en-US" altLang="ja-JP" b="0" dirty="0"/>
              <a:t>2ch</a:t>
            </a:r>
            <a:r>
              <a:rPr lang="ja-JP" altLang="en-US" b="0" dirty="0"/>
              <a:t>以上が同時に</a:t>
            </a:r>
            <a:r>
              <a:rPr lang="en-US" altLang="ja-JP" b="0" dirty="0"/>
              <a:t>0.6</a:t>
            </a:r>
            <a:r>
              <a:rPr lang="ja-JP" altLang="en-US" b="0" dirty="0"/>
              <a:t>秒間（</a:t>
            </a:r>
            <a:r>
              <a:rPr lang="en-US" altLang="ja-JP" b="0" dirty="0"/>
              <a:t>3</a:t>
            </a:r>
            <a:r>
              <a:rPr lang="ja-JP" altLang="en-US" b="0" dirty="0"/>
              <a:t>サンプル）連続で閾値を超えた場合、「立上り」判定</a:t>
            </a:r>
            <a:endParaRPr lang="en-US" altLang="ja-JP" b="0" dirty="0"/>
          </a:p>
          <a:p>
            <a:pPr>
              <a:spcBef>
                <a:spcPts val="2400"/>
              </a:spcBef>
            </a:pPr>
            <a:r>
              <a:rPr kumimoji="1" lang="ja-JP" altLang="en-US" dirty="0"/>
              <a:t>特徴量抽出</a:t>
            </a:r>
            <a:endParaRPr kumimoji="1" lang="en-US" altLang="ja-JP" dirty="0"/>
          </a:p>
          <a:p>
            <a:pPr lvl="1"/>
            <a:r>
              <a:rPr lang="ja-JP" altLang="en-US" b="0" u="sng" dirty="0">
                <a:solidFill>
                  <a:srgbClr val="FF0000"/>
                </a:solidFill>
              </a:rPr>
              <a:t>立上り直前</a:t>
            </a:r>
            <a:r>
              <a:rPr lang="en-US" altLang="ja-JP" b="0" u="sng" dirty="0">
                <a:solidFill>
                  <a:srgbClr val="FF0000"/>
                </a:solidFill>
              </a:rPr>
              <a:t>10</a:t>
            </a:r>
            <a:r>
              <a:rPr lang="ja-JP" altLang="en-US" b="0" u="sng" dirty="0">
                <a:solidFill>
                  <a:srgbClr val="FF0000"/>
                </a:solidFill>
              </a:rPr>
              <a:t>秒平均を各</a:t>
            </a:r>
            <a:r>
              <a:rPr lang="en-US" altLang="ja-JP" b="0" u="sng" dirty="0">
                <a:solidFill>
                  <a:srgbClr val="FF0000"/>
                </a:solidFill>
              </a:rPr>
              <a:t>ch</a:t>
            </a:r>
            <a:r>
              <a:rPr lang="ja-JP" altLang="en-US" b="0" u="sng" dirty="0">
                <a:solidFill>
                  <a:srgbClr val="FF0000"/>
                </a:solidFill>
              </a:rPr>
              <a:t>のベースラインとし</a:t>
            </a:r>
            <a:r>
              <a:rPr lang="ja-JP" altLang="en-US" b="0" dirty="0"/>
              <a:t>、検知後</a:t>
            </a:r>
            <a:r>
              <a:rPr lang="en-US" altLang="ja-JP" b="0" dirty="0"/>
              <a:t>5</a:t>
            </a:r>
            <a:r>
              <a:rPr lang="ja-JP" altLang="en-US" b="0" dirty="0"/>
              <a:t>秒のピーク上昇量算出</a:t>
            </a:r>
            <a:endParaRPr lang="en-US" altLang="ja-JP" b="0" dirty="0"/>
          </a:p>
          <a:p>
            <a:pPr lvl="1"/>
            <a:r>
              <a:rPr lang="ja-JP" altLang="en-US" b="0" dirty="0"/>
              <a:t>各</a:t>
            </a:r>
            <a:r>
              <a:rPr lang="en-US" altLang="ja-JP" b="0" dirty="0"/>
              <a:t>ch</a:t>
            </a:r>
            <a:r>
              <a:rPr lang="ja-JP" altLang="en-US" b="0" dirty="0"/>
              <a:t>のピーク上昇量比率＋立上りタイミング相対差から</a:t>
            </a:r>
            <a:r>
              <a:rPr lang="en-US" altLang="ja-JP" b="0" dirty="0"/>
              <a:t>7</a:t>
            </a:r>
            <a:r>
              <a:rPr lang="ja-JP" altLang="en-US" b="0" dirty="0"/>
              <a:t>次元の特徴量を抽出</a:t>
            </a:r>
            <a:endParaRPr kumimoji="1" lang="en-US" altLang="ja-JP" b="0" dirty="0"/>
          </a:p>
          <a:p>
            <a:pPr>
              <a:spcBef>
                <a:spcPts val="2400"/>
              </a:spcBef>
            </a:pPr>
            <a:r>
              <a:rPr lang="en-US" altLang="ja-JP" dirty="0"/>
              <a:t>AI</a:t>
            </a:r>
            <a:r>
              <a:rPr lang="ja-JP" altLang="en-US" dirty="0"/>
              <a:t>推論</a:t>
            </a:r>
            <a:endParaRPr lang="en-US" altLang="ja-JP" sz="2400" b="0" dirty="0"/>
          </a:p>
          <a:p>
            <a:pPr lvl="1"/>
            <a:r>
              <a:rPr lang="ja-JP" altLang="en-US" b="0" dirty="0"/>
              <a:t>ロジスティック回帰により、特徴量の重み付き線形和から</a:t>
            </a:r>
            <a:r>
              <a:rPr lang="en-US" altLang="ja-JP" b="0" dirty="0"/>
              <a:t>2</a:t>
            </a:r>
            <a:r>
              <a:rPr lang="ja-JP" altLang="en-US" b="0" dirty="0"/>
              <a:t>値分類</a:t>
            </a:r>
            <a:endParaRPr lang="en-US" altLang="ja-JP" b="0" dirty="0"/>
          </a:p>
          <a:p>
            <a:pPr marL="457200" lvl="1" indent="0">
              <a:buNone/>
            </a:pPr>
            <a:r>
              <a:rPr lang="en-US" altLang="ja-JP" b="0" dirty="0"/>
              <a:t>  </a:t>
            </a:r>
            <a:r>
              <a:rPr lang="ja-JP" altLang="en-US" b="0" dirty="0"/>
              <a:t> </a:t>
            </a:r>
            <a:r>
              <a:rPr lang="en-US" altLang="ja-JP" b="0" dirty="0"/>
              <a:t>※</a:t>
            </a:r>
            <a:r>
              <a:rPr lang="ja-JP" altLang="en-US" b="0" dirty="0"/>
              <a:t>多値分類は多項ロジスティック回帰へ切り替え必要</a:t>
            </a:r>
            <a:endParaRPr lang="en-US" altLang="ja-JP" dirty="0"/>
          </a:p>
        </p:txBody>
      </p:sp>
    </p:spTree>
    <p:extLst>
      <p:ext uri="{BB962C8B-B14F-4D97-AF65-F5344CB8AC3E}">
        <p14:creationId xmlns:p14="http://schemas.microsoft.com/office/powerpoint/2010/main" val="3816618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1ACFAD-C594-E81E-4552-630E048D9A38}"/>
              </a:ext>
            </a:extLst>
          </p:cNvPr>
          <p:cNvSpPr>
            <a:spLocks noGrp="1"/>
          </p:cNvSpPr>
          <p:nvPr>
            <p:ph type="title"/>
          </p:nvPr>
        </p:nvSpPr>
        <p:spPr/>
        <p:txBody>
          <a:bodyPr>
            <a:normAutofit fontScale="90000"/>
          </a:bodyPr>
          <a:lstStyle/>
          <a:p>
            <a:r>
              <a:rPr lang="en-US" altLang="ja-JP" dirty="0"/>
              <a:t>AI</a:t>
            </a:r>
            <a:r>
              <a:rPr lang="ja-JP" altLang="en-US" dirty="0"/>
              <a:t>処理概要（音響認識）</a:t>
            </a:r>
            <a:endParaRPr kumimoji="1" lang="ja-JP" altLang="en-US" dirty="0"/>
          </a:p>
        </p:txBody>
      </p:sp>
      <p:sp>
        <p:nvSpPr>
          <p:cNvPr id="3" name="コンテンツ プレースホルダー 2">
            <a:extLst>
              <a:ext uri="{FF2B5EF4-FFF2-40B4-BE49-F238E27FC236}">
                <a16:creationId xmlns:a16="http://schemas.microsoft.com/office/drawing/2014/main" id="{C6D88DCB-CE7E-46D8-92F4-88BB486FAD0A}"/>
              </a:ext>
            </a:extLst>
          </p:cNvPr>
          <p:cNvSpPr>
            <a:spLocks noGrp="1"/>
          </p:cNvSpPr>
          <p:nvPr>
            <p:ph idx="1"/>
          </p:nvPr>
        </p:nvSpPr>
        <p:spPr>
          <a:xfrm>
            <a:off x="838200" y="816708"/>
            <a:ext cx="11022368" cy="5733994"/>
          </a:xfrm>
        </p:spPr>
        <p:txBody>
          <a:bodyPr>
            <a:normAutofit/>
          </a:bodyPr>
          <a:lstStyle/>
          <a:p>
            <a:r>
              <a:rPr kumimoji="1" lang="ja-JP" altLang="en-US" dirty="0"/>
              <a:t>特徴量抽出</a:t>
            </a:r>
            <a:endParaRPr lang="en-US" altLang="ja-JP" dirty="0"/>
          </a:p>
          <a:p>
            <a:pPr lvl="1"/>
            <a:r>
              <a:rPr lang="ja-JP" altLang="en-US" b="0" dirty="0"/>
              <a:t>音声波形を</a:t>
            </a:r>
            <a:r>
              <a:rPr lang="en-US" altLang="ja-JP" b="0" dirty="0"/>
              <a:t>512</a:t>
            </a:r>
            <a:r>
              <a:rPr lang="ja-JP" altLang="en-US" b="0" dirty="0"/>
              <a:t>点</a:t>
            </a:r>
            <a:r>
              <a:rPr lang="en-US" altLang="ja-JP" b="0" dirty="0"/>
              <a:t>FFT</a:t>
            </a:r>
            <a:r>
              <a:rPr lang="ja-JP" altLang="en-US" b="0" dirty="0"/>
              <a:t>→メルフィルタ（</a:t>
            </a:r>
            <a:r>
              <a:rPr lang="en-US" altLang="ja-JP" b="0" dirty="0"/>
              <a:t>40</a:t>
            </a:r>
            <a:r>
              <a:rPr lang="ja-JP" altLang="en-US" b="0" dirty="0"/>
              <a:t>次元）→</a:t>
            </a:r>
            <a:r>
              <a:rPr lang="en-US" altLang="ja-JP" b="0" dirty="0"/>
              <a:t>MFCC</a:t>
            </a:r>
            <a:r>
              <a:rPr lang="ja-JP" altLang="en-US" b="0" dirty="0"/>
              <a:t>（</a:t>
            </a:r>
            <a:r>
              <a:rPr lang="en-US" altLang="ja-JP" b="0" dirty="0"/>
              <a:t>10</a:t>
            </a:r>
            <a:r>
              <a:rPr lang="ja-JP" altLang="en-US" b="0" dirty="0"/>
              <a:t>次元）に圧縮</a:t>
            </a:r>
            <a:endParaRPr lang="en-US" altLang="ja-JP" b="0" dirty="0"/>
          </a:p>
          <a:p>
            <a:pPr lvl="2"/>
            <a:r>
              <a:rPr lang="ja-JP" altLang="en-US" b="0" dirty="0"/>
              <a:t>メルフィルタ</a:t>
            </a:r>
            <a:r>
              <a:rPr lang="en-US" altLang="ja-JP" b="0" dirty="0"/>
              <a:t>: </a:t>
            </a:r>
            <a:r>
              <a:rPr lang="ja-JP" altLang="en-US" b="0" dirty="0"/>
              <a:t>人間の聴覚特性に合わせて高周波成分を対数スケールで粗く圧縮</a:t>
            </a:r>
            <a:endParaRPr lang="en-US" altLang="ja-JP" b="0" dirty="0"/>
          </a:p>
          <a:p>
            <a:pPr lvl="2"/>
            <a:r>
              <a:rPr lang="en-US" altLang="ja-JP" b="0" dirty="0"/>
              <a:t>MFCC</a:t>
            </a:r>
            <a:r>
              <a:rPr lang="ja-JP" altLang="en-US" b="0" dirty="0"/>
              <a:t>（メル周波数ケプストラム）</a:t>
            </a:r>
            <a:r>
              <a:rPr lang="en-US" altLang="ja-JP" b="0" dirty="0"/>
              <a:t>: DCT</a:t>
            </a:r>
            <a:r>
              <a:rPr lang="ja-JP" altLang="en-US" b="0" dirty="0"/>
              <a:t>（離散コサイン変換）で相関除去＋エネルギー圧縮</a:t>
            </a:r>
            <a:endParaRPr lang="en-US" altLang="ja-JP" b="0" dirty="0"/>
          </a:p>
          <a:p>
            <a:pPr>
              <a:spcBef>
                <a:spcPts val="1800"/>
              </a:spcBef>
            </a:pPr>
            <a:r>
              <a:rPr kumimoji="1" lang="en-US" altLang="ja-JP" dirty="0"/>
              <a:t>AI</a:t>
            </a:r>
            <a:r>
              <a:rPr kumimoji="1" lang="ja-JP" altLang="en-US" dirty="0"/>
              <a:t>推論</a:t>
            </a:r>
            <a:endParaRPr lang="en-US" altLang="ja-JP" dirty="0"/>
          </a:p>
          <a:p>
            <a:pPr lvl="1"/>
            <a:r>
              <a:rPr lang="en-US" altLang="ja-JP" b="0" dirty="0"/>
              <a:t>NPU</a:t>
            </a:r>
            <a:r>
              <a:rPr lang="ja-JP" altLang="en-US" b="0" dirty="0"/>
              <a:t>（</a:t>
            </a:r>
            <a:r>
              <a:rPr lang="en-US" altLang="ja-JP" b="0" dirty="0"/>
              <a:t>Ethos-U55</a:t>
            </a:r>
            <a:r>
              <a:rPr lang="ja-JP" altLang="en-US" b="0" dirty="0"/>
              <a:t>） 上で</a:t>
            </a:r>
            <a:r>
              <a:rPr lang="en-US" altLang="ja-JP" b="0" dirty="0"/>
              <a:t>MFCC</a:t>
            </a:r>
            <a:r>
              <a:rPr lang="ja-JP" altLang="en-US" b="0" dirty="0"/>
              <a:t>行列（</a:t>
            </a:r>
            <a:r>
              <a:rPr lang="en-US" altLang="ja-JP" b="0" dirty="0"/>
              <a:t>10×311</a:t>
            </a:r>
            <a:r>
              <a:rPr lang="ja-JP" altLang="en-US" b="0" dirty="0"/>
              <a:t>）を</a:t>
            </a:r>
            <a:r>
              <a:rPr lang="en-US" altLang="ja-JP" b="0" dirty="0"/>
              <a:t>CNN</a:t>
            </a:r>
            <a:r>
              <a:rPr lang="ja-JP" altLang="en-US" b="0" dirty="0"/>
              <a:t>により分類</a:t>
            </a:r>
            <a:endParaRPr lang="en-US" altLang="ja-JP" b="0" dirty="0"/>
          </a:p>
          <a:p>
            <a:pPr lvl="1"/>
            <a:r>
              <a:rPr lang="ja-JP" altLang="en-US" b="0" u="sng" dirty="0">
                <a:solidFill>
                  <a:srgbClr val="FF0000"/>
                </a:solidFill>
              </a:rPr>
              <a:t>遡り参照時間がモデル入力窓を超える場合、時間分割した各々で推論・統合</a:t>
            </a:r>
            <a:endParaRPr lang="en-US" altLang="ja-JP" b="0" u="sng" dirty="0">
              <a:solidFill>
                <a:srgbClr val="FF0000"/>
              </a:solidFill>
            </a:endParaRPr>
          </a:p>
          <a:p>
            <a:pPr lvl="2"/>
            <a:r>
              <a:rPr lang="ja-JP" altLang="en-US" b="0" dirty="0"/>
              <a:t>例</a:t>
            </a:r>
            <a:r>
              <a:rPr lang="en-US" altLang="ja-JP" b="0" dirty="0"/>
              <a:t>: </a:t>
            </a:r>
            <a:r>
              <a:rPr lang="ja-JP" altLang="en-US" b="0" dirty="0"/>
              <a:t>遡り参照時間（</a:t>
            </a:r>
            <a:r>
              <a:rPr lang="en-US" altLang="ja-JP" b="0" dirty="0"/>
              <a:t>8</a:t>
            </a:r>
            <a:r>
              <a:rPr lang="ja-JP" altLang="en-US" b="0" dirty="0"/>
              <a:t>秒）</a:t>
            </a:r>
            <a:r>
              <a:rPr lang="en-US" altLang="ja-JP" b="0" dirty="0"/>
              <a:t>/</a:t>
            </a:r>
            <a:r>
              <a:rPr lang="ja-JP" altLang="en-US" b="0" dirty="0"/>
              <a:t>モデル入力窓（</a:t>
            </a:r>
            <a:r>
              <a:rPr lang="en-US" altLang="ja-JP" b="0" dirty="0"/>
              <a:t>5</a:t>
            </a:r>
            <a:r>
              <a:rPr lang="ja-JP" altLang="en-US" b="0" dirty="0"/>
              <a:t>秒）の場合、前半</a:t>
            </a:r>
            <a:r>
              <a:rPr lang="en-US" altLang="ja-JP" b="0" dirty="0"/>
              <a:t>5</a:t>
            </a:r>
            <a:r>
              <a:rPr lang="ja-JP" altLang="en-US" b="0" dirty="0"/>
              <a:t>秒と後半</a:t>
            </a:r>
            <a:r>
              <a:rPr lang="en-US" altLang="ja-JP" b="0" dirty="0"/>
              <a:t>5</a:t>
            </a:r>
            <a:r>
              <a:rPr lang="ja-JP" altLang="en-US" b="0" dirty="0"/>
              <a:t>秒の各々で推論</a:t>
            </a:r>
            <a:endParaRPr kumimoji="1" lang="ja-JP" altLang="en-US" b="0" dirty="0"/>
          </a:p>
        </p:txBody>
      </p:sp>
      <p:cxnSp>
        <p:nvCxnSpPr>
          <p:cNvPr id="20" name="直線矢印コネクタ 19">
            <a:extLst>
              <a:ext uri="{FF2B5EF4-FFF2-40B4-BE49-F238E27FC236}">
                <a16:creationId xmlns:a16="http://schemas.microsoft.com/office/drawing/2014/main" id="{18D94B47-0735-DA2A-45CC-BF63C545443A}"/>
              </a:ext>
            </a:extLst>
          </p:cNvPr>
          <p:cNvCxnSpPr>
            <a:cxnSpLocks/>
          </p:cNvCxnSpPr>
          <p:nvPr/>
        </p:nvCxnSpPr>
        <p:spPr>
          <a:xfrm>
            <a:off x="3657643" y="5937090"/>
            <a:ext cx="4552653"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497A0DD-DEDA-0A89-4171-549530FE61C8}"/>
              </a:ext>
            </a:extLst>
          </p:cNvPr>
          <p:cNvSpPr txBox="1"/>
          <p:nvPr/>
        </p:nvSpPr>
        <p:spPr>
          <a:xfrm>
            <a:off x="3630470" y="5934306"/>
            <a:ext cx="4611824"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遡り参照時間幅</a:t>
            </a:r>
          </a:p>
        </p:txBody>
      </p:sp>
      <p:sp>
        <p:nvSpPr>
          <p:cNvPr id="43" name="正方形/長方形 42">
            <a:extLst>
              <a:ext uri="{FF2B5EF4-FFF2-40B4-BE49-F238E27FC236}">
                <a16:creationId xmlns:a16="http://schemas.microsoft.com/office/drawing/2014/main" id="{6CD03C9F-6BCE-C731-E37E-F34F422EC25F}"/>
              </a:ext>
            </a:extLst>
          </p:cNvPr>
          <p:cNvSpPr/>
          <p:nvPr/>
        </p:nvSpPr>
        <p:spPr>
          <a:xfrm>
            <a:off x="3637284" y="4741674"/>
            <a:ext cx="3008755" cy="1079340"/>
          </a:xfrm>
          <a:prstGeom prst="rect">
            <a:avLst/>
          </a:prstGeom>
          <a:solidFill>
            <a:schemeClr val="accent6">
              <a:lumMod val="40000"/>
              <a:lumOff val="60000"/>
              <a:alpha val="5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solidFill>
                <a:schemeClr val="tx1"/>
              </a:solidFill>
              <a:latin typeface="Arial" panose="020B0604020202020204" pitchFamily="34" charset="0"/>
              <a:ea typeface="ＭＳ Ｐゴシック" panose="020B0600070205080204" pitchFamily="50" charset="-128"/>
              <a:cs typeface="Arial" panose="020B0604020202020204" pitchFamily="34" charset="0"/>
            </a:endParaRPr>
          </a:p>
        </p:txBody>
      </p:sp>
      <p:sp>
        <p:nvSpPr>
          <p:cNvPr id="46" name="正方形/長方形 45">
            <a:extLst>
              <a:ext uri="{FF2B5EF4-FFF2-40B4-BE49-F238E27FC236}">
                <a16:creationId xmlns:a16="http://schemas.microsoft.com/office/drawing/2014/main" id="{BCCCB47B-08B8-58A1-F1B7-56E8382C48DD}"/>
              </a:ext>
            </a:extLst>
          </p:cNvPr>
          <p:cNvSpPr/>
          <p:nvPr/>
        </p:nvSpPr>
        <p:spPr>
          <a:xfrm>
            <a:off x="5229882" y="4689341"/>
            <a:ext cx="3008755" cy="1079340"/>
          </a:xfrm>
          <a:prstGeom prst="rect">
            <a:avLst/>
          </a:prstGeom>
          <a:solidFill>
            <a:schemeClr val="accent2">
              <a:lumMod val="40000"/>
              <a:lumOff val="60000"/>
              <a:alpha val="40000"/>
            </a:schemeClr>
          </a:solidFill>
          <a:ln w="28575">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solidFill>
                <a:schemeClr val="tx1"/>
              </a:solidFill>
              <a:latin typeface="Arial" panose="020B0604020202020204" pitchFamily="34" charset="0"/>
              <a:ea typeface="ＭＳ Ｐゴシック" panose="020B0600070205080204" pitchFamily="50" charset="-128"/>
              <a:cs typeface="Arial" panose="020B0604020202020204" pitchFamily="34" charset="0"/>
            </a:endParaRPr>
          </a:p>
        </p:txBody>
      </p:sp>
      <p:cxnSp>
        <p:nvCxnSpPr>
          <p:cNvPr id="47" name="直線矢印コネクタ 46">
            <a:extLst>
              <a:ext uri="{FF2B5EF4-FFF2-40B4-BE49-F238E27FC236}">
                <a16:creationId xmlns:a16="http://schemas.microsoft.com/office/drawing/2014/main" id="{DD62CBAB-74AD-A53E-24C5-7E35C183F713}"/>
              </a:ext>
            </a:extLst>
          </p:cNvPr>
          <p:cNvCxnSpPr>
            <a:cxnSpLocks/>
          </p:cNvCxnSpPr>
          <p:nvPr/>
        </p:nvCxnSpPr>
        <p:spPr>
          <a:xfrm>
            <a:off x="5229882" y="4577990"/>
            <a:ext cx="3008755"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5E45880F-36CC-26C8-AA3C-9EA825CB4134}"/>
              </a:ext>
            </a:extLst>
          </p:cNvPr>
          <p:cNvSpPr txBox="1"/>
          <p:nvPr/>
        </p:nvSpPr>
        <p:spPr>
          <a:xfrm>
            <a:off x="5229882" y="4236139"/>
            <a:ext cx="3008754"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effectLst/>
                <a:uLnTx/>
                <a:uFillTx/>
                <a:latin typeface="Arial" panose="020B0604020202020204" pitchFamily="34" charset="0"/>
                <a:ea typeface="ＭＳ Ｐゴシック" panose="020B0600070205080204" pitchFamily="50" charset="-128"/>
              </a:rPr>
              <a:t>モデル入力窓（</a:t>
            </a:r>
            <a:r>
              <a:rPr kumimoji="1" lang="en-US" altLang="ja-JP" sz="1800" b="1" i="0" u="none" strike="noStrike" kern="0" cap="none" spc="0" normalizeH="0" baseline="0" noProof="0" dirty="0">
                <a:ln>
                  <a:noFill/>
                </a:ln>
                <a:effectLst/>
                <a:uLnTx/>
                <a:uFillTx/>
                <a:latin typeface="Arial" panose="020B0604020202020204" pitchFamily="34" charset="0"/>
                <a:ea typeface="ＭＳ Ｐゴシック" panose="020B0600070205080204" pitchFamily="50" charset="-128"/>
              </a:rPr>
              <a:t>5</a:t>
            </a:r>
            <a:r>
              <a:rPr kumimoji="1" lang="ja-JP" altLang="en-US" sz="1800" b="1" i="0" u="none" strike="noStrike" kern="0" cap="none" spc="0" normalizeH="0" baseline="0" noProof="0" dirty="0">
                <a:ln>
                  <a:noFill/>
                </a:ln>
                <a:effectLst/>
                <a:uLnTx/>
                <a:uFillTx/>
                <a:latin typeface="Arial" panose="020B0604020202020204" pitchFamily="34" charset="0"/>
                <a:ea typeface="ＭＳ Ｐゴシック" panose="020B0600070205080204" pitchFamily="50" charset="-128"/>
              </a:rPr>
              <a:t>秒）</a:t>
            </a:r>
          </a:p>
        </p:txBody>
      </p:sp>
      <p:sp>
        <p:nvSpPr>
          <p:cNvPr id="34" name="フリーフォーム: 図形 33">
            <a:extLst>
              <a:ext uri="{FF2B5EF4-FFF2-40B4-BE49-F238E27FC236}">
                <a16:creationId xmlns:a16="http://schemas.microsoft.com/office/drawing/2014/main" id="{118E45FF-E2A1-515D-B2D2-A881378E7A39}"/>
              </a:ext>
            </a:extLst>
          </p:cNvPr>
          <p:cNvSpPr>
            <a:spLocks/>
          </p:cNvSpPr>
          <p:nvPr/>
        </p:nvSpPr>
        <p:spPr bwMode="auto">
          <a:xfrm>
            <a:off x="2950830" y="4917184"/>
            <a:ext cx="5639435" cy="690080"/>
          </a:xfrm>
          <a:custGeom>
            <a:avLst/>
            <a:gdLst>
              <a:gd name="csX0" fmla="*/ 1366 w 3760185"/>
              <a:gd name="csY0" fmla="*/ 404974 h 793834"/>
              <a:gd name="csX1" fmla="*/ 1366 w 3760185"/>
              <a:gd name="csY1" fmla="*/ 409178 h 793834"/>
              <a:gd name="csX2" fmla="*/ 0 w 3760185"/>
              <a:gd name="csY2" fmla="*/ 404974 h 793834"/>
              <a:gd name="csX3" fmla="*/ 3147 w 3760185"/>
              <a:gd name="csY3" fmla="*/ 404974 h 793834"/>
              <a:gd name="csX4" fmla="*/ 2731 w 3760185"/>
              <a:gd name="csY4" fmla="*/ 409879 h 793834"/>
              <a:gd name="csX5" fmla="*/ 2731 w 3760185"/>
              <a:gd name="csY5" fmla="*/ 404974 h 793834"/>
              <a:gd name="csX6" fmla="*/ 5463 w 3760185"/>
              <a:gd name="csY6" fmla="*/ 404973 h 793834"/>
              <a:gd name="csX7" fmla="*/ 5463 w 3760185"/>
              <a:gd name="csY7" fmla="*/ 411280 h 793834"/>
              <a:gd name="csX8" fmla="*/ 4695 w 3760185"/>
              <a:gd name="csY8" fmla="*/ 404973 h 793834"/>
              <a:gd name="csX9" fmla="*/ 7946 w 3760185"/>
              <a:gd name="csY9" fmla="*/ 404972 h 793834"/>
              <a:gd name="csX10" fmla="*/ 6829 w 3760185"/>
              <a:gd name="csY10" fmla="*/ 411280 h 793834"/>
              <a:gd name="csX11" fmla="*/ 5951 w 3760185"/>
              <a:gd name="csY11" fmla="*/ 404973 h 793834"/>
              <a:gd name="csX12" fmla="*/ 10629 w 3760185"/>
              <a:gd name="csY12" fmla="*/ 404972 h 793834"/>
              <a:gd name="csX13" fmla="*/ 9560 w 3760185"/>
              <a:gd name="csY13" fmla="*/ 417586 h 793834"/>
              <a:gd name="csX14" fmla="*/ 9560 w 3760185"/>
              <a:gd name="csY14" fmla="*/ 411981 h 793834"/>
              <a:gd name="csX15" fmla="*/ 8194 w 3760185"/>
              <a:gd name="csY15" fmla="*/ 425293 h 793834"/>
              <a:gd name="csX16" fmla="*/ 8194 w 3760185"/>
              <a:gd name="csY16" fmla="*/ 404972 h 793834"/>
              <a:gd name="csX17" fmla="*/ 12292 w 3760185"/>
              <a:gd name="csY17" fmla="*/ 404971 h 793834"/>
              <a:gd name="csX18" fmla="*/ 12292 w 3760185"/>
              <a:gd name="csY18" fmla="*/ 422491 h 793834"/>
              <a:gd name="csX19" fmla="*/ 10926 w 3760185"/>
              <a:gd name="csY19" fmla="*/ 416185 h 793834"/>
              <a:gd name="csX20" fmla="*/ 10926 w 3760185"/>
              <a:gd name="csY20" fmla="*/ 404972 h 793834"/>
              <a:gd name="csX21" fmla="*/ 15023 w 3760185"/>
              <a:gd name="csY21" fmla="*/ 404971 h 793834"/>
              <a:gd name="csX22" fmla="*/ 15023 w 3760185"/>
              <a:gd name="csY22" fmla="*/ 410580 h 793834"/>
              <a:gd name="csX23" fmla="*/ 13657 w 3760185"/>
              <a:gd name="csY23" fmla="*/ 423892 h 793834"/>
              <a:gd name="csX24" fmla="*/ 13657 w 3760185"/>
              <a:gd name="csY24" fmla="*/ 407076 h 793834"/>
              <a:gd name="csX25" fmla="*/ 13525 w 3760185"/>
              <a:gd name="csY25" fmla="*/ 404971 h 793834"/>
              <a:gd name="csX26" fmla="*/ 13657 w 3760185"/>
              <a:gd name="csY26" fmla="*/ 404971 h 793834"/>
              <a:gd name="csX27" fmla="*/ 16389 w 3760185"/>
              <a:gd name="csY27" fmla="*/ 404970 h 793834"/>
              <a:gd name="csX28" fmla="*/ 16389 w 3760185"/>
              <a:gd name="csY28" fmla="*/ 419688 h 793834"/>
              <a:gd name="csX29" fmla="*/ 15285 w 3760185"/>
              <a:gd name="csY29" fmla="*/ 404971 h 793834"/>
              <a:gd name="csX30" fmla="*/ 17973 w 3760185"/>
              <a:gd name="csY30" fmla="*/ 404970 h 793834"/>
              <a:gd name="csX31" fmla="*/ 17754 w 3760185"/>
              <a:gd name="csY31" fmla="*/ 410580 h 793834"/>
              <a:gd name="csX32" fmla="*/ 17754 w 3760185"/>
              <a:gd name="csY32" fmla="*/ 411280 h 793834"/>
              <a:gd name="csX33" fmla="*/ 17139 w 3760185"/>
              <a:gd name="csY33" fmla="*/ 404970 h 793834"/>
              <a:gd name="csX34" fmla="*/ 20486 w 3760185"/>
              <a:gd name="csY34" fmla="*/ 404969 h 793834"/>
              <a:gd name="csX35" fmla="*/ 20486 w 3760185"/>
              <a:gd name="csY35" fmla="*/ 417586 h 793834"/>
              <a:gd name="csX36" fmla="*/ 19368 w 3760185"/>
              <a:gd name="csY36" fmla="*/ 404970 h 793834"/>
              <a:gd name="csX37" fmla="*/ 21852 w 3760185"/>
              <a:gd name="csY37" fmla="*/ 404969 h 793834"/>
              <a:gd name="csX38" fmla="*/ 21852 w 3760185"/>
              <a:gd name="csY38" fmla="*/ 419688 h 793834"/>
              <a:gd name="csX39" fmla="*/ 21169 w 3760185"/>
              <a:gd name="csY39" fmla="*/ 404969 h 793834"/>
              <a:gd name="csX40" fmla="*/ 23217 w 3760185"/>
              <a:gd name="csY40" fmla="*/ 404969 h 793834"/>
              <a:gd name="csX41" fmla="*/ 23217 w 3760185"/>
              <a:gd name="csY41" fmla="*/ 421089 h 793834"/>
              <a:gd name="csX42" fmla="*/ 23217 w 3760185"/>
              <a:gd name="csY42" fmla="*/ 429497 h 793834"/>
              <a:gd name="csX43" fmla="*/ 22131 w 3760185"/>
              <a:gd name="csY43" fmla="*/ 404969 h 793834"/>
              <a:gd name="csX44" fmla="*/ 27486 w 3760185"/>
              <a:gd name="csY44" fmla="*/ 404968 h 793834"/>
              <a:gd name="csX45" fmla="*/ 27315 w 3760185"/>
              <a:gd name="csY45" fmla="*/ 407777 h 793834"/>
              <a:gd name="csX46" fmla="*/ 27315 w 3760185"/>
              <a:gd name="csY46" fmla="*/ 411280 h 793834"/>
              <a:gd name="csX47" fmla="*/ 27315 w 3760185"/>
              <a:gd name="csY47" fmla="*/ 422491 h 793834"/>
              <a:gd name="csX48" fmla="*/ 25949 w 3760185"/>
              <a:gd name="csY48" fmla="*/ 405675 h 793834"/>
              <a:gd name="csX49" fmla="*/ 25949 w 3760185"/>
              <a:gd name="csY49" fmla="*/ 404968 h 793834"/>
              <a:gd name="csX50" fmla="*/ 30046 w 3760185"/>
              <a:gd name="csY50" fmla="*/ 404967 h 793834"/>
              <a:gd name="csX51" fmla="*/ 30046 w 3760185"/>
              <a:gd name="csY51" fmla="*/ 426694 h 793834"/>
              <a:gd name="csX52" fmla="*/ 29083 w 3760185"/>
              <a:gd name="csY52" fmla="*/ 404967 h 793834"/>
              <a:gd name="csX53" fmla="*/ 31833 w 3760185"/>
              <a:gd name="csY53" fmla="*/ 404967 h 793834"/>
              <a:gd name="csX54" fmla="*/ 31412 w 3760185"/>
              <a:gd name="csY54" fmla="*/ 410580 h 793834"/>
              <a:gd name="csX55" fmla="*/ 31412 w 3760185"/>
              <a:gd name="csY55" fmla="*/ 407076 h 793834"/>
              <a:gd name="csX56" fmla="*/ 31155 w 3760185"/>
              <a:gd name="csY56" fmla="*/ 404967 h 793834"/>
              <a:gd name="csX57" fmla="*/ 32877 w 3760185"/>
              <a:gd name="csY57" fmla="*/ 404966 h 793834"/>
              <a:gd name="csX58" fmla="*/ 32778 w 3760185"/>
              <a:gd name="csY58" fmla="*/ 405675 h 793834"/>
              <a:gd name="csX59" fmla="*/ 32778 w 3760185"/>
              <a:gd name="csY59" fmla="*/ 404966 h 793834"/>
              <a:gd name="csX60" fmla="*/ 35509 w 3760185"/>
              <a:gd name="csY60" fmla="*/ 404966 h 793834"/>
              <a:gd name="csX61" fmla="*/ 35509 w 3760185"/>
              <a:gd name="csY61" fmla="*/ 408478 h 793834"/>
              <a:gd name="csX62" fmla="*/ 35281 w 3760185"/>
              <a:gd name="csY62" fmla="*/ 404966 h 793834"/>
              <a:gd name="csX63" fmla="*/ 36875 w 3760185"/>
              <a:gd name="csY63" fmla="*/ 404965 h 793834"/>
              <a:gd name="csX64" fmla="*/ 36875 w 3760185"/>
              <a:gd name="csY64" fmla="*/ 417586 h 793834"/>
              <a:gd name="csX65" fmla="*/ 35580 w 3760185"/>
              <a:gd name="csY65" fmla="*/ 404966 h 793834"/>
              <a:gd name="csX66" fmla="*/ 40972 w 3760185"/>
              <a:gd name="csY66" fmla="*/ 404964 h 793834"/>
              <a:gd name="csX67" fmla="*/ 40972 w 3760185"/>
              <a:gd name="csY67" fmla="*/ 411280 h 793834"/>
              <a:gd name="csX68" fmla="*/ 40386 w 3760185"/>
              <a:gd name="csY68" fmla="*/ 404964 h 793834"/>
              <a:gd name="csX69" fmla="*/ 43703 w 3760185"/>
              <a:gd name="csY69" fmla="*/ 404964 h 793834"/>
              <a:gd name="csX70" fmla="*/ 43703 w 3760185"/>
              <a:gd name="csY70" fmla="*/ 441408 h 793834"/>
              <a:gd name="csX71" fmla="*/ 42896 w 3760185"/>
              <a:gd name="csY71" fmla="*/ 404964 h 793834"/>
              <a:gd name="csX72" fmla="*/ 45755 w 3760185"/>
              <a:gd name="csY72" fmla="*/ 404963 h 793834"/>
              <a:gd name="csX73" fmla="*/ 45069 w 3760185"/>
              <a:gd name="csY73" fmla="*/ 407777 h 793834"/>
              <a:gd name="csX74" fmla="*/ 45069 w 3760185"/>
              <a:gd name="csY74" fmla="*/ 404963 h 793834"/>
              <a:gd name="csX75" fmla="*/ 46778 w 3760185"/>
              <a:gd name="csY75" fmla="*/ 404963 h 793834"/>
              <a:gd name="csX76" fmla="*/ 46435 w 3760185"/>
              <a:gd name="csY76" fmla="*/ 407076 h 793834"/>
              <a:gd name="csX77" fmla="*/ 46435 w 3760185"/>
              <a:gd name="csY77" fmla="*/ 404963 h 793834"/>
              <a:gd name="csX78" fmla="*/ 50532 w 3760185"/>
              <a:gd name="csY78" fmla="*/ 404962 h 793834"/>
              <a:gd name="csX79" fmla="*/ 50532 w 3760185"/>
              <a:gd name="csY79" fmla="*/ 411981 h 793834"/>
              <a:gd name="csX80" fmla="*/ 49166 w 3760185"/>
              <a:gd name="csY80" fmla="*/ 416185 h 793834"/>
              <a:gd name="csX81" fmla="*/ 49166 w 3760185"/>
              <a:gd name="csY81" fmla="*/ 411981 h 793834"/>
              <a:gd name="csX82" fmla="*/ 48841 w 3760185"/>
              <a:gd name="csY82" fmla="*/ 404962 h 793834"/>
              <a:gd name="csX83" fmla="*/ 51898 w 3760185"/>
              <a:gd name="csY83" fmla="*/ 404962 h 793834"/>
              <a:gd name="csX84" fmla="*/ 51898 w 3760185"/>
              <a:gd name="csY84" fmla="*/ 412682 h 793834"/>
              <a:gd name="csX85" fmla="*/ 51013 w 3760185"/>
              <a:gd name="csY85" fmla="*/ 404962 h 793834"/>
              <a:gd name="csX86" fmla="*/ 53263 w 3760185"/>
              <a:gd name="csY86" fmla="*/ 404961 h 793834"/>
              <a:gd name="csX87" fmla="*/ 53263 w 3760185"/>
              <a:gd name="csY87" fmla="*/ 404974 h 793834"/>
              <a:gd name="csX88" fmla="*/ 53261 w 3760185"/>
              <a:gd name="csY88" fmla="*/ 404961 h 793834"/>
              <a:gd name="csX89" fmla="*/ 55995 w 3760185"/>
              <a:gd name="csY89" fmla="*/ 404961 h 793834"/>
              <a:gd name="csX90" fmla="*/ 55995 w 3760185"/>
              <a:gd name="csY90" fmla="*/ 411981 h 793834"/>
              <a:gd name="csX91" fmla="*/ 54629 w 3760185"/>
              <a:gd name="csY91" fmla="*/ 411280 h 793834"/>
              <a:gd name="csX92" fmla="*/ 54629 w 3760185"/>
              <a:gd name="csY92" fmla="*/ 416185 h 793834"/>
              <a:gd name="csX93" fmla="*/ 53986 w 3760185"/>
              <a:gd name="csY93" fmla="*/ 404961 h 793834"/>
              <a:gd name="csX94" fmla="*/ 61458 w 3760185"/>
              <a:gd name="csY94" fmla="*/ 404959 h 793834"/>
              <a:gd name="csX95" fmla="*/ 61458 w 3760185"/>
              <a:gd name="csY95" fmla="*/ 411280 h 793834"/>
              <a:gd name="csX96" fmla="*/ 60092 w 3760185"/>
              <a:gd name="csY96" fmla="*/ 420389 h 793834"/>
              <a:gd name="csX97" fmla="*/ 60092 w 3760185"/>
              <a:gd name="csY97" fmla="*/ 414083 h 793834"/>
              <a:gd name="csX98" fmla="*/ 58726 w 3760185"/>
              <a:gd name="csY98" fmla="*/ 428796 h 793834"/>
              <a:gd name="csX99" fmla="*/ 58726 w 3760185"/>
              <a:gd name="csY99" fmla="*/ 411280 h 793834"/>
              <a:gd name="csX100" fmla="*/ 57361 w 3760185"/>
              <a:gd name="csY100" fmla="*/ 407777 h 793834"/>
              <a:gd name="csX101" fmla="*/ 57361 w 3760185"/>
              <a:gd name="csY101" fmla="*/ 404960 h 793834"/>
              <a:gd name="csX102" fmla="*/ 68286 w 3760185"/>
              <a:gd name="csY102" fmla="*/ 404958 h 793834"/>
              <a:gd name="csX103" fmla="*/ 68286 w 3760185"/>
              <a:gd name="csY103" fmla="*/ 428796 h 793834"/>
              <a:gd name="csX104" fmla="*/ 66921 w 3760185"/>
              <a:gd name="csY104" fmla="*/ 411981 h 793834"/>
              <a:gd name="csX105" fmla="*/ 66921 w 3760185"/>
              <a:gd name="csY105" fmla="*/ 407076 h 793834"/>
              <a:gd name="csX106" fmla="*/ 65555 w 3760185"/>
              <a:gd name="csY106" fmla="*/ 414083 h 793834"/>
              <a:gd name="csX107" fmla="*/ 65555 w 3760185"/>
              <a:gd name="csY107" fmla="*/ 438605 h 793834"/>
              <a:gd name="csX108" fmla="*/ 64189 w 3760185"/>
              <a:gd name="csY108" fmla="*/ 411280 h 793834"/>
              <a:gd name="csX109" fmla="*/ 64189 w 3760185"/>
              <a:gd name="csY109" fmla="*/ 406376 h 793834"/>
              <a:gd name="csX110" fmla="*/ 62824 w 3760185"/>
              <a:gd name="csY110" fmla="*/ 407777 h 793834"/>
              <a:gd name="csX111" fmla="*/ 62824 w 3760185"/>
              <a:gd name="csY111" fmla="*/ 404959 h 793834"/>
              <a:gd name="csX112" fmla="*/ 65555 w 3760185"/>
              <a:gd name="csY112" fmla="*/ 404958 h 793834"/>
              <a:gd name="csX113" fmla="*/ 70525 w 3760185"/>
              <a:gd name="csY113" fmla="*/ 404957 h 793834"/>
              <a:gd name="csX114" fmla="*/ 69652 w 3760185"/>
              <a:gd name="csY114" fmla="*/ 425994 h 793834"/>
              <a:gd name="csX115" fmla="*/ 69652 w 3760185"/>
              <a:gd name="csY115" fmla="*/ 404957 h 793834"/>
              <a:gd name="csX116" fmla="*/ 72384 w 3760185"/>
              <a:gd name="csY116" fmla="*/ 404957 h 793834"/>
              <a:gd name="csX117" fmla="*/ 72384 w 3760185"/>
              <a:gd name="csY117" fmla="*/ 404974 h 793834"/>
              <a:gd name="csX118" fmla="*/ 71018 w 3760185"/>
              <a:gd name="csY118" fmla="*/ 433000 h 793834"/>
              <a:gd name="csX119" fmla="*/ 71018 w 3760185"/>
              <a:gd name="csY119" fmla="*/ 404957 h 793834"/>
              <a:gd name="csX120" fmla="*/ 78721 w 3760185"/>
              <a:gd name="csY120" fmla="*/ 404955 h 793834"/>
              <a:gd name="csX121" fmla="*/ 77847 w 3760185"/>
              <a:gd name="csY121" fmla="*/ 427395 h 793834"/>
              <a:gd name="csX122" fmla="*/ 77847 w 3760185"/>
              <a:gd name="csY122" fmla="*/ 407777 h 793834"/>
              <a:gd name="csX123" fmla="*/ 76481 w 3760185"/>
              <a:gd name="csY123" fmla="*/ 429497 h 793834"/>
              <a:gd name="csX124" fmla="*/ 76481 w 3760185"/>
              <a:gd name="csY124" fmla="*/ 412682 h 793834"/>
              <a:gd name="csX125" fmla="*/ 75115 w 3760185"/>
              <a:gd name="csY125" fmla="*/ 436504 h 793834"/>
              <a:gd name="csX126" fmla="*/ 75115 w 3760185"/>
              <a:gd name="csY126" fmla="*/ 421089 h 793834"/>
              <a:gd name="csX127" fmla="*/ 73749 w 3760185"/>
              <a:gd name="csY127" fmla="*/ 411981 h 793834"/>
              <a:gd name="csX128" fmla="*/ 73749 w 3760185"/>
              <a:gd name="csY128" fmla="*/ 421790 h 793834"/>
              <a:gd name="csX129" fmla="*/ 73749 w 3760185"/>
              <a:gd name="csY129" fmla="*/ 427395 h 793834"/>
              <a:gd name="csX130" fmla="*/ 73087 w 3760185"/>
              <a:gd name="csY130" fmla="*/ 404957 h 793834"/>
              <a:gd name="csX131" fmla="*/ 80409 w 3760185"/>
              <a:gd name="csY131" fmla="*/ 404955 h 793834"/>
              <a:gd name="csX132" fmla="*/ 79212 w 3760185"/>
              <a:gd name="csY132" fmla="*/ 419688 h 793834"/>
              <a:gd name="csX133" fmla="*/ 79212 w 3760185"/>
              <a:gd name="csY133" fmla="*/ 404955 h 793834"/>
              <a:gd name="csX134" fmla="*/ 81944 w 3760185"/>
              <a:gd name="csY134" fmla="*/ 404954 h 793834"/>
              <a:gd name="csX135" fmla="*/ 81944 w 3760185"/>
              <a:gd name="csY135" fmla="*/ 411280 h 793834"/>
              <a:gd name="csX136" fmla="*/ 80578 w 3760185"/>
              <a:gd name="csY136" fmla="*/ 433000 h 793834"/>
              <a:gd name="csX137" fmla="*/ 80578 w 3760185"/>
              <a:gd name="csY137" fmla="*/ 404955 h 793834"/>
              <a:gd name="csX138" fmla="*/ 84543 w 3760185"/>
              <a:gd name="csY138" fmla="*/ 404954 h 793834"/>
              <a:gd name="csX139" fmla="*/ 83310 w 3760185"/>
              <a:gd name="csY139" fmla="*/ 411280 h 793834"/>
              <a:gd name="csX140" fmla="*/ 83310 w 3760185"/>
              <a:gd name="csY140" fmla="*/ 412682 h 793834"/>
              <a:gd name="csX141" fmla="*/ 83310 w 3760185"/>
              <a:gd name="csY141" fmla="*/ 438605 h 793834"/>
              <a:gd name="csX142" fmla="*/ 82235 w 3760185"/>
              <a:gd name="csY142" fmla="*/ 404954 h 793834"/>
              <a:gd name="csX143" fmla="*/ 90898 w 3760185"/>
              <a:gd name="csY143" fmla="*/ 404952 h 793834"/>
              <a:gd name="csX144" fmla="*/ 90138 w 3760185"/>
              <a:gd name="csY144" fmla="*/ 425994 h 793834"/>
              <a:gd name="csX145" fmla="*/ 90138 w 3760185"/>
              <a:gd name="csY145" fmla="*/ 410580 h 793834"/>
              <a:gd name="csX146" fmla="*/ 88772 w 3760185"/>
              <a:gd name="csY146" fmla="*/ 411981 h 793834"/>
              <a:gd name="csX147" fmla="*/ 88772 w 3760185"/>
              <a:gd name="csY147" fmla="*/ 410580 h 793834"/>
              <a:gd name="csX148" fmla="*/ 87407 w 3760185"/>
              <a:gd name="csY148" fmla="*/ 411280 h 793834"/>
              <a:gd name="csX149" fmla="*/ 87407 w 3760185"/>
              <a:gd name="csY149" fmla="*/ 410580 h 793834"/>
              <a:gd name="csX150" fmla="*/ 86041 w 3760185"/>
              <a:gd name="csY150" fmla="*/ 408478 h 793834"/>
              <a:gd name="csX151" fmla="*/ 86041 w 3760185"/>
              <a:gd name="csY151" fmla="*/ 434402 h 793834"/>
              <a:gd name="csX152" fmla="*/ 84675 w 3760185"/>
              <a:gd name="csY152" fmla="*/ 433000 h 793834"/>
              <a:gd name="csX153" fmla="*/ 84675 w 3760185"/>
              <a:gd name="csY153" fmla="*/ 404954 h 793834"/>
              <a:gd name="csX154" fmla="*/ 94161 w 3760185"/>
              <a:gd name="csY154" fmla="*/ 404951 h 793834"/>
              <a:gd name="csX155" fmla="*/ 92870 w 3760185"/>
              <a:gd name="csY155" fmla="*/ 428796 h 793834"/>
              <a:gd name="csX156" fmla="*/ 92870 w 3760185"/>
              <a:gd name="csY156" fmla="*/ 432300 h 793834"/>
              <a:gd name="csX157" fmla="*/ 91504 w 3760185"/>
              <a:gd name="csY157" fmla="*/ 408478 h 793834"/>
              <a:gd name="csX158" fmla="*/ 91504 w 3760185"/>
              <a:gd name="csY158" fmla="*/ 404952 h 793834"/>
              <a:gd name="csX159" fmla="*/ 95601 w 3760185"/>
              <a:gd name="csY159" fmla="*/ 404951 h 793834"/>
              <a:gd name="csX160" fmla="*/ 95601 w 3760185"/>
              <a:gd name="csY160" fmla="*/ 427395 h 793834"/>
              <a:gd name="csX161" fmla="*/ 94559 w 3760185"/>
              <a:gd name="csY161" fmla="*/ 404951 h 793834"/>
              <a:gd name="csX162" fmla="*/ 96967 w 3760185"/>
              <a:gd name="csY162" fmla="*/ 404951 h 793834"/>
              <a:gd name="csX163" fmla="*/ 96967 w 3760185"/>
              <a:gd name="csY163" fmla="*/ 409178 h 793834"/>
              <a:gd name="csX164" fmla="*/ 96280 w 3760185"/>
              <a:gd name="csY164" fmla="*/ 404951 h 793834"/>
              <a:gd name="csX165" fmla="*/ 101064 w 3760185"/>
              <a:gd name="csY165" fmla="*/ 404950 h 793834"/>
              <a:gd name="csX166" fmla="*/ 101064 w 3760185"/>
              <a:gd name="csY166" fmla="*/ 409879 h 793834"/>
              <a:gd name="csX167" fmla="*/ 99698 w 3760185"/>
              <a:gd name="csY167" fmla="*/ 409178 h 793834"/>
              <a:gd name="csX168" fmla="*/ 99698 w 3760185"/>
              <a:gd name="csY168" fmla="*/ 414783 h 793834"/>
              <a:gd name="csX169" fmla="*/ 98333 w 3760185"/>
              <a:gd name="csY169" fmla="*/ 425994 h 793834"/>
              <a:gd name="csX170" fmla="*/ 98333 w 3760185"/>
              <a:gd name="csY170" fmla="*/ 425293 h 793834"/>
              <a:gd name="csX171" fmla="*/ 98333 w 3760185"/>
              <a:gd name="csY171" fmla="*/ 417586 h 793834"/>
              <a:gd name="csX172" fmla="*/ 98333 w 3760185"/>
              <a:gd name="csY172" fmla="*/ 404950 h 793834"/>
              <a:gd name="csX173" fmla="*/ 102805 w 3760185"/>
              <a:gd name="csY173" fmla="*/ 404949 h 793834"/>
              <a:gd name="csX174" fmla="*/ 102430 w 3760185"/>
              <a:gd name="csY174" fmla="*/ 416885 h 793834"/>
              <a:gd name="csX175" fmla="*/ 102430 w 3760185"/>
              <a:gd name="csY175" fmla="*/ 412682 h 793834"/>
              <a:gd name="csX176" fmla="*/ 101488 w 3760185"/>
              <a:gd name="csY176" fmla="*/ 404950 h 793834"/>
              <a:gd name="csX177" fmla="*/ 102430 w 3760185"/>
              <a:gd name="csY177" fmla="*/ 404949 h 793834"/>
              <a:gd name="csX178" fmla="*/ 106527 w 3760185"/>
              <a:gd name="csY178" fmla="*/ 404948 h 793834"/>
              <a:gd name="csX179" fmla="*/ 106527 w 3760185"/>
              <a:gd name="csY179" fmla="*/ 404974 h 793834"/>
              <a:gd name="csX180" fmla="*/ 105161 w 3760185"/>
              <a:gd name="csY180" fmla="*/ 427395 h 793834"/>
              <a:gd name="csX181" fmla="*/ 105161 w 3760185"/>
              <a:gd name="csY181" fmla="*/ 425293 h 793834"/>
              <a:gd name="csX182" fmla="*/ 103882 w 3760185"/>
              <a:gd name="csY182" fmla="*/ 404949 h 793834"/>
              <a:gd name="csX183" fmla="*/ 110624 w 3760185"/>
              <a:gd name="csY183" fmla="*/ 404947 h 793834"/>
              <a:gd name="csX184" fmla="*/ 110624 w 3760185"/>
              <a:gd name="csY184" fmla="*/ 416885 h 793834"/>
              <a:gd name="csX185" fmla="*/ 109258 w 3760185"/>
              <a:gd name="csY185" fmla="*/ 432300 h 793834"/>
              <a:gd name="csX186" fmla="*/ 109258 w 3760185"/>
              <a:gd name="csY186" fmla="*/ 423191 h 793834"/>
              <a:gd name="csX187" fmla="*/ 107893 w 3760185"/>
              <a:gd name="csY187" fmla="*/ 411981 h 793834"/>
              <a:gd name="csX188" fmla="*/ 107893 w 3760185"/>
              <a:gd name="csY188" fmla="*/ 404948 h 793834"/>
              <a:gd name="csX189" fmla="*/ 112821 w 3760185"/>
              <a:gd name="csY189" fmla="*/ 404947 h 793834"/>
              <a:gd name="csX190" fmla="*/ 111990 w 3760185"/>
              <a:gd name="csY190" fmla="*/ 407076 h 793834"/>
              <a:gd name="csX191" fmla="*/ 111671 w 3760185"/>
              <a:gd name="csY191" fmla="*/ 404947 h 793834"/>
              <a:gd name="csX192" fmla="*/ 116087 w 3760185"/>
              <a:gd name="csY192" fmla="*/ 404946 h 793834"/>
              <a:gd name="csX193" fmla="*/ 116087 w 3760185"/>
              <a:gd name="csY193" fmla="*/ 425293 h 793834"/>
              <a:gd name="csX194" fmla="*/ 114721 w 3760185"/>
              <a:gd name="csY194" fmla="*/ 407777 h 793834"/>
              <a:gd name="csX195" fmla="*/ 114721 w 3760185"/>
              <a:gd name="csY195" fmla="*/ 407076 h 793834"/>
              <a:gd name="csX196" fmla="*/ 113356 w 3760185"/>
              <a:gd name="csY196" fmla="*/ 421790 h 793834"/>
              <a:gd name="csX197" fmla="*/ 113356 w 3760185"/>
              <a:gd name="csY197" fmla="*/ 404947 h 793834"/>
              <a:gd name="csX198" fmla="*/ 119833 w 3760185"/>
              <a:gd name="csY198" fmla="*/ 404945 h 793834"/>
              <a:gd name="csX199" fmla="*/ 118818 w 3760185"/>
              <a:gd name="csY199" fmla="*/ 421089 h 793834"/>
              <a:gd name="csX200" fmla="*/ 118818 w 3760185"/>
              <a:gd name="csY200" fmla="*/ 427395 h 793834"/>
              <a:gd name="csX201" fmla="*/ 117943 w 3760185"/>
              <a:gd name="csY201" fmla="*/ 404946 h 793834"/>
              <a:gd name="csX202" fmla="*/ 124699 w 3760185"/>
              <a:gd name="csY202" fmla="*/ 404944 h 793834"/>
              <a:gd name="csX203" fmla="*/ 124281 w 3760185"/>
              <a:gd name="csY203" fmla="*/ 409879 h 793834"/>
              <a:gd name="csX204" fmla="*/ 124281 w 3760185"/>
              <a:gd name="csY204" fmla="*/ 404944 h 793834"/>
              <a:gd name="csX205" fmla="*/ 127013 w 3760185"/>
              <a:gd name="csY205" fmla="*/ 404943 h 793834"/>
              <a:gd name="csX206" fmla="*/ 127013 w 3760185"/>
              <a:gd name="csY206" fmla="*/ 411280 h 793834"/>
              <a:gd name="csX207" fmla="*/ 125647 w 3760185"/>
              <a:gd name="csY207" fmla="*/ 408478 h 793834"/>
              <a:gd name="csX208" fmla="*/ 125647 w 3760185"/>
              <a:gd name="csY208" fmla="*/ 404944 h 793834"/>
              <a:gd name="csX209" fmla="*/ 129333 w 3760185"/>
              <a:gd name="csY209" fmla="*/ 404943 h 793834"/>
              <a:gd name="csX210" fmla="*/ 128379 w 3760185"/>
              <a:gd name="csY210" fmla="*/ 430898 h 793834"/>
              <a:gd name="csX211" fmla="*/ 128379 w 3760185"/>
              <a:gd name="csY211" fmla="*/ 404943 h 793834"/>
              <a:gd name="csX212" fmla="*/ 131110 w 3760185"/>
              <a:gd name="csY212" fmla="*/ 404942 h 793834"/>
              <a:gd name="csX213" fmla="*/ 131110 w 3760185"/>
              <a:gd name="csY213" fmla="*/ 410580 h 793834"/>
              <a:gd name="csX214" fmla="*/ 129744 w 3760185"/>
              <a:gd name="csY214" fmla="*/ 427395 h 793834"/>
              <a:gd name="csX215" fmla="*/ 129744 w 3760185"/>
              <a:gd name="csY215" fmla="*/ 404943 h 793834"/>
              <a:gd name="csX216" fmla="*/ 133230 w 3760185"/>
              <a:gd name="csY216" fmla="*/ 404942 h 793834"/>
              <a:gd name="csX217" fmla="*/ 132476 w 3760185"/>
              <a:gd name="csY217" fmla="*/ 412682 h 793834"/>
              <a:gd name="csX218" fmla="*/ 132476 w 3760185"/>
              <a:gd name="csY218" fmla="*/ 418287 h 793834"/>
              <a:gd name="csX219" fmla="*/ 131345 w 3760185"/>
              <a:gd name="csY219" fmla="*/ 404942 h 793834"/>
              <a:gd name="csX220" fmla="*/ 132476 w 3760185"/>
              <a:gd name="csY220" fmla="*/ 404942 h 793834"/>
              <a:gd name="csX221" fmla="*/ 135207 w 3760185"/>
              <a:gd name="csY221" fmla="*/ 404941 h 793834"/>
              <a:gd name="csX222" fmla="*/ 135207 w 3760185"/>
              <a:gd name="csY222" fmla="*/ 411280 h 793834"/>
              <a:gd name="csX223" fmla="*/ 134324 w 3760185"/>
              <a:gd name="csY223" fmla="*/ 404942 h 793834"/>
              <a:gd name="csX224" fmla="*/ 136573 w 3760185"/>
              <a:gd name="csY224" fmla="*/ 404941 h 793834"/>
              <a:gd name="csX225" fmla="*/ 136573 w 3760185"/>
              <a:gd name="csY225" fmla="*/ 430898 h 793834"/>
              <a:gd name="csX226" fmla="*/ 135636 w 3760185"/>
              <a:gd name="csY226" fmla="*/ 404941 h 793834"/>
              <a:gd name="csX227" fmla="*/ 137939 w 3760185"/>
              <a:gd name="csY227" fmla="*/ 404941 h 793834"/>
              <a:gd name="csX228" fmla="*/ 137939 w 3760185"/>
              <a:gd name="csY228" fmla="*/ 410580 h 793834"/>
              <a:gd name="csX229" fmla="*/ 137292 w 3760185"/>
              <a:gd name="csY229" fmla="*/ 404941 h 793834"/>
              <a:gd name="csX230" fmla="*/ 139304 w 3760185"/>
              <a:gd name="csY230" fmla="*/ 404940 h 793834"/>
              <a:gd name="csX231" fmla="*/ 139304 w 3760185"/>
              <a:gd name="csY231" fmla="*/ 412682 h 793834"/>
              <a:gd name="csX232" fmla="*/ 138861 w 3760185"/>
              <a:gd name="csY232" fmla="*/ 404940 h 793834"/>
              <a:gd name="csX233" fmla="*/ 143402 w 3760185"/>
              <a:gd name="csY233" fmla="*/ 404939 h 793834"/>
              <a:gd name="csX234" fmla="*/ 143402 w 3760185"/>
              <a:gd name="csY234" fmla="*/ 410580 h 793834"/>
              <a:gd name="csX235" fmla="*/ 142036 w 3760185"/>
              <a:gd name="csY235" fmla="*/ 408478 h 793834"/>
              <a:gd name="csX236" fmla="*/ 142036 w 3760185"/>
              <a:gd name="csY236" fmla="*/ 406376 h 793834"/>
              <a:gd name="csX237" fmla="*/ 140670 w 3760185"/>
              <a:gd name="csY237" fmla="*/ 418287 h 793834"/>
              <a:gd name="csX238" fmla="*/ 140670 w 3760185"/>
              <a:gd name="csY238" fmla="*/ 404940 h 793834"/>
              <a:gd name="csX239" fmla="*/ 147686 w 3760185"/>
              <a:gd name="csY239" fmla="*/ 404938 h 793834"/>
              <a:gd name="csX240" fmla="*/ 147499 w 3760185"/>
              <a:gd name="csY240" fmla="*/ 408478 h 793834"/>
              <a:gd name="csX241" fmla="*/ 147499 w 3760185"/>
              <a:gd name="csY241" fmla="*/ 423191 h 793834"/>
              <a:gd name="csX242" fmla="*/ 146828 w 3760185"/>
              <a:gd name="csY242" fmla="*/ 404939 h 793834"/>
              <a:gd name="csX243" fmla="*/ 151297 w 3760185"/>
              <a:gd name="csY243" fmla="*/ 404937 h 793834"/>
              <a:gd name="csX244" fmla="*/ 150230 w 3760185"/>
              <a:gd name="csY244" fmla="*/ 414783 h 793834"/>
              <a:gd name="csX245" fmla="*/ 150230 w 3760185"/>
              <a:gd name="csY245" fmla="*/ 404938 h 793834"/>
              <a:gd name="csX246" fmla="*/ 155693 w 3760185"/>
              <a:gd name="csY246" fmla="*/ 404936 h 793834"/>
              <a:gd name="csX247" fmla="*/ 155693 w 3760185"/>
              <a:gd name="csY247" fmla="*/ 408478 h 793834"/>
              <a:gd name="csX248" fmla="*/ 154327 w 3760185"/>
              <a:gd name="csY248" fmla="*/ 423191 h 793834"/>
              <a:gd name="csX249" fmla="*/ 154327 w 3760185"/>
              <a:gd name="csY249" fmla="*/ 419688 h 793834"/>
              <a:gd name="csX250" fmla="*/ 152962 w 3760185"/>
              <a:gd name="csY250" fmla="*/ 405675 h 793834"/>
              <a:gd name="csX251" fmla="*/ 152962 w 3760185"/>
              <a:gd name="csY251" fmla="*/ 416185 h 793834"/>
              <a:gd name="csX252" fmla="*/ 151596 w 3760185"/>
              <a:gd name="csY252" fmla="*/ 448415 h 793834"/>
              <a:gd name="csX253" fmla="*/ 151596 w 3760185"/>
              <a:gd name="csY253" fmla="*/ 404937 h 793834"/>
              <a:gd name="csX254" fmla="*/ 154327 w 3760185"/>
              <a:gd name="csY254" fmla="*/ 404937 h 793834"/>
              <a:gd name="csX255" fmla="*/ 157731 w 3760185"/>
              <a:gd name="csY255" fmla="*/ 404936 h 793834"/>
              <a:gd name="csX256" fmla="*/ 157059 w 3760185"/>
              <a:gd name="csY256" fmla="*/ 423191 h 793834"/>
              <a:gd name="csX257" fmla="*/ 157059 w 3760185"/>
              <a:gd name="csY257" fmla="*/ 404936 h 793834"/>
              <a:gd name="csX258" fmla="*/ 159201 w 3760185"/>
              <a:gd name="csY258" fmla="*/ 404936 h 793834"/>
              <a:gd name="csX259" fmla="*/ 158425 w 3760185"/>
              <a:gd name="csY259" fmla="*/ 416885 h 793834"/>
              <a:gd name="csX260" fmla="*/ 158425 w 3760185"/>
              <a:gd name="csY260" fmla="*/ 404936 h 793834"/>
              <a:gd name="csX261" fmla="*/ 161156 w 3760185"/>
              <a:gd name="csY261" fmla="*/ 404935 h 793834"/>
              <a:gd name="csX262" fmla="*/ 161156 w 3760185"/>
              <a:gd name="csY262" fmla="*/ 411981 h 793834"/>
              <a:gd name="csX263" fmla="*/ 160348 w 3760185"/>
              <a:gd name="csY263" fmla="*/ 404935 h 793834"/>
              <a:gd name="csX264" fmla="*/ 162522 w 3760185"/>
              <a:gd name="csY264" fmla="*/ 404935 h 793834"/>
              <a:gd name="csX265" fmla="*/ 162522 w 3760185"/>
              <a:gd name="csY265" fmla="*/ 409879 h 793834"/>
              <a:gd name="csX266" fmla="*/ 161558 w 3760185"/>
              <a:gd name="csY266" fmla="*/ 404935 h 793834"/>
              <a:gd name="csX267" fmla="*/ 164384 w 3760185"/>
              <a:gd name="csY267" fmla="*/ 404934 h 793834"/>
              <a:gd name="csX268" fmla="*/ 163888 w 3760185"/>
              <a:gd name="csY268" fmla="*/ 422491 h 793834"/>
              <a:gd name="csX269" fmla="*/ 163888 w 3760185"/>
              <a:gd name="csY269" fmla="*/ 404934 h 793834"/>
              <a:gd name="csX270" fmla="*/ 168625 w 3760185"/>
              <a:gd name="csY270" fmla="*/ 404933 h 793834"/>
              <a:gd name="csX271" fmla="*/ 167985 w 3760185"/>
              <a:gd name="csY271" fmla="*/ 414783 h 793834"/>
              <a:gd name="csX272" fmla="*/ 167985 w 3760185"/>
              <a:gd name="csY272" fmla="*/ 413382 h 793834"/>
              <a:gd name="csX273" fmla="*/ 167985 w 3760185"/>
              <a:gd name="csY273" fmla="*/ 409178 h 793834"/>
              <a:gd name="csX274" fmla="*/ 166619 w 3760185"/>
              <a:gd name="csY274" fmla="*/ 414783 h 793834"/>
              <a:gd name="csX275" fmla="*/ 166619 w 3760185"/>
              <a:gd name="csY275" fmla="*/ 404934 h 793834"/>
              <a:gd name="csX276" fmla="*/ 170716 w 3760185"/>
              <a:gd name="csY276" fmla="*/ 404933 h 793834"/>
              <a:gd name="csX277" fmla="*/ 170716 w 3760185"/>
              <a:gd name="csY277" fmla="*/ 416885 h 793834"/>
              <a:gd name="csX278" fmla="*/ 169657 w 3760185"/>
              <a:gd name="csY278" fmla="*/ 404933 h 793834"/>
              <a:gd name="csX279" fmla="*/ 174291 w 3760185"/>
              <a:gd name="csY279" fmla="*/ 404932 h 793834"/>
              <a:gd name="csX280" fmla="*/ 173448 w 3760185"/>
              <a:gd name="csY280" fmla="*/ 416185 h 793834"/>
              <a:gd name="csX281" fmla="*/ 173448 w 3760185"/>
              <a:gd name="csY281" fmla="*/ 420389 h 793834"/>
              <a:gd name="csX282" fmla="*/ 172476 w 3760185"/>
              <a:gd name="csY282" fmla="*/ 404932 h 793834"/>
              <a:gd name="csX283" fmla="*/ 176410 w 3760185"/>
              <a:gd name="csY283" fmla="*/ 404931 h 793834"/>
              <a:gd name="csX284" fmla="*/ 176179 w 3760185"/>
              <a:gd name="csY284" fmla="*/ 407777 h 793834"/>
              <a:gd name="csX285" fmla="*/ 176179 w 3760185"/>
              <a:gd name="csY285" fmla="*/ 409879 h 793834"/>
              <a:gd name="csX286" fmla="*/ 175490 w 3760185"/>
              <a:gd name="csY286" fmla="*/ 404932 h 793834"/>
              <a:gd name="csX287" fmla="*/ 179521 w 3760185"/>
              <a:gd name="csY287" fmla="*/ 404931 h 793834"/>
              <a:gd name="csX288" fmla="*/ 178911 w 3760185"/>
              <a:gd name="csY288" fmla="*/ 413382 h 793834"/>
              <a:gd name="csX289" fmla="*/ 178911 w 3760185"/>
              <a:gd name="csY289" fmla="*/ 412682 h 793834"/>
              <a:gd name="csX290" fmla="*/ 177904 w 3760185"/>
              <a:gd name="csY290" fmla="*/ 404931 h 793834"/>
              <a:gd name="csX291" fmla="*/ 182560 w 3760185"/>
              <a:gd name="csY291" fmla="*/ 404930 h 793834"/>
              <a:gd name="csX292" fmla="*/ 181642 w 3760185"/>
              <a:gd name="csY292" fmla="*/ 410580 h 793834"/>
              <a:gd name="csX293" fmla="*/ 181642 w 3760185"/>
              <a:gd name="csY293" fmla="*/ 404930 h 793834"/>
              <a:gd name="csX294" fmla="*/ 185739 w 3760185"/>
              <a:gd name="csY294" fmla="*/ 404929 h 793834"/>
              <a:gd name="csX295" fmla="*/ 185739 w 3760185"/>
              <a:gd name="csY295" fmla="*/ 410580 h 793834"/>
              <a:gd name="csX296" fmla="*/ 184373 w 3760185"/>
              <a:gd name="csY296" fmla="*/ 414083 h 793834"/>
              <a:gd name="csX297" fmla="*/ 184373 w 3760185"/>
              <a:gd name="csY297" fmla="*/ 407777 h 793834"/>
              <a:gd name="csX298" fmla="*/ 183008 w 3760185"/>
              <a:gd name="csY298" fmla="*/ 416185 h 793834"/>
              <a:gd name="csX299" fmla="*/ 183008 w 3760185"/>
              <a:gd name="csY299" fmla="*/ 404930 h 793834"/>
              <a:gd name="csX300" fmla="*/ 188471 w 3760185"/>
              <a:gd name="csY300" fmla="*/ 404928 h 793834"/>
              <a:gd name="csX301" fmla="*/ 188471 w 3760185"/>
              <a:gd name="csY301" fmla="*/ 430898 h 793834"/>
              <a:gd name="csX302" fmla="*/ 187105 w 3760185"/>
              <a:gd name="csY302" fmla="*/ 427395 h 793834"/>
              <a:gd name="csX303" fmla="*/ 187105 w 3760185"/>
              <a:gd name="csY303" fmla="*/ 425293 h 793834"/>
              <a:gd name="csX304" fmla="*/ 185782 w 3760185"/>
              <a:gd name="csY304" fmla="*/ 404929 h 793834"/>
              <a:gd name="csX305" fmla="*/ 187105 w 3760185"/>
              <a:gd name="csY305" fmla="*/ 404929 h 793834"/>
              <a:gd name="csX306" fmla="*/ 193664 w 3760185"/>
              <a:gd name="csY306" fmla="*/ 404927 h 793834"/>
              <a:gd name="csX307" fmla="*/ 192568 w 3760185"/>
              <a:gd name="csY307" fmla="*/ 424593 h 793834"/>
              <a:gd name="csX308" fmla="*/ 192568 w 3760185"/>
              <a:gd name="csY308" fmla="*/ 412682 h 793834"/>
              <a:gd name="csX309" fmla="*/ 191202 w 3760185"/>
              <a:gd name="csY309" fmla="*/ 427395 h 793834"/>
              <a:gd name="csX310" fmla="*/ 191202 w 3760185"/>
              <a:gd name="csY310" fmla="*/ 414083 h 793834"/>
              <a:gd name="csX311" fmla="*/ 191202 w 3760185"/>
              <a:gd name="csY311" fmla="*/ 404974 h 793834"/>
              <a:gd name="csX312" fmla="*/ 189836 w 3760185"/>
              <a:gd name="csY312" fmla="*/ 404974 h 793834"/>
              <a:gd name="csX313" fmla="*/ 189836 w 3760185"/>
              <a:gd name="csY313" fmla="*/ 404928 h 793834"/>
              <a:gd name="csX314" fmla="*/ 202128 w 3760185"/>
              <a:gd name="csY314" fmla="*/ 404925 h 793834"/>
              <a:gd name="csX315" fmla="*/ 202128 w 3760185"/>
              <a:gd name="csY315" fmla="*/ 410580 h 793834"/>
              <a:gd name="csX316" fmla="*/ 200762 w 3760185"/>
              <a:gd name="csY316" fmla="*/ 418287 h 793834"/>
              <a:gd name="csX317" fmla="*/ 200762 w 3760185"/>
              <a:gd name="csY317" fmla="*/ 425994 h 793834"/>
              <a:gd name="csX318" fmla="*/ 200762 w 3760185"/>
              <a:gd name="csY318" fmla="*/ 435803 h 793834"/>
              <a:gd name="csX319" fmla="*/ 199397 w 3760185"/>
              <a:gd name="csY319" fmla="*/ 436504 h 793834"/>
              <a:gd name="csX320" fmla="*/ 199397 w 3760185"/>
              <a:gd name="csY320" fmla="*/ 411981 h 793834"/>
              <a:gd name="csX321" fmla="*/ 198031 w 3760185"/>
              <a:gd name="csY321" fmla="*/ 422491 h 793834"/>
              <a:gd name="csX322" fmla="*/ 198031 w 3760185"/>
              <a:gd name="csY322" fmla="*/ 411280 h 793834"/>
              <a:gd name="csX323" fmla="*/ 196665 w 3760185"/>
              <a:gd name="csY323" fmla="*/ 427395 h 793834"/>
              <a:gd name="csX324" fmla="*/ 196665 w 3760185"/>
              <a:gd name="csY324" fmla="*/ 423191 h 793834"/>
              <a:gd name="csX325" fmla="*/ 196665 w 3760185"/>
              <a:gd name="csY325" fmla="*/ 409178 h 793834"/>
              <a:gd name="csX326" fmla="*/ 195299 w 3760185"/>
              <a:gd name="csY326" fmla="*/ 419688 h 793834"/>
              <a:gd name="csX327" fmla="*/ 195299 w 3760185"/>
              <a:gd name="csY327" fmla="*/ 427395 h 793834"/>
              <a:gd name="csX328" fmla="*/ 193934 w 3760185"/>
              <a:gd name="csY328" fmla="*/ 416885 h 793834"/>
              <a:gd name="csX329" fmla="*/ 193934 w 3760185"/>
              <a:gd name="csY329" fmla="*/ 404927 h 793834"/>
              <a:gd name="csX330" fmla="*/ 207856 w 3760185"/>
              <a:gd name="csY330" fmla="*/ 404924 h 793834"/>
              <a:gd name="csX331" fmla="*/ 207591 w 3760185"/>
              <a:gd name="csY331" fmla="*/ 407777 h 793834"/>
              <a:gd name="csX332" fmla="*/ 207591 w 3760185"/>
              <a:gd name="csY332" fmla="*/ 427395 h 793834"/>
              <a:gd name="csX333" fmla="*/ 206225 w 3760185"/>
              <a:gd name="csY333" fmla="*/ 410580 h 793834"/>
              <a:gd name="csX334" fmla="*/ 206225 w 3760185"/>
              <a:gd name="csY334" fmla="*/ 419688 h 793834"/>
              <a:gd name="csX335" fmla="*/ 204859 w 3760185"/>
              <a:gd name="csY335" fmla="*/ 415484 h 793834"/>
              <a:gd name="csX336" fmla="*/ 203494 w 3760185"/>
              <a:gd name="csY336" fmla="*/ 417586 h 793834"/>
              <a:gd name="csX337" fmla="*/ 203494 w 3760185"/>
              <a:gd name="csY337" fmla="*/ 404925 h 793834"/>
              <a:gd name="csX338" fmla="*/ 214420 w 3760185"/>
              <a:gd name="csY338" fmla="*/ 404922 h 793834"/>
              <a:gd name="csX339" fmla="*/ 214420 w 3760185"/>
              <a:gd name="csY339" fmla="*/ 407076 h 793834"/>
              <a:gd name="csX340" fmla="*/ 214420 w 3760185"/>
              <a:gd name="csY340" fmla="*/ 413382 h 793834"/>
              <a:gd name="csX341" fmla="*/ 213054 w 3760185"/>
              <a:gd name="csY341" fmla="*/ 425994 h 793834"/>
              <a:gd name="csX342" fmla="*/ 213054 w 3760185"/>
              <a:gd name="csY342" fmla="*/ 412682 h 793834"/>
              <a:gd name="csX343" fmla="*/ 211688 w 3760185"/>
              <a:gd name="csY343" fmla="*/ 414083 h 793834"/>
              <a:gd name="csX344" fmla="*/ 211688 w 3760185"/>
              <a:gd name="csY344" fmla="*/ 411280 h 793834"/>
              <a:gd name="csX345" fmla="*/ 210322 w 3760185"/>
              <a:gd name="csY345" fmla="*/ 420389 h 793834"/>
              <a:gd name="csX346" fmla="*/ 210322 w 3760185"/>
              <a:gd name="csY346" fmla="*/ 409178 h 793834"/>
              <a:gd name="csX347" fmla="*/ 208957 w 3760185"/>
              <a:gd name="csY347" fmla="*/ 416185 h 793834"/>
              <a:gd name="csX348" fmla="*/ 208957 w 3760185"/>
              <a:gd name="csY348" fmla="*/ 404923 h 793834"/>
              <a:gd name="csX349" fmla="*/ 217151 w 3760185"/>
              <a:gd name="csY349" fmla="*/ 404921 h 793834"/>
              <a:gd name="csX350" fmla="*/ 217151 w 3760185"/>
              <a:gd name="csY350" fmla="*/ 424593 h 793834"/>
              <a:gd name="csX351" fmla="*/ 216522 w 3760185"/>
              <a:gd name="csY351" fmla="*/ 404922 h 793834"/>
              <a:gd name="csX352" fmla="*/ 218517 w 3760185"/>
              <a:gd name="csY352" fmla="*/ 404921 h 793834"/>
              <a:gd name="csX353" fmla="*/ 218517 w 3760185"/>
              <a:gd name="csY353" fmla="*/ 410580 h 793834"/>
              <a:gd name="csX354" fmla="*/ 217729 w 3760185"/>
              <a:gd name="csY354" fmla="*/ 404921 h 793834"/>
              <a:gd name="csX355" fmla="*/ 223980 w 3760185"/>
              <a:gd name="csY355" fmla="*/ 404920 h 793834"/>
              <a:gd name="csX356" fmla="*/ 223980 w 3760185"/>
              <a:gd name="csY356" fmla="*/ 406376 h 793834"/>
              <a:gd name="csX357" fmla="*/ 222614 w 3760185"/>
              <a:gd name="csY357" fmla="*/ 409879 h 793834"/>
              <a:gd name="csX358" fmla="*/ 222614 w 3760185"/>
              <a:gd name="csY358" fmla="*/ 423191 h 793834"/>
              <a:gd name="csX359" fmla="*/ 221248 w 3760185"/>
              <a:gd name="csY359" fmla="*/ 419688 h 793834"/>
              <a:gd name="csX360" fmla="*/ 221248 w 3760185"/>
              <a:gd name="csY360" fmla="*/ 443510 h 793834"/>
              <a:gd name="csX361" fmla="*/ 219882 w 3760185"/>
              <a:gd name="csY361" fmla="*/ 421089 h 793834"/>
              <a:gd name="csX362" fmla="*/ 219882 w 3760185"/>
              <a:gd name="csY362" fmla="*/ 424593 h 793834"/>
              <a:gd name="csX363" fmla="*/ 219264 w 3760185"/>
              <a:gd name="csY363" fmla="*/ 404921 h 793834"/>
              <a:gd name="csX364" fmla="*/ 226578 w 3760185"/>
              <a:gd name="csY364" fmla="*/ 404919 h 793834"/>
              <a:gd name="csX365" fmla="*/ 225345 w 3760185"/>
              <a:gd name="csY365" fmla="*/ 423892 h 793834"/>
              <a:gd name="csX366" fmla="*/ 225345 w 3760185"/>
              <a:gd name="csY366" fmla="*/ 418987 h 793834"/>
              <a:gd name="csX367" fmla="*/ 225345 w 3760185"/>
              <a:gd name="csY367" fmla="*/ 404919 h 793834"/>
              <a:gd name="csX368" fmla="*/ 227427 w 3760185"/>
              <a:gd name="csY368" fmla="*/ 404919 h 793834"/>
              <a:gd name="csX369" fmla="*/ 226711 w 3760185"/>
              <a:gd name="csY369" fmla="*/ 428796 h 793834"/>
              <a:gd name="csX370" fmla="*/ 226711 w 3760185"/>
              <a:gd name="csY370" fmla="*/ 404919 h 793834"/>
              <a:gd name="csX371" fmla="*/ 229443 w 3760185"/>
              <a:gd name="csY371" fmla="*/ 404918 h 793834"/>
              <a:gd name="csX372" fmla="*/ 229443 w 3760185"/>
              <a:gd name="csY372" fmla="*/ 416185 h 793834"/>
              <a:gd name="csX373" fmla="*/ 228778 w 3760185"/>
              <a:gd name="csY373" fmla="*/ 404919 h 793834"/>
              <a:gd name="csX374" fmla="*/ 234918 w 3760185"/>
              <a:gd name="csY374" fmla="*/ 404917 h 793834"/>
              <a:gd name="csX375" fmla="*/ 234905 w 3760185"/>
              <a:gd name="csY375" fmla="*/ 404974 h 793834"/>
              <a:gd name="csX376" fmla="*/ 234905 w 3760185"/>
              <a:gd name="csY376" fmla="*/ 409178 h 793834"/>
              <a:gd name="csX377" fmla="*/ 233540 w 3760185"/>
              <a:gd name="csY377" fmla="*/ 422491 h 793834"/>
              <a:gd name="csX378" fmla="*/ 233540 w 3760185"/>
              <a:gd name="csY378" fmla="*/ 413382 h 793834"/>
              <a:gd name="csX379" fmla="*/ 232174 w 3760185"/>
              <a:gd name="csY379" fmla="*/ 407076 h 793834"/>
              <a:gd name="csX380" fmla="*/ 232174 w 3760185"/>
              <a:gd name="csY380" fmla="*/ 407777 h 793834"/>
              <a:gd name="csX381" fmla="*/ 230808 w 3760185"/>
              <a:gd name="csY381" fmla="*/ 416885 h 793834"/>
              <a:gd name="csX382" fmla="*/ 230808 w 3760185"/>
              <a:gd name="csY382" fmla="*/ 410580 h 793834"/>
              <a:gd name="csX383" fmla="*/ 230440 w 3760185"/>
              <a:gd name="csY383" fmla="*/ 404918 h 793834"/>
              <a:gd name="csX384" fmla="*/ 230808 w 3760185"/>
              <a:gd name="csY384" fmla="*/ 404918 h 793834"/>
              <a:gd name="csX385" fmla="*/ 233540 w 3760185"/>
              <a:gd name="csY385" fmla="*/ 404917 h 793834"/>
              <a:gd name="csX386" fmla="*/ 237637 w 3760185"/>
              <a:gd name="csY386" fmla="*/ 404916 h 793834"/>
              <a:gd name="csX387" fmla="*/ 237637 w 3760185"/>
              <a:gd name="csY387" fmla="*/ 422491 h 793834"/>
              <a:gd name="csX388" fmla="*/ 236759 w 3760185"/>
              <a:gd name="csY388" fmla="*/ 404917 h 793834"/>
              <a:gd name="csX389" fmla="*/ 239432 w 3760185"/>
              <a:gd name="csY389" fmla="*/ 404916 h 793834"/>
              <a:gd name="csX390" fmla="*/ 239003 w 3760185"/>
              <a:gd name="csY390" fmla="*/ 415484 h 793834"/>
              <a:gd name="csX391" fmla="*/ 239003 w 3760185"/>
              <a:gd name="csY391" fmla="*/ 404916 h 793834"/>
              <a:gd name="csX392" fmla="*/ 243269 w 3760185"/>
              <a:gd name="csY392" fmla="*/ 404915 h 793834"/>
              <a:gd name="csX393" fmla="*/ 243100 w 3760185"/>
              <a:gd name="csY393" fmla="*/ 407076 h 793834"/>
              <a:gd name="csX394" fmla="*/ 243100 w 3760185"/>
              <a:gd name="csY394" fmla="*/ 404915 h 793834"/>
              <a:gd name="csX395" fmla="*/ 246518 w 3760185"/>
              <a:gd name="csY395" fmla="*/ 404914 h 793834"/>
              <a:gd name="csX396" fmla="*/ 245831 w 3760185"/>
              <a:gd name="csY396" fmla="*/ 416885 h 793834"/>
              <a:gd name="csX397" fmla="*/ 245831 w 3760185"/>
              <a:gd name="csY397" fmla="*/ 404914 h 793834"/>
              <a:gd name="csX398" fmla="*/ 249929 w 3760185"/>
              <a:gd name="csY398" fmla="*/ 404913 h 793834"/>
              <a:gd name="csX399" fmla="*/ 249929 w 3760185"/>
              <a:gd name="csY399" fmla="*/ 406376 h 793834"/>
              <a:gd name="csX400" fmla="*/ 248563 w 3760185"/>
              <a:gd name="csY400" fmla="*/ 431599 h 793834"/>
              <a:gd name="csX401" fmla="*/ 248563 w 3760185"/>
              <a:gd name="csY401" fmla="*/ 419688 h 793834"/>
              <a:gd name="csX402" fmla="*/ 247197 w 3760185"/>
              <a:gd name="csY402" fmla="*/ 427395 h 793834"/>
              <a:gd name="csX403" fmla="*/ 247197 w 3760185"/>
              <a:gd name="csY403" fmla="*/ 404914 h 793834"/>
              <a:gd name="csX404" fmla="*/ 253873 w 3760185"/>
              <a:gd name="csY404" fmla="*/ 404912 h 793834"/>
              <a:gd name="csX405" fmla="*/ 252660 w 3760185"/>
              <a:gd name="csY405" fmla="*/ 426694 h 793834"/>
              <a:gd name="csX406" fmla="*/ 252660 w 3760185"/>
              <a:gd name="csY406" fmla="*/ 421790 h 793834"/>
              <a:gd name="csX407" fmla="*/ 252660 w 3760185"/>
              <a:gd name="csY407" fmla="*/ 404913 h 793834"/>
              <a:gd name="csX408" fmla="*/ 256627 w 3760185"/>
              <a:gd name="csY408" fmla="*/ 404912 h 793834"/>
              <a:gd name="csX409" fmla="*/ 255391 w 3760185"/>
              <a:gd name="csY409" fmla="*/ 430898 h 793834"/>
              <a:gd name="csX410" fmla="*/ 255391 w 3760185"/>
              <a:gd name="csY410" fmla="*/ 404912 h 793834"/>
              <a:gd name="csX411" fmla="*/ 257493 w 3760185"/>
              <a:gd name="csY411" fmla="*/ 404912 h 793834"/>
              <a:gd name="csX412" fmla="*/ 256757 w 3760185"/>
              <a:gd name="csY412" fmla="*/ 420389 h 793834"/>
              <a:gd name="csX413" fmla="*/ 256757 w 3760185"/>
              <a:gd name="csY413" fmla="*/ 404912 h 793834"/>
              <a:gd name="csX414" fmla="*/ 260587 w 3760185"/>
              <a:gd name="csY414" fmla="*/ 404911 h 793834"/>
              <a:gd name="csX415" fmla="*/ 259489 w 3760185"/>
              <a:gd name="csY415" fmla="*/ 416185 h 793834"/>
              <a:gd name="csX416" fmla="*/ 259489 w 3760185"/>
              <a:gd name="csY416" fmla="*/ 408478 h 793834"/>
              <a:gd name="csX417" fmla="*/ 258123 w 3760185"/>
              <a:gd name="csY417" fmla="*/ 414783 h 793834"/>
              <a:gd name="csX418" fmla="*/ 258123 w 3760185"/>
              <a:gd name="csY418" fmla="*/ 404911 h 793834"/>
              <a:gd name="csX419" fmla="*/ 264952 w 3760185"/>
              <a:gd name="csY419" fmla="*/ 404910 h 793834"/>
              <a:gd name="csX420" fmla="*/ 264952 w 3760185"/>
              <a:gd name="csY420" fmla="*/ 418287 h 793834"/>
              <a:gd name="csX421" fmla="*/ 263586 w 3760185"/>
              <a:gd name="csY421" fmla="*/ 409178 h 793834"/>
              <a:gd name="csX422" fmla="*/ 263586 w 3760185"/>
              <a:gd name="csY422" fmla="*/ 411981 h 793834"/>
              <a:gd name="csX423" fmla="*/ 262220 w 3760185"/>
              <a:gd name="csY423" fmla="*/ 409178 h 793834"/>
              <a:gd name="csX424" fmla="*/ 262220 w 3760185"/>
              <a:gd name="csY424" fmla="*/ 414783 h 793834"/>
              <a:gd name="csX425" fmla="*/ 261727 w 3760185"/>
              <a:gd name="csY425" fmla="*/ 404911 h 793834"/>
              <a:gd name="csX426" fmla="*/ 262220 w 3760185"/>
              <a:gd name="csY426" fmla="*/ 404910 h 793834"/>
              <a:gd name="csX427" fmla="*/ 263586 w 3760185"/>
              <a:gd name="csY427" fmla="*/ 404910 h 793834"/>
              <a:gd name="csX428" fmla="*/ 267691 w 3760185"/>
              <a:gd name="csY428" fmla="*/ 404909 h 793834"/>
              <a:gd name="csX429" fmla="*/ 267683 w 3760185"/>
              <a:gd name="csY429" fmla="*/ 404974 h 793834"/>
              <a:gd name="csX430" fmla="*/ 267683 w 3760185"/>
              <a:gd name="csY430" fmla="*/ 404909 h 793834"/>
              <a:gd name="csX431" fmla="*/ 272420 w 3760185"/>
              <a:gd name="csY431" fmla="*/ 404908 h 793834"/>
              <a:gd name="csX432" fmla="*/ 271780 w 3760185"/>
              <a:gd name="csY432" fmla="*/ 424593 h 793834"/>
              <a:gd name="csX433" fmla="*/ 271780 w 3760185"/>
              <a:gd name="csY433" fmla="*/ 435803 h 793834"/>
              <a:gd name="csX434" fmla="*/ 270414 w 3760185"/>
              <a:gd name="csY434" fmla="*/ 406376 h 793834"/>
              <a:gd name="csX435" fmla="*/ 270414 w 3760185"/>
              <a:gd name="csY435" fmla="*/ 409879 h 793834"/>
              <a:gd name="csX436" fmla="*/ 270056 w 3760185"/>
              <a:gd name="csY436" fmla="*/ 404909 h 793834"/>
              <a:gd name="csX437" fmla="*/ 274512 w 3760185"/>
              <a:gd name="csY437" fmla="*/ 404907 h 793834"/>
              <a:gd name="csX438" fmla="*/ 274512 w 3760185"/>
              <a:gd name="csY438" fmla="*/ 407076 h 793834"/>
              <a:gd name="csX439" fmla="*/ 274406 w 3760185"/>
              <a:gd name="csY439" fmla="*/ 404907 h 793834"/>
              <a:gd name="csX440" fmla="*/ 278609 w 3760185"/>
              <a:gd name="csY440" fmla="*/ 404906 h 793834"/>
              <a:gd name="csX441" fmla="*/ 278609 w 3760185"/>
              <a:gd name="csY441" fmla="*/ 427395 h 793834"/>
              <a:gd name="csX442" fmla="*/ 277243 w 3760185"/>
              <a:gd name="csY442" fmla="*/ 418287 h 793834"/>
              <a:gd name="csX443" fmla="*/ 277243 w 3760185"/>
              <a:gd name="csY443" fmla="*/ 405675 h 793834"/>
              <a:gd name="csX444" fmla="*/ 277186 w 3760185"/>
              <a:gd name="csY444" fmla="*/ 404907 h 793834"/>
              <a:gd name="csX445" fmla="*/ 281340 w 3760185"/>
              <a:gd name="csY445" fmla="*/ 404906 h 793834"/>
              <a:gd name="csX446" fmla="*/ 281340 w 3760185"/>
              <a:gd name="csY446" fmla="*/ 421089 h 793834"/>
              <a:gd name="csX447" fmla="*/ 279975 w 3760185"/>
              <a:gd name="csY447" fmla="*/ 414083 h 793834"/>
              <a:gd name="csX448" fmla="*/ 279975 w 3760185"/>
              <a:gd name="csY448" fmla="*/ 415484 h 793834"/>
              <a:gd name="csX449" fmla="*/ 278944 w 3760185"/>
              <a:gd name="csY449" fmla="*/ 404906 h 793834"/>
              <a:gd name="csX450" fmla="*/ 282799 w 3760185"/>
              <a:gd name="csY450" fmla="*/ 404905 h 793834"/>
              <a:gd name="csX451" fmla="*/ 282706 w 3760185"/>
              <a:gd name="csY451" fmla="*/ 406376 h 793834"/>
              <a:gd name="csX452" fmla="*/ 282706 w 3760185"/>
              <a:gd name="csY452" fmla="*/ 404905 h 793834"/>
              <a:gd name="csX453" fmla="*/ 285437 w 3760185"/>
              <a:gd name="csY453" fmla="*/ 404905 h 793834"/>
              <a:gd name="csX454" fmla="*/ 285437 w 3760185"/>
              <a:gd name="csY454" fmla="*/ 418987 h 793834"/>
              <a:gd name="csX455" fmla="*/ 284072 w 3760185"/>
              <a:gd name="csY455" fmla="*/ 405675 h 793834"/>
              <a:gd name="csX456" fmla="*/ 284072 w 3760185"/>
              <a:gd name="csY456" fmla="*/ 404905 h 793834"/>
              <a:gd name="csX457" fmla="*/ 289102 w 3760185"/>
              <a:gd name="csY457" fmla="*/ 404904 h 793834"/>
              <a:gd name="csX458" fmla="*/ 288169 w 3760185"/>
              <a:gd name="csY458" fmla="*/ 427395 h 793834"/>
              <a:gd name="csX459" fmla="*/ 288169 w 3760185"/>
              <a:gd name="csY459" fmla="*/ 420389 h 793834"/>
              <a:gd name="csX460" fmla="*/ 286803 w 3760185"/>
              <a:gd name="csY460" fmla="*/ 410580 h 793834"/>
              <a:gd name="csX461" fmla="*/ 286803 w 3760185"/>
              <a:gd name="csY461" fmla="*/ 422491 h 793834"/>
              <a:gd name="csX462" fmla="*/ 285764 w 3760185"/>
              <a:gd name="csY462" fmla="*/ 404905 h 793834"/>
              <a:gd name="csX463" fmla="*/ 296363 w 3760185"/>
              <a:gd name="csY463" fmla="*/ 404902 h 793834"/>
              <a:gd name="csX464" fmla="*/ 296363 w 3760185"/>
              <a:gd name="csY464" fmla="*/ 414083 h 793834"/>
              <a:gd name="csX465" fmla="*/ 294998 w 3760185"/>
              <a:gd name="csY465" fmla="*/ 411280 h 793834"/>
              <a:gd name="csX466" fmla="*/ 294998 w 3760185"/>
              <a:gd name="csY466" fmla="*/ 422491 h 793834"/>
              <a:gd name="csX467" fmla="*/ 293632 w 3760185"/>
              <a:gd name="csY467" fmla="*/ 409879 h 793834"/>
              <a:gd name="csX468" fmla="*/ 293632 w 3760185"/>
              <a:gd name="csY468" fmla="*/ 422491 h 793834"/>
              <a:gd name="csX469" fmla="*/ 292266 w 3760185"/>
              <a:gd name="csY469" fmla="*/ 418287 h 793834"/>
              <a:gd name="csX470" fmla="*/ 292266 w 3760185"/>
              <a:gd name="csY470" fmla="*/ 416185 h 793834"/>
              <a:gd name="csX471" fmla="*/ 290900 w 3760185"/>
              <a:gd name="csY471" fmla="*/ 418287 h 793834"/>
              <a:gd name="csX472" fmla="*/ 290900 w 3760185"/>
              <a:gd name="csY472" fmla="*/ 428796 h 793834"/>
              <a:gd name="csX473" fmla="*/ 290226 w 3760185"/>
              <a:gd name="csY473" fmla="*/ 404904 h 793834"/>
              <a:gd name="csX474" fmla="*/ 290900 w 3760185"/>
              <a:gd name="csY474" fmla="*/ 404903 h 793834"/>
              <a:gd name="csX475" fmla="*/ 310021 w 3760185"/>
              <a:gd name="csY475" fmla="*/ 404899 h 793834"/>
              <a:gd name="csX476" fmla="*/ 310021 w 3760185"/>
              <a:gd name="csY476" fmla="*/ 420389 h 793834"/>
              <a:gd name="csX477" fmla="*/ 308655 w 3760185"/>
              <a:gd name="csY477" fmla="*/ 427395 h 793834"/>
              <a:gd name="csX478" fmla="*/ 308655 w 3760185"/>
              <a:gd name="csY478" fmla="*/ 424593 h 793834"/>
              <a:gd name="csX479" fmla="*/ 307289 w 3760185"/>
              <a:gd name="csY479" fmla="*/ 431599 h 793834"/>
              <a:gd name="csX480" fmla="*/ 307289 w 3760185"/>
              <a:gd name="csY480" fmla="*/ 415484 h 793834"/>
              <a:gd name="csX481" fmla="*/ 305923 w 3760185"/>
              <a:gd name="csY481" fmla="*/ 438605 h 793834"/>
              <a:gd name="csX482" fmla="*/ 305923 w 3760185"/>
              <a:gd name="csY482" fmla="*/ 404974 h 793834"/>
              <a:gd name="csX483" fmla="*/ 304558 w 3760185"/>
              <a:gd name="csY483" fmla="*/ 427395 h 793834"/>
              <a:gd name="csX484" fmla="*/ 304558 w 3760185"/>
              <a:gd name="csY484" fmla="*/ 410580 h 793834"/>
              <a:gd name="csX485" fmla="*/ 303192 w 3760185"/>
              <a:gd name="csY485" fmla="*/ 412682 h 793834"/>
              <a:gd name="csX486" fmla="*/ 303192 w 3760185"/>
              <a:gd name="csY486" fmla="*/ 437204 h 793834"/>
              <a:gd name="csX487" fmla="*/ 303192 w 3760185"/>
              <a:gd name="csY487" fmla="*/ 440007 h 793834"/>
              <a:gd name="csX488" fmla="*/ 301826 w 3760185"/>
              <a:gd name="csY488" fmla="*/ 424593 h 793834"/>
              <a:gd name="csX489" fmla="*/ 301826 w 3760185"/>
              <a:gd name="csY489" fmla="*/ 404974 h 793834"/>
              <a:gd name="csX490" fmla="*/ 300461 w 3760185"/>
              <a:gd name="csY490" fmla="*/ 422491 h 793834"/>
              <a:gd name="csX491" fmla="*/ 300461 w 3760185"/>
              <a:gd name="csY491" fmla="*/ 404974 h 793834"/>
              <a:gd name="csX492" fmla="*/ 299095 w 3760185"/>
              <a:gd name="csY492" fmla="*/ 436504 h 793834"/>
              <a:gd name="csX493" fmla="*/ 299095 w 3760185"/>
              <a:gd name="csY493" fmla="*/ 410580 h 793834"/>
              <a:gd name="csX494" fmla="*/ 297729 w 3760185"/>
              <a:gd name="csY494" fmla="*/ 426694 h 793834"/>
              <a:gd name="csX495" fmla="*/ 297729 w 3760185"/>
              <a:gd name="csY495" fmla="*/ 404902 h 793834"/>
              <a:gd name="csX496" fmla="*/ 299095 w 3760185"/>
              <a:gd name="csY496" fmla="*/ 404901 h 793834"/>
              <a:gd name="csX497" fmla="*/ 311386 w 3760185"/>
              <a:gd name="csY497" fmla="*/ 404898 h 793834"/>
              <a:gd name="csX498" fmla="*/ 311386 w 3760185"/>
              <a:gd name="csY498" fmla="*/ 423892 h 793834"/>
              <a:gd name="csX499" fmla="*/ 310298 w 3760185"/>
              <a:gd name="csY499" fmla="*/ 404899 h 793834"/>
              <a:gd name="csX500" fmla="*/ 312752 w 3760185"/>
              <a:gd name="csY500" fmla="*/ 404898 h 793834"/>
              <a:gd name="csX501" fmla="*/ 312752 w 3760185"/>
              <a:gd name="csY501" fmla="*/ 407777 h 793834"/>
              <a:gd name="csX502" fmla="*/ 312752 w 3760185"/>
              <a:gd name="csY502" fmla="*/ 431599 h 793834"/>
              <a:gd name="csX503" fmla="*/ 311482 w 3760185"/>
              <a:gd name="csY503" fmla="*/ 404898 h 793834"/>
              <a:gd name="csX504" fmla="*/ 318215 w 3760185"/>
              <a:gd name="csY504" fmla="*/ 404897 h 793834"/>
              <a:gd name="csX505" fmla="*/ 318215 w 3760185"/>
              <a:gd name="csY505" fmla="*/ 414083 h 793834"/>
              <a:gd name="csX506" fmla="*/ 316849 w 3760185"/>
              <a:gd name="csY506" fmla="*/ 424593 h 793834"/>
              <a:gd name="csX507" fmla="*/ 316849 w 3760185"/>
              <a:gd name="csY507" fmla="*/ 410580 h 793834"/>
              <a:gd name="csX508" fmla="*/ 315484 w 3760185"/>
              <a:gd name="csY508" fmla="*/ 418287 h 793834"/>
              <a:gd name="csX509" fmla="*/ 315484 w 3760185"/>
              <a:gd name="csY509" fmla="*/ 407076 h 793834"/>
              <a:gd name="csX510" fmla="*/ 314118 w 3760185"/>
              <a:gd name="csY510" fmla="*/ 427395 h 793834"/>
              <a:gd name="csX511" fmla="*/ 314118 w 3760185"/>
              <a:gd name="csY511" fmla="*/ 451217 h 793834"/>
              <a:gd name="csX512" fmla="*/ 313017 w 3760185"/>
              <a:gd name="csY512" fmla="*/ 404898 h 793834"/>
              <a:gd name="csX513" fmla="*/ 323678 w 3760185"/>
              <a:gd name="csY513" fmla="*/ 404895 h 793834"/>
              <a:gd name="csX514" fmla="*/ 323678 w 3760185"/>
              <a:gd name="csY514" fmla="*/ 410580 h 793834"/>
              <a:gd name="csX515" fmla="*/ 323678 w 3760185"/>
              <a:gd name="csY515" fmla="*/ 421089 h 793834"/>
              <a:gd name="csX516" fmla="*/ 322312 w 3760185"/>
              <a:gd name="csY516" fmla="*/ 409879 h 793834"/>
              <a:gd name="csX517" fmla="*/ 322312 w 3760185"/>
              <a:gd name="csY517" fmla="*/ 421790 h 793834"/>
              <a:gd name="csX518" fmla="*/ 320946 w 3760185"/>
              <a:gd name="csY518" fmla="*/ 422491 h 793834"/>
              <a:gd name="csX519" fmla="*/ 320946 w 3760185"/>
              <a:gd name="csY519" fmla="*/ 421790 h 793834"/>
              <a:gd name="csX520" fmla="*/ 319581 w 3760185"/>
              <a:gd name="csY520" fmla="*/ 410580 h 793834"/>
              <a:gd name="csX521" fmla="*/ 319581 w 3760185"/>
              <a:gd name="csY521" fmla="*/ 411280 h 793834"/>
              <a:gd name="csX522" fmla="*/ 318890 w 3760185"/>
              <a:gd name="csY522" fmla="*/ 404897 h 793834"/>
              <a:gd name="csX523" fmla="*/ 325945 w 3760185"/>
              <a:gd name="csY523" fmla="*/ 404895 h 793834"/>
              <a:gd name="csX524" fmla="*/ 325044 w 3760185"/>
              <a:gd name="csY524" fmla="*/ 419688 h 793834"/>
              <a:gd name="csX525" fmla="*/ 325044 w 3760185"/>
              <a:gd name="csY525" fmla="*/ 404895 h 793834"/>
              <a:gd name="csX526" fmla="*/ 330507 w 3760185"/>
              <a:gd name="csY526" fmla="*/ 404894 h 793834"/>
              <a:gd name="csX527" fmla="*/ 330507 w 3760185"/>
              <a:gd name="csY527" fmla="*/ 416885 h 793834"/>
              <a:gd name="csX528" fmla="*/ 329141 w 3760185"/>
              <a:gd name="csY528" fmla="*/ 409178 h 793834"/>
              <a:gd name="csX529" fmla="*/ 329141 w 3760185"/>
              <a:gd name="csY529" fmla="*/ 413382 h 793834"/>
              <a:gd name="csX530" fmla="*/ 329141 w 3760185"/>
              <a:gd name="csY530" fmla="*/ 418987 h 793834"/>
              <a:gd name="csX531" fmla="*/ 327775 w 3760185"/>
              <a:gd name="csY531" fmla="*/ 441408 h 793834"/>
              <a:gd name="csX532" fmla="*/ 327775 w 3760185"/>
              <a:gd name="csY532" fmla="*/ 444211 h 793834"/>
              <a:gd name="csX533" fmla="*/ 326409 w 3760185"/>
              <a:gd name="csY533" fmla="*/ 420389 h 793834"/>
              <a:gd name="csX534" fmla="*/ 326409 w 3760185"/>
              <a:gd name="csY534" fmla="*/ 404895 h 793834"/>
              <a:gd name="csX535" fmla="*/ 329141 w 3760185"/>
              <a:gd name="csY535" fmla="*/ 404894 h 793834"/>
              <a:gd name="csX536" fmla="*/ 331872 w 3760185"/>
              <a:gd name="csY536" fmla="*/ 404893 h 793834"/>
              <a:gd name="csX537" fmla="*/ 331872 w 3760185"/>
              <a:gd name="csY537" fmla="*/ 409879 h 793834"/>
              <a:gd name="csX538" fmla="*/ 331872 w 3760185"/>
              <a:gd name="csY538" fmla="*/ 444911 h 793834"/>
              <a:gd name="csX539" fmla="*/ 330615 w 3760185"/>
              <a:gd name="csY539" fmla="*/ 404894 h 793834"/>
              <a:gd name="csX540" fmla="*/ 333238 w 3760185"/>
              <a:gd name="csY540" fmla="*/ 404893 h 793834"/>
              <a:gd name="csX541" fmla="*/ 333238 w 3760185"/>
              <a:gd name="csY541" fmla="*/ 434402 h 793834"/>
              <a:gd name="csX542" fmla="*/ 332014 w 3760185"/>
              <a:gd name="csY542" fmla="*/ 404893 h 793834"/>
              <a:gd name="csX543" fmla="*/ 335790 w 3760185"/>
              <a:gd name="csY543" fmla="*/ 404893 h 793834"/>
              <a:gd name="csX544" fmla="*/ 334604 w 3760185"/>
              <a:gd name="csY544" fmla="*/ 418287 h 793834"/>
              <a:gd name="csX545" fmla="*/ 334604 w 3760185"/>
              <a:gd name="csY545" fmla="*/ 407777 h 793834"/>
              <a:gd name="csX546" fmla="*/ 334273 w 3760185"/>
              <a:gd name="csY546" fmla="*/ 404893 h 793834"/>
              <a:gd name="csX547" fmla="*/ 338701 w 3760185"/>
              <a:gd name="csY547" fmla="*/ 404892 h 793834"/>
              <a:gd name="csX548" fmla="*/ 338701 w 3760185"/>
              <a:gd name="csY548" fmla="*/ 423892 h 793834"/>
              <a:gd name="csX549" fmla="*/ 337335 w 3760185"/>
              <a:gd name="csY549" fmla="*/ 417586 h 793834"/>
              <a:gd name="csX550" fmla="*/ 337335 w 3760185"/>
              <a:gd name="csY550" fmla="*/ 408478 h 793834"/>
              <a:gd name="csX551" fmla="*/ 335969 w 3760185"/>
              <a:gd name="csY551" fmla="*/ 409178 h 793834"/>
              <a:gd name="csX552" fmla="*/ 335969 w 3760185"/>
              <a:gd name="csY552" fmla="*/ 404892 h 793834"/>
              <a:gd name="csX553" fmla="*/ 341443 w 3760185"/>
              <a:gd name="csY553" fmla="*/ 404891 h 793834"/>
              <a:gd name="csX554" fmla="*/ 341432 w 3760185"/>
              <a:gd name="csY554" fmla="*/ 404974 h 793834"/>
              <a:gd name="csX555" fmla="*/ 341432 w 3760185"/>
              <a:gd name="csY555" fmla="*/ 416885 h 793834"/>
              <a:gd name="csX556" fmla="*/ 340067 w 3760185"/>
              <a:gd name="csY556" fmla="*/ 409879 h 793834"/>
              <a:gd name="csX557" fmla="*/ 340067 w 3760185"/>
              <a:gd name="csY557" fmla="*/ 423191 h 793834"/>
              <a:gd name="csX558" fmla="*/ 339048 w 3760185"/>
              <a:gd name="csY558" fmla="*/ 404892 h 793834"/>
              <a:gd name="csX559" fmla="*/ 341432 w 3760185"/>
              <a:gd name="csY559" fmla="*/ 404891 h 793834"/>
              <a:gd name="csX560" fmla="*/ 345530 w 3760185"/>
              <a:gd name="csY560" fmla="*/ 404890 h 793834"/>
              <a:gd name="csX561" fmla="*/ 345530 w 3760185"/>
              <a:gd name="csY561" fmla="*/ 414783 h 793834"/>
              <a:gd name="csX562" fmla="*/ 344164 w 3760185"/>
              <a:gd name="csY562" fmla="*/ 423191 h 793834"/>
              <a:gd name="csX563" fmla="*/ 344164 w 3760185"/>
              <a:gd name="csY563" fmla="*/ 412682 h 793834"/>
              <a:gd name="csX564" fmla="*/ 342798 w 3760185"/>
              <a:gd name="csY564" fmla="*/ 416885 h 793834"/>
              <a:gd name="csX565" fmla="*/ 342798 w 3760185"/>
              <a:gd name="csY565" fmla="*/ 404891 h 793834"/>
              <a:gd name="csX566" fmla="*/ 346895 w 3760185"/>
              <a:gd name="csY566" fmla="*/ 404890 h 793834"/>
              <a:gd name="csX567" fmla="*/ 346895 w 3760185"/>
              <a:gd name="csY567" fmla="*/ 421790 h 793834"/>
              <a:gd name="csX568" fmla="*/ 345954 w 3760185"/>
              <a:gd name="csY568" fmla="*/ 404890 h 793834"/>
              <a:gd name="csX569" fmla="*/ 350993 w 3760185"/>
              <a:gd name="csY569" fmla="*/ 404889 h 793834"/>
              <a:gd name="csX570" fmla="*/ 350993 w 3760185"/>
              <a:gd name="csY570" fmla="*/ 424593 h 793834"/>
              <a:gd name="csX571" fmla="*/ 349627 w 3760185"/>
              <a:gd name="csY571" fmla="*/ 418287 h 793834"/>
              <a:gd name="csX572" fmla="*/ 349627 w 3760185"/>
              <a:gd name="csY572" fmla="*/ 404889 h 793834"/>
              <a:gd name="csX573" fmla="*/ 352891 w 3760185"/>
              <a:gd name="csY573" fmla="*/ 404888 h 793834"/>
              <a:gd name="csX574" fmla="*/ 352358 w 3760185"/>
              <a:gd name="csY574" fmla="*/ 407076 h 793834"/>
              <a:gd name="csX575" fmla="*/ 352358 w 3760185"/>
              <a:gd name="csY575" fmla="*/ 404888 h 793834"/>
              <a:gd name="csX576" fmla="*/ 354169 w 3760185"/>
              <a:gd name="csY576" fmla="*/ 404888 h 793834"/>
              <a:gd name="csX577" fmla="*/ 353724 w 3760185"/>
              <a:gd name="csY577" fmla="*/ 421790 h 793834"/>
              <a:gd name="csX578" fmla="*/ 353724 w 3760185"/>
              <a:gd name="csY578" fmla="*/ 404888 h 793834"/>
              <a:gd name="csX579" fmla="*/ 358586 w 3760185"/>
              <a:gd name="csY579" fmla="*/ 404887 h 793834"/>
              <a:gd name="csX580" fmla="*/ 357821 w 3760185"/>
              <a:gd name="csY580" fmla="*/ 415484 h 793834"/>
              <a:gd name="csX581" fmla="*/ 357821 w 3760185"/>
              <a:gd name="csY581" fmla="*/ 404887 h 793834"/>
              <a:gd name="csX582" fmla="*/ 361918 w 3760185"/>
              <a:gd name="csY582" fmla="*/ 404886 h 793834"/>
              <a:gd name="csX583" fmla="*/ 361918 w 3760185"/>
              <a:gd name="csY583" fmla="*/ 404974 h 793834"/>
              <a:gd name="csX584" fmla="*/ 361918 w 3760185"/>
              <a:gd name="csY584" fmla="*/ 416885 h 793834"/>
              <a:gd name="csX585" fmla="*/ 360553 w 3760185"/>
              <a:gd name="csY585" fmla="*/ 410580 h 793834"/>
              <a:gd name="csX586" fmla="*/ 360553 w 3760185"/>
              <a:gd name="csY586" fmla="*/ 404886 h 793834"/>
              <a:gd name="csX587" fmla="*/ 363284 w 3760185"/>
              <a:gd name="csY587" fmla="*/ 404886 h 793834"/>
              <a:gd name="csX588" fmla="*/ 363284 w 3760185"/>
              <a:gd name="csY588" fmla="*/ 427395 h 793834"/>
              <a:gd name="csX589" fmla="*/ 362527 w 3760185"/>
              <a:gd name="csY589" fmla="*/ 404886 h 793834"/>
              <a:gd name="csX590" fmla="*/ 366016 w 3760185"/>
              <a:gd name="csY590" fmla="*/ 404885 h 793834"/>
              <a:gd name="csX591" fmla="*/ 366016 w 3760185"/>
              <a:gd name="csY591" fmla="*/ 425994 h 793834"/>
              <a:gd name="csX592" fmla="*/ 364650 w 3760185"/>
              <a:gd name="csY592" fmla="*/ 416185 h 793834"/>
              <a:gd name="csX593" fmla="*/ 364650 w 3760185"/>
              <a:gd name="csY593" fmla="*/ 408478 h 793834"/>
              <a:gd name="csX594" fmla="*/ 364650 w 3760185"/>
              <a:gd name="csY594" fmla="*/ 404885 h 793834"/>
              <a:gd name="csX595" fmla="*/ 368747 w 3760185"/>
              <a:gd name="csY595" fmla="*/ 404884 h 793834"/>
              <a:gd name="csX596" fmla="*/ 368747 w 3760185"/>
              <a:gd name="csY596" fmla="*/ 406376 h 793834"/>
              <a:gd name="csX597" fmla="*/ 368747 w 3760185"/>
              <a:gd name="csY597" fmla="*/ 420389 h 793834"/>
              <a:gd name="csX598" fmla="*/ 367381 w 3760185"/>
              <a:gd name="csY598" fmla="*/ 420389 h 793834"/>
              <a:gd name="csX599" fmla="*/ 367381 w 3760185"/>
              <a:gd name="csY599" fmla="*/ 404885 h 793834"/>
              <a:gd name="csX600" fmla="*/ 372844 w 3760185"/>
              <a:gd name="csY600" fmla="*/ 404883 h 793834"/>
              <a:gd name="csX601" fmla="*/ 372844 w 3760185"/>
              <a:gd name="csY601" fmla="*/ 440007 h 793834"/>
              <a:gd name="csX602" fmla="*/ 371478 w 3760185"/>
              <a:gd name="csY602" fmla="*/ 404974 h 793834"/>
              <a:gd name="csX603" fmla="*/ 370113 w 3760185"/>
              <a:gd name="csY603" fmla="*/ 423191 h 793834"/>
              <a:gd name="csX604" fmla="*/ 370113 w 3760185"/>
              <a:gd name="csY604" fmla="*/ 404974 h 793834"/>
              <a:gd name="csX605" fmla="*/ 370109 w 3760185"/>
              <a:gd name="csY605" fmla="*/ 404884 h 793834"/>
              <a:gd name="csX606" fmla="*/ 376941 w 3760185"/>
              <a:gd name="csY606" fmla="*/ 404883 h 793834"/>
              <a:gd name="csX607" fmla="*/ 376941 w 3760185"/>
              <a:gd name="csY607" fmla="*/ 416885 h 793834"/>
              <a:gd name="csX608" fmla="*/ 375576 w 3760185"/>
              <a:gd name="csY608" fmla="*/ 404974 h 793834"/>
              <a:gd name="csX609" fmla="*/ 375576 w 3760185"/>
              <a:gd name="csY609" fmla="*/ 404883 h 793834"/>
              <a:gd name="csX610" fmla="*/ 381924 w 3760185"/>
              <a:gd name="csY610" fmla="*/ 404881 h 793834"/>
              <a:gd name="csX611" fmla="*/ 381039 w 3760185"/>
              <a:gd name="csY611" fmla="*/ 409879 h 793834"/>
              <a:gd name="csX612" fmla="*/ 379957 w 3760185"/>
              <a:gd name="csY612" fmla="*/ 404882 h 793834"/>
              <a:gd name="csX613" fmla="*/ 383812 w 3760185"/>
              <a:gd name="csY613" fmla="*/ 404881 h 793834"/>
              <a:gd name="csX614" fmla="*/ 383770 w 3760185"/>
              <a:gd name="csY614" fmla="*/ 405675 h 793834"/>
              <a:gd name="csX615" fmla="*/ 383770 w 3760185"/>
              <a:gd name="csY615" fmla="*/ 411981 h 793834"/>
              <a:gd name="csX616" fmla="*/ 382404 w 3760185"/>
              <a:gd name="csY616" fmla="*/ 409879 h 793834"/>
              <a:gd name="csX617" fmla="*/ 382404 w 3760185"/>
              <a:gd name="csY617" fmla="*/ 404881 h 793834"/>
              <a:gd name="csX618" fmla="*/ 383770 w 3760185"/>
              <a:gd name="csY618" fmla="*/ 404881 h 793834"/>
              <a:gd name="csX619" fmla="*/ 386043 w 3760185"/>
              <a:gd name="csY619" fmla="*/ 404880 h 793834"/>
              <a:gd name="csX620" fmla="*/ 385136 w 3760185"/>
              <a:gd name="csY620" fmla="*/ 440707 h 793834"/>
              <a:gd name="csX621" fmla="*/ 385136 w 3760185"/>
              <a:gd name="csY621" fmla="*/ 404881 h 793834"/>
              <a:gd name="csX622" fmla="*/ 390599 w 3760185"/>
              <a:gd name="csY622" fmla="*/ 404879 h 793834"/>
              <a:gd name="csX623" fmla="*/ 390599 w 3760185"/>
              <a:gd name="csY623" fmla="*/ 419688 h 793834"/>
              <a:gd name="csX624" fmla="*/ 389233 w 3760185"/>
              <a:gd name="csY624" fmla="*/ 414083 h 793834"/>
              <a:gd name="csX625" fmla="*/ 389233 w 3760185"/>
              <a:gd name="csY625" fmla="*/ 408478 h 793834"/>
              <a:gd name="csX626" fmla="*/ 387867 w 3760185"/>
              <a:gd name="csY626" fmla="*/ 407777 h 793834"/>
              <a:gd name="csX627" fmla="*/ 387867 w 3760185"/>
              <a:gd name="csY627" fmla="*/ 432300 h 793834"/>
              <a:gd name="csX628" fmla="*/ 387092 w 3760185"/>
              <a:gd name="csY628" fmla="*/ 404880 h 793834"/>
              <a:gd name="csX629" fmla="*/ 393990 w 3760185"/>
              <a:gd name="csY629" fmla="*/ 404878 h 793834"/>
              <a:gd name="csX630" fmla="*/ 393330 w 3760185"/>
              <a:gd name="csY630" fmla="*/ 411981 h 793834"/>
              <a:gd name="csX631" fmla="*/ 393330 w 3760185"/>
              <a:gd name="csY631" fmla="*/ 404879 h 793834"/>
              <a:gd name="csX632" fmla="*/ 396062 w 3760185"/>
              <a:gd name="csY632" fmla="*/ 404878 h 793834"/>
              <a:gd name="csX633" fmla="*/ 396062 w 3760185"/>
              <a:gd name="csY633" fmla="*/ 410580 h 793834"/>
              <a:gd name="csX634" fmla="*/ 394696 w 3760185"/>
              <a:gd name="csY634" fmla="*/ 409178 h 793834"/>
              <a:gd name="csX635" fmla="*/ 394696 w 3760185"/>
              <a:gd name="csY635" fmla="*/ 404878 h 793834"/>
              <a:gd name="csX636" fmla="*/ 398793 w 3760185"/>
              <a:gd name="csY636" fmla="*/ 404877 h 793834"/>
              <a:gd name="csX637" fmla="*/ 398793 w 3760185"/>
              <a:gd name="csY637" fmla="*/ 422491 h 793834"/>
              <a:gd name="csX638" fmla="*/ 398062 w 3760185"/>
              <a:gd name="csY638" fmla="*/ 404877 h 793834"/>
              <a:gd name="csX639" fmla="*/ 401200 w 3760185"/>
              <a:gd name="csY639" fmla="*/ 404877 h 793834"/>
              <a:gd name="csX640" fmla="*/ 400159 w 3760185"/>
              <a:gd name="csY640" fmla="*/ 411280 h 793834"/>
              <a:gd name="csX641" fmla="*/ 400159 w 3760185"/>
              <a:gd name="csY641" fmla="*/ 404877 h 793834"/>
              <a:gd name="csX642" fmla="*/ 403557 w 3760185"/>
              <a:gd name="csY642" fmla="*/ 404876 h 793834"/>
              <a:gd name="csX643" fmla="*/ 402890 w 3760185"/>
              <a:gd name="csY643" fmla="*/ 415484 h 793834"/>
              <a:gd name="csX644" fmla="*/ 402890 w 3760185"/>
              <a:gd name="csY644" fmla="*/ 410580 h 793834"/>
              <a:gd name="csX645" fmla="*/ 402427 w 3760185"/>
              <a:gd name="csY645" fmla="*/ 404876 h 793834"/>
              <a:gd name="csX646" fmla="*/ 406805 w 3760185"/>
              <a:gd name="csY646" fmla="*/ 404875 h 793834"/>
              <a:gd name="csX647" fmla="*/ 405622 w 3760185"/>
              <a:gd name="csY647" fmla="*/ 431599 h 793834"/>
              <a:gd name="csX648" fmla="*/ 405622 w 3760185"/>
              <a:gd name="csY648" fmla="*/ 428796 h 793834"/>
              <a:gd name="csX649" fmla="*/ 404256 w 3760185"/>
              <a:gd name="csY649" fmla="*/ 418987 h 793834"/>
              <a:gd name="csX650" fmla="*/ 404256 w 3760185"/>
              <a:gd name="csY650" fmla="*/ 404876 h 793834"/>
              <a:gd name="csX651" fmla="*/ 408353 w 3760185"/>
              <a:gd name="csY651" fmla="*/ 404875 h 793834"/>
              <a:gd name="csX652" fmla="*/ 408353 w 3760185"/>
              <a:gd name="csY652" fmla="*/ 440707 h 793834"/>
              <a:gd name="csX653" fmla="*/ 407480 w 3760185"/>
              <a:gd name="csY653" fmla="*/ 404875 h 793834"/>
              <a:gd name="csX654" fmla="*/ 416548 w 3760185"/>
              <a:gd name="csY654" fmla="*/ 404873 h 793834"/>
              <a:gd name="csX655" fmla="*/ 416548 w 3760185"/>
              <a:gd name="csY655" fmla="*/ 432300 h 793834"/>
              <a:gd name="csX656" fmla="*/ 416548 w 3760185"/>
              <a:gd name="csY656" fmla="*/ 437204 h 793834"/>
              <a:gd name="csX657" fmla="*/ 415182 w 3760185"/>
              <a:gd name="csY657" fmla="*/ 408478 h 793834"/>
              <a:gd name="csX658" fmla="*/ 415182 w 3760185"/>
              <a:gd name="csY658" fmla="*/ 412682 h 793834"/>
              <a:gd name="csX659" fmla="*/ 413816 w 3760185"/>
              <a:gd name="csY659" fmla="*/ 417586 h 793834"/>
              <a:gd name="csX660" fmla="*/ 413816 w 3760185"/>
              <a:gd name="csY660" fmla="*/ 409879 h 793834"/>
              <a:gd name="csX661" fmla="*/ 412450 w 3760185"/>
              <a:gd name="csY661" fmla="*/ 410580 h 793834"/>
              <a:gd name="csX662" fmla="*/ 412450 w 3760185"/>
              <a:gd name="csY662" fmla="*/ 411280 h 793834"/>
              <a:gd name="csX663" fmla="*/ 411085 w 3760185"/>
              <a:gd name="csY663" fmla="*/ 405675 h 793834"/>
              <a:gd name="csX664" fmla="*/ 411085 w 3760185"/>
              <a:gd name="csY664" fmla="*/ 418987 h 793834"/>
              <a:gd name="csX665" fmla="*/ 409719 w 3760185"/>
              <a:gd name="csY665" fmla="*/ 411981 h 793834"/>
              <a:gd name="csX666" fmla="*/ 409719 w 3760185"/>
              <a:gd name="csY666" fmla="*/ 407777 h 793834"/>
              <a:gd name="csX667" fmla="*/ 409542 w 3760185"/>
              <a:gd name="csY667" fmla="*/ 404875 h 793834"/>
              <a:gd name="csX668" fmla="*/ 412450 w 3760185"/>
              <a:gd name="csY668" fmla="*/ 404874 h 793834"/>
              <a:gd name="csX669" fmla="*/ 423376 w 3760185"/>
              <a:gd name="csY669" fmla="*/ 404871 h 793834"/>
              <a:gd name="csX670" fmla="*/ 423376 w 3760185"/>
              <a:gd name="csY670" fmla="*/ 439306 h 793834"/>
              <a:gd name="csX671" fmla="*/ 422010 w 3760185"/>
              <a:gd name="csY671" fmla="*/ 408478 h 793834"/>
              <a:gd name="csX672" fmla="*/ 422010 w 3760185"/>
              <a:gd name="csY672" fmla="*/ 411280 h 793834"/>
              <a:gd name="csX673" fmla="*/ 420645 w 3760185"/>
              <a:gd name="csY673" fmla="*/ 425293 h 793834"/>
              <a:gd name="csX674" fmla="*/ 420645 w 3760185"/>
              <a:gd name="csY674" fmla="*/ 421790 h 793834"/>
              <a:gd name="csX675" fmla="*/ 419279 w 3760185"/>
              <a:gd name="csY675" fmla="*/ 409178 h 793834"/>
              <a:gd name="csX676" fmla="*/ 419279 w 3760185"/>
              <a:gd name="csY676" fmla="*/ 412682 h 793834"/>
              <a:gd name="csX677" fmla="*/ 417913 w 3760185"/>
              <a:gd name="csY677" fmla="*/ 416185 h 793834"/>
              <a:gd name="csX678" fmla="*/ 417913 w 3760185"/>
              <a:gd name="csY678" fmla="*/ 410580 h 793834"/>
              <a:gd name="csX679" fmla="*/ 416987 w 3760185"/>
              <a:gd name="csY679" fmla="*/ 404873 h 793834"/>
              <a:gd name="csX680" fmla="*/ 425537 w 3760185"/>
              <a:gd name="csY680" fmla="*/ 404871 h 793834"/>
              <a:gd name="csX681" fmla="*/ 424742 w 3760185"/>
              <a:gd name="csY681" fmla="*/ 410580 h 793834"/>
              <a:gd name="csX682" fmla="*/ 424742 w 3760185"/>
              <a:gd name="csY682" fmla="*/ 407777 h 793834"/>
              <a:gd name="csX683" fmla="*/ 424270 w 3760185"/>
              <a:gd name="csY683" fmla="*/ 404871 h 793834"/>
              <a:gd name="csX684" fmla="*/ 434079 w 3760185"/>
              <a:gd name="csY684" fmla="*/ 404869 h 793834"/>
              <a:gd name="csX685" fmla="*/ 432936 w 3760185"/>
              <a:gd name="csY685" fmla="*/ 429497 h 793834"/>
              <a:gd name="csX686" fmla="*/ 432936 w 3760185"/>
              <a:gd name="csY686" fmla="*/ 435102 h 793834"/>
              <a:gd name="csX687" fmla="*/ 431571 w 3760185"/>
              <a:gd name="csY687" fmla="*/ 428796 h 793834"/>
              <a:gd name="csX688" fmla="*/ 431571 w 3760185"/>
              <a:gd name="csY688" fmla="*/ 435803 h 793834"/>
              <a:gd name="csX689" fmla="*/ 430205 w 3760185"/>
              <a:gd name="csY689" fmla="*/ 424593 h 793834"/>
              <a:gd name="csX690" fmla="*/ 430205 w 3760185"/>
              <a:gd name="csY690" fmla="*/ 412682 h 793834"/>
              <a:gd name="csX691" fmla="*/ 428839 w 3760185"/>
              <a:gd name="csY691" fmla="*/ 425994 h 793834"/>
              <a:gd name="csX692" fmla="*/ 428839 w 3760185"/>
              <a:gd name="csY692" fmla="*/ 424593 h 793834"/>
              <a:gd name="csX693" fmla="*/ 427473 w 3760185"/>
              <a:gd name="csY693" fmla="*/ 433701 h 793834"/>
              <a:gd name="csX694" fmla="*/ 427473 w 3760185"/>
              <a:gd name="csY694" fmla="*/ 442109 h 793834"/>
              <a:gd name="csX695" fmla="*/ 426264 w 3760185"/>
              <a:gd name="csY695" fmla="*/ 404870 h 793834"/>
              <a:gd name="csX696" fmla="*/ 438725 w 3760185"/>
              <a:gd name="csY696" fmla="*/ 404867 h 793834"/>
              <a:gd name="csX697" fmla="*/ 438399 w 3760185"/>
              <a:gd name="csY697" fmla="*/ 413382 h 793834"/>
              <a:gd name="csX698" fmla="*/ 438399 w 3760185"/>
              <a:gd name="csY698" fmla="*/ 423892 h 793834"/>
              <a:gd name="csX699" fmla="*/ 437033 w 3760185"/>
              <a:gd name="csY699" fmla="*/ 404974 h 793834"/>
              <a:gd name="csX700" fmla="*/ 437033 w 3760185"/>
              <a:gd name="csY700" fmla="*/ 427395 h 793834"/>
              <a:gd name="csX701" fmla="*/ 435668 w 3760185"/>
              <a:gd name="csY701" fmla="*/ 412682 h 793834"/>
              <a:gd name="csX702" fmla="*/ 435668 w 3760185"/>
              <a:gd name="csY702" fmla="*/ 408478 h 793834"/>
              <a:gd name="csX703" fmla="*/ 435512 w 3760185"/>
              <a:gd name="csY703" fmla="*/ 404868 h 793834"/>
              <a:gd name="csX704" fmla="*/ 441653 w 3760185"/>
              <a:gd name="csY704" fmla="*/ 404867 h 793834"/>
              <a:gd name="csX705" fmla="*/ 441131 w 3760185"/>
              <a:gd name="csY705" fmla="*/ 414783 h 793834"/>
              <a:gd name="csX706" fmla="*/ 441131 w 3760185"/>
              <a:gd name="csY706" fmla="*/ 425293 h 793834"/>
              <a:gd name="csX707" fmla="*/ 440110 w 3760185"/>
              <a:gd name="csY707" fmla="*/ 404867 h 793834"/>
              <a:gd name="csX708" fmla="*/ 443223 w 3760185"/>
              <a:gd name="csY708" fmla="*/ 404866 h 793834"/>
              <a:gd name="csX709" fmla="*/ 442496 w 3760185"/>
              <a:gd name="csY709" fmla="*/ 423892 h 793834"/>
              <a:gd name="csX710" fmla="*/ 442496 w 3760185"/>
              <a:gd name="csY710" fmla="*/ 404867 h 793834"/>
              <a:gd name="csX711" fmla="*/ 445228 w 3760185"/>
              <a:gd name="csY711" fmla="*/ 404866 h 793834"/>
              <a:gd name="csX712" fmla="*/ 445228 w 3760185"/>
              <a:gd name="csY712" fmla="*/ 404974 h 793834"/>
              <a:gd name="csX713" fmla="*/ 445228 w 3760185"/>
              <a:gd name="csY713" fmla="*/ 422491 h 793834"/>
              <a:gd name="csX714" fmla="*/ 443956 w 3760185"/>
              <a:gd name="csY714" fmla="*/ 404866 h 793834"/>
              <a:gd name="csX715" fmla="*/ 451410 w 3760185"/>
              <a:gd name="csY715" fmla="*/ 404864 h 793834"/>
              <a:gd name="csX716" fmla="*/ 450691 w 3760185"/>
              <a:gd name="csY716" fmla="*/ 407076 h 793834"/>
              <a:gd name="csX717" fmla="*/ 450691 w 3760185"/>
              <a:gd name="csY717" fmla="*/ 431599 h 793834"/>
              <a:gd name="csX718" fmla="*/ 449325 w 3760185"/>
              <a:gd name="csY718" fmla="*/ 409879 h 793834"/>
              <a:gd name="csX719" fmla="*/ 449325 w 3760185"/>
              <a:gd name="csY719" fmla="*/ 413382 h 793834"/>
              <a:gd name="csX720" fmla="*/ 447959 w 3760185"/>
              <a:gd name="csY720" fmla="*/ 416185 h 793834"/>
              <a:gd name="csX721" fmla="*/ 447959 w 3760185"/>
              <a:gd name="csY721" fmla="*/ 423892 h 793834"/>
              <a:gd name="csX722" fmla="*/ 446594 w 3760185"/>
              <a:gd name="csY722" fmla="*/ 435803 h 793834"/>
              <a:gd name="csX723" fmla="*/ 446594 w 3760185"/>
              <a:gd name="csY723" fmla="*/ 404866 h 793834"/>
              <a:gd name="csX724" fmla="*/ 449325 w 3760185"/>
              <a:gd name="csY724" fmla="*/ 404865 h 793834"/>
              <a:gd name="csX725" fmla="*/ 456127 w 3760185"/>
              <a:gd name="csY725" fmla="*/ 404863 h 793834"/>
              <a:gd name="csX726" fmla="*/ 454788 w 3760185"/>
              <a:gd name="csY726" fmla="*/ 434402 h 793834"/>
              <a:gd name="csX727" fmla="*/ 454788 w 3760185"/>
              <a:gd name="csY727" fmla="*/ 411280 h 793834"/>
              <a:gd name="csX728" fmla="*/ 454788 w 3760185"/>
              <a:gd name="csY728" fmla="*/ 404864 h 793834"/>
              <a:gd name="csX729" fmla="*/ 459496 w 3760185"/>
              <a:gd name="csY729" fmla="*/ 404862 h 793834"/>
              <a:gd name="csX730" fmla="*/ 458885 w 3760185"/>
              <a:gd name="csY730" fmla="*/ 409879 h 793834"/>
              <a:gd name="csX731" fmla="*/ 458885 w 3760185"/>
              <a:gd name="csY731" fmla="*/ 425293 h 793834"/>
              <a:gd name="csX732" fmla="*/ 457519 w 3760185"/>
              <a:gd name="csY732" fmla="*/ 428096 h 793834"/>
              <a:gd name="csX733" fmla="*/ 457519 w 3760185"/>
              <a:gd name="csY733" fmla="*/ 406376 h 793834"/>
              <a:gd name="csX734" fmla="*/ 456154 w 3760185"/>
              <a:gd name="csY734" fmla="*/ 407777 h 793834"/>
              <a:gd name="csX735" fmla="*/ 456154 w 3760185"/>
              <a:gd name="csY735" fmla="*/ 404863 h 793834"/>
              <a:gd name="csX736" fmla="*/ 458885 w 3760185"/>
              <a:gd name="csY736" fmla="*/ 404863 h 793834"/>
              <a:gd name="csX737" fmla="*/ 464120 w 3760185"/>
              <a:gd name="csY737" fmla="*/ 404861 h 793834"/>
              <a:gd name="csX738" fmla="*/ 462982 w 3760185"/>
              <a:gd name="csY738" fmla="*/ 411280 h 793834"/>
              <a:gd name="csX739" fmla="*/ 462982 w 3760185"/>
              <a:gd name="csY739" fmla="*/ 413382 h 793834"/>
              <a:gd name="csX740" fmla="*/ 462982 w 3760185"/>
              <a:gd name="csY740" fmla="*/ 414083 h 793834"/>
              <a:gd name="csX741" fmla="*/ 461617 w 3760185"/>
              <a:gd name="csY741" fmla="*/ 406376 h 793834"/>
              <a:gd name="csX742" fmla="*/ 461617 w 3760185"/>
              <a:gd name="csY742" fmla="*/ 408478 h 793834"/>
              <a:gd name="csX743" fmla="*/ 460251 w 3760185"/>
              <a:gd name="csY743" fmla="*/ 408478 h 793834"/>
              <a:gd name="csX744" fmla="*/ 460251 w 3760185"/>
              <a:gd name="csY744" fmla="*/ 404862 h 793834"/>
              <a:gd name="csX745" fmla="*/ 461617 w 3760185"/>
              <a:gd name="csY745" fmla="*/ 404862 h 793834"/>
              <a:gd name="csX746" fmla="*/ 464810 w 3760185"/>
              <a:gd name="csY746" fmla="*/ 404861 h 793834"/>
              <a:gd name="csX747" fmla="*/ 464348 w 3760185"/>
              <a:gd name="csY747" fmla="*/ 413382 h 793834"/>
              <a:gd name="csX748" fmla="*/ 464348 w 3760185"/>
              <a:gd name="csY748" fmla="*/ 404861 h 793834"/>
              <a:gd name="csX749" fmla="*/ 467080 w 3760185"/>
              <a:gd name="csY749" fmla="*/ 404861 h 793834"/>
              <a:gd name="csX750" fmla="*/ 467080 w 3760185"/>
              <a:gd name="csY750" fmla="*/ 409178 h 793834"/>
              <a:gd name="csX751" fmla="*/ 465714 w 3760185"/>
              <a:gd name="csY751" fmla="*/ 418987 h 793834"/>
              <a:gd name="csX752" fmla="*/ 465714 w 3760185"/>
              <a:gd name="csY752" fmla="*/ 404861 h 793834"/>
              <a:gd name="csX753" fmla="*/ 469811 w 3760185"/>
              <a:gd name="csY753" fmla="*/ 404860 h 793834"/>
              <a:gd name="csX754" fmla="*/ 469811 w 3760185"/>
              <a:gd name="csY754" fmla="*/ 426694 h 793834"/>
              <a:gd name="csX755" fmla="*/ 468992 w 3760185"/>
              <a:gd name="csY755" fmla="*/ 404860 h 793834"/>
              <a:gd name="csX756" fmla="*/ 475274 w 3760185"/>
              <a:gd name="csY756" fmla="*/ 404859 h 793834"/>
              <a:gd name="csX757" fmla="*/ 475274 w 3760185"/>
              <a:gd name="csY757" fmla="*/ 409879 h 793834"/>
              <a:gd name="csX758" fmla="*/ 473908 w 3760185"/>
              <a:gd name="csY758" fmla="*/ 409178 h 793834"/>
              <a:gd name="csX759" fmla="*/ 473908 w 3760185"/>
              <a:gd name="csY759" fmla="*/ 404859 h 793834"/>
              <a:gd name="csX760" fmla="*/ 480737 w 3760185"/>
              <a:gd name="csY760" fmla="*/ 404857 h 793834"/>
              <a:gd name="csX761" fmla="*/ 480737 w 3760185"/>
              <a:gd name="csY761" fmla="*/ 412682 h 793834"/>
              <a:gd name="csX762" fmla="*/ 479371 w 3760185"/>
              <a:gd name="csY762" fmla="*/ 416885 h 793834"/>
              <a:gd name="csX763" fmla="*/ 479371 w 3760185"/>
              <a:gd name="csY763" fmla="*/ 415484 h 793834"/>
              <a:gd name="csX764" fmla="*/ 478005 w 3760185"/>
              <a:gd name="csY764" fmla="*/ 421790 h 793834"/>
              <a:gd name="csX765" fmla="*/ 478005 w 3760185"/>
              <a:gd name="csY765" fmla="*/ 409178 h 793834"/>
              <a:gd name="csX766" fmla="*/ 476640 w 3760185"/>
              <a:gd name="csY766" fmla="*/ 410580 h 793834"/>
              <a:gd name="csX767" fmla="*/ 476640 w 3760185"/>
              <a:gd name="csY767" fmla="*/ 404858 h 793834"/>
              <a:gd name="csX768" fmla="*/ 482641 w 3760185"/>
              <a:gd name="csY768" fmla="*/ 404857 h 793834"/>
              <a:gd name="csX769" fmla="*/ 482103 w 3760185"/>
              <a:gd name="csY769" fmla="*/ 416185 h 793834"/>
              <a:gd name="csX770" fmla="*/ 482103 w 3760185"/>
              <a:gd name="csY770" fmla="*/ 404857 h 793834"/>
              <a:gd name="csX771" fmla="*/ 486200 w 3760185"/>
              <a:gd name="csY771" fmla="*/ 404856 h 793834"/>
              <a:gd name="csX772" fmla="*/ 486200 w 3760185"/>
              <a:gd name="csY772" fmla="*/ 417586 h 793834"/>
              <a:gd name="csX773" fmla="*/ 485529 w 3760185"/>
              <a:gd name="csY773" fmla="*/ 404856 h 793834"/>
              <a:gd name="csX774" fmla="*/ 491663 w 3760185"/>
              <a:gd name="csY774" fmla="*/ 404855 h 793834"/>
              <a:gd name="csX775" fmla="*/ 491663 w 3760185"/>
              <a:gd name="csY775" fmla="*/ 409178 h 793834"/>
              <a:gd name="csX776" fmla="*/ 490297 w 3760185"/>
              <a:gd name="csY776" fmla="*/ 410580 h 793834"/>
              <a:gd name="csX777" fmla="*/ 490297 w 3760185"/>
              <a:gd name="csY777" fmla="*/ 409178 h 793834"/>
              <a:gd name="csX778" fmla="*/ 488931 w 3760185"/>
              <a:gd name="csY778" fmla="*/ 410580 h 793834"/>
              <a:gd name="csX779" fmla="*/ 488931 w 3760185"/>
              <a:gd name="csY779" fmla="*/ 404855 h 793834"/>
              <a:gd name="csX780" fmla="*/ 494394 w 3760185"/>
              <a:gd name="csY780" fmla="*/ 404854 h 793834"/>
              <a:gd name="csX781" fmla="*/ 494394 w 3760185"/>
              <a:gd name="csY781" fmla="*/ 409178 h 793834"/>
              <a:gd name="csX782" fmla="*/ 494394 w 3760185"/>
              <a:gd name="csY782" fmla="*/ 412682 h 793834"/>
              <a:gd name="csX783" fmla="*/ 493028 w 3760185"/>
              <a:gd name="csY783" fmla="*/ 409879 h 793834"/>
              <a:gd name="csX784" fmla="*/ 493028 w 3760185"/>
              <a:gd name="csY784" fmla="*/ 404854 h 793834"/>
              <a:gd name="csX785" fmla="*/ 498491 w 3760185"/>
              <a:gd name="csY785" fmla="*/ 404853 h 793834"/>
              <a:gd name="csX786" fmla="*/ 498491 w 3760185"/>
              <a:gd name="csY786" fmla="*/ 407777 h 793834"/>
              <a:gd name="csX787" fmla="*/ 497126 w 3760185"/>
              <a:gd name="csY787" fmla="*/ 410580 h 793834"/>
              <a:gd name="csX788" fmla="*/ 497126 w 3760185"/>
              <a:gd name="csY788" fmla="*/ 404853 h 793834"/>
              <a:gd name="csX789" fmla="*/ 503776 w 3760185"/>
              <a:gd name="csY789" fmla="*/ 404852 h 793834"/>
              <a:gd name="csX790" fmla="*/ 502589 w 3760185"/>
              <a:gd name="csY790" fmla="*/ 413382 h 793834"/>
              <a:gd name="csX791" fmla="*/ 502589 w 3760185"/>
              <a:gd name="csY791" fmla="*/ 422491 h 793834"/>
              <a:gd name="csX792" fmla="*/ 501223 w 3760185"/>
              <a:gd name="csY792" fmla="*/ 414083 h 793834"/>
              <a:gd name="csX793" fmla="*/ 501223 w 3760185"/>
              <a:gd name="csY793" fmla="*/ 404974 h 793834"/>
              <a:gd name="csX794" fmla="*/ 501218 w 3760185"/>
              <a:gd name="csY794" fmla="*/ 404852 h 793834"/>
              <a:gd name="csX795" fmla="*/ 505320 w 3760185"/>
              <a:gd name="csY795" fmla="*/ 404851 h 793834"/>
              <a:gd name="csX796" fmla="*/ 505320 w 3760185"/>
              <a:gd name="csY796" fmla="*/ 410580 h 793834"/>
              <a:gd name="csX797" fmla="*/ 505087 w 3760185"/>
              <a:gd name="csY797" fmla="*/ 404851 h 793834"/>
              <a:gd name="csX798" fmla="*/ 508455 w 3760185"/>
              <a:gd name="csY798" fmla="*/ 404850 h 793834"/>
              <a:gd name="csX799" fmla="*/ 508051 w 3760185"/>
              <a:gd name="csY799" fmla="*/ 411280 h 793834"/>
              <a:gd name="csX800" fmla="*/ 507852 w 3760185"/>
              <a:gd name="csY800" fmla="*/ 404851 h 793834"/>
              <a:gd name="csX801" fmla="*/ 511342 w 3760185"/>
              <a:gd name="csY801" fmla="*/ 404850 h 793834"/>
              <a:gd name="csX802" fmla="*/ 510783 w 3760185"/>
              <a:gd name="csY802" fmla="*/ 410580 h 793834"/>
              <a:gd name="csX803" fmla="*/ 510783 w 3760185"/>
              <a:gd name="csY803" fmla="*/ 404850 h 793834"/>
              <a:gd name="csX804" fmla="*/ 517611 w 3760185"/>
              <a:gd name="csY804" fmla="*/ 404848 h 793834"/>
              <a:gd name="csX805" fmla="*/ 517611 w 3760185"/>
              <a:gd name="csY805" fmla="*/ 405675 h 793834"/>
              <a:gd name="csX806" fmla="*/ 516246 w 3760185"/>
              <a:gd name="csY806" fmla="*/ 409879 h 793834"/>
              <a:gd name="csX807" fmla="*/ 516246 w 3760185"/>
              <a:gd name="csY807" fmla="*/ 404849 h 793834"/>
              <a:gd name="csX808" fmla="*/ 518977 w 3760185"/>
              <a:gd name="csY808" fmla="*/ 404848 h 793834"/>
              <a:gd name="csX809" fmla="*/ 518977 w 3760185"/>
              <a:gd name="csY809" fmla="*/ 419688 h 793834"/>
              <a:gd name="csX810" fmla="*/ 518288 w 3760185"/>
              <a:gd name="csY810" fmla="*/ 404848 h 793834"/>
              <a:gd name="csX811" fmla="*/ 520343 w 3760185"/>
              <a:gd name="csY811" fmla="*/ 404848 h 793834"/>
              <a:gd name="csX812" fmla="*/ 520343 w 3760185"/>
              <a:gd name="csY812" fmla="*/ 408478 h 793834"/>
              <a:gd name="csX813" fmla="*/ 520343 w 3760185"/>
              <a:gd name="csY813" fmla="*/ 414083 h 793834"/>
              <a:gd name="csX814" fmla="*/ 519218 w 3760185"/>
              <a:gd name="csY814" fmla="*/ 404848 h 793834"/>
              <a:gd name="csX815" fmla="*/ 523074 w 3760185"/>
              <a:gd name="csY815" fmla="*/ 404847 h 793834"/>
              <a:gd name="csX816" fmla="*/ 523074 w 3760185"/>
              <a:gd name="csY816" fmla="*/ 428796 h 793834"/>
              <a:gd name="csX817" fmla="*/ 521709 w 3760185"/>
              <a:gd name="csY817" fmla="*/ 409178 h 793834"/>
              <a:gd name="csX818" fmla="*/ 521709 w 3760185"/>
              <a:gd name="csY818" fmla="*/ 406376 h 793834"/>
              <a:gd name="csX819" fmla="*/ 521579 w 3760185"/>
              <a:gd name="csY819" fmla="*/ 404847 h 793834"/>
              <a:gd name="csX820" fmla="*/ 526010 w 3760185"/>
              <a:gd name="csY820" fmla="*/ 404846 h 793834"/>
              <a:gd name="csX821" fmla="*/ 525806 w 3760185"/>
              <a:gd name="csY821" fmla="*/ 407777 h 793834"/>
              <a:gd name="csX822" fmla="*/ 524440 w 3760185"/>
              <a:gd name="csY822" fmla="*/ 414783 h 793834"/>
              <a:gd name="csX823" fmla="*/ 524440 w 3760185"/>
              <a:gd name="csY823" fmla="*/ 404847 h 793834"/>
              <a:gd name="csX824" fmla="*/ 529054 w 3760185"/>
              <a:gd name="csY824" fmla="*/ 404845 h 793834"/>
              <a:gd name="csX825" fmla="*/ 528537 w 3760185"/>
              <a:gd name="csY825" fmla="*/ 409879 h 793834"/>
              <a:gd name="csX826" fmla="*/ 528537 w 3760185"/>
              <a:gd name="csY826" fmla="*/ 409178 h 793834"/>
              <a:gd name="csX827" fmla="*/ 527599 w 3760185"/>
              <a:gd name="csY827" fmla="*/ 404846 h 793834"/>
              <a:gd name="csX828" fmla="*/ 532186 w 3760185"/>
              <a:gd name="csY828" fmla="*/ 404845 h 793834"/>
              <a:gd name="csX829" fmla="*/ 531269 w 3760185"/>
              <a:gd name="csY829" fmla="*/ 423191 h 793834"/>
              <a:gd name="csX830" fmla="*/ 531269 w 3760185"/>
              <a:gd name="csY830" fmla="*/ 410580 h 793834"/>
              <a:gd name="csX831" fmla="*/ 529903 w 3760185"/>
              <a:gd name="csY831" fmla="*/ 427395 h 793834"/>
              <a:gd name="csX832" fmla="*/ 529903 w 3760185"/>
              <a:gd name="csY832" fmla="*/ 404845 h 793834"/>
              <a:gd name="csX833" fmla="*/ 534000 w 3760185"/>
              <a:gd name="csY833" fmla="*/ 404844 h 793834"/>
              <a:gd name="csX834" fmla="*/ 534000 w 3760185"/>
              <a:gd name="csY834" fmla="*/ 408478 h 793834"/>
              <a:gd name="csX835" fmla="*/ 532635 w 3760185"/>
              <a:gd name="csY835" fmla="*/ 423191 h 793834"/>
              <a:gd name="csX836" fmla="*/ 532635 w 3760185"/>
              <a:gd name="csY836" fmla="*/ 404845 h 793834"/>
              <a:gd name="csX837" fmla="*/ 535968 w 3760185"/>
              <a:gd name="csY837" fmla="*/ 404844 h 793834"/>
              <a:gd name="csX838" fmla="*/ 535366 w 3760185"/>
              <a:gd name="csY838" fmla="*/ 427395 h 793834"/>
              <a:gd name="csX839" fmla="*/ 535366 w 3760185"/>
              <a:gd name="csY839" fmla="*/ 416885 h 793834"/>
              <a:gd name="csX840" fmla="*/ 534820 w 3760185"/>
              <a:gd name="csY840" fmla="*/ 404844 h 793834"/>
              <a:gd name="csX841" fmla="*/ 539463 w 3760185"/>
              <a:gd name="csY841" fmla="*/ 404843 h 793834"/>
              <a:gd name="csX842" fmla="*/ 539463 w 3760185"/>
              <a:gd name="csY842" fmla="*/ 448415 h 793834"/>
              <a:gd name="csX843" fmla="*/ 538097 w 3760185"/>
              <a:gd name="csY843" fmla="*/ 433000 h 793834"/>
              <a:gd name="csX844" fmla="*/ 538097 w 3760185"/>
              <a:gd name="csY844" fmla="*/ 470835 h 793834"/>
              <a:gd name="csX845" fmla="*/ 536732 w 3760185"/>
              <a:gd name="csY845" fmla="*/ 450516 h 793834"/>
              <a:gd name="csX846" fmla="*/ 536732 w 3760185"/>
              <a:gd name="csY846" fmla="*/ 404844 h 793834"/>
              <a:gd name="csX847" fmla="*/ 542195 w 3760185"/>
              <a:gd name="csY847" fmla="*/ 404842 h 793834"/>
              <a:gd name="csX848" fmla="*/ 542195 w 3760185"/>
              <a:gd name="csY848" fmla="*/ 463829 h 793834"/>
              <a:gd name="csX849" fmla="*/ 540829 w 3760185"/>
              <a:gd name="csY849" fmla="*/ 440007 h 793834"/>
              <a:gd name="csX850" fmla="*/ 540829 w 3760185"/>
              <a:gd name="csY850" fmla="*/ 414783 h 793834"/>
              <a:gd name="csX851" fmla="*/ 539860 w 3760185"/>
              <a:gd name="csY851" fmla="*/ 404843 h 793834"/>
              <a:gd name="csX852" fmla="*/ 549023 w 3760185"/>
              <a:gd name="csY852" fmla="*/ 404841 h 793834"/>
              <a:gd name="csX853" fmla="*/ 549023 w 3760185"/>
              <a:gd name="csY853" fmla="*/ 488351 h 793834"/>
              <a:gd name="csX854" fmla="*/ 547658 w 3760185"/>
              <a:gd name="csY854" fmla="*/ 414783 h 793834"/>
              <a:gd name="csX855" fmla="*/ 547658 w 3760185"/>
              <a:gd name="csY855" fmla="*/ 418987 h 793834"/>
              <a:gd name="csX856" fmla="*/ 546292 w 3760185"/>
              <a:gd name="csY856" fmla="*/ 430198 h 793834"/>
              <a:gd name="csX857" fmla="*/ 546292 w 3760185"/>
              <a:gd name="csY857" fmla="*/ 456122 h 793834"/>
              <a:gd name="csX858" fmla="*/ 544926 w 3760185"/>
              <a:gd name="csY858" fmla="*/ 486950 h 793834"/>
              <a:gd name="csX859" fmla="*/ 544926 w 3760185"/>
              <a:gd name="csY859" fmla="*/ 467332 h 793834"/>
              <a:gd name="csX860" fmla="*/ 544140 w 3760185"/>
              <a:gd name="csY860" fmla="*/ 404842 h 793834"/>
              <a:gd name="csX861" fmla="*/ 550389 w 3760185"/>
              <a:gd name="csY861" fmla="*/ 404840 h 793834"/>
              <a:gd name="csX862" fmla="*/ 550389 w 3760185"/>
              <a:gd name="csY862" fmla="*/ 435803 h 793834"/>
              <a:gd name="csX863" fmla="*/ 549803 w 3760185"/>
              <a:gd name="csY863" fmla="*/ 404840 h 793834"/>
              <a:gd name="csX864" fmla="*/ 552847 w 3760185"/>
              <a:gd name="csY864" fmla="*/ 404840 h 793834"/>
              <a:gd name="csX865" fmla="*/ 551755 w 3760185"/>
              <a:gd name="csY865" fmla="*/ 409879 h 793834"/>
              <a:gd name="csX866" fmla="*/ 551755 w 3760185"/>
              <a:gd name="csY866" fmla="*/ 415484 h 793834"/>
              <a:gd name="csX867" fmla="*/ 551378 w 3760185"/>
              <a:gd name="csY867" fmla="*/ 404840 h 793834"/>
              <a:gd name="csX868" fmla="*/ 555350 w 3760185"/>
              <a:gd name="csY868" fmla="*/ 404839 h 793834"/>
              <a:gd name="csX869" fmla="*/ 554486 w 3760185"/>
              <a:gd name="csY869" fmla="*/ 423892 h 793834"/>
              <a:gd name="csX870" fmla="*/ 554486 w 3760185"/>
              <a:gd name="csY870" fmla="*/ 404839 h 793834"/>
              <a:gd name="csX871" fmla="*/ 556378 w 3760185"/>
              <a:gd name="csY871" fmla="*/ 404839 h 793834"/>
              <a:gd name="csX872" fmla="*/ 555852 w 3760185"/>
              <a:gd name="csY872" fmla="*/ 440707 h 793834"/>
              <a:gd name="csX873" fmla="*/ 555852 w 3760185"/>
              <a:gd name="csY873" fmla="*/ 404839 h 793834"/>
              <a:gd name="csX874" fmla="*/ 563812 w 3760185"/>
              <a:gd name="csY874" fmla="*/ 404837 h 793834"/>
              <a:gd name="csX875" fmla="*/ 562681 w 3760185"/>
              <a:gd name="csY875" fmla="*/ 546505 h 793834"/>
              <a:gd name="csX876" fmla="*/ 562681 w 3760185"/>
              <a:gd name="csY876" fmla="*/ 608162 h 793834"/>
              <a:gd name="csX877" fmla="*/ 561315 w 3760185"/>
              <a:gd name="csY877" fmla="*/ 465931 h 793834"/>
              <a:gd name="csX878" fmla="*/ 559949 w 3760185"/>
              <a:gd name="csY878" fmla="*/ 479944 h 793834"/>
              <a:gd name="csX879" fmla="*/ 559949 w 3760185"/>
              <a:gd name="csY879" fmla="*/ 426694 h 793834"/>
              <a:gd name="csX880" fmla="*/ 558583 w 3760185"/>
              <a:gd name="csY880" fmla="*/ 529690 h 793834"/>
              <a:gd name="csX881" fmla="*/ 558583 w 3760185"/>
              <a:gd name="csY881" fmla="*/ 437905 h 793834"/>
              <a:gd name="csX882" fmla="*/ 558195 w 3760185"/>
              <a:gd name="csY882" fmla="*/ 404838 h 793834"/>
              <a:gd name="csX883" fmla="*/ 559949 w 3760185"/>
              <a:gd name="csY883" fmla="*/ 404838 h 793834"/>
              <a:gd name="csX884" fmla="*/ 567508 w 3760185"/>
              <a:gd name="csY884" fmla="*/ 404836 h 793834"/>
              <a:gd name="csX885" fmla="*/ 566778 w 3760185"/>
              <a:gd name="csY885" fmla="*/ 508670 h 793834"/>
              <a:gd name="csX886" fmla="*/ 566778 w 3760185"/>
              <a:gd name="csY886" fmla="*/ 425994 h 793834"/>
              <a:gd name="csX887" fmla="*/ 565412 w 3760185"/>
              <a:gd name="csY887" fmla="*/ 429497 h 793834"/>
              <a:gd name="csX888" fmla="*/ 565412 w 3760185"/>
              <a:gd name="csY888" fmla="*/ 404837 h 793834"/>
              <a:gd name="csX889" fmla="*/ 570820 w 3760185"/>
              <a:gd name="csY889" fmla="*/ 404835 h 793834"/>
              <a:gd name="csX890" fmla="*/ 569509 w 3760185"/>
              <a:gd name="csY890" fmla="*/ 418287 h 793834"/>
              <a:gd name="csX891" fmla="*/ 569509 w 3760185"/>
              <a:gd name="csY891" fmla="*/ 437204 h 793834"/>
              <a:gd name="csX892" fmla="*/ 568941 w 3760185"/>
              <a:gd name="csY892" fmla="*/ 404836 h 793834"/>
              <a:gd name="csX893" fmla="*/ 573606 w 3760185"/>
              <a:gd name="csY893" fmla="*/ 404835 h 793834"/>
              <a:gd name="csX894" fmla="*/ 573606 w 3760185"/>
              <a:gd name="csY894" fmla="*/ 434402 h 793834"/>
              <a:gd name="csX895" fmla="*/ 572241 w 3760185"/>
              <a:gd name="csY895" fmla="*/ 487651 h 793834"/>
              <a:gd name="csX896" fmla="*/ 572241 w 3760185"/>
              <a:gd name="csY896" fmla="*/ 465230 h 793834"/>
              <a:gd name="csX897" fmla="*/ 570875 w 3760185"/>
              <a:gd name="csY897" fmla="*/ 435102 h 793834"/>
              <a:gd name="csX898" fmla="*/ 570875 w 3760185"/>
              <a:gd name="csY898" fmla="*/ 404835 h 793834"/>
              <a:gd name="csX899" fmla="*/ 575737 w 3760185"/>
              <a:gd name="csY899" fmla="*/ 404834 h 793834"/>
              <a:gd name="csX900" fmla="*/ 574972 w 3760185"/>
              <a:gd name="csY900" fmla="*/ 451918 h 793834"/>
              <a:gd name="csX901" fmla="*/ 574972 w 3760185"/>
              <a:gd name="csY901" fmla="*/ 404834 h 793834"/>
              <a:gd name="csX902" fmla="*/ 578350 w 3760185"/>
              <a:gd name="csY902" fmla="*/ 404833 h 793834"/>
              <a:gd name="csX903" fmla="*/ 577704 w 3760185"/>
              <a:gd name="csY903" fmla="*/ 451217 h 793834"/>
              <a:gd name="csX904" fmla="*/ 577704 w 3760185"/>
              <a:gd name="csY904" fmla="*/ 404834 h 793834"/>
              <a:gd name="csX905" fmla="*/ 581801 w 3760185"/>
              <a:gd name="csY905" fmla="*/ 404833 h 793834"/>
              <a:gd name="csX906" fmla="*/ 581801 w 3760185"/>
              <a:gd name="csY906" fmla="*/ 436504 h 793834"/>
              <a:gd name="csX907" fmla="*/ 581420 w 3760185"/>
              <a:gd name="csY907" fmla="*/ 404833 h 793834"/>
              <a:gd name="csX908" fmla="*/ 584532 w 3760185"/>
              <a:gd name="csY908" fmla="*/ 404832 h 793834"/>
              <a:gd name="csX909" fmla="*/ 584532 w 3760185"/>
              <a:gd name="csY909" fmla="*/ 444211 h 793834"/>
              <a:gd name="csX910" fmla="*/ 584264 w 3760185"/>
              <a:gd name="csY910" fmla="*/ 404832 h 793834"/>
              <a:gd name="csX911" fmla="*/ 587264 w 3760185"/>
              <a:gd name="csY911" fmla="*/ 404831 h 793834"/>
              <a:gd name="csX912" fmla="*/ 587264 w 3760185"/>
              <a:gd name="csY912" fmla="*/ 411981 h 793834"/>
              <a:gd name="csX913" fmla="*/ 585898 w 3760185"/>
              <a:gd name="csY913" fmla="*/ 425293 h 793834"/>
              <a:gd name="csX914" fmla="*/ 585898 w 3760185"/>
              <a:gd name="csY914" fmla="*/ 404832 h 793834"/>
              <a:gd name="csX915" fmla="*/ 589388 w 3760185"/>
              <a:gd name="csY915" fmla="*/ 404831 h 793834"/>
              <a:gd name="csX916" fmla="*/ 588629 w 3760185"/>
              <a:gd name="csY916" fmla="*/ 427395 h 793834"/>
              <a:gd name="csX917" fmla="*/ 588629 w 3760185"/>
              <a:gd name="csY917" fmla="*/ 404831 h 793834"/>
              <a:gd name="csX918" fmla="*/ 594092 w 3760185"/>
              <a:gd name="csY918" fmla="*/ 404830 h 793834"/>
              <a:gd name="csX919" fmla="*/ 594092 w 3760185"/>
              <a:gd name="csY919" fmla="*/ 498861 h 793834"/>
              <a:gd name="csX920" fmla="*/ 592829 w 3760185"/>
              <a:gd name="csY920" fmla="*/ 404830 h 793834"/>
              <a:gd name="csX921" fmla="*/ 595458 w 3760185"/>
              <a:gd name="csY921" fmla="*/ 404829 h 793834"/>
              <a:gd name="csX922" fmla="*/ 595458 w 3760185"/>
              <a:gd name="csY922" fmla="*/ 411280 h 793834"/>
              <a:gd name="csX923" fmla="*/ 595350 w 3760185"/>
              <a:gd name="csY923" fmla="*/ 404829 h 793834"/>
              <a:gd name="csX924" fmla="*/ 597674 w 3760185"/>
              <a:gd name="csY924" fmla="*/ 404829 h 793834"/>
              <a:gd name="csX925" fmla="*/ 596824 w 3760185"/>
              <a:gd name="csY925" fmla="*/ 480644 h 793834"/>
              <a:gd name="csX926" fmla="*/ 596824 w 3760185"/>
              <a:gd name="csY926" fmla="*/ 463829 h 793834"/>
              <a:gd name="csX927" fmla="*/ 596426 w 3760185"/>
              <a:gd name="csY927" fmla="*/ 404829 h 793834"/>
              <a:gd name="csX928" fmla="*/ 599555 w 3760185"/>
              <a:gd name="csY928" fmla="*/ 404828 h 793834"/>
              <a:gd name="csX929" fmla="*/ 599555 w 3760185"/>
              <a:gd name="csY929" fmla="*/ 407076 h 793834"/>
              <a:gd name="csX930" fmla="*/ 599535 w 3760185"/>
              <a:gd name="csY930" fmla="*/ 404828 h 793834"/>
              <a:gd name="csX931" fmla="*/ 603653 w 3760185"/>
              <a:gd name="csY931" fmla="*/ 404827 h 793834"/>
              <a:gd name="csX932" fmla="*/ 603653 w 3760185"/>
              <a:gd name="csY932" fmla="*/ 486249 h 793834"/>
              <a:gd name="csX933" fmla="*/ 602963 w 3760185"/>
              <a:gd name="csY933" fmla="*/ 404827 h 793834"/>
              <a:gd name="csX934" fmla="*/ 605018 w 3760185"/>
              <a:gd name="csY934" fmla="*/ 404827 h 793834"/>
              <a:gd name="csX935" fmla="*/ 605018 w 3760185"/>
              <a:gd name="csY935" fmla="*/ 417586 h 793834"/>
              <a:gd name="csX936" fmla="*/ 604899 w 3760185"/>
              <a:gd name="csY936" fmla="*/ 404827 h 793834"/>
              <a:gd name="csX937" fmla="*/ 608230 w 3760185"/>
              <a:gd name="csY937" fmla="*/ 404826 h 793834"/>
              <a:gd name="csX938" fmla="*/ 607750 w 3760185"/>
              <a:gd name="csY938" fmla="*/ 421089 h 793834"/>
              <a:gd name="csX939" fmla="*/ 607750 w 3760185"/>
              <a:gd name="csY939" fmla="*/ 411981 h 793834"/>
              <a:gd name="csX940" fmla="*/ 607584 w 3760185"/>
              <a:gd name="csY940" fmla="*/ 404826 h 793834"/>
              <a:gd name="csX941" fmla="*/ 611847 w 3760185"/>
              <a:gd name="csY941" fmla="*/ 404825 h 793834"/>
              <a:gd name="csX942" fmla="*/ 611847 w 3760185"/>
              <a:gd name="csY942" fmla="*/ 580837 h 793834"/>
              <a:gd name="csX943" fmla="*/ 610932 w 3760185"/>
              <a:gd name="csY943" fmla="*/ 404826 h 793834"/>
              <a:gd name="csX944" fmla="*/ 614578 w 3760185"/>
              <a:gd name="csY944" fmla="*/ 404825 h 793834"/>
              <a:gd name="csX945" fmla="*/ 614578 w 3760185"/>
              <a:gd name="csY945" fmla="*/ 470135 h 793834"/>
              <a:gd name="csX946" fmla="*/ 613213 w 3760185"/>
              <a:gd name="csY946" fmla="*/ 457523 h 793834"/>
              <a:gd name="csX947" fmla="*/ 613213 w 3760185"/>
              <a:gd name="csY947" fmla="*/ 500963 h 793834"/>
              <a:gd name="csX948" fmla="*/ 612588 w 3760185"/>
              <a:gd name="csY948" fmla="*/ 404825 h 793834"/>
              <a:gd name="csX949" fmla="*/ 613213 w 3760185"/>
              <a:gd name="csY949" fmla="*/ 404825 h 793834"/>
              <a:gd name="csX950" fmla="*/ 615944 w 3760185"/>
              <a:gd name="csY950" fmla="*/ 404824 h 793834"/>
              <a:gd name="csX951" fmla="*/ 615944 w 3760185"/>
              <a:gd name="csY951" fmla="*/ 411280 h 793834"/>
              <a:gd name="csX952" fmla="*/ 615870 w 3760185"/>
              <a:gd name="csY952" fmla="*/ 404824 h 793834"/>
              <a:gd name="csX953" fmla="*/ 621407 w 3760185"/>
              <a:gd name="csY953" fmla="*/ 404823 h 793834"/>
              <a:gd name="csX954" fmla="*/ 621407 w 3760185"/>
              <a:gd name="csY954" fmla="*/ 415484 h 793834"/>
              <a:gd name="csX955" fmla="*/ 620041 w 3760185"/>
              <a:gd name="csY955" fmla="*/ 499562 h 793834"/>
              <a:gd name="csX956" fmla="*/ 620041 w 3760185"/>
              <a:gd name="csY956" fmla="*/ 418287 h 793834"/>
              <a:gd name="csX957" fmla="*/ 619873 w 3760185"/>
              <a:gd name="csY957" fmla="*/ 404823 h 793834"/>
              <a:gd name="csX958" fmla="*/ 624138 w 3760185"/>
              <a:gd name="csY958" fmla="*/ 404822 h 793834"/>
              <a:gd name="csX959" fmla="*/ 624138 w 3760185"/>
              <a:gd name="csY959" fmla="*/ 413382 h 793834"/>
              <a:gd name="csX960" fmla="*/ 622773 w 3760185"/>
              <a:gd name="csY960" fmla="*/ 414083 h 793834"/>
              <a:gd name="csX961" fmla="*/ 622773 w 3760185"/>
              <a:gd name="csY961" fmla="*/ 412682 h 793834"/>
              <a:gd name="csX962" fmla="*/ 622773 w 3760185"/>
              <a:gd name="csY962" fmla="*/ 404823 h 793834"/>
              <a:gd name="csX963" fmla="*/ 626870 w 3760185"/>
              <a:gd name="csY963" fmla="*/ 404822 h 793834"/>
              <a:gd name="csX964" fmla="*/ 626870 w 3760185"/>
              <a:gd name="csY964" fmla="*/ 410580 h 793834"/>
              <a:gd name="csX965" fmla="*/ 626870 w 3760185"/>
              <a:gd name="csY965" fmla="*/ 416185 h 793834"/>
              <a:gd name="csX966" fmla="*/ 626575 w 3760185"/>
              <a:gd name="csY966" fmla="*/ 404822 h 793834"/>
              <a:gd name="csX967" fmla="*/ 630967 w 3760185"/>
              <a:gd name="csY967" fmla="*/ 404821 h 793834"/>
              <a:gd name="csX968" fmla="*/ 630967 w 3760185"/>
              <a:gd name="csY968" fmla="*/ 409178 h 793834"/>
              <a:gd name="csX969" fmla="*/ 630896 w 3760185"/>
              <a:gd name="csY969" fmla="*/ 404821 h 793834"/>
              <a:gd name="csX970" fmla="*/ 632333 w 3760185"/>
              <a:gd name="csY970" fmla="*/ 404820 h 793834"/>
              <a:gd name="csX971" fmla="*/ 632333 w 3760185"/>
              <a:gd name="csY971" fmla="*/ 606761 h 793834"/>
              <a:gd name="csX972" fmla="*/ 631038 w 3760185"/>
              <a:gd name="csY972" fmla="*/ 404821 h 793834"/>
              <a:gd name="csX973" fmla="*/ 634509 w 3760185"/>
              <a:gd name="csY973" fmla="*/ 404820 h 793834"/>
              <a:gd name="csX974" fmla="*/ 633699 w 3760185"/>
              <a:gd name="csY974" fmla="*/ 704151 h 793834"/>
              <a:gd name="csX975" fmla="*/ 633699 w 3760185"/>
              <a:gd name="csY975" fmla="*/ 404820 h 793834"/>
              <a:gd name="csX976" fmla="*/ 635311 w 3760185"/>
              <a:gd name="csY976" fmla="*/ 404820 h 793834"/>
              <a:gd name="csX977" fmla="*/ 635064 w 3760185"/>
              <a:gd name="csY977" fmla="*/ 427395 h 793834"/>
              <a:gd name="csX978" fmla="*/ 635064 w 3760185"/>
              <a:gd name="csY978" fmla="*/ 404820 h 793834"/>
              <a:gd name="csX979" fmla="*/ 638218 w 3760185"/>
              <a:gd name="csY979" fmla="*/ 404819 h 793834"/>
              <a:gd name="csX980" fmla="*/ 637796 w 3760185"/>
              <a:gd name="csY980" fmla="*/ 484148 h 793834"/>
              <a:gd name="csX981" fmla="*/ 637796 w 3760185"/>
              <a:gd name="csY981" fmla="*/ 526887 h 793834"/>
              <a:gd name="csX982" fmla="*/ 636821 w 3760185"/>
              <a:gd name="csY982" fmla="*/ 404819 h 793834"/>
              <a:gd name="csX983" fmla="*/ 640485 w 3760185"/>
              <a:gd name="csY983" fmla="*/ 404818 h 793834"/>
              <a:gd name="csX984" fmla="*/ 639161 w 3760185"/>
              <a:gd name="csY984" fmla="*/ 443510 h 793834"/>
              <a:gd name="csX985" fmla="*/ 639161 w 3760185"/>
              <a:gd name="csY985" fmla="*/ 404819 h 793834"/>
              <a:gd name="csX986" fmla="*/ 644624 w 3760185"/>
              <a:gd name="csY986" fmla="*/ 404817 h 793834"/>
              <a:gd name="csX987" fmla="*/ 644624 w 3760185"/>
              <a:gd name="csY987" fmla="*/ 414783 h 793834"/>
              <a:gd name="csX988" fmla="*/ 643259 w 3760185"/>
              <a:gd name="csY988" fmla="*/ 440007 h 793834"/>
              <a:gd name="csX989" fmla="*/ 643259 w 3760185"/>
              <a:gd name="csY989" fmla="*/ 404818 h 793834"/>
              <a:gd name="csX990" fmla="*/ 647356 w 3760185"/>
              <a:gd name="csY990" fmla="*/ 404817 h 793834"/>
              <a:gd name="csX991" fmla="*/ 647356 w 3760185"/>
              <a:gd name="csY991" fmla="*/ 558416 h 793834"/>
              <a:gd name="csX992" fmla="*/ 646204 w 3760185"/>
              <a:gd name="csY992" fmla="*/ 404817 h 793834"/>
              <a:gd name="csX993" fmla="*/ 651495 w 3760185"/>
              <a:gd name="csY993" fmla="*/ 404816 h 793834"/>
              <a:gd name="csX994" fmla="*/ 651453 w 3760185"/>
              <a:gd name="csY994" fmla="*/ 407777 h 793834"/>
              <a:gd name="csX995" fmla="*/ 651453 w 3760185"/>
              <a:gd name="csY995" fmla="*/ 414083 h 793834"/>
              <a:gd name="csX996" fmla="*/ 650087 w 3760185"/>
              <a:gd name="csY996" fmla="*/ 449816 h 793834"/>
              <a:gd name="csX997" fmla="*/ 650087 w 3760185"/>
              <a:gd name="csY997" fmla="*/ 516377 h 793834"/>
              <a:gd name="csX998" fmla="*/ 648722 w 3760185"/>
              <a:gd name="csY998" fmla="*/ 414083 h 793834"/>
              <a:gd name="csX999" fmla="*/ 648722 w 3760185"/>
              <a:gd name="csY999" fmla="*/ 561219 h 793834"/>
              <a:gd name="csX1000" fmla="*/ 647971 w 3760185"/>
              <a:gd name="csY1000" fmla="*/ 404816 h 793834"/>
              <a:gd name="csX1001" fmla="*/ 654185 w 3760185"/>
              <a:gd name="csY1001" fmla="*/ 404815 h 793834"/>
              <a:gd name="csX1002" fmla="*/ 654185 w 3760185"/>
              <a:gd name="csY1002" fmla="*/ 460326 h 793834"/>
              <a:gd name="csX1003" fmla="*/ 652819 w 3760185"/>
              <a:gd name="csY1003" fmla="*/ 406376 h 793834"/>
              <a:gd name="csX1004" fmla="*/ 652819 w 3760185"/>
              <a:gd name="csY1004" fmla="*/ 404815 h 793834"/>
              <a:gd name="csX1005" fmla="*/ 657585 w 3760185"/>
              <a:gd name="csY1005" fmla="*/ 404814 h 793834"/>
              <a:gd name="csX1006" fmla="*/ 656916 w 3760185"/>
              <a:gd name="csY1006" fmla="*/ 463829 h 793834"/>
              <a:gd name="csX1007" fmla="*/ 656916 w 3760185"/>
              <a:gd name="csY1007" fmla="*/ 404814 h 793834"/>
              <a:gd name="csX1008" fmla="*/ 660540 w 3760185"/>
              <a:gd name="csY1008" fmla="*/ 404813 h 793834"/>
              <a:gd name="csX1009" fmla="*/ 659647 w 3760185"/>
              <a:gd name="csY1009" fmla="*/ 548607 h 793834"/>
              <a:gd name="csX1010" fmla="*/ 659647 w 3760185"/>
              <a:gd name="csY1010" fmla="*/ 524084 h 793834"/>
              <a:gd name="csX1011" fmla="*/ 659647 w 3760185"/>
              <a:gd name="csY1011" fmla="*/ 443510 h 793834"/>
              <a:gd name="csX1012" fmla="*/ 658282 w 3760185"/>
              <a:gd name="csY1012" fmla="*/ 456822 h 793834"/>
              <a:gd name="csX1013" fmla="*/ 658282 w 3760185"/>
              <a:gd name="csY1013" fmla="*/ 454020 h 793834"/>
              <a:gd name="csX1014" fmla="*/ 658282 w 3760185"/>
              <a:gd name="csY1014" fmla="*/ 434402 h 793834"/>
              <a:gd name="csX1015" fmla="*/ 658282 w 3760185"/>
              <a:gd name="csY1015" fmla="*/ 404814 h 793834"/>
              <a:gd name="csX1016" fmla="*/ 664604 w 3760185"/>
              <a:gd name="csY1016" fmla="*/ 404812 h 793834"/>
              <a:gd name="csX1017" fmla="*/ 663745 w 3760185"/>
              <a:gd name="csY1017" fmla="*/ 540199 h 793834"/>
              <a:gd name="csX1018" fmla="*/ 663745 w 3760185"/>
              <a:gd name="csY1018" fmla="*/ 491154 h 793834"/>
              <a:gd name="csX1019" fmla="*/ 662379 w 3760185"/>
              <a:gd name="csY1019" fmla="*/ 600455 h 793834"/>
              <a:gd name="csX1020" fmla="*/ 662379 w 3760185"/>
              <a:gd name="csY1020" fmla="*/ 516377 h 793834"/>
              <a:gd name="csX1021" fmla="*/ 661013 w 3760185"/>
              <a:gd name="csY1021" fmla="*/ 505868 h 793834"/>
              <a:gd name="csX1022" fmla="*/ 661013 w 3760185"/>
              <a:gd name="csY1022" fmla="*/ 404813 h 793834"/>
              <a:gd name="csX1023" fmla="*/ 665680 w 3760185"/>
              <a:gd name="csY1023" fmla="*/ 404812 h 793834"/>
              <a:gd name="csX1024" fmla="*/ 665110 w 3760185"/>
              <a:gd name="csY1024" fmla="*/ 493957 h 793834"/>
              <a:gd name="csX1025" fmla="*/ 665110 w 3760185"/>
              <a:gd name="csY1025" fmla="*/ 404812 h 793834"/>
              <a:gd name="csX1026" fmla="*/ 668702 w 3760185"/>
              <a:gd name="csY1026" fmla="*/ 404811 h 793834"/>
              <a:gd name="csX1027" fmla="*/ 667842 w 3760185"/>
              <a:gd name="csY1027" fmla="*/ 624277 h 793834"/>
              <a:gd name="csX1028" fmla="*/ 667842 w 3760185"/>
              <a:gd name="csY1028" fmla="*/ 466631 h 793834"/>
              <a:gd name="csX1029" fmla="*/ 666949 w 3760185"/>
              <a:gd name="csY1029" fmla="*/ 404812 h 793834"/>
              <a:gd name="csX1030" fmla="*/ 670304 w 3760185"/>
              <a:gd name="csY1030" fmla="*/ 404811 h 793834"/>
              <a:gd name="csX1031" fmla="*/ 669207 w 3760185"/>
              <a:gd name="csY1031" fmla="*/ 561219 h 793834"/>
              <a:gd name="csX1032" fmla="*/ 669207 w 3760185"/>
              <a:gd name="csY1032" fmla="*/ 543002 h 793834"/>
              <a:gd name="csX1033" fmla="*/ 669207 w 3760185"/>
              <a:gd name="csY1033" fmla="*/ 404811 h 793834"/>
              <a:gd name="csX1034" fmla="*/ 680133 w 3760185"/>
              <a:gd name="csY1034" fmla="*/ 404809 h 793834"/>
              <a:gd name="csX1035" fmla="*/ 680133 w 3760185"/>
              <a:gd name="csY1035" fmla="*/ 416185 h 793834"/>
              <a:gd name="csX1036" fmla="*/ 678768 w 3760185"/>
              <a:gd name="csY1036" fmla="*/ 510772 h 793834"/>
              <a:gd name="csX1037" fmla="*/ 678768 w 3760185"/>
              <a:gd name="csY1037" fmla="*/ 503065 h 793834"/>
              <a:gd name="csX1038" fmla="*/ 678768 w 3760185"/>
              <a:gd name="csY1038" fmla="*/ 439306 h 793834"/>
              <a:gd name="csX1039" fmla="*/ 677402 w 3760185"/>
              <a:gd name="csY1039" fmla="*/ 555614 h 793834"/>
              <a:gd name="csX1040" fmla="*/ 677402 w 3760185"/>
              <a:gd name="csY1040" fmla="*/ 454020 h 793834"/>
              <a:gd name="csX1041" fmla="*/ 676036 w 3760185"/>
              <a:gd name="csY1041" fmla="*/ 489052 h 793834"/>
              <a:gd name="csX1042" fmla="*/ 676036 w 3760185"/>
              <a:gd name="csY1042" fmla="*/ 440007 h 793834"/>
              <a:gd name="csX1043" fmla="*/ 674670 w 3760185"/>
              <a:gd name="csY1043" fmla="*/ 428096 h 793834"/>
              <a:gd name="csX1044" fmla="*/ 674670 w 3760185"/>
              <a:gd name="csY1044" fmla="*/ 416185 h 793834"/>
              <a:gd name="csX1045" fmla="*/ 674670 w 3760185"/>
              <a:gd name="csY1045" fmla="*/ 404810 h 793834"/>
              <a:gd name="csX1046" fmla="*/ 682865 w 3760185"/>
              <a:gd name="csY1046" fmla="*/ 404808 h 793834"/>
              <a:gd name="csX1047" fmla="*/ 682865 w 3760185"/>
              <a:gd name="csY1047" fmla="*/ 496759 h 793834"/>
              <a:gd name="csX1048" fmla="*/ 681499 w 3760185"/>
              <a:gd name="csY1048" fmla="*/ 540900 h 793834"/>
              <a:gd name="csX1049" fmla="*/ 681499 w 3760185"/>
              <a:gd name="csY1049" fmla="*/ 404808 h 793834"/>
              <a:gd name="csX1050" fmla="*/ 684231 w 3760185"/>
              <a:gd name="csY1050" fmla="*/ 404808 h 793834"/>
              <a:gd name="csX1051" fmla="*/ 684231 w 3760185"/>
              <a:gd name="csY1051" fmla="*/ 438605 h 793834"/>
              <a:gd name="csX1052" fmla="*/ 684231 w 3760185"/>
              <a:gd name="csY1052" fmla="*/ 495358 h 793834"/>
              <a:gd name="csX1053" fmla="*/ 683340 w 3760185"/>
              <a:gd name="csY1053" fmla="*/ 404808 h 793834"/>
              <a:gd name="csX1054" fmla="*/ 688092 w 3760185"/>
              <a:gd name="csY1054" fmla="*/ 404807 h 793834"/>
              <a:gd name="csX1055" fmla="*/ 686962 w 3760185"/>
              <a:gd name="csY1055" fmla="*/ 461026 h 793834"/>
              <a:gd name="csX1056" fmla="*/ 686962 w 3760185"/>
              <a:gd name="csY1056" fmla="*/ 514976 h 793834"/>
              <a:gd name="csX1057" fmla="*/ 685596 w 3760185"/>
              <a:gd name="csY1057" fmla="*/ 411280 h 793834"/>
              <a:gd name="csX1058" fmla="*/ 685596 w 3760185"/>
              <a:gd name="csY1058" fmla="*/ 490453 h 793834"/>
              <a:gd name="csX1059" fmla="*/ 684527 w 3760185"/>
              <a:gd name="csY1059" fmla="*/ 404808 h 793834"/>
              <a:gd name="csX1060" fmla="*/ 689693 w 3760185"/>
              <a:gd name="csY1060" fmla="*/ 404806 h 793834"/>
              <a:gd name="csX1061" fmla="*/ 689693 w 3760185"/>
              <a:gd name="csY1061" fmla="*/ 414083 h 793834"/>
              <a:gd name="csX1062" fmla="*/ 689300 w 3760185"/>
              <a:gd name="csY1062" fmla="*/ 404806 h 793834"/>
              <a:gd name="csX1063" fmla="*/ 695728 w 3760185"/>
              <a:gd name="csY1063" fmla="*/ 404805 h 793834"/>
              <a:gd name="csX1064" fmla="*/ 695156 w 3760185"/>
              <a:gd name="csY1064" fmla="*/ 500963 h 793834"/>
              <a:gd name="csX1065" fmla="*/ 695156 w 3760185"/>
              <a:gd name="csY1065" fmla="*/ 447714 h 793834"/>
              <a:gd name="csX1066" fmla="*/ 693791 w 3760185"/>
              <a:gd name="csY1066" fmla="*/ 451918 h 793834"/>
              <a:gd name="csX1067" fmla="*/ 693791 w 3760185"/>
              <a:gd name="csY1067" fmla="*/ 404805 h 793834"/>
              <a:gd name="csX1068" fmla="*/ 697888 w 3760185"/>
              <a:gd name="csY1068" fmla="*/ 404804 h 793834"/>
              <a:gd name="csX1069" fmla="*/ 697888 w 3760185"/>
              <a:gd name="csY1069" fmla="*/ 445612 h 793834"/>
              <a:gd name="csX1070" fmla="*/ 696522 w 3760185"/>
              <a:gd name="csY1070" fmla="*/ 486950 h 793834"/>
              <a:gd name="csX1071" fmla="*/ 696522 w 3760185"/>
              <a:gd name="csY1071" fmla="*/ 404805 h 793834"/>
              <a:gd name="csX1072" fmla="*/ 699254 w 3760185"/>
              <a:gd name="csY1072" fmla="*/ 404804 h 793834"/>
              <a:gd name="csX1073" fmla="*/ 699254 w 3760185"/>
              <a:gd name="csY1073" fmla="*/ 414083 h 793834"/>
              <a:gd name="csX1074" fmla="*/ 699106 w 3760185"/>
              <a:gd name="csY1074" fmla="*/ 404804 h 793834"/>
              <a:gd name="csX1075" fmla="*/ 700619 w 3760185"/>
              <a:gd name="csY1075" fmla="*/ 404804 h 793834"/>
              <a:gd name="csX1076" fmla="*/ 700619 w 3760185"/>
              <a:gd name="csY1076" fmla="*/ 439306 h 793834"/>
              <a:gd name="csX1077" fmla="*/ 700278 w 3760185"/>
              <a:gd name="csY1077" fmla="*/ 404804 h 793834"/>
              <a:gd name="csX1078" fmla="*/ 702831 w 3760185"/>
              <a:gd name="csY1078" fmla="*/ 404803 h 793834"/>
              <a:gd name="csX1079" fmla="*/ 701985 w 3760185"/>
              <a:gd name="csY1079" fmla="*/ 472937 h 793834"/>
              <a:gd name="csX1080" fmla="*/ 701985 w 3760185"/>
              <a:gd name="csY1080" fmla="*/ 449115 h 793834"/>
              <a:gd name="csX1081" fmla="*/ 701227 w 3760185"/>
              <a:gd name="csY1081" fmla="*/ 404804 h 793834"/>
              <a:gd name="csX1082" fmla="*/ 701985 w 3760185"/>
              <a:gd name="csY1082" fmla="*/ 404803 h 793834"/>
              <a:gd name="csX1083" fmla="*/ 709876 w 3760185"/>
              <a:gd name="csY1083" fmla="*/ 404801 h 793834"/>
              <a:gd name="csX1084" fmla="*/ 708814 w 3760185"/>
              <a:gd name="csY1084" fmla="*/ 477842 h 793834"/>
              <a:gd name="csX1085" fmla="*/ 708814 w 3760185"/>
              <a:gd name="csY1085" fmla="*/ 418987 h 793834"/>
              <a:gd name="csX1086" fmla="*/ 708717 w 3760185"/>
              <a:gd name="csY1086" fmla="*/ 404802 h 793834"/>
              <a:gd name="csX1087" fmla="*/ 711545 w 3760185"/>
              <a:gd name="csY1087" fmla="*/ 404801 h 793834"/>
              <a:gd name="csX1088" fmla="*/ 711545 w 3760185"/>
              <a:gd name="csY1088" fmla="*/ 434402 h 793834"/>
              <a:gd name="csX1089" fmla="*/ 711380 w 3760185"/>
              <a:gd name="csY1089" fmla="*/ 404801 h 793834"/>
              <a:gd name="csX1090" fmla="*/ 712911 w 3760185"/>
              <a:gd name="csY1090" fmla="*/ 404801 h 793834"/>
              <a:gd name="csX1091" fmla="*/ 712911 w 3760185"/>
              <a:gd name="csY1091" fmla="*/ 414783 h 793834"/>
              <a:gd name="csX1092" fmla="*/ 712826 w 3760185"/>
              <a:gd name="csY1092" fmla="*/ 404801 h 793834"/>
              <a:gd name="csX1093" fmla="*/ 717855 w 3760185"/>
              <a:gd name="csY1093" fmla="*/ 404799 h 793834"/>
              <a:gd name="csX1094" fmla="*/ 717008 w 3760185"/>
              <a:gd name="csY1094" fmla="*/ 461727 h 793834"/>
              <a:gd name="csX1095" fmla="*/ 717008 w 3760185"/>
              <a:gd name="csY1095" fmla="*/ 446313 h 793834"/>
              <a:gd name="csX1096" fmla="*/ 715642 w 3760185"/>
              <a:gd name="csY1096" fmla="*/ 414783 h 793834"/>
              <a:gd name="csX1097" fmla="*/ 715642 w 3760185"/>
              <a:gd name="csY1097" fmla="*/ 404800 h 793834"/>
              <a:gd name="csX1098" fmla="*/ 718801 w 3760185"/>
              <a:gd name="csY1098" fmla="*/ 404799 h 793834"/>
              <a:gd name="csX1099" fmla="*/ 718374 w 3760185"/>
              <a:gd name="csY1099" fmla="*/ 427395 h 793834"/>
              <a:gd name="csX1100" fmla="*/ 718374 w 3760185"/>
              <a:gd name="csY1100" fmla="*/ 404799 h 793834"/>
              <a:gd name="csX1101" fmla="*/ 720535 w 3760185"/>
              <a:gd name="csY1101" fmla="*/ 404799 h 793834"/>
              <a:gd name="csX1102" fmla="*/ 719739 w 3760185"/>
              <a:gd name="csY1102" fmla="*/ 484848 h 793834"/>
              <a:gd name="csX1103" fmla="*/ 719739 w 3760185"/>
              <a:gd name="csY1103" fmla="*/ 404799 h 793834"/>
              <a:gd name="csX1104" fmla="*/ 721993 w 3760185"/>
              <a:gd name="csY1104" fmla="*/ 404798 h 793834"/>
              <a:gd name="csX1105" fmla="*/ 721105 w 3760185"/>
              <a:gd name="csY1105" fmla="*/ 516377 h 793834"/>
              <a:gd name="csX1106" fmla="*/ 721105 w 3760185"/>
              <a:gd name="csY1106" fmla="*/ 404799 h 793834"/>
              <a:gd name="csX1107" fmla="*/ 723837 w 3760185"/>
              <a:gd name="csY1107" fmla="*/ 404798 h 793834"/>
              <a:gd name="csX1108" fmla="*/ 723837 w 3760185"/>
              <a:gd name="csY1108" fmla="*/ 460326 h 793834"/>
              <a:gd name="csX1109" fmla="*/ 723409 w 3760185"/>
              <a:gd name="csY1109" fmla="*/ 404798 h 793834"/>
              <a:gd name="csX1110" fmla="*/ 727212 w 3760185"/>
              <a:gd name="csY1110" fmla="*/ 404797 h 793834"/>
              <a:gd name="csX1111" fmla="*/ 726568 w 3760185"/>
              <a:gd name="csY1111" fmla="*/ 442109 h 793834"/>
              <a:gd name="csX1112" fmla="*/ 726568 w 3760185"/>
              <a:gd name="csY1112" fmla="*/ 404797 h 793834"/>
              <a:gd name="csX1113" fmla="*/ 729007 w 3760185"/>
              <a:gd name="csY1113" fmla="*/ 404797 h 793834"/>
              <a:gd name="csX1114" fmla="*/ 727934 w 3760185"/>
              <a:gd name="csY1114" fmla="*/ 478542 h 793834"/>
              <a:gd name="csX1115" fmla="*/ 727934 w 3760185"/>
              <a:gd name="csY1115" fmla="*/ 404797 h 793834"/>
              <a:gd name="csX1116" fmla="*/ 730665 w 3760185"/>
              <a:gd name="csY1116" fmla="*/ 404796 h 793834"/>
              <a:gd name="csX1117" fmla="*/ 730665 w 3760185"/>
              <a:gd name="csY1117" fmla="*/ 430898 h 793834"/>
              <a:gd name="csX1118" fmla="*/ 729300 w 3760185"/>
              <a:gd name="csY1118" fmla="*/ 442809 h 793834"/>
              <a:gd name="csX1119" fmla="*/ 729300 w 3760185"/>
              <a:gd name="csY1119" fmla="*/ 404797 h 793834"/>
              <a:gd name="csX1120" fmla="*/ 733384 w 3760185"/>
              <a:gd name="csY1120" fmla="*/ 404796 h 793834"/>
              <a:gd name="csX1121" fmla="*/ 732031 w 3760185"/>
              <a:gd name="csY1121" fmla="*/ 459625 h 793834"/>
              <a:gd name="csX1122" fmla="*/ 732031 w 3760185"/>
              <a:gd name="csY1122" fmla="*/ 404796 h 793834"/>
              <a:gd name="csX1123" fmla="*/ 736288 w 3760185"/>
              <a:gd name="csY1123" fmla="*/ 404795 h 793834"/>
              <a:gd name="csX1124" fmla="*/ 736128 w 3760185"/>
              <a:gd name="csY1124" fmla="*/ 408478 h 793834"/>
              <a:gd name="csX1125" fmla="*/ 736128 w 3760185"/>
              <a:gd name="csY1125" fmla="*/ 404795 h 793834"/>
              <a:gd name="csX1126" fmla="*/ 741207 w 3760185"/>
              <a:gd name="csY1126" fmla="*/ 404794 h 793834"/>
              <a:gd name="csX1127" fmla="*/ 740225 w 3760185"/>
              <a:gd name="csY1127" fmla="*/ 526186 h 793834"/>
              <a:gd name="csX1128" fmla="*/ 740225 w 3760185"/>
              <a:gd name="csY1128" fmla="*/ 488351 h 793834"/>
              <a:gd name="csX1129" fmla="*/ 740225 w 3760185"/>
              <a:gd name="csY1129" fmla="*/ 447714 h 793834"/>
              <a:gd name="csX1130" fmla="*/ 739763 w 3760185"/>
              <a:gd name="csY1130" fmla="*/ 404794 h 793834"/>
              <a:gd name="csX1131" fmla="*/ 742957 w 3760185"/>
              <a:gd name="csY1131" fmla="*/ 404793 h 793834"/>
              <a:gd name="csX1132" fmla="*/ 742957 w 3760185"/>
              <a:gd name="csY1132" fmla="*/ 552110 h 793834"/>
              <a:gd name="csX1133" fmla="*/ 741591 w 3760185"/>
              <a:gd name="csY1133" fmla="*/ 475039 h 793834"/>
              <a:gd name="csX1134" fmla="*/ 741591 w 3760185"/>
              <a:gd name="csY1134" fmla="*/ 404794 h 793834"/>
              <a:gd name="csX1135" fmla="*/ 745783 w 3760185"/>
              <a:gd name="csY1135" fmla="*/ 404793 h 793834"/>
              <a:gd name="csX1136" fmla="*/ 745688 w 3760185"/>
              <a:gd name="csY1136" fmla="*/ 409879 h 793834"/>
              <a:gd name="csX1137" fmla="*/ 745688 w 3760185"/>
              <a:gd name="csY1137" fmla="*/ 404793 h 793834"/>
              <a:gd name="csX1138" fmla="*/ 747792 w 3760185"/>
              <a:gd name="csY1138" fmla="*/ 404792 h 793834"/>
              <a:gd name="csX1139" fmla="*/ 747054 w 3760185"/>
              <a:gd name="csY1139" fmla="*/ 425994 h 793834"/>
              <a:gd name="csX1140" fmla="*/ 747054 w 3760185"/>
              <a:gd name="csY1140" fmla="*/ 404792 h 793834"/>
              <a:gd name="csX1141" fmla="*/ 751151 w 3760185"/>
              <a:gd name="csY1141" fmla="*/ 404791 h 793834"/>
              <a:gd name="csX1142" fmla="*/ 751151 w 3760185"/>
              <a:gd name="csY1142" fmla="*/ 466631 h 793834"/>
              <a:gd name="csX1143" fmla="*/ 749786 w 3760185"/>
              <a:gd name="csY1143" fmla="*/ 423191 h 793834"/>
              <a:gd name="csX1144" fmla="*/ 749786 w 3760185"/>
              <a:gd name="csY1144" fmla="*/ 456822 h 793834"/>
              <a:gd name="csX1145" fmla="*/ 748811 w 3760185"/>
              <a:gd name="csY1145" fmla="*/ 404792 h 793834"/>
              <a:gd name="csX1146" fmla="*/ 749786 w 3760185"/>
              <a:gd name="csY1146" fmla="*/ 404792 h 793834"/>
              <a:gd name="csX1147" fmla="*/ 753883 w 3760185"/>
              <a:gd name="csY1147" fmla="*/ 404791 h 793834"/>
              <a:gd name="csX1148" fmla="*/ 753883 w 3760185"/>
              <a:gd name="csY1148" fmla="*/ 416885 h 793834"/>
              <a:gd name="csX1149" fmla="*/ 752517 w 3760185"/>
              <a:gd name="csY1149" fmla="*/ 412682 h 793834"/>
              <a:gd name="csX1150" fmla="*/ 752517 w 3760185"/>
              <a:gd name="csY1150" fmla="*/ 478542 h 793834"/>
              <a:gd name="csX1151" fmla="*/ 751552 w 3760185"/>
              <a:gd name="csY1151" fmla="*/ 404791 h 793834"/>
              <a:gd name="csX1152" fmla="*/ 755248 w 3760185"/>
              <a:gd name="csY1152" fmla="*/ 404790 h 793834"/>
              <a:gd name="csX1153" fmla="*/ 755248 w 3760185"/>
              <a:gd name="csY1153" fmla="*/ 421790 h 793834"/>
              <a:gd name="csX1154" fmla="*/ 754635 w 3760185"/>
              <a:gd name="csY1154" fmla="*/ 404791 h 793834"/>
              <a:gd name="csX1155" fmla="*/ 760207 w 3760185"/>
              <a:gd name="csY1155" fmla="*/ 404789 h 793834"/>
              <a:gd name="csX1156" fmla="*/ 759346 w 3760185"/>
              <a:gd name="csY1156" fmla="*/ 425994 h 793834"/>
              <a:gd name="csX1157" fmla="*/ 759346 w 3760185"/>
              <a:gd name="csY1157" fmla="*/ 442809 h 793834"/>
              <a:gd name="csX1158" fmla="*/ 757980 w 3760185"/>
              <a:gd name="csY1158" fmla="*/ 472237 h 793834"/>
              <a:gd name="csX1159" fmla="*/ 757980 w 3760185"/>
              <a:gd name="csY1159" fmla="*/ 449115 h 793834"/>
              <a:gd name="csX1160" fmla="*/ 757980 w 3760185"/>
              <a:gd name="csY1160" fmla="*/ 423191 h 793834"/>
              <a:gd name="csX1161" fmla="*/ 757372 w 3760185"/>
              <a:gd name="csY1161" fmla="*/ 404790 h 793834"/>
              <a:gd name="csX1162" fmla="*/ 761796 w 3760185"/>
              <a:gd name="csY1162" fmla="*/ 404789 h 793834"/>
              <a:gd name="csX1163" fmla="*/ 760711 w 3760185"/>
              <a:gd name="csY1163" fmla="*/ 436504 h 793834"/>
              <a:gd name="csX1164" fmla="*/ 760711 w 3760185"/>
              <a:gd name="csY1164" fmla="*/ 404789 h 793834"/>
              <a:gd name="csX1165" fmla="*/ 764809 w 3760185"/>
              <a:gd name="csY1165" fmla="*/ 404788 h 793834"/>
              <a:gd name="csX1166" fmla="*/ 764809 w 3760185"/>
              <a:gd name="csY1166" fmla="*/ 524084 h 793834"/>
              <a:gd name="csX1167" fmla="*/ 763443 w 3760185"/>
              <a:gd name="csY1167" fmla="*/ 445612 h 793834"/>
              <a:gd name="csX1168" fmla="*/ 763443 w 3760185"/>
              <a:gd name="csY1168" fmla="*/ 503065 h 793834"/>
              <a:gd name="csX1169" fmla="*/ 763443 w 3760185"/>
              <a:gd name="csY1169" fmla="*/ 577334 h 793834"/>
              <a:gd name="csX1170" fmla="*/ 762077 w 3760185"/>
              <a:gd name="csY1170" fmla="*/ 428096 h 793834"/>
              <a:gd name="csX1171" fmla="*/ 762077 w 3760185"/>
              <a:gd name="csY1171" fmla="*/ 404789 h 793834"/>
              <a:gd name="csX1172" fmla="*/ 773003 w 3760185"/>
              <a:gd name="csY1172" fmla="*/ 404786 h 793834"/>
              <a:gd name="csX1173" fmla="*/ 773003 w 3760185"/>
              <a:gd name="csY1173" fmla="*/ 411280 h 793834"/>
              <a:gd name="csX1174" fmla="*/ 773003 w 3760185"/>
              <a:gd name="csY1174" fmla="*/ 442809 h 793834"/>
              <a:gd name="csX1175" fmla="*/ 771637 w 3760185"/>
              <a:gd name="csY1175" fmla="*/ 430898 h 793834"/>
              <a:gd name="csX1176" fmla="*/ 771637 w 3760185"/>
              <a:gd name="csY1176" fmla="*/ 429497 h 793834"/>
              <a:gd name="csX1177" fmla="*/ 770271 w 3760185"/>
              <a:gd name="csY1177" fmla="*/ 470135 h 793834"/>
              <a:gd name="csX1178" fmla="*/ 770271 w 3760185"/>
              <a:gd name="csY1178" fmla="*/ 463128 h 793834"/>
              <a:gd name="csX1179" fmla="*/ 768906 w 3760185"/>
              <a:gd name="csY1179" fmla="*/ 485549 h 793834"/>
              <a:gd name="csX1180" fmla="*/ 768906 w 3760185"/>
              <a:gd name="csY1180" fmla="*/ 464529 h 793834"/>
              <a:gd name="csX1181" fmla="*/ 767540 w 3760185"/>
              <a:gd name="csY1181" fmla="*/ 428796 h 793834"/>
              <a:gd name="csX1182" fmla="*/ 767540 w 3760185"/>
              <a:gd name="csY1182" fmla="*/ 454720 h 793834"/>
              <a:gd name="csX1183" fmla="*/ 766891 w 3760185"/>
              <a:gd name="csY1183" fmla="*/ 404788 h 793834"/>
              <a:gd name="csX1184" fmla="*/ 767540 w 3760185"/>
              <a:gd name="csY1184" fmla="*/ 404787 h 793834"/>
              <a:gd name="csX1185" fmla="*/ 775734 w 3760185"/>
              <a:gd name="csY1185" fmla="*/ 404785 h 793834"/>
              <a:gd name="csX1186" fmla="*/ 775734 w 3760185"/>
              <a:gd name="csY1186" fmla="*/ 629882 h 793834"/>
              <a:gd name="csX1187" fmla="*/ 774369 w 3760185"/>
              <a:gd name="csY1187" fmla="*/ 551410 h 793834"/>
              <a:gd name="csX1188" fmla="*/ 774369 w 3760185"/>
              <a:gd name="csY1188" fmla="*/ 404786 h 793834"/>
              <a:gd name="csX1189" fmla="*/ 778483 w 3760185"/>
              <a:gd name="csY1189" fmla="*/ 404785 h 793834"/>
              <a:gd name="csX1190" fmla="*/ 778466 w 3760185"/>
              <a:gd name="csY1190" fmla="*/ 404974 h 793834"/>
              <a:gd name="csX1191" fmla="*/ 778466 w 3760185"/>
              <a:gd name="csY1191" fmla="*/ 575232 h 793834"/>
              <a:gd name="csX1192" fmla="*/ 777100 w 3760185"/>
              <a:gd name="csY1192" fmla="*/ 529690 h 793834"/>
              <a:gd name="csX1193" fmla="*/ 777100 w 3760185"/>
              <a:gd name="csY1193" fmla="*/ 543703 h 793834"/>
              <a:gd name="csX1194" fmla="*/ 775967 w 3760185"/>
              <a:gd name="csY1194" fmla="*/ 404785 h 793834"/>
              <a:gd name="csX1195" fmla="*/ 783929 w 3760185"/>
              <a:gd name="csY1195" fmla="*/ 404783 h 793834"/>
              <a:gd name="csX1196" fmla="*/ 783929 w 3760185"/>
              <a:gd name="csY1196" fmla="*/ 444211 h 793834"/>
              <a:gd name="csX1197" fmla="*/ 782563 w 3760185"/>
              <a:gd name="csY1197" fmla="*/ 429497 h 793834"/>
              <a:gd name="csX1198" fmla="*/ 782563 w 3760185"/>
              <a:gd name="csY1198" fmla="*/ 414783 h 793834"/>
              <a:gd name="csX1199" fmla="*/ 781197 w 3760185"/>
              <a:gd name="csY1199" fmla="*/ 483447 h 793834"/>
              <a:gd name="csX1200" fmla="*/ 781197 w 3760185"/>
              <a:gd name="csY1200" fmla="*/ 631984 h 793834"/>
              <a:gd name="csX1201" fmla="*/ 779832 w 3760185"/>
              <a:gd name="csY1201" fmla="*/ 486249 h 793834"/>
              <a:gd name="csX1202" fmla="*/ 779832 w 3760185"/>
              <a:gd name="csY1202" fmla="*/ 404784 h 793834"/>
              <a:gd name="csX1203" fmla="*/ 786225 w 3760185"/>
              <a:gd name="csY1203" fmla="*/ 404783 h 793834"/>
              <a:gd name="csX1204" fmla="*/ 785295 w 3760185"/>
              <a:gd name="csY1204" fmla="*/ 512173 h 793834"/>
              <a:gd name="csX1205" fmla="*/ 785295 w 3760185"/>
              <a:gd name="csY1205" fmla="*/ 433000 h 793834"/>
              <a:gd name="csX1206" fmla="*/ 784125 w 3760185"/>
              <a:gd name="csY1206" fmla="*/ 404783 h 793834"/>
              <a:gd name="csX1207" fmla="*/ 789840 w 3760185"/>
              <a:gd name="csY1207" fmla="*/ 404782 h 793834"/>
              <a:gd name="csX1208" fmla="*/ 789392 w 3760185"/>
              <a:gd name="csY1208" fmla="*/ 449816 h 793834"/>
              <a:gd name="csX1209" fmla="*/ 789392 w 3760185"/>
              <a:gd name="csY1209" fmla="*/ 502364 h 793834"/>
              <a:gd name="csX1210" fmla="*/ 788026 w 3760185"/>
              <a:gd name="csY1210" fmla="*/ 470835 h 793834"/>
              <a:gd name="csX1211" fmla="*/ 788026 w 3760185"/>
              <a:gd name="csY1211" fmla="*/ 507269 h 793834"/>
              <a:gd name="csX1212" fmla="*/ 786660 w 3760185"/>
              <a:gd name="csY1212" fmla="*/ 442109 h 793834"/>
              <a:gd name="csX1213" fmla="*/ 786660 w 3760185"/>
              <a:gd name="csY1213" fmla="*/ 404783 h 793834"/>
              <a:gd name="csX1214" fmla="*/ 792123 w 3760185"/>
              <a:gd name="csY1214" fmla="*/ 404781 h 793834"/>
              <a:gd name="csX1215" fmla="*/ 792123 w 3760185"/>
              <a:gd name="csY1215" fmla="*/ 481345 h 793834"/>
              <a:gd name="csX1216" fmla="*/ 790757 w 3760185"/>
              <a:gd name="csY1216" fmla="*/ 449115 h 793834"/>
              <a:gd name="csX1217" fmla="*/ 790757 w 3760185"/>
              <a:gd name="csY1217" fmla="*/ 404782 h 793834"/>
              <a:gd name="csX1218" fmla="*/ 793489 w 3760185"/>
              <a:gd name="csY1218" fmla="*/ 404781 h 793834"/>
              <a:gd name="csX1219" fmla="*/ 793489 w 3760185"/>
              <a:gd name="csY1219" fmla="*/ 475039 h 793834"/>
              <a:gd name="csX1220" fmla="*/ 792679 w 3760185"/>
              <a:gd name="csY1220" fmla="*/ 404781 h 793834"/>
              <a:gd name="csX1221" fmla="*/ 795273 w 3760185"/>
              <a:gd name="csY1221" fmla="*/ 404781 h 793834"/>
              <a:gd name="csX1222" fmla="*/ 794855 w 3760185"/>
              <a:gd name="csY1222" fmla="*/ 463829 h 793834"/>
              <a:gd name="csX1223" fmla="*/ 794855 w 3760185"/>
              <a:gd name="csY1223" fmla="*/ 404781 h 793834"/>
              <a:gd name="csX1224" fmla="*/ 800753 w 3760185"/>
              <a:gd name="csY1224" fmla="*/ 404779 h 793834"/>
              <a:gd name="csX1225" fmla="*/ 800318 w 3760185"/>
              <a:gd name="csY1225" fmla="*/ 467332 h 793834"/>
              <a:gd name="csX1226" fmla="*/ 800318 w 3760185"/>
              <a:gd name="csY1226" fmla="*/ 475039 h 793834"/>
              <a:gd name="csX1227" fmla="*/ 798952 w 3760185"/>
              <a:gd name="csY1227" fmla="*/ 418987 h 793834"/>
              <a:gd name="csX1228" fmla="*/ 798952 w 3760185"/>
              <a:gd name="csY1228" fmla="*/ 404780 h 793834"/>
              <a:gd name="csX1229" fmla="*/ 800318 w 3760185"/>
              <a:gd name="csY1229" fmla="*/ 404779 h 793834"/>
              <a:gd name="csX1230" fmla="*/ 803049 w 3760185"/>
              <a:gd name="csY1230" fmla="*/ 404779 h 793834"/>
              <a:gd name="csX1231" fmla="*/ 803049 w 3760185"/>
              <a:gd name="csY1231" fmla="*/ 441408 h 793834"/>
              <a:gd name="csX1232" fmla="*/ 801683 w 3760185"/>
              <a:gd name="csY1232" fmla="*/ 406376 h 793834"/>
              <a:gd name="csX1233" fmla="*/ 801683 w 3760185"/>
              <a:gd name="csY1233" fmla="*/ 404779 h 793834"/>
              <a:gd name="csX1234" fmla="*/ 805081 w 3760185"/>
              <a:gd name="csY1234" fmla="*/ 404778 h 793834"/>
              <a:gd name="csX1235" fmla="*/ 804415 w 3760185"/>
              <a:gd name="csY1235" fmla="*/ 482046 h 793834"/>
              <a:gd name="csX1236" fmla="*/ 804415 w 3760185"/>
              <a:gd name="csY1236" fmla="*/ 510772 h 793834"/>
              <a:gd name="csX1237" fmla="*/ 803107 w 3760185"/>
              <a:gd name="csY1237" fmla="*/ 404779 h 793834"/>
              <a:gd name="csX1238" fmla="*/ 806712 w 3760185"/>
              <a:gd name="csY1238" fmla="*/ 404778 h 793834"/>
              <a:gd name="csX1239" fmla="*/ 805780 w 3760185"/>
              <a:gd name="csY1239" fmla="*/ 484148 h 793834"/>
              <a:gd name="csX1240" fmla="*/ 805780 w 3760185"/>
              <a:gd name="csY1240" fmla="*/ 456822 h 793834"/>
              <a:gd name="csX1241" fmla="*/ 805780 w 3760185"/>
              <a:gd name="csY1241" fmla="*/ 404778 h 793834"/>
              <a:gd name="csX1242" fmla="*/ 809878 w 3760185"/>
              <a:gd name="csY1242" fmla="*/ 404777 h 793834"/>
              <a:gd name="csX1243" fmla="*/ 809878 w 3760185"/>
              <a:gd name="csY1243" fmla="*/ 457523 h 793834"/>
              <a:gd name="csX1244" fmla="*/ 809307 w 3760185"/>
              <a:gd name="csY1244" fmla="*/ 404777 h 793834"/>
              <a:gd name="csX1245" fmla="*/ 811378 w 3760185"/>
              <a:gd name="csY1245" fmla="*/ 404777 h 793834"/>
              <a:gd name="csX1246" fmla="*/ 811243 w 3760185"/>
              <a:gd name="csY1246" fmla="*/ 416185 h 793834"/>
              <a:gd name="csX1247" fmla="*/ 811243 w 3760185"/>
              <a:gd name="csY1247" fmla="*/ 422491 h 793834"/>
              <a:gd name="csX1248" fmla="*/ 811060 w 3760185"/>
              <a:gd name="csY1248" fmla="*/ 404777 h 793834"/>
              <a:gd name="csX1249" fmla="*/ 815341 w 3760185"/>
              <a:gd name="csY1249" fmla="*/ 404776 h 793834"/>
              <a:gd name="csX1250" fmla="*/ 815341 w 3760185"/>
              <a:gd name="csY1250" fmla="*/ 439306 h 793834"/>
              <a:gd name="csX1251" fmla="*/ 815108 w 3760185"/>
              <a:gd name="csY1251" fmla="*/ 404776 h 793834"/>
              <a:gd name="csX1252" fmla="*/ 821372 w 3760185"/>
              <a:gd name="csY1252" fmla="*/ 404774 h 793834"/>
              <a:gd name="csX1253" fmla="*/ 820803 w 3760185"/>
              <a:gd name="csY1253" fmla="*/ 525486 h 793834"/>
              <a:gd name="csX1254" fmla="*/ 820803 w 3760185"/>
              <a:gd name="csY1254" fmla="*/ 459625 h 793834"/>
              <a:gd name="csX1255" fmla="*/ 820803 w 3760185"/>
              <a:gd name="csY1255" fmla="*/ 444911 h 793834"/>
              <a:gd name="csX1256" fmla="*/ 819438 w 3760185"/>
              <a:gd name="csY1256" fmla="*/ 411280 h 793834"/>
              <a:gd name="csX1257" fmla="*/ 819438 w 3760185"/>
              <a:gd name="csY1257" fmla="*/ 404775 h 793834"/>
              <a:gd name="csX1258" fmla="*/ 823357 w 3760185"/>
              <a:gd name="csY1258" fmla="*/ 404774 h 793834"/>
              <a:gd name="csX1259" fmla="*/ 822169 w 3760185"/>
              <a:gd name="csY1259" fmla="*/ 459625 h 793834"/>
              <a:gd name="csX1260" fmla="*/ 822169 w 3760185"/>
              <a:gd name="csY1260" fmla="*/ 404774 h 793834"/>
              <a:gd name="csX1261" fmla="*/ 824901 w 3760185"/>
              <a:gd name="csY1261" fmla="*/ 404773 h 793834"/>
              <a:gd name="csX1262" fmla="*/ 824901 w 3760185"/>
              <a:gd name="csY1262" fmla="*/ 417586 h 793834"/>
              <a:gd name="csX1263" fmla="*/ 824712 w 3760185"/>
              <a:gd name="csY1263" fmla="*/ 404773 h 793834"/>
              <a:gd name="csX1264" fmla="*/ 831072 w 3760185"/>
              <a:gd name="csY1264" fmla="*/ 404772 h 793834"/>
              <a:gd name="csX1265" fmla="*/ 830364 w 3760185"/>
              <a:gd name="csY1265" fmla="*/ 449816 h 793834"/>
              <a:gd name="csX1266" fmla="*/ 830364 w 3760185"/>
              <a:gd name="csY1266" fmla="*/ 404772 h 793834"/>
              <a:gd name="csX1267" fmla="*/ 833095 w 3760185"/>
              <a:gd name="csY1267" fmla="*/ 404771 h 793834"/>
              <a:gd name="csX1268" fmla="*/ 833095 w 3760185"/>
              <a:gd name="csY1268" fmla="*/ 409879 h 793834"/>
              <a:gd name="csX1269" fmla="*/ 831729 w 3760185"/>
              <a:gd name="csY1269" fmla="*/ 416185 h 793834"/>
              <a:gd name="csX1270" fmla="*/ 831729 w 3760185"/>
              <a:gd name="csY1270" fmla="*/ 404772 h 793834"/>
              <a:gd name="csX1271" fmla="*/ 838558 w 3760185"/>
              <a:gd name="csY1271" fmla="*/ 404770 h 793834"/>
              <a:gd name="csX1272" fmla="*/ 838558 w 3760185"/>
              <a:gd name="csY1272" fmla="*/ 456122 h 793834"/>
              <a:gd name="csX1273" fmla="*/ 837770 w 3760185"/>
              <a:gd name="csY1273" fmla="*/ 404770 h 793834"/>
              <a:gd name="csX1274" fmla="*/ 842474 w 3760185"/>
              <a:gd name="csY1274" fmla="*/ 404769 h 793834"/>
              <a:gd name="csX1275" fmla="*/ 841289 w 3760185"/>
              <a:gd name="csY1275" fmla="*/ 430898 h 793834"/>
              <a:gd name="csX1276" fmla="*/ 841289 w 3760185"/>
              <a:gd name="csY1276" fmla="*/ 404769 h 793834"/>
              <a:gd name="csX1277" fmla="*/ 842950 w 3760185"/>
              <a:gd name="csY1277" fmla="*/ 404769 h 793834"/>
              <a:gd name="csX1278" fmla="*/ 842655 w 3760185"/>
              <a:gd name="csY1278" fmla="*/ 411280 h 793834"/>
              <a:gd name="csX1279" fmla="*/ 842655 w 3760185"/>
              <a:gd name="csY1279" fmla="*/ 404769 h 793834"/>
              <a:gd name="csX1280" fmla="*/ 846198 w 3760185"/>
              <a:gd name="csY1280" fmla="*/ 404768 h 793834"/>
              <a:gd name="csX1281" fmla="*/ 845387 w 3760185"/>
              <a:gd name="csY1281" fmla="*/ 425994 h 793834"/>
              <a:gd name="csX1282" fmla="*/ 845387 w 3760185"/>
              <a:gd name="csY1282" fmla="*/ 404768 h 793834"/>
              <a:gd name="csX1283" fmla="*/ 848118 w 3760185"/>
              <a:gd name="csY1283" fmla="*/ 404768 h 793834"/>
              <a:gd name="csX1284" fmla="*/ 848118 w 3760185"/>
              <a:gd name="csY1284" fmla="*/ 411981 h 793834"/>
              <a:gd name="csX1285" fmla="*/ 847842 w 3760185"/>
              <a:gd name="csY1285" fmla="*/ 404768 h 793834"/>
              <a:gd name="csX1286" fmla="*/ 849484 w 3760185"/>
              <a:gd name="csY1286" fmla="*/ 404767 h 793834"/>
              <a:gd name="csX1287" fmla="*/ 849484 w 3760185"/>
              <a:gd name="csY1287" fmla="*/ 414783 h 793834"/>
              <a:gd name="csX1288" fmla="*/ 848456 w 3760185"/>
              <a:gd name="csY1288" fmla="*/ 404768 h 793834"/>
              <a:gd name="csX1289" fmla="*/ 850849 w 3760185"/>
              <a:gd name="csY1289" fmla="*/ 404767 h 793834"/>
              <a:gd name="csX1290" fmla="*/ 850849 w 3760185"/>
              <a:gd name="csY1290" fmla="*/ 404974 h 793834"/>
              <a:gd name="csX1291" fmla="*/ 850824 w 3760185"/>
              <a:gd name="csY1291" fmla="*/ 404767 h 793834"/>
              <a:gd name="csX1292" fmla="*/ 852687 w 3760185"/>
              <a:gd name="csY1292" fmla="*/ 404767 h 793834"/>
              <a:gd name="csX1293" fmla="*/ 852215 w 3760185"/>
              <a:gd name="csY1293" fmla="*/ 410580 h 793834"/>
              <a:gd name="csX1294" fmla="*/ 852215 w 3760185"/>
              <a:gd name="csY1294" fmla="*/ 416185 h 793834"/>
              <a:gd name="csX1295" fmla="*/ 851391 w 3760185"/>
              <a:gd name="csY1295" fmla="*/ 404767 h 793834"/>
              <a:gd name="csX1296" fmla="*/ 854947 w 3760185"/>
              <a:gd name="csY1296" fmla="*/ 404766 h 793834"/>
              <a:gd name="csX1297" fmla="*/ 854947 w 3760185"/>
              <a:gd name="csY1297" fmla="*/ 410580 h 793834"/>
              <a:gd name="csX1298" fmla="*/ 854695 w 3760185"/>
              <a:gd name="csY1298" fmla="*/ 404766 h 793834"/>
              <a:gd name="csX1299" fmla="*/ 857678 w 3760185"/>
              <a:gd name="csY1299" fmla="*/ 404765 h 793834"/>
              <a:gd name="csX1300" fmla="*/ 857678 w 3760185"/>
              <a:gd name="csY1300" fmla="*/ 414083 h 793834"/>
              <a:gd name="csX1301" fmla="*/ 857200 w 3760185"/>
              <a:gd name="csY1301" fmla="*/ 404766 h 793834"/>
              <a:gd name="csX1302" fmla="*/ 859044 w 3760185"/>
              <a:gd name="csY1302" fmla="*/ 404765 h 793834"/>
              <a:gd name="csX1303" fmla="*/ 859044 w 3760185"/>
              <a:gd name="csY1303" fmla="*/ 414783 h 793834"/>
              <a:gd name="csX1304" fmla="*/ 858744 w 3760185"/>
              <a:gd name="csY1304" fmla="*/ 404765 h 793834"/>
              <a:gd name="csX1305" fmla="*/ 866800 w 3760185"/>
              <a:gd name="csY1305" fmla="*/ 404763 h 793834"/>
              <a:gd name="csX1306" fmla="*/ 865873 w 3760185"/>
              <a:gd name="csY1306" fmla="*/ 416185 h 793834"/>
              <a:gd name="csX1307" fmla="*/ 865873 w 3760185"/>
              <a:gd name="csY1307" fmla="*/ 411280 h 793834"/>
              <a:gd name="csX1308" fmla="*/ 865873 w 3760185"/>
              <a:gd name="csY1308" fmla="*/ 409178 h 793834"/>
              <a:gd name="csX1309" fmla="*/ 864507 w 3760185"/>
              <a:gd name="csY1309" fmla="*/ 420389 h 793834"/>
              <a:gd name="csX1310" fmla="*/ 864507 w 3760185"/>
              <a:gd name="csY1310" fmla="*/ 416185 h 793834"/>
              <a:gd name="csX1311" fmla="*/ 863712 w 3760185"/>
              <a:gd name="csY1311" fmla="*/ 404764 h 793834"/>
              <a:gd name="csX1312" fmla="*/ 868604 w 3760185"/>
              <a:gd name="csY1312" fmla="*/ 404763 h 793834"/>
              <a:gd name="csX1313" fmla="*/ 868604 w 3760185"/>
              <a:gd name="csY1313" fmla="*/ 409178 h 793834"/>
              <a:gd name="csX1314" fmla="*/ 868151 w 3760185"/>
              <a:gd name="csY1314" fmla="*/ 404763 h 793834"/>
              <a:gd name="csX1315" fmla="*/ 872701 w 3760185"/>
              <a:gd name="csY1315" fmla="*/ 404762 h 793834"/>
              <a:gd name="csX1316" fmla="*/ 872701 w 3760185"/>
              <a:gd name="csY1316" fmla="*/ 413382 h 793834"/>
              <a:gd name="csX1317" fmla="*/ 871335 w 3760185"/>
              <a:gd name="csY1317" fmla="*/ 411981 h 793834"/>
              <a:gd name="csX1318" fmla="*/ 871335 w 3760185"/>
              <a:gd name="csY1318" fmla="*/ 421089 h 793834"/>
              <a:gd name="csX1319" fmla="*/ 869970 w 3760185"/>
              <a:gd name="csY1319" fmla="*/ 413382 h 793834"/>
              <a:gd name="csX1320" fmla="*/ 869970 w 3760185"/>
              <a:gd name="csY1320" fmla="*/ 427395 h 793834"/>
              <a:gd name="csX1321" fmla="*/ 869168 w 3760185"/>
              <a:gd name="csY1321" fmla="*/ 404763 h 793834"/>
              <a:gd name="csX1322" fmla="*/ 874803 w 3760185"/>
              <a:gd name="csY1322" fmla="*/ 404761 h 793834"/>
              <a:gd name="csX1323" fmla="*/ 874067 w 3760185"/>
              <a:gd name="csY1323" fmla="*/ 427395 h 793834"/>
              <a:gd name="csX1324" fmla="*/ 874067 w 3760185"/>
              <a:gd name="csY1324" fmla="*/ 404761 h 793834"/>
              <a:gd name="csX1325" fmla="*/ 878164 w 3760185"/>
              <a:gd name="csY1325" fmla="*/ 404760 h 793834"/>
              <a:gd name="csX1326" fmla="*/ 878164 w 3760185"/>
              <a:gd name="csY1326" fmla="*/ 418287 h 793834"/>
              <a:gd name="csX1327" fmla="*/ 876798 w 3760185"/>
              <a:gd name="csY1327" fmla="*/ 427395 h 793834"/>
              <a:gd name="csX1328" fmla="*/ 876798 w 3760185"/>
              <a:gd name="csY1328" fmla="*/ 416185 h 793834"/>
              <a:gd name="csX1329" fmla="*/ 875489 w 3760185"/>
              <a:gd name="csY1329" fmla="*/ 404761 h 793834"/>
              <a:gd name="csX1330" fmla="*/ 887724 w 3760185"/>
              <a:gd name="csY1330" fmla="*/ 404758 h 793834"/>
              <a:gd name="csX1331" fmla="*/ 887724 w 3760185"/>
              <a:gd name="csY1331" fmla="*/ 415484 h 793834"/>
              <a:gd name="csX1332" fmla="*/ 886359 w 3760185"/>
              <a:gd name="csY1332" fmla="*/ 456822 h 793834"/>
              <a:gd name="csX1333" fmla="*/ 886359 w 3760185"/>
              <a:gd name="csY1333" fmla="*/ 431599 h 793834"/>
              <a:gd name="csX1334" fmla="*/ 886359 w 3760185"/>
              <a:gd name="csY1334" fmla="*/ 422491 h 793834"/>
              <a:gd name="csX1335" fmla="*/ 884993 w 3760185"/>
              <a:gd name="csY1335" fmla="*/ 407777 h 793834"/>
              <a:gd name="csX1336" fmla="*/ 884993 w 3760185"/>
              <a:gd name="csY1336" fmla="*/ 437905 h 793834"/>
              <a:gd name="csX1337" fmla="*/ 883627 w 3760185"/>
              <a:gd name="csY1337" fmla="*/ 421790 h 793834"/>
              <a:gd name="csX1338" fmla="*/ 883627 w 3760185"/>
              <a:gd name="csY1338" fmla="*/ 416185 h 793834"/>
              <a:gd name="csX1339" fmla="*/ 882261 w 3760185"/>
              <a:gd name="csY1339" fmla="*/ 409879 h 793834"/>
              <a:gd name="csX1340" fmla="*/ 882261 w 3760185"/>
              <a:gd name="csY1340" fmla="*/ 440007 h 793834"/>
              <a:gd name="csX1341" fmla="*/ 880896 w 3760185"/>
              <a:gd name="csY1341" fmla="*/ 411981 h 793834"/>
              <a:gd name="csX1342" fmla="*/ 880896 w 3760185"/>
              <a:gd name="csY1342" fmla="*/ 421089 h 793834"/>
              <a:gd name="csX1343" fmla="*/ 880138 w 3760185"/>
              <a:gd name="csY1343" fmla="*/ 404760 h 793834"/>
              <a:gd name="csX1344" fmla="*/ 890456 w 3760185"/>
              <a:gd name="csY1344" fmla="*/ 404757 h 793834"/>
              <a:gd name="csX1345" fmla="*/ 890456 w 3760185"/>
              <a:gd name="csY1345" fmla="*/ 410580 h 793834"/>
              <a:gd name="csX1346" fmla="*/ 889090 w 3760185"/>
              <a:gd name="csY1346" fmla="*/ 429497 h 793834"/>
              <a:gd name="csX1347" fmla="*/ 889090 w 3760185"/>
              <a:gd name="csY1347" fmla="*/ 424593 h 793834"/>
              <a:gd name="csX1348" fmla="*/ 889090 w 3760185"/>
              <a:gd name="csY1348" fmla="*/ 421790 h 793834"/>
              <a:gd name="csX1349" fmla="*/ 889090 w 3760185"/>
              <a:gd name="csY1349" fmla="*/ 409178 h 793834"/>
              <a:gd name="csX1350" fmla="*/ 889090 w 3760185"/>
              <a:gd name="csY1350" fmla="*/ 404758 h 793834"/>
              <a:gd name="csX1351" fmla="*/ 895499 w 3760185"/>
              <a:gd name="csY1351" fmla="*/ 404756 h 793834"/>
              <a:gd name="csX1352" fmla="*/ 894553 w 3760185"/>
              <a:gd name="csY1352" fmla="*/ 410580 h 793834"/>
              <a:gd name="csX1353" fmla="*/ 894553 w 3760185"/>
              <a:gd name="csY1353" fmla="*/ 418987 h 793834"/>
              <a:gd name="csX1354" fmla="*/ 894553 w 3760185"/>
              <a:gd name="csY1354" fmla="*/ 427395 h 793834"/>
              <a:gd name="csX1355" fmla="*/ 893187 w 3760185"/>
              <a:gd name="csY1355" fmla="*/ 428096 h 793834"/>
              <a:gd name="csX1356" fmla="*/ 893187 w 3760185"/>
              <a:gd name="csY1356" fmla="*/ 418287 h 793834"/>
              <a:gd name="csX1357" fmla="*/ 891821 w 3760185"/>
              <a:gd name="csY1357" fmla="*/ 416885 h 793834"/>
              <a:gd name="csX1358" fmla="*/ 891821 w 3760185"/>
              <a:gd name="csY1358" fmla="*/ 404757 h 793834"/>
              <a:gd name="csX1359" fmla="*/ 896838 w 3760185"/>
              <a:gd name="csY1359" fmla="*/ 404756 h 793834"/>
              <a:gd name="csX1360" fmla="*/ 895919 w 3760185"/>
              <a:gd name="csY1360" fmla="*/ 427395 h 793834"/>
              <a:gd name="csX1361" fmla="*/ 895919 w 3760185"/>
              <a:gd name="csY1361" fmla="*/ 404756 h 793834"/>
              <a:gd name="csX1362" fmla="*/ 899942 w 3760185"/>
              <a:gd name="csY1362" fmla="*/ 404755 h 793834"/>
              <a:gd name="csX1363" fmla="*/ 898650 w 3760185"/>
              <a:gd name="csY1363" fmla="*/ 449816 h 793834"/>
              <a:gd name="csX1364" fmla="*/ 898650 w 3760185"/>
              <a:gd name="csY1364" fmla="*/ 425994 h 793834"/>
              <a:gd name="csX1365" fmla="*/ 898650 w 3760185"/>
              <a:gd name="csY1365" fmla="*/ 415484 h 793834"/>
              <a:gd name="csX1366" fmla="*/ 897284 w 3760185"/>
              <a:gd name="csY1366" fmla="*/ 418987 h 793834"/>
              <a:gd name="csX1367" fmla="*/ 897284 w 3760185"/>
              <a:gd name="csY1367" fmla="*/ 404756 h 793834"/>
              <a:gd name="csX1368" fmla="*/ 910052 w 3760185"/>
              <a:gd name="csY1368" fmla="*/ 404753 h 793834"/>
              <a:gd name="csX1369" fmla="*/ 909576 w 3760185"/>
              <a:gd name="csY1369" fmla="*/ 409879 h 793834"/>
              <a:gd name="csX1370" fmla="*/ 909576 w 3760185"/>
              <a:gd name="csY1370" fmla="*/ 424593 h 793834"/>
              <a:gd name="csX1371" fmla="*/ 908210 w 3760185"/>
              <a:gd name="csY1371" fmla="*/ 423892 h 793834"/>
              <a:gd name="csX1372" fmla="*/ 908210 w 3760185"/>
              <a:gd name="csY1372" fmla="*/ 436504 h 793834"/>
              <a:gd name="csX1373" fmla="*/ 906844 w 3760185"/>
              <a:gd name="csY1373" fmla="*/ 413382 h 793834"/>
              <a:gd name="csX1374" fmla="*/ 906844 w 3760185"/>
              <a:gd name="csY1374" fmla="*/ 407076 h 793834"/>
              <a:gd name="csX1375" fmla="*/ 905479 w 3760185"/>
              <a:gd name="csY1375" fmla="*/ 433000 h 793834"/>
              <a:gd name="csX1376" fmla="*/ 905479 w 3760185"/>
              <a:gd name="csY1376" fmla="*/ 409879 h 793834"/>
              <a:gd name="csX1377" fmla="*/ 904113 w 3760185"/>
              <a:gd name="csY1377" fmla="*/ 432300 h 793834"/>
              <a:gd name="csX1378" fmla="*/ 904113 w 3760185"/>
              <a:gd name="csY1378" fmla="*/ 421790 h 793834"/>
              <a:gd name="csX1379" fmla="*/ 902747 w 3760185"/>
              <a:gd name="csY1379" fmla="*/ 437204 h 793834"/>
              <a:gd name="csX1380" fmla="*/ 902747 w 3760185"/>
              <a:gd name="csY1380" fmla="*/ 407076 h 793834"/>
              <a:gd name="csX1381" fmla="*/ 901381 w 3760185"/>
              <a:gd name="csY1381" fmla="*/ 413382 h 793834"/>
              <a:gd name="csX1382" fmla="*/ 901381 w 3760185"/>
              <a:gd name="csY1382" fmla="*/ 418987 h 793834"/>
              <a:gd name="csX1383" fmla="*/ 900061 w 3760185"/>
              <a:gd name="csY1383" fmla="*/ 404755 h 793834"/>
              <a:gd name="csX1384" fmla="*/ 904113 w 3760185"/>
              <a:gd name="csY1384" fmla="*/ 404754 h 793834"/>
              <a:gd name="csX1385" fmla="*/ 908210 w 3760185"/>
              <a:gd name="csY1385" fmla="*/ 404753 h 793834"/>
              <a:gd name="csX1386" fmla="*/ 912607 w 3760185"/>
              <a:gd name="csY1386" fmla="*/ 404752 h 793834"/>
              <a:gd name="csX1387" fmla="*/ 912307 w 3760185"/>
              <a:gd name="csY1387" fmla="*/ 405675 h 793834"/>
              <a:gd name="csX1388" fmla="*/ 912307 w 3760185"/>
              <a:gd name="csY1388" fmla="*/ 410580 h 793834"/>
              <a:gd name="csX1389" fmla="*/ 910942 w 3760185"/>
              <a:gd name="csY1389" fmla="*/ 427395 h 793834"/>
              <a:gd name="csX1390" fmla="*/ 910942 w 3760185"/>
              <a:gd name="csY1390" fmla="*/ 404752 h 793834"/>
              <a:gd name="csX1391" fmla="*/ 917737 w 3760185"/>
              <a:gd name="csY1391" fmla="*/ 404751 h 793834"/>
              <a:gd name="csX1392" fmla="*/ 916405 w 3760185"/>
              <a:gd name="csY1392" fmla="*/ 452618 h 793834"/>
              <a:gd name="csX1393" fmla="*/ 916405 w 3760185"/>
              <a:gd name="csY1393" fmla="*/ 425994 h 793834"/>
              <a:gd name="csX1394" fmla="*/ 915039 w 3760185"/>
              <a:gd name="csY1394" fmla="*/ 409879 h 793834"/>
              <a:gd name="csX1395" fmla="*/ 915039 w 3760185"/>
              <a:gd name="csY1395" fmla="*/ 423191 h 793834"/>
              <a:gd name="csX1396" fmla="*/ 913673 w 3760185"/>
              <a:gd name="csY1396" fmla="*/ 416185 h 793834"/>
              <a:gd name="csX1397" fmla="*/ 913673 w 3760185"/>
              <a:gd name="csY1397" fmla="*/ 409178 h 793834"/>
              <a:gd name="csX1398" fmla="*/ 913673 w 3760185"/>
              <a:gd name="csY1398" fmla="*/ 404752 h 793834"/>
              <a:gd name="csX1399" fmla="*/ 919136 w 3760185"/>
              <a:gd name="csY1399" fmla="*/ 404750 h 793834"/>
              <a:gd name="csX1400" fmla="*/ 919136 w 3760185"/>
              <a:gd name="csY1400" fmla="*/ 423892 h 793834"/>
              <a:gd name="csX1401" fmla="*/ 919136 w 3760185"/>
              <a:gd name="csY1401" fmla="*/ 444211 h 793834"/>
              <a:gd name="csX1402" fmla="*/ 918005 w 3760185"/>
              <a:gd name="csY1402" fmla="*/ 404751 h 793834"/>
              <a:gd name="csX1403" fmla="*/ 924599 w 3760185"/>
              <a:gd name="csY1403" fmla="*/ 404749 h 793834"/>
              <a:gd name="csX1404" fmla="*/ 924599 w 3760185"/>
              <a:gd name="csY1404" fmla="*/ 404974 h 793834"/>
              <a:gd name="csX1405" fmla="*/ 923233 w 3760185"/>
              <a:gd name="csY1405" fmla="*/ 421089 h 793834"/>
              <a:gd name="csX1406" fmla="*/ 923233 w 3760185"/>
              <a:gd name="csY1406" fmla="*/ 414083 h 793834"/>
              <a:gd name="csX1407" fmla="*/ 921867 w 3760185"/>
              <a:gd name="csY1407" fmla="*/ 418987 h 793834"/>
              <a:gd name="csX1408" fmla="*/ 920502 w 3760185"/>
              <a:gd name="csY1408" fmla="*/ 408478 h 793834"/>
              <a:gd name="csX1409" fmla="*/ 920502 w 3760185"/>
              <a:gd name="csY1409" fmla="*/ 404750 h 793834"/>
              <a:gd name="csX1410" fmla="*/ 921867 w 3760185"/>
              <a:gd name="csY1410" fmla="*/ 404750 h 793834"/>
              <a:gd name="csX1411" fmla="*/ 927330 w 3760185"/>
              <a:gd name="csY1411" fmla="*/ 404748 h 793834"/>
              <a:gd name="csX1412" fmla="*/ 927330 w 3760185"/>
              <a:gd name="csY1412" fmla="*/ 410580 h 793834"/>
              <a:gd name="csX1413" fmla="*/ 925965 w 3760185"/>
              <a:gd name="csY1413" fmla="*/ 409879 h 793834"/>
              <a:gd name="csX1414" fmla="*/ 925965 w 3760185"/>
              <a:gd name="csY1414" fmla="*/ 404749 h 793834"/>
              <a:gd name="csX1415" fmla="*/ 928780 w 3760185"/>
              <a:gd name="csY1415" fmla="*/ 404748 h 793834"/>
              <a:gd name="csX1416" fmla="*/ 928696 w 3760185"/>
              <a:gd name="csY1416" fmla="*/ 407777 h 793834"/>
              <a:gd name="csX1417" fmla="*/ 928696 w 3760185"/>
              <a:gd name="csY1417" fmla="*/ 406376 h 793834"/>
              <a:gd name="csX1418" fmla="*/ 928529 w 3760185"/>
              <a:gd name="csY1418" fmla="*/ 404748 h 793834"/>
              <a:gd name="csX1419" fmla="*/ 931428 w 3760185"/>
              <a:gd name="csY1419" fmla="*/ 404747 h 793834"/>
              <a:gd name="csX1420" fmla="*/ 931428 w 3760185"/>
              <a:gd name="csY1420" fmla="*/ 410580 h 793834"/>
              <a:gd name="csX1421" fmla="*/ 931428 w 3760185"/>
              <a:gd name="csY1421" fmla="*/ 415484 h 793834"/>
              <a:gd name="csX1422" fmla="*/ 930477 w 3760185"/>
              <a:gd name="csY1422" fmla="*/ 404748 h 793834"/>
              <a:gd name="csX1423" fmla="*/ 933583 w 3760185"/>
              <a:gd name="csY1423" fmla="*/ 404747 h 793834"/>
              <a:gd name="csX1424" fmla="*/ 932793 w 3760185"/>
              <a:gd name="csY1424" fmla="*/ 424593 h 793834"/>
              <a:gd name="csX1425" fmla="*/ 932793 w 3760185"/>
              <a:gd name="csY1425" fmla="*/ 404747 h 793834"/>
              <a:gd name="csX1426" fmla="*/ 934457 w 3760185"/>
              <a:gd name="csY1426" fmla="*/ 404747 h 793834"/>
              <a:gd name="csX1427" fmla="*/ 934159 w 3760185"/>
              <a:gd name="csY1427" fmla="*/ 412682 h 793834"/>
              <a:gd name="csX1428" fmla="*/ 934159 w 3760185"/>
              <a:gd name="csY1428" fmla="*/ 404747 h 793834"/>
              <a:gd name="csX1429" fmla="*/ 936891 w 3760185"/>
              <a:gd name="csY1429" fmla="*/ 404746 h 793834"/>
              <a:gd name="csX1430" fmla="*/ 936891 w 3760185"/>
              <a:gd name="csY1430" fmla="*/ 409879 h 793834"/>
              <a:gd name="csX1431" fmla="*/ 936578 w 3760185"/>
              <a:gd name="csY1431" fmla="*/ 404746 h 793834"/>
              <a:gd name="csX1432" fmla="*/ 939986 w 3760185"/>
              <a:gd name="csY1432" fmla="*/ 404745 h 793834"/>
              <a:gd name="csX1433" fmla="*/ 939622 w 3760185"/>
              <a:gd name="csY1433" fmla="*/ 411280 h 793834"/>
              <a:gd name="csX1434" fmla="*/ 939622 w 3760185"/>
              <a:gd name="csY1434" fmla="*/ 414083 h 793834"/>
              <a:gd name="csX1435" fmla="*/ 938948 w 3760185"/>
              <a:gd name="csY1435" fmla="*/ 404746 h 793834"/>
              <a:gd name="csX1436" fmla="*/ 942353 w 3760185"/>
              <a:gd name="csY1436" fmla="*/ 404745 h 793834"/>
              <a:gd name="csX1437" fmla="*/ 942353 w 3760185"/>
              <a:gd name="csY1437" fmla="*/ 415484 h 793834"/>
              <a:gd name="csX1438" fmla="*/ 940988 w 3760185"/>
              <a:gd name="csY1438" fmla="*/ 407777 h 793834"/>
              <a:gd name="csX1439" fmla="*/ 940988 w 3760185"/>
              <a:gd name="csY1439" fmla="*/ 407076 h 793834"/>
              <a:gd name="csX1440" fmla="*/ 940988 w 3760185"/>
              <a:gd name="csY1440" fmla="*/ 404745 h 793834"/>
              <a:gd name="csX1441" fmla="*/ 944748 w 3760185"/>
              <a:gd name="csY1441" fmla="*/ 404744 h 793834"/>
              <a:gd name="csX1442" fmla="*/ 943719 w 3760185"/>
              <a:gd name="csY1442" fmla="*/ 416885 h 793834"/>
              <a:gd name="csX1443" fmla="*/ 943719 w 3760185"/>
              <a:gd name="csY1443" fmla="*/ 404744 h 793834"/>
              <a:gd name="csX1444" fmla="*/ 947170 w 3760185"/>
              <a:gd name="csY1444" fmla="*/ 404744 h 793834"/>
              <a:gd name="csX1445" fmla="*/ 946451 w 3760185"/>
              <a:gd name="csY1445" fmla="*/ 416185 h 793834"/>
              <a:gd name="csX1446" fmla="*/ 946451 w 3760185"/>
              <a:gd name="csY1446" fmla="*/ 404744 h 793834"/>
              <a:gd name="csX1447" fmla="*/ 952125 w 3760185"/>
              <a:gd name="csY1447" fmla="*/ 404742 h 793834"/>
              <a:gd name="csX1448" fmla="*/ 951913 w 3760185"/>
              <a:gd name="csY1448" fmla="*/ 406376 h 793834"/>
              <a:gd name="csX1449" fmla="*/ 951913 w 3760185"/>
              <a:gd name="csY1449" fmla="*/ 404742 h 793834"/>
              <a:gd name="csX1450" fmla="*/ 953461 w 3760185"/>
              <a:gd name="csY1450" fmla="*/ 404742 h 793834"/>
              <a:gd name="csX1451" fmla="*/ 953279 w 3760185"/>
              <a:gd name="csY1451" fmla="*/ 405675 h 793834"/>
              <a:gd name="csX1452" fmla="*/ 953279 w 3760185"/>
              <a:gd name="csY1452" fmla="*/ 404742 h 793834"/>
              <a:gd name="csX1453" fmla="*/ 957376 w 3760185"/>
              <a:gd name="csY1453" fmla="*/ 404741 h 793834"/>
              <a:gd name="csX1454" fmla="*/ 957376 w 3760185"/>
              <a:gd name="csY1454" fmla="*/ 410580 h 793834"/>
              <a:gd name="csX1455" fmla="*/ 956011 w 3760185"/>
              <a:gd name="csY1455" fmla="*/ 432300 h 793834"/>
              <a:gd name="csX1456" fmla="*/ 956011 w 3760185"/>
              <a:gd name="csY1456" fmla="*/ 404741 h 793834"/>
              <a:gd name="csX1457" fmla="*/ 960108 w 3760185"/>
              <a:gd name="csY1457" fmla="*/ 404740 h 793834"/>
              <a:gd name="csX1458" fmla="*/ 960108 w 3760185"/>
              <a:gd name="csY1458" fmla="*/ 409879 h 793834"/>
              <a:gd name="csX1459" fmla="*/ 958742 w 3760185"/>
              <a:gd name="csY1459" fmla="*/ 416185 h 793834"/>
              <a:gd name="csX1460" fmla="*/ 958742 w 3760185"/>
              <a:gd name="csY1460" fmla="*/ 404741 h 793834"/>
              <a:gd name="csX1461" fmla="*/ 963260 w 3760185"/>
              <a:gd name="csY1461" fmla="*/ 404740 h 793834"/>
              <a:gd name="csX1462" fmla="*/ 962839 w 3760185"/>
              <a:gd name="csY1462" fmla="*/ 416185 h 793834"/>
              <a:gd name="csX1463" fmla="*/ 962839 w 3760185"/>
              <a:gd name="csY1463" fmla="*/ 408478 h 793834"/>
              <a:gd name="csX1464" fmla="*/ 961474 w 3760185"/>
              <a:gd name="csY1464" fmla="*/ 407777 h 793834"/>
              <a:gd name="csX1465" fmla="*/ 961474 w 3760185"/>
              <a:gd name="csY1465" fmla="*/ 405675 h 793834"/>
              <a:gd name="csX1466" fmla="*/ 961367 w 3760185"/>
              <a:gd name="csY1466" fmla="*/ 404740 h 793834"/>
              <a:gd name="csX1467" fmla="*/ 966937 w 3760185"/>
              <a:gd name="csY1467" fmla="*/ 404739 h 793834"/>
              <a:gd name="csX1468" fmla="*/ 966937 w 3760185"/>
              <a:gd name="csY1468" fmla="*/ 410580 h 793834"/>
              <a:gd name="csX1469" fmla="*/ 966557 w 3760185"/>
              <a:gd name="csY1469" fmla="*/ 404739 h 793834"/>
              <a:gd name="csX1470" fmla="*/ 969304 w 3760185"/>
              <a:gd name="csY1470" fmla="*/ 404738 h 793834"/>
              <a:gd name="csX1471" fmla="*/ 968302 w 3760185"/>
              <a:gd name="csY1471" fmla="*/ 417586 h 793834"/>
              <a:gd name="csX1472" fmla="*/ 968302 w 3760185"/>
              <a:gd name="csY1472" fmla="*/ 404974 h 793834"/>
              <a:gd name="csX1473" fmla="*/ 968256 w 3760185"/>
              <a:gd name="csY1473" fmla="*/ 404738 h 793834"/>
              <a:gd name="csX1474" fmla="*/ 971034 w 3760185"/>
              <a:gd name="csY1474" fmla="*/ 404738 h 793834"/>
              <a:gd name="csX1475" fmla="*/ 971034 w 3760185"/>
              <a:gd name="csY1475" fmla="*/ 411280 h 793834"/>
              <a:gd name="csX1476" fmla="*/ 970648 w 3760185"/>
              <a:gd name="csY1476" fmla="*/ 404738 h 793834"/>
              <a:gd name="csX1477" fmla="*/ 972956 w 3760185"/>
              <a:gd name="csY1477" fmla="*/ 404737 h 793834"/>
              <a:gd name="csX1478" fmla="*/ 972399 w 3760185"/>
              <a:gd name="csY1478" fmla="*/ 409879 h 793834"/>
              <a:gd name="csX1479" fmla="*/ 972399 w 3760185"/>
              <a:gd name="csY1479" fmla="*/ 404737 h 793834"/>
              <a:gd name="csX1480" fmla="*/ 975144 w 3760185"/>
              <a:gd name="csY1480" fmla="*/ 404737 h 793834"/>
              <a:gd name="csX1481" fmla="*/ 975131 w 3760185"/>
              <a:gd name="csY1481" fmla="*/ 404974 h 793834"/>
              <a:gd name="csX1482" fmla="*/ 975131 w 3760185"/>
              <a:gd name="csY1482" fmla="*/ 426694 h 793834"/>
              <a:gd name="csX1483" fmla="*/ 974220 w 3760185"/>
              <a:gd name="csY1483" fmla="*/ 404737 h 793834"/>
              <a:gd name="csX1484" fmla="*/ 977862 w 3760185"/>
              <a:gd name="csY1484" fmla="*/ 404736 h 793834"/>
              <a:gd name="csX1485" fmla="*/ 977862 w 3760185"/>
              <a:gd name="csY1485" fmla="*/ 417586 h 793834"/>
              <a:gd name="csX1486" fmla="*/ 976497 w 3760185"/>
              <a:gd name="csY1486" fmla="*/ 421790 h 793834"/>
              <a:gd name="csX1487" fmla="*/ 976497 w 3760185"/>
              <a:gd name="csY1487" fmla="*/ 404736 h 793834"/>
              <a:gd name="csX1488" fmla="*/ 979228 w 3760185"/>
              <a:gd name="csY1488" fmla="*/ 404736 h 793834"/>
              <a:gd name="csX1489" fmla="*/ 979228 w 3760185"/>
              <a:gd name="csY1489" fmla="*/ 405675 h 793834"/>
              <a:gd name="csX1490" fmla="*/ 978999 w 3760185"/>
              <a:gd name="csY1490" fmla="*/ 404736 h 793834"/>
              <a:gd name="csX1491" fmla="*/ 982820 w 3760185"/>
              <a:gd name="csY1491" fmla="*/ 404735 h 793834"/>
              <a:gd name="csX1492" fmla="*/ 981960 w 3760185"/>
              <a:gd name="csY1492" fmla="*/ 412682 h 793834"/>
              <a:gd name="csX1493" fmla="*/ 981960 w 3760185"/>
              <a:gd name="csY1493" fmla="*/ 404735 h 793834"/>
              <a:gd name="csX1494" fmla="*/ 984691 w 3760185"/>
              <a:gd name="csY1494" fmla="*/ 404734 h 793834"/>
              <a:gd name="csX1495" fmla="*/ 984691 w 3760185"/>
              <a:gd name="csY1495" fmla="*/ 411981 h 793834"/>
              <a:gd name="csX1496" fmla="*/ 984363 w 3760185"/>
              <a:gd name="csY1496" fmla="*/ 404735 h 793834"/>
              <a:gd name="csX1497" fmla="*/ 987235 w 3760185"/>
              <a:gd name="csY1497" fmla="*/ 404734 h 793834"/>
              <a:gd name="csX1498" fmla="*/ 986057 w 3760185"/>
              <a:gd name="csY1498" fmla="*/ 442809 h 793834"/>
              <a:gd name="csX1499" fmla="*/ 986057 w 3760185"/>
              <a:gd name="csY1499" fmla="*/ 411981 h 793834"/>
              <a:gd name="csX1500" fmla="*/ 985492 w 3760185"/>
              <a:gd name="csY1500" fmla="*/ 404734 h 793834"/>
              <a:gd name="csX1501" fmla="*/ 991270 w 3760185"/>
              <a:gd name="csY1501" fmla="*/ 404733 h 793834"/>
              <a:gd name="csX1502" fmla="*/ 990154 w 3760185"/>
              <a:gd name="csY1502" fmla="*/ 416185 h 793834"/>
              <a:gd name="csX1503" fmla="*/ 990154 w 3760185"/>
              <a:gd name="csY1503" fmla="*/ 404974 h 793834"/>
              <a:gd name="csX1504" fmla="*/ 988788 w 3760185"/>
              <a:gd name="csY1504" fmla="*/ 418287 h 793834"/>
              <a:gd name="csX1505" fmla="*/ 988788 w 3760185"/>
              <a:gd name="csY1505" fmla="*/ 412682 h 793834"/>
              <a:gd name="csX1506" fmla="*/ 987423 w 3760185"/>
              <a:gd name="csY1506" fmla="*/ 418987 h 793834"/>
              <a:gd name="csX1507" fmla="*/ 987423 w 3760185"/>
              <a:gd name="csY1507" fmla="*/ 404734 h 793834"/>
              <a:gd name="csX1508" fmla="*/ 988788 w 3760185"/>
              <a:gd name="csY1508" fmla="*/ 404733 h 793834"/>
              <a:gd name="csX1509" fmla="*/ 994066 w 3760185"/>
              <a:gd name="csY1509" fmla="*/ 404732 h 793834"/>
              <a:gd name="csX1510" fmla="*/ 992885 w 3760185"/>
              <a:gd name="csY1510" fmla="*/ 421089 h 793834"/>
              <a:gd name="csX1511" fmla="*/ 992885 w 3760185"/>
              <a:gd name="csY1511" fmla="*/ 427395 h 793834"/>
              <a:gd name="csX1512" fmla="*/ 991547 w 3760185"/>
              <a:gd name="csY1512" fmla="*/ 404733 h 793834"/>
              <a:gd name="csX1513" fmla="*/ 992885 w 3760185"/>
              <a:gd name="csY1513" fmla="*/ 404732 h 793834"/>
              <a:gd name="csX1514" fmla="*/ 994495 w 3760185"/>
              <a:gd name="csY1514" fmla="*/ 404732 h 793834"/>
              <a:gd name="csX1515" fmla="*/ 994251 w 3760185"/>
              <a:gd name="csY1515" fmla="*/ 408478 h 793834"/>
              <a:gd name="csX1516" fmla="*/ 994251 w 3760185"/>
              <a:gd name="csY1516" fmla="*/ 404732 h 793834"/>
              <a:gd name="csX1517" fmla="*/ 998191 w 3760185"/>
              <a:gd name="csY1517" fmla="*/ 404731 h 793834"/>
              <a:gd name="csX1518" fmla="*/ 996983 w 3760185"/>
              <a:gd name="csY1518" fmla="*/ 418987 h 793834"/>
              <a:gd name="csX1519" fmla="*/ 995617 w 3760185"/>
              <a:gd name="csY1519" fmla="*/ 417586 h 793834"/>
              <a:gd name="csX1520" fmla="*/ 995617 w 3760185"/>
              <a:gd name="csY1520" fmla="*/ 404732 h 793834"/>
              <a:gd name="csX1521" fmla="*/ 1000925 w 3760185"/>
              <a:gd name="csY1521" fmla="*/ 404731 h 793834"/>
              <a:gd name="csX1522" fmla="*/ 999714 w 3760185"/>
              <a:gd name="csY1522" fmla="*/ 430198 h 793834"/>
              <a:gd name="csX1523" fmla="*/ 999714 w 3760185"/>
              <a:gd name="csY1523" fmla="*/ 429497 h 793834"/>
              <a:gd name="csX1524" fmla="*/ 998348 w 3760185"/>
              <a:gd name="csY1524" fmla="*/ 437905 h 793834"/>
              <a:gd name="csX1525" fmla="*/ 998348 w 3760185"/>
              <a:gd name="csY1525" fmla="*/ 404731 h 793834"/>
              <a:gd name="csX1526" fmla="*/ 1003238 w 3760185"/>
              <a:gd name="csY1526" fmla="*/ 404730 h 793834"/>
              <a:gd name="csX1527" fmla="*/ 1002445 w 3760185"/>
              <a:gd name="csY1527" fmla="*/ 414083 h 793834"/>
              <a:gd name="csX1528" fmla="*/ 1002445 w 3760185"/>
              <a:gd name="csY1528" fmla="*/ 416885 h 793834"/>
              <a:gd name="csX1529" fmla="*/ 1001822 w 3760185"/>
              <a:gd name="csY1529" fmla="*/ 404730 h 793834"/>
              <a:gd name="csX1530" fmla="*/ 1005177 w 3760185"/>
              <a:gd name="csY1530" fmla="*/ 404729 h 793834"/>
              <a:gd name="csX1531" fmla="*/ 1005177 w 3760185"/>
              <a:gd name="csY1531" fmla="*/ 411981 h 793834"/>
              <a:gd name="csX1532" fmla="*/ 1003811 w 3760185"/>
              <a:gd name="csY1532" fmla="*/ 428796 h 793834"/>
              <a:gd name="csX1533" fmla="*/ 1003811 w 3760185"/>
              <a:gd name="csY1533" fmla="*/ 404730 h 793834"/>
              <a:gd name="csX1534" fmla="*/ 1006543 w 3760185"/>
              <a:gd name="csY1534" fmla="*/ 404729 h 793834"/>
              <a:gd name="csX1535" fmla="*/ 1006543 w 3760185"/>
              <a:gd name="csY1535" fmla="*/ 408478 h 793834"/>
              <a:gd name="csX1536" fmla="*/ 1005812 w 3760185"/>
              <a:gd name="csY1536" fmla="*/ 404729 h 793834"/>
              <a:gd name="csX1537" fmla="*/ 1010640 w 3760185"/>
              <a:gd name="csY1537" fmla="*/ 404728 h 793834"/>
              <a:gd name="csX1538" fmla="*/ 1010640 w 3760185"/>
              <a:gd name="csY1538" fmla="*/ 408478 h 793834"/>
              <a:gd name="csX1539" fmla="*/ 1009274 w 3760185"/>
              <a:gd name="csY1539" fmla="*/ 442109 h 793834"/>
              <a:gd name="csX1540" fmla="*/ 1009274 w 3760185"/>
              <a:gd name="csY1540" fmla="*/ 425293 h 793834"/>
              <a:gd name="csX1541" fmla="*/ 1007908 w 3760185"/>
              <a:gd name="csY1541" fmla="*/ 405675 h 793834"/>
              <a:gd name="csX1542" fmla="*/ 1007908 w 3760185"/>
              <a:gd name="csY1542" fmla="*/ 454720 h 793834"/>
              <a:gd name="csX1543" fmla="*/ 1006643 w 3760185"/>
              <a:gd name="csY1543" fmla="*/ 404729 h 793834"/>
              <a:gd name="csX1544" fmla="*/ 1012006 w 3760185"/>
              <a:gd name="csY1544" fmla="*/ 404728 h 793834"/>
              <a:gd name="csX1545" fmla="*/ 1012006 w 3760185"/>
              <a:gd name="csY1545" fmla="*/ 417586 h 793834"/>
              <a:gd name="csX1546" fmla="*/ 1011223 w 3760185"/>
              <a:gd name="csY1546" fmla="*/ 404728 h 793834"/>
              <a:gd name="csX1547" fmla="*/ 1020200 w 3760185"/>
              <a:gd name="csY1547" fmla="*/ 404726 h 793834"/>
              <a:gd name="csX1548" fmla="*/ 1020200 w 3760185"/>
              <a:gd name="csY1548" fmla="*/ 413382 h 793834"/>
              <a:gd name="csX1549" fmla="*/ 1018834 w 3760185"/>
              <a:gd name="csY1549" fmla="*/ 406376 h 793834"/>
              <a:gd name="csX1550" fmla="*/ 1018834 w 3760185"/>
              <a:gd name="csY1550" fmla="*/ 411981 h 793834"/>
              <a:gd name="csX1551" fmla="*/ 1017469 w 3760185"/>
              <a:gd name="csY1551" fmla="*/ 416885 h 793834"/>
              <a:gd name="csX1552" fmla="*/ 1017469 w 3760185"/>
              <a:gd name="csY1552" fmla="*/ 427395 h 793834"/>
              <a:gd name="csX1553" fmla="*/ 1016103 w 3760185"/>
              <a:gd name="csY1553" fmla="*/ 418287 h 793834"/>
              <a:gd name="csX1554" fmla="*/ 1016103 w 3760185"/>
              <a:gd name="csY1554" fmla="*/ 437905 h 793834"/>
              <a:gd name="csX1555" fmla="*/ 1014737 w 3760185"/>
              <a:gd name="csY1555" fmla="*/ 413382 h 793834"/>
              <a:gd name="csX1556" fmla="*/ 1014737 w 3760185"/>
              <a:gd name="csY1556" fmla="*/ 404727 h 793834"/>
              <a:gd name="csX1557" fmla="*/ 1017469 w 3760185"/>
              <a:gd name="csY1557" fmla="*/ 404727 h 793834"/>
              <a:gd name="csX1558" fmla="*/ 1025663 w 3760185"/>
              <a:gd name="csY1558" fmla="*/ 404725 h 793834"/>
              <a:gd name="csX1559" fmla="*/ 1025663 w 3760185"/>
              <a:gd name="csY1559" fmla="*/ 413382 h 793834"/>
              <a:gd name="csX1560" fmla="*/ 1024297 w 3760185"/>
              <a:gd name="csY1560" fmla="*/ 433000 h 793834"/>
              <a:gd name="csX1561" fmla="*/ 1024297 w 3760185"/>
              <a:gd name="csY1561" fmla="*/ 422491 h 793834"/>
              <a:gd name="csX1562" fmla="*/ 1022931 w 3760185"/>
              <a:gd name="csY1562" fmla="*/ 418987 h 793834"/>
              <a:gd name="csX1563" fmla="*/ 1022931 w 3760185"/>
              <a:gd name="csY1563" fmla="*/ 413382 h 793834"/>
              <a:gd name="csX1564" fmla="*/ 1021566 w 3760185"/>
              <a:gd name="csY1564" fmla="*/ 422491 h 793834"/>
              <a:gd name="csX1565" fmla="*/ 1021566 w 3760185"/>
              <a:gd name="csY1565" fmla="*/ 423191 h 793834"/>
              <a:gd name="csX1566" fmla="*/ 1020816 w 3760185"/>
              <a:gd name="csY1566" fmla="*/ 404726 h 793834"/>
              <a:gd name="csX1567" fmla="*/ 1031958 w 3760185"/>
              <a:gd name="csY1567" fmla="*/ 404723 h 793834"/>
              <a:gd name="csX1568" fmla="*/ 1031126 w 3760185"/>
              <a:gd name="csY1568" fmla="*/ 411981 h 793834"/>
              <a:gd name="csX1569" fmla="*/ 1031126 w 3760185"/>
              <a:gd name="csY1569" fmla="*/ 408478 h 793834"/>
              <a:gd name="csX1570" fmla="*/ 1029760 w 3760185"/>
              <a:gd name="csY1570" fmla="*/ 437905 h 793834"/>
              <a:gd name="csX1571" fmla="*/ 1029760 w 3760185"/>
              <a:gd name="csY1571" fmla="*/ 406376 h 793834"/>
              <a:gd name="csX1572" fmla="*/ 1028394 w 3760185"/>
              <a:gd name="csY1572" fmla="*/ 421790 h 793834"/>
              <a:gd name="csX1573" fmla="*/ 1028394 w 3760185"/>
              <a:gd name="csY1573" fmla="*/ 415484 h 793834"/>
              <a:gd name="csX1574" fmla="*/ 1027029 w 3760185"/>
              <a:gd name="csY1574" fmla="*/ 432300 h 793834"/>
              <a:gd name="csX1575" fmla="*/ 1027029 w 3760185"/>
              <a:gd name="csY1575" fmla="*/ 410580 h 793834"/>
              <a:gd name="csX1576" fmla="*/ 1026214 w 3760185"/>
              <a:gd name="csY1576" fmla="*/ 404724 h 793834"/>
              <a:gd name="csX1577" fmla="*/ 1029760 w 3760185"/>
              <a:gd name="csY1577" fmla="*/ 404724 h 793834"/>
              <a:gd name="csX1578" fmla="*/ 1035406 w 3760185"/>
              <a:gd name="csY1578" fmla="*/ 404722 h 793834"/>
              <a:gd name="csX1579" fmla="*/ 1035223 w 3760185"/>
              <a:gd name="csY1579" fmla="*/ 408478 h 793834"/>
              <a:gd name="csX1580" fmla="*/ 1035223 w 3760185"/>
              <a:gd name="csY1580" fmla="*/ 420389 h 793834"/>
              <a:gd name="csX1581" fmla="*/ 1033857 w 3760185"/>
              <a:gd name="csY1581" fmla="*/ 413382 h 793834"/>
              <a:gd name="csX1582" fmla="*/ 1033857 w 3760185"/>
              <a:gd name="csY1582" fmla="*/ 420389 h 793834"/>
              <a:gd name="csX1583" fmla="*/ 1032492 w 3760185"/>
              <a:gd name="csY1583" fmla="*/ 406376 h 793834"/>
              <a:gd name="csX1584" fmla="*/ 1032492 w 3760185"/>
              <a:gd name="csY1584" fmla="*/ 404723 h 793834"/>
              <a:gd name="csX1585" fmla="*/ 1035223 w 3760185"/>
              <a:gd name="csY1585" fmla="*/ 404722 h 793834"/>
              <a:gd name="csX1586" fmla="*/ 1040591 w 3760185"/>
              <a:gd name="csY1586" fmla="*/ 404721 h 793834"/>
              <a:gd name="csX1587" fmla="*/ 1039320 w 3760185"/>
              <a:gd name="csY1587" fmla="*/ 429497 h 793834"/>
              <a:gd name="csX1588" fmla="*/ 1039320 w 3760185"/>
              <a:gd name="csY1588" fmla="*/ 433000 h 793834"/>
              <a:gd name="csX1589" fmla="*/ 1037955 w 3760185"/>
              <a:gd name="csY1589" fmla="*/ 429497 h 793834"/>
              <a:gd name="csX1590" fmla="*/ 1037955 w 3760185"/>
              <a:gd name="csY1590" fmla="*/ 418287 h 793834"/>
              <a:gd name="csX1591" fmla="*/ 1036589 w 3760185"/>
              <a:gd name="csY1591" fmla="*/ 409178 h 793834"/>
              <a:gd name="csX1592" fmla="*/ 1036589 w 3760185"/>
              <a:gd name="csY1592" fmla="*/ 404722 h 793834"/>
              <a:gd name="csX1593" fmla="*/ 1041625 w 3760185"/>
              <a:gd name="csY1593" fmla="*/ 404721 h 793834"/>
              <a:gd name="csX1594" fmla="*/ 1040686 w 3760185"/>
              <a:gd name="csY1594" fmla="*/ 428796 h 793834"/>
              <a:gd name="csX1595" fmla="*/ 1040686 w 3760185"/>
              <a:gd name="csY1595" fmla="*/ 404721 h 793834"/>
              <a:gd name="csX1596" fmla="*/ 1043245 w 3760185"/>
              <a:gd name="csY1596" fmla="*/ 404720 h 793834"/>
              <a:gd name="csX1597" fmla="*/ 1042052 w 3760185"/>
              <a:gd name="csY1597" fmla="*/ 412682 h 793834"/>
              <a:gd name="csX1598" fmla="*/ 1042052 w 3760185"/>
              <a:gd name="csY1598" fmla="*/ 404721 h 793834"/>
              <a:gd name="csX1599" fmla="*/ 1048880 w 3760185"/>
              <a:gd name="csY1599" fmla="*/ 404719 h 793834"/>
              <a:gd name="csX1600" fmla="*/ 1048880 w 3760185"/>
              <a:gd name="csY1600" fmla="*/ 405675 h 793834"/>
              <a:gd name="csX1601" fmla="*/ 1047515 w 3760185"/>
              <a:gd name="csY1601" fmla="*/ 418287 h 793834"/>
              <a:gd name="csX1602" fmla="*/ 1047515 w 3760185"/>
              <a:gd name="csY1602" fmla="*/ 407777 h 793834"/>
              <a:gd name="csX1603" fmla="*/ 1046149 w 3760185"/>
              <a:gd name="csY1603" fmla="*/ 414783 h 793834"/>
              <a:gd name="csX1604" fmla="*/ 1046149 w 3760185"/>
              <a:gd name="csY1604" fmla="*/ 435803 h 793834"/>
              <a:gd name="csX1605" fmla="*/ 1044783 w 3760185"/>
              <a:gd name="csY1605" fmla="*/ 417586 h 793834"/>
              <a:gd name="csX1606" fmla="*/ 1044783 w 3760185"/>
              <a:gd name="csY1606" fmla="*/ 409178 h 793834"/>
              <a:gd name="csX1607" fmla="*/ 1044783 w 3760185"/>
              <a:gd name="csY1607" fmla="*/ 404720 h 793834"/>
              <a:gd name="csX1608" fmla="*/ 1050246 w 3760185"/>
              <a:gd name="csY1608" fmla="*/ 404719 h 793834"/>
              <a:gd name="csX1609" fmla="*/ 1050246 w 3760185"/>
              <a:gd name="csY1609" fmla="*/ 407076 h 793834"/>
              <a:gd name="csX1610" fmla="*/ 1049480 w 3760185"/>
              <a:gd name="csY1610" fmla="*/ 404719 h 793834"/>
              <a:gd name="csX1611" fmla="*/ 1052137 w 3760185"/>
              <a:gd name="csY1611" fmla="*/ 404718 h 793834"/>
              <a:gd name="csX1612" fmla="*/ 1051612 w 3760185"/>
              <a:gd name="csY1612" fmla="*/ 418987 h 793834"/>
              <a:gd name="csX1613" fmla="*/ 1051612 w 3760185"/>
              <a:gd name="csY1613" fmla="*/ 404718 h 793834"/>
              <a:gd name="csX1614" fmla="*/ 1055709 w 3760185"/>
              <a:gd name="csY1614" fmla="*/ 404717 h 793834"/>
              <a:gd name="csX1615" fmla="*/ 1055709 w 3760185"/>
              <a:gd name="csY1615" fmla="*/ 410580 h 793834"/>
              <a:gd name="csX1616" fmla="*/ 1055074 w 3760185"/>
              <a:gd name="csY1616" fmla="*/ 404717 h 793834"/>
              <a:gd name="csX1617" fmla="*/ 1057075 w 3760185"/>
              <a:gd name="csY1617" fmla="*/ 404717 h 793834"/>
              <a:gd name="csX1618" fmla="*/ 1057075 w 3760185"/>
              <a:gd name="csY1618" fmla="*/ 418287 h 793834"/>
              <a:gd name="csX1619" fmla="*/ 1056222 w 3760185"/>
              <a:gd name="csY1619" fmla="*/ 404717 h 793834"/>
              <a:gd name="csX1620" fmla="*/ 1060428 w 3760185"/>
              <a:gd name="csY1620" fmla="*/ 404716 h 793834"/>
              <a:gd name="csX1621" fmla="*/ 1059806 w 3760185"/>
              <a:gd name="csY1621" fmla="*/ 409178 h 793834"/>
              <a:gd name="csX1622" fmla="*/ 1059806 w 3760185"/>
              <a:gd name="csY1622" fmla="*/ 428096 h 793834"/>
              <a:gd name="csX1623" fmla="*/ 1058504 w 3760185"/>
              <a:gd name="csY1623" fmla="*/ 404717 h 793834"/>
              <a:gd name="csX1624" fmla="*/ 1062982 w 3760185"/>
              <a:gd name="csY1624" fmla="*/ 404715 h 793834"/>
              <a:gd name="csX1625" fmla="*/ 1062538 w 3760185"/>
              <a:gd name="csY1625" fmla="*/ 413382 h 793834"/>
              <a:gd name="csX1626" fmla="*/ 1062538 w 3760185"/>
              <a:gd name="csY1626" fmla="*/ 415484 h 793834"/>
              <a:gd name="csX1627" fmla="*/ 1061663 w 3760185"/>
              <a:gd name="csY1627" fmla="*/ 404716 h 793834"/>
              <a:gd name="csX1628" fmla="*/ 1062538 w 3760185"/>
              <a:gd name="csY1628" fmla="*/ 404716 h 793834"/>
              <a:gd name="csX1629" fmla="*/ 1065269 w 3760185"/>
              <a:gd name="csY1629" fmla="*/ 404715 h 793834"/>
              <a:gd name="csX1630" fmla="*/ 1065269 w 3760185"/>
              <a:gd name="csY1630" fmla="*/ 410580 h 793834"/>
              <a:gd name="csX1631" fmla="*/ 1064772 w 3760185"/>
              <a:gd name="csY1631" fmla="*/ 404715 h 793834"/>
              <a:gd name="csX1632" fmla="*/ 1066635 w 3760185"/>
              <a:gd name="csY1632" fmla="*/ 404715 h 793834"/>
              <a:gd name="csX1633" fmla="*/ 1066635 w 3760185"/>
              <a:gd name="csY1633" fmla="*/ 418287 h 793834"/>
              <a:gd name="csX1634" fmla="*/ 1066201 w 3760185"/>
              <a:gd name="csY1634" fmla="*/ 404715 h 793834"/>
              <a:gd name="csX1635" fmla="*/ 1069366 w 3760185"/>
              <a:gd name="csY1635" fmla="*/ 404714 h 793834"/>
              <a:gd name="csX1636" fmla="*/ 1069366 w 3760185"/>
              <a:gd name="csY1636" fmla="*/ 404974 h 793834"/>
              <a:gd name="csX1637" fmla="*/ 1069352 w 3760185"/>
              <a:gd name="csY1637" fmla="*/ 404714 h 793834"/>
              <a:gd name="csX1638" fmla="*/ 1074204 w 3760185"/>
              <a:gd name="csY1638" fmla="*/ 404713 h 793834"/>
              <a:gd name="csX1639" fmla="*/ 1073463 w 3760185"/>
              <a:gd name="csY1639" fmla="*/ 425994 h 793834"/>
              <a:gd name="csX1640" fmla="*/ 1073463 w 3760185"/>
              <a:gd name="csY1640" fmla="*/ 427395 h 793834"/>
              <a:gd name="csX1641" fmla="*/ 1072629 w 3760185"/>
              <a:gd name="csY1641" fmla="*/ 404713 h 793834"/>
              <a:gd name="csX1642" fmla="*/ 1073463 w 3760185"/>
              <a:gd name="csY1642" fmla="*/ 404713 h 793834"/>
              <a:gd name="csX1643" fmla="*/ 1077770 w 3760185"/>
              <a:gd name="csY1643" fmla="*/ 404712 h 793834"/>
              <a:gd name="csX1644" fmla="*/ 1077561 w 3760185"/>
              <a:gd name="csY1644" fmla="*/ 407076 h 793834"/>
              <a:gd name="csX1645" fmla="*/ 1077561 w 3760185"/>
              <a:gd name="csY1645" fmla="*/ 418287 h 793834"/>
              <a:gd name="csX1646" fmla="*/ 1076195 w 3760185"/>
              <a:gd name="csY1646" fmla="*/ 408478 h 793834"/>
              <a:gd name="csX1647" fmla="*/ 1076195 w 3760185"/>
              <a:gd name="csY1647" fmla="*/ 417586 h 793834"/>
              <a:gd name="csX1648" fmla="*/ 1075649 w 3760185"/>
              <a:gd name="csY1648" fmla="*/ 404712 h 793834"/>
              <a:gd name="csX1649" fmla="*/ 1083023 w 3760185"/>
              <a:gd name="csY1649" fmla="*/ 404711 h 793834"/>
              <a:gd name="csX1650" fmla="*/ 1083023 w 3760185"/>
              <a:gd name="csY1650" fmla="*/ 415484 h 793834"/>
              <a:gd name="csX1651" fmla="*/ 1081658 w 3760185"/>
              <a:gd name="csY1651" fmla="*/ 427395 h 793834"/>
              <a:gd name="csX1652" fmla="*/ 1081658 w 3760185"/>
              <a:gd name="csY1652" fmla="*/ 406376 h 793834"/>
              <a:gd name="csX1653" fmla="*/ 1080292 w 3760185"/>
              <a:gd name="csY1653" fmla="*/ 411280 h 793834"/>
              <a:gd name="csX1654" fmla="*/ 1080292 w 3760185"/>
              <a:gd name="csY1654" fmla="*/ 404711 h 793834"/>
              <a:gd name="csX1655" fmla="*/ 1085755 w 3760185"/>
              <a:gd name="csY1655" fmla="*/ 404710 h 793834"/>
              <a:gd name="csX1656" fmla="*/ 1085755 w 3760185"/>
              <a:gd name="csY1656" fmla="*/ 404974 h 793834"/>
              <a:gd name="csX1657" fmla="*/ 1084389 w 3760185"/>
              <a:gd name="csY1657" fmla="*/ 412682 h 793834"/>
              <a:gd name="csX1658" fmla="*/ 1084389 w 3760185"/>
              <a:gd name="csY1658" fmla="*/ 422491 h 793834"/>
              <a:gd name="csX1659" fmla="*/ 1083811 w 3760185"/>
              <a:gd name="csY1659" fmla="*/ 404710 h 793834"/>
              <a:gd name="csX1660" fmla="*/ 1087121 w 3760185"/>
              <a:gd name="csY1660" fmla="*/ 404710 h 793834"/>
              <a:gd name="csX1661" fmla="*/ 1087121 w 3760185"/>
              <a:gd name="csY1661" fmla="*/ 406376 h 793834"/>
              <a:gd name="csX1662" fmla="*/ 1087121 w 3760185"/>
              <a:gd name="csY1662" fmla="*/ 411981 h 793834"/>
              <a:gd name="csX1663" fmla="*/ 1087121 w 3760185"/>
              <a:gd name="csY1663" fmla="*/ 416885 h 793834"/>
              <a:gd name="csX1664" fmla="*/ 1086089 w 3760185"/>
              <a:gd name="csY1664" fmla="*/ 404710 h 793834"/>
              <a:gd name="csX1665" fmla="*/ 1091218 w 3760185"/>
              <a:gd name="csY1665" fmla="*/ 404709 h 793834"/>
              <a:gd name="csX1666" fmla="*/ 1091218 w 3760185"/>
              <a:gd name="csY1666" fmla="*/ 410580 h 793834"/>
              <a:gd name="csX1667" fmla="*/ 1091218 w 3760185"/>
              <a:gd name="csY1667" fmla="*/ 411981 h 793834"/>
              <a:gd name="csX1668" fmla="*/ 1089852 w 3760185"/>
              <a:gd name="csY1668" fmla="*/ 408478 h 793834"/>
              <a:gd name="csX1669" fmla="*/ 1088487 w 3760185"/>
              <a:gd name="csY1669" fmla="*/ 412682 h 793834"/>
              <a:gd name="csX1670" fmla="*/ 1088487 w 3760185"/>
              <a:gd name="csY1670" fmla="*/ 406376 h 793834"/>
              <a:gd name="csX1671" fmla="*/ 1088216 w 3760185"/>
              <a:gd name="csY1671" fmla="*/ 404709 h 793834"/>
              <a:gd name="csX1672" fmla="*/ 1093293 w 3760185"/>
              <a:gd name="csY1672" fmla="*/ 404708 h 793834"/>
              <a:gd name="csX1673" fmla="*/ 1092584 w 3760185"/>
              <a:gd name="csY1673" fmla="*/ 411981 h 793834"/>
              <a:gd name="csX1674" fmla="*/ 1092584 w 3760185"/>
              <a:gd name="csY1674" fmla="*/ 404708 h 793834"/>
              <a:gd name="csX1675" fmla="*/ 1094495 w 3760185"/>
              <a:gd name="csY1675" fmla="*/ 404708 h 793834"/>
              <a:gd name="csX1676" fmla="*/ 1093949 w 3760185"/>
              <a:gd name="csY1676" fmla="*/ 413382 h 793834"/>
              <a:gd name="csX1677" fmla="*/ 1093949 w 3760185"/>
              <a:gd name="csY1677" fmla="*/ 404708 h 793834"/>
              <a:gd name="csX1678" fmla="*/ 1096356 w 3760185"/>
              <a:gd name="csY1678" fmla="*/ 404707 h 793834"/>
              <a:gd name="csX1679" fmla="*/ 1095315 w 3760185"/>
              <a:gd name="csY1679" fmla="*/ 410580 h 793834"/>
              <a:gd name="csX1680" fmla="*/ 1095315 w 3760185"/>
              <a:gd name="csY1680" fmla="*/ 404708 h 793834"/>
              <a:gd name="csX1681" fmla="*/ 1099412 w 3760185"/>
              <a:gd name="csY1681" fmla="*/ 404707 h 793834"/>
              <a:gd name="csX1682" fmla="*/ 1099412 w 3760185"/>
              <a:gd name="csY1682" fmla="*/ 408478 h 793834"/>
              <a:gd name="csX1683" fmla="*/ 1098047 w 3760185"/>
              <a:gd name="csY1683" fmla="*/ 427395 h 793834"/>
              <a:gd name="csX1684" fmla="*/ 1098047 w 3760185"/>
              <a:gd name="csY1684" fmla="*/ 426694 h 793834"/>
              <a:gd name="csX1685" fmla="*/ 1096681 w 3760185"/>
              <a:gd name="csY1685" fmla="*/ 432300 h 793834"/>
              <a:gd name="csX1686" fmla="*/ 1096681 w 3760185"/>
              <a:gd name="csY1686" fmla="*/ 404707 h 793834"/>
              <a:gd name="csX1687" fmla="*/ 1107607 w 3760185"/>
              <a:gd name="csY1687" fmla="*/ 404705 h 793834"/>
              <a:gd name="csX1688" fmla="*/ 1107607 w 3760185"/>
              <a:gd name="csY1688" fmla="*/ 409879 h 793834"/>
              <a:gd name="csX1689" fmla="*/ 1106241 w 3760185"/>
              <a:gd name="csY1689" fmla="*/ 428096 h 793834"/>
              <a:gd name="csX1690" fmla="*/ 1106241 w 3760185"/>
              <a:gd name="csY1690" fmla="*/ 441408 h 793834"/>
              <a:gd name="csX1691" fmla="*/ 1104875 w 3760185"/>
              <a:gd name="csY1691" fmla="*/ 418987 h 793834"/>
              <a:gd name="csX1692" fmla="*/ 1104875 w 3760185"/>
              <a:gd name="csY1692" fmla="*/ 414083 h 793834"/>
              <a:gd name="csX1693" fmla="*/ 1103509 w 3760185"/>
              <a:gd name="csY1693" fmla="*/ 421089 h 793834"/>
              <a:gd name="csX1694" fmla="*/ 1103509 w 3760185"/>
              <a:gd name="csY1694" fmla="*/ 423191 h 793834"/>
              <a:gd name="csX1695" fmla="*/ 1102144 w 3760185"/>
              <a:gd name="csY1695" fmla="*/ 419688 h 793834"/>
              <a:gd name="csX1696" fmla="*/ 1102144 w 3760185"/>
              <a:gd name="csY1696" fmla="*/ 437204 h 793834"/>
              <a:gd name="csX1697" fmla="*/ 1100796 w 3760185"/>
              <a:gd name="csY1697" fmla="*/ 404706 h 793834"/>
              <a:gd name="csX1698" fmla="*/ 1106241 w 3760185"/>
              <a:gd name="csY1698" fmla="*/ 404705 h 793834"/>
              <a:gd name="csX1699" fmla="*/ 1110338 w 3760185"/>
              <a:gd name="csY1699" fmla="*/ 404704 h 793834"/>
              <a:gd name="csX1700" fmla="*/ 1110338 w 3760185"/>
              <a:gd name="csY1700" fmla="*/ 417586 h 793834"/>
              <a:gd name="csX1701" fmla="*/ 1108972 w 3760185"/>
              <a:gd name="csY1701" fmla="*/ 449816 h 793834"/>
              <a:gd name="csX1702" fmla="*/ 1108972 w 3760185"/>
              <a:gd name="csY1702" fmla="*/ 426694 h 793834"/>
              <a:gd name="csX1703" fmla="*/ 1108281 w 3760185"/>
              <a:gd name="csY1703" fmla="*/ 404704 h 793834"/>
              <a:gd name="csX1704" fmla="*/ 1113463 w 3760185"/>
              <a:gd name="csY1704" fmla="*/ 404703 h 793834"/>
              <a:gd name="csX1705" fmla="*/ 1113070 w 3760185"/>
              <a:gd name="csY1705" fmla="*/ 416185 h 793834"/>
              <a:gd name="csX1706" fmla="*/ 1113070 w 3760185"/>
              <a:gd name="csY1706" fmla="*/ 421089 h 793834"/>
              <a:gd name="csX1707" fmla="*/ 1111704 w 3760185"/>
              <a:gd name="csY1707" fmla="*/ 407076 h 793834"/>
              <a:gd name="csX1708" fmla="*/ 1111704 w 3760185"/>
              <a:gd name="csY1708" fmla="*/ 431599 h 793834"/>
              <a:gd name="csX1709" fmla="*/ 1110910 w 3760185"/>
              <a:gd name="csY1709" fmla="*/ 404704 h 793834"/>
              <a:gd name="csX1710" fmla="*/ 1115801 w 3760185"/>
              <a:gd name="csY1710" fmla="*/ 404703 h 793834"/>
              <a:gd name="csX1711" fmla="*/ 1115801 w 3760185"/>
              <a:gd name="csY1711" fmla="*/ 408478 h 793834"/>
              <a:gd name="csX1712" fmla="*/ 1115801 w 3760185"/>
              <a:gd name="csY1712" fmla="*/ 410580 h 793834"/>
              <a:gd name="csX1713" fmla="*/ 1114435 w 3760185"/>
              <a:gd name="csY1713" fmla="*/ 436504 h 793834"/>
              <a:gd name="csX1714" fmla="*/ 1114435 w 3760185"/>
              <a:gd name="csY1714" fmla="*/ 404703 h 793834"/>
              <a:gd name="csX1715" fmla="*/ 1120774 w 3760185"/>
              <a:gd name="csY1715" fmla="*/ 404701 h 793834"/>
              <a:gd name="csX1716" fmla="*/ 1119898 w 3760185"/>
              <a:gd name="csY1716" fmla="*/ 415484 h 793834"/>
              <a:gd name="csX1717" fmla="*/ 1119898 w 3760185"/>
              <a:gd name="csY1717" fmla="*/ 420389 h 793834"/>
              <a:gd name="csX1718" fmla="*/ 1118533 w 3760185"/>
              <a:gd name="csY1718" fmla="*/ 411280 h 793834"/>
              <a:gd name="csX1719" fmla="*/ 1118533 w 3760185"/>
              <a:gd name="csY1719" fmla="*/ 421089 h 793834"/>
              <a:gd name="csX1720" fmla="*/ 1117167 w 3760185"/>
              <a:gd name="csY1720" fmla="*/ 410580 h 793834"/>
              <a:gd name="csX1721" fmla="*/ 1117167 w 3760185"/>
              <a:gd name="csY1721" fmla="*/ 413382 h 793834"/>
              <a:gd name="csX1722" fmla="*/ 1116321 w 3760185"/>
              <a:gd name="csY1722" fmla="*/ 404702 h 793834"/>
              <a:gd name="csX1723" fmla="*/ 1122630 w 3760185"/>
              <a:gd name="csY1723" fmla="*/ 404701 h 793834"/>
              <a:gd name="csX1724" fmla="*/ 1122630 w 3760185"/>
              <a:gd name="csY1724" fmla="*/ 441408 h 793834"/>
              <a:gd name="csX1725" fmla="*/ 1121264 w 3760185"/>
              <a:gd name="csY1725" fmla="*/ 416185 h 793834"/>
              <a:gd name="csX1726" fmla="*/ 1121264 w 3760185"/>
              <a:gd name="csY1726" fmla="*/ 404701 h 793834"/>
              <a:gd name="csX1727" fmla="*/ 1124919 w 3760185"/>
              <a:gd name="csY1727" fmla="*/ 404700 h 793834"/>
              <a:gd name="csX1728" fmla="*/ 1123995 w 3760185"/>
              <a:gd name="csY1728" fmla="*/ 424593 h 793834"/>
              <a:gd name="csX1729" fmla="*/ 1123995 w 3760185"/>
              <a:gd name="csY1729" fmla="*/ 425293 h 793834"/>
              <a:gd name="csX1730" fmla="*/ 1123995 w 3760185"/>
              <a:gd name="csY1730" fmla="*/ 428096 h 793834"/>
              <a:gd name="csX1731" fmla="*/ 1122959 w 3760185"/>
              <a:gd name="csY1731" fmla="*/ 404701 h 793834"/>
              <a:gd name="csX1732" fmla="*/ 1126105 w 3760185"/>
              <a:gd name="csY1732" fmla="*/ 404700 h 793834"/>
              <a:gd name="csX1733" fmla="*/ 1125361 w 3760185"/>
              <a:gd name="csY1733" fmla="*/ 446313 h 793834"/>
              <a:gd name="csX1734" fmla="*/ 1125361 w 3760185"/>
              <a:gd name="csY1734" fmla="*/ 404700 h 793834"/>
              <a:gd name="csX1735" fmla="*/ 1134921 w 3760185"/>
              <a:gd name="csY1735" fmla="*/ 404698 h 793834"/>
              <a:gd name="csX1736" fmla="*/ 1134921 w 3760185"/>
              <a:gd name="csY1736" fmla="*/ 456822 h 793834"/>
              <a:gd name="csX1737" fmla="*/ 1133555 w 3760185"/>
              <a:gd name="csY1737" fmla="*/ 405675 h 793834"/>
              <a:gd name="csX1738" fmla="*/ 1133555 w 3760185"/>
              <a:gd name="csY1738" fmla="*/ 416885 h 793834"/>
              <a:gd name="csX1739" fmla="*/ 1132190 w 3760185"/>
              <a:gd name="csY1739" fmla="*/ 416885 h 793834"/>
              <a:gd name="csX1740" fmla="*/ 1132190 w 3760185"/>
              <a:gd name="csY1740" fmla="*/ 417586 h 793834"/>
              <a:gd name="csX1741" fmla="*/ 1130824 w 3760185"/>
              <a:gd name="csY1741" fmla="*/ 413382 h 793834"/>
              <a:gd name="csX1742" fmla="*/ 1130824 w 3760185"/>
              <a:gd name="csY1742" fmla="*/ 407076 h 793834"/>
              <a:gd name="csX1743" fmla="*/ 1129458 w 3760185"/>
              <a:gd name="csY1743" fmla="*/ 405675 h 793834"/>
              <a:gd name="csX1744" fmla="*/ 1129458 w 3760185"/>
              <a:gd name="csY1744" fmla="*/ 407777 h 793834"/>
              <a:gd name="csX1745" fmla="*/ 1128093 w 3760185"/>
              <a:gd name="csY1745" fmla="*/ 410580 h 793834"/>
              <a:gd name="csX1746" fmla="*/ 1128093 w 3760185"/>
              <a:gd name="csY1746" fmla="*/ 411981 h 793834"/>
              <a:gd name="csX1747" fmla="*/ 1127258 w 3760185"/>
              <a:gd name="csY1747" fmla="*/ 404700 h 793834"/>
              <a:gd name="csX1748" fmla="*/ 1133555 w 3760185"/>
              <a:gd name="csY1748" fmla="*/ 404698 h 793834"/>
              <a:gd name="csX1749" fmla="*/ 1137653 w 3760185"/>
              <a:gd name="csY1749" fmla="*/ 404697 h 793834"/>
              <a:gd name="csX1750" fmla="*/ 1137653 w 3760185"/>
              <a:gd name="csY1750" fmla="*/ 418987 h 793834"/>
              <a:gd name="csX1751" fmla="*/ 1136287 w 3760185"/>
              <a:gd name="csY1751" fmla="*/ 413382 h 793834"/>
              <a:gd name="csX1752" fmla="*/ 1136287 w 3760185"/>
              <a:gd name="csY1752" fmla="*/ 410580 h 793834"/>
              <a:gd name="csX1753" fmla="*/ 1135013 w 3760185"/>
              <a:gd name="csY1753" fmla="*/ 404698 h 793834"/>
              <a:gd name="csX1754" fmla="*/ 1141750 w 3760185"/>
              <a:gd name="csY1754" fmla="*/ 404696 h 793834"/>
              <a:gd name="csX1755" fmla="*/ 1141750 w 3760185"/>
              <a:gd name="csY1755" fmla="*/ 421089 h 793834"/>
              <a:gd name="csX1756" fmla="*/ 1140384 w 3760185"/>
              <a:gd name="csY1756" fmla="*/ 432300 h 793834"/>
              <a:gd name="csX1757" fmla="*/ 1140384 w 3760185"/>
              <a:gd name="csY1757" fmla="*/ 426694 h 793834"/>
              <a:gd name="csX1758" fmla="*/ 1139019 w 3760185"/>
              <a:gd name="csY1758" fmla="*/ 407076 h 793834"/>
              <a:gd name="csX1759" fmla="*/ 1139019 w 3760185"/>
              <a:gd name="csY1759" fmla="*/ 404697 h 793834"/>
              <a:gd name="csX1760" fmla="*/ 1145811 w 3760185"/>
              <a:gd name="csY1760" fmla="*/ 404695 h 793834"/>
              <a:gd name="csX1761" fmla="*/ 1144481 w 3760185"/>
              <a:gd name="csY1761" fmla="*/ 420389 h 793834"/>
              <a:gd name="csX1762" fmla="*/ 1144481 w 3760185"/>
              <a:gd name="csY1762" fmla="*/ 404696 h 793834"/>
              <a:gd name="csX1763" fmla="*/ 1154022 w 3760185"/>
              <a:gd name="csY1763" fmla="*/ 404693 h 793834"/>
              <a:gd name="csX1764" fmla="*/ 1152676 w 3760185"/>
              <a:gd name="csY1764" fmla="*/ 434402 h 793834"/>
              <a:gd name="csX1765" fmla="*/ 1152676 w 3760185"/>
              <a:gd name="csY1765" fmla="*/ 418987 h 793834"/>
              <a:gd name="csX1766" fmla="*/ 1152676 w 3760185"/>
              <a:gd name="csY1766" fmla="*/ 417586 h 793834"/>
              <a:gd name="csX1767" fmla="*/ 1151310 w 3760185"/>
              <a:gd name="csY1767" fmla="*/ 418987 h 793834"/>
              <a:gd name="csX1768" fmla="*/ 1151310 w 3760185"/>
              <a:gd name="csY1768" fmla="*/ 410580 h 793834"/>
              <a:gd name="csX1769" fmla="*/ 1149944 w 3760185"/>
              <a:gd name="csY1769" fmla="*/ 421790 h 793834"/>
              <a:gd name="csX1770" fmla="*/ 1149944 w 3760185"/>
              <a:gd name="csY1770" fmla="*/ 409879 h 793834"/>
              <a:gd name="csX1771" fmla="*/ 1149505 w 3760185"/>
              <a:gd name="csY1771" fmla="*/ 404694 h 793834"/>
              <a:gd name="csX1772" fmla="*/ 1155407 w 3760185"/>
              <a:gd name="csY1772" fmla="*/ 404693 h 793834"/>
              <a:gd name="csX1773" fmla="*/ 1155407 w 3760185"/>
              <a:gd name="csY1773" fmla="*/ 418287 h 793834"/>
              <a:gd name="csX1774" fmla="*/ 1154041 w 3760185"/>
              <a:gd name="csY1774" fmla="*/ 407076 h 793834"/>
              <a:gd name="csX1775" fmla="*/ 1154041 w 3760185"/>
              <a:gd name="csY1775" fmla="*/ 404693 h 793834"/>
              <a:gd name="csX1776" fmla="*/ 1158892 w 3760185"/>
              <a:gd name="csY1776" fmla="*/ 404692 h 793834"/>
              <a:gd name="csX1777" fmla="*/ 1158139 w 3760185"/>
              <a:gd name="csY1777" fmla="*/ 418987 h 793834"/>
              <a:gd name="csX1778" fmla="*/ 1158139 w 3760185"/>
              <a:gd name="csY1778" fmla="*/ 416885 h 793834"/>
              <a:gd name="csX1779" fmla="*/ 1156773 w 3760185"/>
              <a:gd name="csY1779" fmla="*/ 416885 h 793834"/>
              <a:gd name="csX1780" fmla="*/ 1156773 w 3760185"/>
              <a:gd name="csY1780" fmla="*/ 404693 h 793834"/>
              <a:gd name="csX1781" fmla="*/ 1160870 w 3760185"/>
              <a:gd name="csY1781" fmla="*/ 404692 h 793834"/>
              <a:gd name="csX1782" fmla="*/ 1160870 w 3760185"/>
              <a:gd name="csY1782" fmla="*/ 408478 h 793834"/>
              <a:gd name="csX1783" fmla="*/ 1159504 w 3760185"/>
              <a:gd name="csY1783" fmla="*/ 407777 h 793834"/>
              <a:gd name="csX1784" fmla="*/ 1159504 w 3760185"/>
              <a:gd name="csY1784" fmla="*/ 404692 h 793834"/>
              <a:gd name="csX1785" fmla="*/ 1162236 w 3760185"/>
              <a:gd name="csY1785" fmla="*/ 404691 h 793834"/>
              <a:gd name="csX1786" fmla="*/ 1162236 w 3760185"/>
              <a:gd name="csY1786" fmla="*/ 422491 h 793834"/>
              <a:gd name="csX1787" fmla="*/ 1161369 w 3760185"/>
              <a:gd name="csY1787" fmla="*/ 404691 h 793834"/>
              <a:gd name="csX1788" fmla="*/ 1166199 w 3760185"/>
              <a:gd name="csY1788" fmla="*/ 404690 h 793834"/>
              <a:gd name="csX1789" fmla="*/ 1164967 w 3760185"/>
              <a:gd name="csY1789" fmla="*/ 447013 h 793834"/>
              <a:gd name="csX1790" fmla="*/ 1164967 w 3760185"/>
              <a:gd name="csY1790" fmla="*/ 422491 h 793834"/>
              <a:gd name="csX1791" fmla="*/ 1164337 w 3760185"/>
              <a:gd name="csY1791" fmla="*/ 404691 h 793834"/>
              <a:gd name="csX1792" fmla="*/ 1168074 w 3760185"/>
              <a:gd name="csY1792" fmla="*/ 404690 h 793834"/>
              <a:gd name="csX1793" fmla="*/ 1167699 w 3760185"/>
              <a:gd name="csY1793" fmla="*/ 409879 h 793834"/>
              <a:gd name="csX1794" fmla="*/ 1167699 w 3760185"/>
              <a:gd name="csY1794" fmla="*/ 404690 h 793834"/>
              <a:gd name="csX1795" fmla="*/ 1169812 w 3760185"/>
              <a:gd name="csY1795" fmla="*/ 404689 h 793834"/>
              <a:gd name="csX1796" fmla="*/ 1169065 w 3760185"/>
              <a:gd name="csY1796" fmla="*/ 416185 h 793834"/>
              <a:gd name="csX1797" fmla="*/ 1169065 w 3760185"/>
              <a:gd name="csY1797" fmla="*/ 404690 h 793834"/>
              <a:gd name="csX1798" fmla="*/ 1173162 w 3760185"/>
              <a:gd name="csY1798" fmla="*/ 404689 h 793834"/>
              <a:gd name="csX1799" fmla="*/ 1173162 w 3760185"/>
              <a:gd name="csY1799" fmla="*/ 409178 h 793834"/>
              <a:gd name="csX1800" fmla="*/ 1172701 w 3760185"/>
              <a:gd name="csY1800" fmla="*/ 404689 h 793834"/>
              <a:gd name="csX1801" fmla="*/ 1175893 w 3760185"/>
              <a:gd name="csY1801" fmla="*/ 404688 h 793834"/>
              <a:gd name="csX1802" fmla="*/ 1175893 w 3760185"/>
              <a:gd name="csY1802" fmla="*/ 407076 h 793834"/>
              <a:gd name="csX1803" fmla="*/ 1174527 w 3760185"/>
              <a:gd name="csY1803" fmla="*/ 411280 h 793834"/>
              <a:gd name="csX1804" fmla="*/ 1174527 w 3760185"/>
              <a:gd name="csY1804" fmla="*/ 427395 h 793834"/>
              <a:gd name="csX1805" fmla="*/ 1173298 w 3760185"/>
              <a:gd name="csY1805" fmla="*/ 404689 h 793834"/>
              <a:gd name="csX1806" fmla="*/ 1177259 w 3760185"/>
              <a:gd name="csY1806" fmla="*/ 404688 h 793834"/>
              <a:gd name="csX1807" fmla="*/ 1177259 w 3760185"/>
              <a:gd name="csY1807" fmla="*/ 412682 h 793834"/>
              <a:gd name="csX1808" fmla="*/ 1176480 w 3760185"/>
              <a:gd name="csY1808" fmla="*/ 404688 h 793834"/>
              <a:gd name="csX1809" fmla="*/ 1179990 w 3760185"/>
              <a:gd name="csY1809" fmla="*/ 404687 h 793834"/>
              <a:gd name="csX1810" fmla="*/ 1179990 w 3760185"/>
              <a:gd name="csY1810" fmla="*/ 405675 h 793834"/>
              <a:gd name="csX1811" fmla="*/ 1179715 w 3760185"/>
              <a:gd name="csY1811" fmla="*/ 404687 h 793834"/>
              <a:gd name="csX1812" fmla="*/ 1184351 w 3760185"/>
              <a:gd name="csY1812" fmla="*/ 404686 h 793834"/>
              <a:gd name="csX1813" fmla="*/ 1184087 w 3760185"/>
              <a:gd name="csY1813" fmla="*/ 408478 h 793834"/>
              <a:gd name="csX1814" fmla="*/ 1184087 w 3760185"/>
              <a:gd name="csY1814" fmla="*/ 412682 h 793834"/>
              <a:gd name="csX1815" fmla="*/ 1182722 w 3760185"/>
              <a:gd name="csY1815" fmla="*/ 420389 h 793834"/>
              <a:gd name="csX1816" fmla="*/ 1182722 w 3760185"/>
              <a:gd name="csY1816" fmla="*/ 405675 h 793834"/>
              <a:gd name="csX1817" fmla="*/ 1181356 w 3760185"/>
              <a:gd name="csY1817" fmla="*/ 410580 h 793834"/>
              <a:gd name="csX1818" fmla="*/ 1181356 w 3760185"/>
              <a:gd name="csY1818" fmla="*/ 404687 h 793834"/>
              <a:gd name="csX1819" fmla="*/ 1189551 w 3760185"/>
              <a:gd name="csY1819" fmla="*/ 404685 h 793834"/>
              <a:gd name="csX1820" fmla="*/ 1189551 w 3760185"/>
              <a:gd name="csY1820" fmla="*/ 437204 h 793834"/>
              <a:gd name="csX1821" fmla="*/ 1188185 w 3760185"/>
              <a:gd name="csY1821" fmla="*/ 410580 h 793834"/>
              <a:gd name="csX1822" fmla="*/ 1188185 w 3760185"/>
              <a:gd name="csY1822" fmla="*/ 404685 h 793834"/>
              <a:gd name="csX1823" fmla="*/ 1193949 w 3760185"/>
              <a:gd name="csY1823" fmla="*/ 404684 h 793834"/>
              <a:gd name="csX1824" fmla="*/ 1193648 w 3760185"/>
              <a:gd name="csY1824" fmla="*/ 407777 h 793834"/>
              <a:gd name="csX1825" fmla="*/ 1193648 w 3760185"/>
              <a:gd name="csY1825" fmla="*/ 404684 h 793834"/>
              <a:gd name="csX1826" fmla="*/ 1197657 w 3760185"/>
              <a:gd name="csY1826" fmla="*/ 404683 h 793834"/>
              <a:gd name="csX1827" fmla="*/ 1196379 w 3760185"/>
              <a:gd name="csY1827" fmla="*/ 410580 h 793834"/>
              <a:gd name="csX1828" fmla="*/ 1196379 w 3760185"/>
              <a:gd name="csY1828" fmla="*/ 405675 h 793834"/>
              <a:gd name="csX1829" fmla="*/ 1196310 w 3760185"/>
              <a:gd name="csY1829" fmla="*/ 404683 h 793834"/>
              <a:gd name="csX1830" fmla="*/ 1202207 w 3760185"/>
              <a:gd name="csY1830" fmla="*/ 404682 h 793834"/>
              <a:gd name="csX1831" fmla="*/ 1201842 w 3760185"/>
              <a:gd name="csY1831" fmla="*/ 411981 h 793834"/>
              <a:gd name="csX1832" fmla="*/ 1201842 w 3760185"/>
              <a:gd name="csY1832" fmla="*/ 407777 h 793834"/>
              <a:gd name="csX1833" fmla="*/ 1200476 w 3760185"/>
              <a:gd name="csY1833" fmla="*/ 411981 h 793834"/>
              <a:gd name="csX1834" fmla="*/ 1200476 w 3760185"/>
              <a:gd name="csY1834" fmla="*/ 422491 h 793834"/>
              <a:gd name="csX1835" fmla="*/ 1199111 w 3760185"/>
              <a:gd name="csY1835" fmla="*/ 412682 h 793834"/>
              <a:gd name="csX1836" fmla="*/ 1199111 w 3760185"/>
              <a:gd name="csY1836" fmla="*/ 425293 h 793834"/>
              <a:gd name="csX1837" fmla="*/ 1198177 w 3760185"/>
              <a:gd name="csY1837" fmla="*/ 404682 h 793834"/>
              <a:gd name="csX1838" fmla="*/ 1205393 w 3760185"/>
              <a:gd name="csY1838" fmla="*/ 404681 h 793834"/>
              <a:gd name="csX1839" fmla="*/ 1204573 w 3760185"/>
              <a:gd name="csY1839" fmla="*/ 423191 h 793834"/>
              <a:gd name="csX1840" fmla="*/ 1204573 w 3760185"/>
              <a:gd name="csY1840" fmla="*/ 404681 h 793834"/>
              <a:gd name="csX1841" fmla="*/ 1206402 w 3760185"/>
              <a:gd name="csY1841" fmla="*/ 404680 h 793834"/>
              <a:gd name="csX1842" fmla="*/ 1205939 w 3760185"/>
              <a:gd name="csY1842" fmla="*/ 408478 h 793834"/>
              <a:gd name="csX1843" fmla="*/ 1205939 w 3760185"/>
              <a:gd name="csY1843" fmla="*/ 404681 h 793834"/>
              <a:gd name="csX1844" fmla="*/ 1208671 w 3760185"/>
              <a:gd name="csY1844" fmla="*/ 404680 h 793834"/>
              <a:gd name="csX1845" fmla="*/ 1208671 w 3760185"/>
              <a:gd name="csY1845" fmla="*/ 430198 h 793834"/>
              <a:gd name="csX1846" fmla="*/ 1207305 w 3760185"/>
              <a:gd name="csY1846" fmla="*/ 423191 h 793834"/>
              <a:gd name="csX1847" fmla="*/ 1207305 w 3760185"/>
              <a:gd name="csY1847" fmla="*/ 404680 h 793834"/>
              <a:gd name="csX1848" fmla="*/ 1210836 w 3760185"/>
              <a:gd name="csY1848" fmla="*/ 404679 h 793834"/>
              <a:gd name="csX1849" fmla="*/ 1210036 w 3760185"/>
              <a:gd name="csY1849" fmla="*/ 421089 h 793834"/>
              <a:gd name="csX1850" fmla="*/ 1210036 w 3760185"/>
              <a:gd name="csY1850" fmla="*/ 421790 h 793834"/>
              <a:gd name="csX1851" fmla="*/ 1208802 w 3760185"/>
              <a:gd name="csY1851" fmla="*/ 404680 h 793834"/>
              <a:gd name="csX1852" fmla="*/ 1212130 w 3760185"/>
              <a:gd name="csY1852" fmla="*/ 404679 h 793834"/>
              <a:gd name="csX1853" fmla="*/ 1211402 w 3760185"/>
              <a:gd name="csY1853" fmla="*/ 426694 h 793834"/>
              <a:gd name="csX1854" fmla="*/ 1211402 w 3760185"/>
              <a:gd name="csY1854" fmla="*/ 404679 h 793834"/>
              <a:gd name="csX1855" fmla="*/ 1213896 w 3760185"/>
              <a:gd name="csY1855" fmla="*/ 404679 h 793834"/>
              <a:gd name="csX1856" fmla="*/ 1212768 w 3760185"/>
              <a:gd name="csY1856" fmla="*/ 423191 h 793834"/>
              <a:gd name="csX1857" fmla="*/ 1212768 w 3760185"/>
              <a:gd name="csY1857" fmla="*/ 404679 h 793834"/>
              <a:gd name="csX1858" fmla="*/ 1218019 w 3760185"/>
              <a:gd name="csY1858" fmla="*/ 404678 h 793834"/>
              <a:gd name="csX1859" fmla="*/ 1216865 w 3760185"/>
              <a:gd name="csY1859" fmla="*/ 425994 h 793834"/>
              <a:gd name="csX1860" fmla="*/ 1216865 w 3760185"/>
              <a:gd name="csY1860" fmla="*/ 410580 h 793834"/>
              <a:gd name="csX1861" fmla="*/ 1215499 w 3760185"/>
              <a:gd name="csY1861" fmla="*/ 412682 h 793834"/>
              <a:gd name="csX1862" fmla="*/ 1215499 w 3760185"/>
              <a:gd name="csY1862" fmla="*/ 418287 h 793834"/>
              <a:gd name="csX1863" fmla="*/ 1214394 w 3760185"/>
              <a:gd name="csY1863" fmla="*/ 404679 h 793834"/>
              <a:gd name="csX1864" fmla="*/ 1219597 w 3760185"/>
              <a:gd name="csY1864" fmla="*/ 404677 h 793834"/>
              <a:gd name="csX1865" fmla="*/ 1219597 w 3760185"/>
              <a:gd name="csY1865" fmla="*/ 414783 h 793834"/>
              <a:gd name="csX1866" fmla="*/ 1218231 w 3760185"/>
              <a:gd name="csY1866" fmla="*/ 449115 h 793834"/>
              <a:gd name="csX1867" fmla="*/ 1218231 w 3760185"/>
              <a:gd name="csY1867" fmla="*/ 426694 h 793834"/>
              <a:gd name="csX1868" fmla="*/ 1218231 w 3760185"/>
              <a:gd name="csY1868" fmla="*/ 418987 h 793834"/>
              <a:gd name="csX1869" fmla="*/ 1218231 w 3760185"/>
              <a:gd name="csY1869" fmla="*/ 414783 h 793834"/>
              <a:gd name="csX1870" fmla="*/ 1218231 w 3760185"/>
              <a:gd name="csY1870" fmla="*/ 404678 h 793834"/>
              <a:gd name="csX1871" fmla="*/ 1223694 w 3760185"/>
              <a:gd name="csY1871" fmla="*/ 404676 h 793834"/>
              <a:gd name="csX1872" fmla="*/ 1223694 w 3760185"/>
              <a:gd name="csY1872" fmla="*/ 430198 h 793834"/>
              <a:gd name="csX1873" fmla="*/ 1222328 w 3760185"/>
              <a:gd name="csY1873" fmla="*/ 405675 h 793834"/>
              <a:gd name="csX1874" fmla="*/ 1222328 w 3760185"/>
              <a:gd name="csY1874" fmla="*/ 412682 h 793834"/>
              <a:gd name="csX1875" fmla="*/ 1222328 w 3760185"/>
              <a:gd name="csY1875" fmla="*/ 416885 h 793834"/>
              <a:gd name="csX1876" fmla="*/ 1220962 w 3760185"/>
              <a:gd name="csY1876" fmla="*/ 412682 h 793834"/>
              <a:gd name="csX1877" fmla="*/ 1220962 w 3760185"/>
              <a:gd name="csY1877" fmla="*/ 404677 h 793834"/>
              <a:gd name="csX1878" fmla="*/ 1229742 w 3760185"/>
              <a:gd name="csY1878" fmla="*/ 404675 h 793834"/>
              <a:gd name="csX1879" fmla="*/ 1229157 w 3760185"/>
              <a:gd name="csY1879" fmla="*/ 413382 h 793834"/>
              <a:gd name="csX1880" fmla="*/ 1229157 w 3760185"/>
              <a:gd name="csY1880" fmla="*/ 423191 h 793834"/>
              <a:gd name="csX1881" fmla="*/ 1227791 w 3760185"/>
              <a:gd name="csY1881" fmla="*/ 419688 h 793834"/>
              <a:gd name="csX1882" fmla="*/ 1227791 w 3760185"/>
              <a:gd name="csY1882" fmla="*/ 406376 h 793834"/>
              <a:gd name="csX1883" fmla="*/ 1227791 w 3760185"/>
              <a:gd name="csY1883" fmla="*/ 404974 h 793834"/>
              <a:gd name="csX1884" fmla="*/ 1226425 w 3760185"/>
              <a:gd name="csY1884" fmla="*/ 414083 h 793834"/>
              <a:gd name="csX1885" fmla="*/ 1226425 w 3760185"/>
              <a:gd name="csY1885" fmla="*/ 407777 h 793834"/>
              <a:gd name="csX1886" fmla="*/ 1225417 w 3760185"/>
              <a:gd name="csY1886" fmla="*/ 404676 h 793834"/>
              <a:gd name="csX1887" fmla="*/ 1234619 w 3760185"/>
              <a:gd name="csY1887" fmla="*/ 404674 h 793834"/>
              <a:gd name="csX1888" fmla="*/ 1234619 w 3760185"/>
              <a:gd name="csY1888" fmla="*/ 418287 h 793834"/>
              <a:gd name="csX1889" fmla="*/ 1233254 w 3760185"/>
              <a:gd name="csY1889" fmla="*/ 411280 h 793834"/>
              <a:gd name="csX1890" fmla="*/ 1233254 w 3760185"/>
              <a:gd name="csY1890" fmla="*/ 412682 h 793834"/>
              <a:gd name="csX1891" fmla="*/ 1231888 w 3760185"/>
              <a:gd name="csY1891" fmla="*/ 414083 h 793834"/>
              <a:gd name="csX1892" fmla="*/ 1231888 w 3760185"/>
              <a:gd name="csY1892" fmla="*/ 436504 h 793834"/>
              <a:gd name="csX1893" fmla="*/ 1230522 w 3760185"/>
              <a:gd name="csY1893" fmla="*/ 433000 h 793834"/>
              <a:gd name="csX1894" fmla="*/ 1230522 w 3760185"/>
              <a:gd name="csY1894" fmla="*/ 404675 h 793834"/>
              <a:gd name="csX1895" fmla="*/ 1238050 w 3760185"/>
              <a:gd name="csY1895" fmla="*/ 404673 h 793834"/>
              <a:gd name="csX1896" fmla="*/ 1237351 w 3760185"/>
              <a:gd name="csY1896" fmla="*/ 418287 h 793834"/>
              <a:gd name="csX1897" fmla="*/ 1237351 w 3760185"/>
              <a:gd name="csY1897" fmla="*/ 416885 h 793834"/>
              <a:gd name="csX1898" fmla="*/ 1235985 w 3760185"/>
              <a:gd name="csY1898" fmla="*/ 427395 h 793834"/>
              <a:gd name="csX1899" fmla="*/ 1235985 w 3760185"/>
              <a:gd name="csY1899" fmla="*/ 438605 h 793834"/>
              <a:gd name="csX1900" fmla="*/ 1234951 w 3760185"/>
              <a:gd name="csY1900" fmla="*/ 404674 h 793834"/>
              <a:gd name="csX1901" fmla="*/ 1242335 w 3760185"/>
              <a:gd name="csY1901" fmla="*/ 404672 h 793834"/>
              <a:gd name="csX1902" fmla="*/ 1241448 w 3760185"/>
              <a:gd name="csY1902" fmla="*/ 419688 h 793834"/>
              <a:gd name="csX1903" fmla="*/ 1241448 w 3760185"/>
              <a:gd name="csY1903" fmla="*/ 421089 h 793834"/>
              <a:gd name="csX1904" fmla="*/ 1241448 w 3760185"/>
              <a:gd name="csY1904" fmla="*/ 424593 h 793834"/>
              <a:gd name="csX1905" fmla="*/ 1240083 w 3760185"/>
              <a:gd name="csY1905" fmla="*/ 433701 h 793834"/>
              <a:gd name="csX1906" fmla="*/ 1240083 w 3760185"/>
              <a:gd name="csY1906" fmla="*/ 411981 h 793834"/>
              <a:gd name="csX1907" fmla="*/ 1238717 w 3760185"/>
              <a:gd name="csY1907" fmla="*/ 414783 h 793834"/>
              <a:gd name="csX1908" fmla="*/ 1238717 w 3760185"/>
              <a:gd name="csY1908" fmla="*/ 404673 h 793834"/>
              <a:gd name="csX1909" fmla="*/ 1245545 w 3760185"/>
              <a:gd name="csY1909" fmla="*/ 404671 h 793834"/>
              <a:gd name="csX1910" fmla="*/ 1245545 w 3760185"/>
              <a:gd name="csY1910" fmla="*/ 407777 h 793834"/>
              <a:gd name="csX1911" fmla="*/ 1244180 w 3760185"/>
              <a:gd name="csY1911" fmla="*/ 411280 h 793834"/>
              <a:gd name="csX1912" fmla="*/ 1244180 w 3760185"/>
              <a:gd name="csY1912" fmla="*/ 430898 h 793834"/>
              <a:gd name="csX1913" fmla="*/ 1242814 w 3760185"/>
              <a:gd name="csY1913" fmla="*/ 407076 h 793834"/>
              <a:gd name="csX1914" fmla="*/ 1242814 w 3760185"/>
              <a:gd name="csY1914" fmla="*/ 404672 h 793834"/>
              <a:gd name="csX1915" fmla="*/ 1249643 w 3760185"/>
              <a:gd name="csY1915" fmla="*/ 404670 h 793834"/>
              <a:gd name="csX1916" fmla="*/ 1249643 w 3760185"/>
              <a:gd name="csY1916" fmla="*/ 407777 h 793834"/>
              <a:gd name="csX1917" fmla="*/ 1248277 w 3760185"/>
              <a:gd name="csY1917" fmla="*/ 417586 h 793834"/>
              <a:gd name="csX1918" fmla="*/ 1248277 w 3760185"/>
              <a:gd name="csY1918" fmla="*/ 432300 h 793834"/>
              <a:gd name="csX1919" fmla="*/ 1246911 w 3760185"/>
              <a:gd name="csY1919" fmla="*/ 426694 h 793834"/>
              <a:gd name="csX1920" fmla="*/ 1246911 w 3760185"/>
              <a:gd name="csY1920" fmla="*/ 404671 h 793834"/>
              <a:gd name="csX1921" fmla="*/ 1251008 w 3760185"/>
              <a:gd name="csY1921" fmla="*/ 404670 h 793834"/>
              <a:gd name="csX1922" fmla="*/ 1251008 w 3760185"/>
              <a:gd name="csY1922" fmla="*/ 411280 h 793834"/>
              <a:gd name="csX1923" fmla="*/ 1251008 w 3760185"/>
              <a:gd name="csY1923" fmla="*/ 414783 h 793834"/>
              <a:gd name="csX1924" fmla="*/ 1250113 w 3760185"/>
              <a:gd name="csY1924" fmla="*/ 404670 h 793834"/>
              <a:gd name="csX1925" fmla="*/ 1252619 w 3760185"/>
              <a:gd name="csY1925" fmla="*/ 404669 h 793834"/>
              <a:gd name="csX1926" fmla="*/ 1252374 w 3760185"/>
              <a:gd name="csY1926" fmla="*/ 410580 h 793834"/>
              <a:gd name="csX1927" fmla="*/ 1252374 w 3760185"/>
              <a:gd name="csY1927" fmla="*/ 438605 h 793834"/>
              <a:gd name="csX1928" fmla="*/ 1251537 w 3760185"/>
              <a:gd name="csY1928" fmla="*/ 404669 h 793834"/>
              <a:gd name="csX1929" fmla="*/ 1255609 w 3760185"/>
              <a:gd name="csY1929" fmla="*/ 404669 h 793834"/>
              <a:gd name="csX1930" fmla="*/ 1255105 w 3760185"/>
              <a:gd name="csY1930" fmla="*/ 417586 h 793834"/>
              <a:gd name="csX1931" fmla="*/ 1253740 w 3760185"/>
              <a:gd name="csY1931" fmla="*/ 413382 h 793834"/>
              <a:gd name="csX1932" fmla="*/ 1253740 w 3760185"/>
              <a:gd name="csY1932" fmla="*/ 404669 h 793834"/>
              <a:gd name="csX1933" fmla="*/ 1257404 w 3760185"/>
              <a:gd name="csY1933" fmla="*/ 404668 h 793834"/>
              <a:gd name="csX1934" fmla="*/ 1256471 w 3760185"/>
              <a:gd name="csY1934" fmla="*/ 465931 h 793834"/>
              <a:gd name="csX1935" fmla="*/ 1256471 w 3760185"/>
              <a:gd name="csY1935" fmla="*/ 404668 h 793834"/>
              <a:gd name="csX1936" fmla="*/ 1260160 w 3760185"/>
              <a:gd name="csY1936" fmla="*/ 404667 h 793834"/>
              <a:gd name="csX1937" fmla="*/ 1259203 w 3760185"/>
              <a:gd name="csY1937" fmla="*/ 425293 h 793834"/>
              <a:gd name="csX1938" fmla="*/ 1259203 w 3760185"/>
              <a:gd name="csY1938" fmla="*/ 420389 h 793834"/>
              <a:gd name="csX1939" fmla="*/ 1257837 w 3760185"/>
              <a:gd name="csY1939" fmla="*/ 449816 h 793834"/>
              <a:gd name="csX1940" fmla="*/ 1257837 w 3760185"/>
              <a:gd name="csY1940" fmla="*/ 404668 h 793834"/>
              <a:gd name="csX1941" fmla="*/ 1264311 w 3760185"/>
              <a:gd name="csY1941" fmla="*/ 404666 h 793834"/>
              <a:gd name="csX1942" fmla="*/ 1263300 w 3760185"/>
              <a:gd name="csY1942" fmla="*/ 433701 h 793834"/>
              <a:gd name="csX1943" fmla="*/ 1263300 w 3760185"/>
              <a:gd name="csY1943" fmla="*/ 404974 h 793834"/>
              <a:gd name="csX1944" fmla="*/ 1261934 w 3760185"/>
              <a:gd name="csY1944" fmla="*/ 456822 h 793834"/>
              <a:gd name="csX1945" fmla="*/ 1261934 w 3760185"/>
              <a:gd name="csY1945" fmla="*/ 404667 h 793834"/>
              <a:gd name="csX1946" fmla="*/ 1265578 w 3760185"/>
              <a:gd name="csY1946" fmla="*/ 404666 h 793834"/>
              <a:gd name="csX1947" fmla="*/ 1264666 w 3760185"/>
              <a:gd name="csY1947" fmla="*/ 433701 h 793834"/>
              <a:gd name="csX1948" fmla="*/ 1264666 w 3760185"/>
              <a:gd name="csY1948" fmla="*/ 409178 h 793834"/>
              <a:gd name="csX1949" fmla="*/ 1264666 w 3760185"/>
              <a:gd name="csY1949" fmla="*/ 404666 h 793834"/>
              <a:gd name="csX1950" fmla="*/ 1267397 w 3760185"/>
              <a:gd name="csY1950" fmla="*/ 404666 h 793834"/>
              <a:gd name="csX1951" fmla="*/ 1267397 w 3760185"/>
              <a:gd name="csY1951" fmla="*/ 414783 h 793834"/>
              <a:gd name="csX1952" fmla="*/ 1267221 w 3760185"/>
              <a:gd name="csY1952" fmla="*/ 404666 h 793834"/>
              <a:gd name="csX1953" fmla="*/ 1269670 w 3760185"/>
              <a:gd name="csY1953" fmla="*/ 404665 h 793834"/>
              <a:gd name="csX1954" fmla="*/ 1268763 w 3760185"/>
              <a:gd name="csY1954" fmla="*/ 447013 h 793834"/>
              <a:gd name="csX1955" fmla="*/ 1268763 w 3760185"/>
              <a:gd name="csY1955" fmla="*/ 461727 h 793834"/>
              <a:gd name="csX1956" fmla="*/ 1267851 w 3760185"/>
              <a:gd name="csY1956" fmla="*/ 404666 h 793834"/>
              <a:gd name="csX1957" fmla="*/ 1271494 w 3760185"/>
              <a:gd name="csY1957" fmla="*/ 404665 h 793834"/>
              <a:gd name="csX1958" fmla="*/ 1271494 w 3760185"/>
              <a:gd name="csY1958" fmla="*/ 416885 h 793834"/>
              <a:gd name="csX1959" fmla="*/ 1270953 w 3760185"/>
              <a:gd name="csY1959" fmla="*/ 404665 h 793834"/>
              <a:gd name="csX1960" fmla="*/ 1272860 w 3760185"/>
              <a:gd name="csY1960" fmla="*/ 404664 h 793834"/>
              <a:gd name="csX1961" fmla="*/ 1272860 w 3760185"/>
              <a:gd name="csY1961" fmla="*/ 462427 h 793834"/>
              <a:gd name="csX1962" fmla="*/ 1271566 w 3760185"/>
              <a:gd name="csY1962" fmla="*/ 404665 h 793834"/>
              <a:gd name="csX1963" fmla="*/ 1274792 w 3760185"/>
              <a:gd name="csY1963" fmla="*/ 404664 h 793834"/>
              <a:gd name="csX1964" fmla="*/ 1274226 w 3760185"/>
              <a:gd name="csY1964" fmla="*/ 421790 h 793834"/>
              <a:gd name="csX1965" fmla="*/ 1274226 w 3760185"/>
              <a:gd name="csY1965" fmla="*/ 404664 h 793834"/>
              <a:gd name="csX1966" fmla="*/ 1276492 w 3760185"/>
              <a:gd name="csY1966" fmla="*/ 404663 h 793834"/>
              <a:gd name="csX1967" fmla="*/ 1275591 w 3760185"/>
              <a:gd name="csY1967" fmla="*/ 418987 h 793834"/>
              <a:gd name="csX1968" fmla="*/ 1275591 w 3760185"/>
              <a:gd name="csY1968" fmla="*/ 404664 h 793834"/>
              <a:gd name="csX1969" fmla="*/ 1279689 w 3760185"/>
              <a:gd name="csY1969" fmla="*/ 404663 h 793834"/>
              <a:gd name="csX1970" fmla="*/ 1279689 w 3760185"/>
              <a:gd name="csY1970" fmla="*/ 428796 h 793834"/>
              <a:gd name="csX1971" fmla="*/ 1278323 w 3760185"/>
              <a:gd name="csY1971" fmla="*/ 411981 h 793834"/>
              <a:gd name="csX1972" fmla="*/ 1278323 w 3760185"/>
              <a:gd name="csY1972" fmla="*/ 406376 h 793834"/>
              <a:gd name="csX1973" fmla="*/ 1278306 w 3760185"/>
              <a:gd name="csY1973" fmla="*/ 404663 h 793834"/>
              <a:gd name="csX1974" fmla="*/ 1281054 w 3760185"/>
              <a:gd name="csY1974" fmla="*/ 404662 h 793834"/>
              <a:gd name="csX1975" fmla="*/ 1281054 w 3760185"/>
              <a:gd name="csY1975" fmla="*/ 427395 h 793834"/>
              <a:gd name="csX1976" fmla="*/ 1279974 w 3760185"/>
              <a:gd name="csY1976" fmla="*/ 404663 h 793834"/>
              <a:gd name="csX1977" fmla="*/ 1284095 w 3760185"/>
              <a:gd name="csY1977" fmla="*/ 404662 h 793834"/>
              <a:gd name="csX1978" fmla="*/ 1283786 w 3760185"/>
              <a:gd name="csY1978" fmla="*/ 426694 h 793834"/>
              <a:gd name="csX1979" fmla="*/ 1283786 w 3760185"/>
              <a:gd name="csY1979" fmla="*/ 504466 h 793834"/>
              <a:gd name="csX1980" fmla="*/ 1282420 w 3760185"/>
              <a:gd name="csY1980" fmla="*/ 423191 h 793834"/>
              <a:gd name="csX1981" fmla="*/ 1282420 w 3760185"/>
              <a:gd name="csY1981" fmla="*/ 404662 h 793834"/>
              <a:gd name="csX1982" fmla="*/ 1283786 w 3760185"/>
              <a:gd name="csY1982" fmla="*/ 404662 h 793834"/>
              <a:gd name="csX1983" fmla="*/ 1285732 w 3760185"/>
              <a:gd name="csY1983" fmla="*/ 404661 h 793834"/>
              <a:gd name="csX1984" fmla="*/ 1285151 w 3760185"/>
              <a:gd name="csY1984" fmla="*/ 458924 h 793834"/>
              <a:gd name="csX1985" fmla="*/ 1285151 w 3760185"/>
              <a:gd name="csY1985" fmla="*/ 404661 h 793834"/>
              <a:gd name="csX1986" fmla="*/ 1287883 w 3760185"/>
              <a:gd name="csY1986" fmla="*/ 404661 h 793834"/>
              <a:gd name="csX1987" fmla="*/ 1287883 w 3760185"/>
              <a:gd name="csY1987" fmla="*/ 440707 h 793834"/>
              <a:gd name="csX1988" fmla="*/ 1287102 w 3760185"/>
              <a:gd name="csY1988" fmla="*/ 404661 h 793834"/>
              <a:gd name="csX1989" fmla="*/ 1291100 w 3760185"/>
              <a:gd name="csY1989" fmla="*/ 404660 h 793834"/>
              <a:gd name="csX1990" fmla="*/ 1290615 w 3760185"/>
              <a:gd name="csY1990" fmla="*/ 478542 h 793834"/>
              <a:gd name="csX1991" fmla="*/ 1290615 w 3760185"/>
              <a:gd name="csY1991" fmla="*/ 404660 h 793834"/>
              <a:gd name="csX1992" fmla="*/ 1293346 w 3760185"/>
              <a:gd name="csY1992" fmla="*/ 404659 h 793834"/>
              <a:gd name="csX1993" fmla="*/ 1293346 w 3760185"/>
              <a:gd name="csY1993" fmla="*/ 434402 h 793834"/>
              <a:gd name="csX1994" fmla="*/ 1292723 w 3760185"/>
              <a:gd name="csY1994" fmla="*/ 404659 h 793834"/>
              <a:gd name="csX1995" fmla="*/ 1297030 w 3760185"/>
              <a:gd name="csY1995" fmla="*/ 404658 h 793834"/>
              <a:gd name="csX1996" fmla="*/ 1296077 w 3760185"/>
              <a:gd name="csY1996" fmla="*/ 470135 h 793834"/>
              <a:gd name="csX1997" fmla="*/ 1296077 w 3760185"/>
              <a:gd name="csY1997" fmla="*/ 404659 h 793834"/>
              <a:gd name="csX1998" fmla="*/ 1300175 w 3760185"/>
              <a:gd name="csY1998" fmla="*/ 404658 h 793834"/>
              <a:gd name="csX1999" fmla="*/ 1300175 w 3760185"/>
              <a:gd name="csY1999" fmla="*/ 547206 h 793834"/>
              <a:gd name="csX2000" fmla="*/ 1298813 w 3760185"/>
              <a:gd name="csY2000" fmla="*/ 404658 h 793834"/>
              <a:gd name="csX2001" fmla="*/ 1305185 w 3760185"/>
              <a:gd name="csY2001" fmla="*/ 404656 h 793834"/>
              <a:gd name="csX2002" fmla="*/ 1304272 w 3760185"/>
              <a:gd name="csY2002" fmla="*/ 496059 h 793834"/>
              <a:gd name="csX2003" fmla="*/ 1304272 w 3760185"/>
              <a:gd name="csY2003" fmla="*/ 404657 h 793834"/>
              <a:gd name="csX2004" fmla="*/ 1306085 w 3760185"/>
              <a:gd name="csY2004" fmla="*/ 404656 h 793834"/>
              <a:gd name="csX2005" fmla="*/ 1305637 w 3760185"/>
              <a:gd name="csY2005" fmla="*/ 413382 h 793834"/>
              <a:gd name="csX2006" fmla="*/ 1305637 w 3760185"/>
              <a:gd name="csY2006" fmla="*/ 404656 h 793834"/>
              <a:gd name="csX2007" fmla="*/ 1308369 w 3760185"/>
              <a:gd name="csY2007" fmla="*/ 404656 h 793834"/>
              <a:gd name="csX2008" fmla="*/ 1308369 w 3760185"/>
              <a:gd name="csY2008" fmla="*/ 427395 h 793834"/>
              <a:gd name="csX2009" fmla="*/ 1307003 w 3760185"/>
              <a:gd name="csY2009" fmla="*/ 414083 h 793834"/>
              <a:gd name="csX2010" fmla="*/ 1307003 w 3760185"/>
              <a:gd name="csY2010" fmla="*/ 404656 h 793834"/>
              <a:gd name="csX2011" fmla="*/ 1310350 w 3760185"/>
              <a:gd name="csY2011" fmla="*/ 404655 h 793834"/>
              <a:gd name="csX2012" fmla="*/ 1309735 w 3760185"/>
              <a:gd name="csY2012" fmla="*/ 456122 h 793834"/>
              <a:gd name="csX2013" fmla="*/ 1309735 w 3760185"/>
              <a:gd name="csY2013" fmla="*/ 455421 h 793834"/>
              <a:gd name="csX2014" fmla="*/ 1308793 w 3760185"/>
              <a:gd name="csY2014" fmla="*/ 404656 h 793834"/>
              <a:gd name="csX2015" fmla="*/ 1311762 w 3760185"/>
              <a:gd name="csY2015" fmla="*/ 404655 h 793834"/>
              <a:gd name="csX2016" fmla="*/ 1311100 w 3760185"/>
              <a:gd name="csY2016" fmla="*/ 461727 h 793834"/>
              <a:gd name="csX2017" fmla="*/ 1311100 w 3760185"/>
              <a:gd name="csY2017" fmla="*/ 404655 h 793834"/>
              <a:gd name="csX2018" fmla="*/ 1313832 w 3760185"/>
              <a:gd name="csY2018" fmla="*/ 404654 h 793834"/>
              <a:gd name="csX2019" fmla="*/ 1313832 w 3760185"/>
              <a:gd name="csY2019" fmla="*/ 434402 h 793834"/>
              <a:gd name="csX2020" fmla="*/ 1312466 w 3760185"/>
              <a:gd name="csY2020" fmla="*/ 501664 h 793834"/>
              <a:gd name="csX2021" fmla="*/ 1312466 w 3760185"/>
              <a:gd name="csY2021" fmla="*/ 404655 h 793834"/>
              <a:gd name="csX2022" fmla="*/ 1315618 w 3760185"/>
              <a:gd name="csY2022" fmla="*/ 404654 h 793834"/>
              <a:gd name="csX2023" fmla="*/ 1315198 w 3760185"/>
              <a:gd name="csY2023" fmla="*/ 423191 h 793834"/>
              <a:gd name="csX2024" fmla="*/ 1315198 w 3760185"/>
              <a:gd name="csY2024" fmla="*/ 456122 h 793834"/>
              <a:gd name="csX2025" fmla="*/ 1314709 w 3760185"/>
              <a:gd name="csY2025" fmla="*/ 404654 h 793834"/>
              <a:gd name="csX2026" fmla="*/ 1317929 w 3760185"/>
              <a:gd name="csY2026" fmla="*/ 404653 h 793834"/>
              <a:gd name="csX2027" fmla="*/ 1317929 w 3760185"/>
              <a:gd name="csY2027" fmla="*/ 435102 h 793834"/>
              <a:gd name="csX2028" fmla="*/ 1316563 w 3760185"/>
              <a:gd name="csY2028" fmla="*/ 411280 h 793834"/>
              <a:gd name="csX2029" fmla="*/ 1316563 w 3760185"/>
              <a:gd name="csY2029" fmla="*/ 404654 h 793834"/>
              <a:gd name="csX2030" fmla="*/ 1320661 w 3760185"/>
              <a:gd name="csY2030" fmla="*/ 404653 h 793834"/>
              <a:gd name="csX2031" fmla="*/ 1320661 w 3760185"/>
              <a:gd name="csY2031" fmla="*/ 456822 h 793834"/>
              <a:gd name="csX2032" fmla="*/ 1319295 w 3760185"/>
              <a:gd name="csY2032" fmla="*/ 454020 h 793834"/>
              <a:gd name="csX2033" fmla="*/ 1319295 w 3760185"/>
              <a:gd name="csY2033" fmla="*/ 404653 h 793834"/>
              <a:gd name="csX2034" fmla="*/ 1323392 w 3760185"/>
              <a:gd name="csY2034" fmla="*/ 404652 h 793834"/>
              <a:gd name="csX2035" fmla="*/ 1323392 w 3760185"/>
              <a:gd name="csY2035" fmla="*/ 505868 h 793834"/>
              <a:gd name="csX2036" fmla="*/ 1322420 w 3760185"/>
              <a:gd name="csY2036" fmla="*/ 404652 h 793834"/>
              <a:gd name="csX2037" fmla="*/ 1325804 w 3760185"/>
              <a:gd name="csY2037" fmla="*/ 404651 h 793834"/>
              <a:gd name="csX2038" fmla="*/ 1324758 w 3760185"/>
              <a:gd name="csY2038" fmla="*/ 435803 h 793834"/>
              <a:gd name="csX2039" fmla="*/ 1324758 w 3760185"/>
              <a:gd name="csY2039" fmla="*/ 475039 h 793834"/>
              <a:gd name="csX2040" fmla="*/ 1324047 w 3760185"/>
              <a:gd name="csY2040" fmla="*/ 404652 h 793834"/>
              <a:gd name="csX2041" fmla="*/ 1328171 w 3760185"/>
              <a:gd name="csY2041" fmla="*/ 404651 h 793834"/>
              <a:gd name="csX2042" fmla="*/ 1327489 w 3760185"/>
              <a:gd name="csY2042" fmla="*/ 427395 h 793834"/>
              <a:gd name="csX2043" fmla="*/ 1327489 w 3760185"/>
              <a:gd name="csY2043" fmla="*/ 404651 h 793834"/>
              <a:gd name="csX2044" fmla="*/ 1330304 w 3760185"/>
              <a:gd name="csY2044" fmla="*/ 404650 h 793834"/>
              <a:gd name="csX2045" fmla="*/ 1330221 w 3760185"/>
              <a:gd name="csY2045" fmla="*/ 405675 h 793834"/>
              <a:gd name="csX2046" fmla="*/ 1330221 w 3760185"/>
              <a:gd name="csY2046" fmla="*/ 439306 h 793834"/>
              <a:gd name="csX2047" fmla="*/ 1329628 w 3760185"/>
              <a:gd name="csY2047" fmla="*/ 404650 h 793834"/>
              <a:gd name="csX2048" fmla="*/ 1330221 w 3760185"/>
              <a:gd name="csY2048" fmla="*/ 404650 h 793834"/>
              <a:gd name="csX2049" fmla="*/ 1335683 w 3760185"/>
              <a:gd name="csY2049" fmla="*/ 404649 h 793834"/>
              <a:gd name="csX2050" fmla="*/ 1335683 w 3760185"/>
              <a:gd name="csY2050" fmla="*/ 498160 h 793834"/>
              <a:gd name="csX2051" fmla="*/ 1334318 w 3760185"/>
              <a:gd name="csY2051" fmla="*/ 461727 h 793834"/>
              <a:gd name="csX2052" fmla="*/ 1334318 w 3760185"/>
              <a:gd name="csY2052" fmla="*/ 465230 h 793834"/>
              <a:gd name="csX2053" fmla="*/ 1333456 w 3760185"/>
              <a:gd name="csY2053" fmla="*/ 404650 h 793834"/>
              <a:gd name="csX2054" fmla="*/ 1338415 w 3760185"/>
              <a:gd name="csY2054" fmla="*/ 404648 h 793834"/>
              <a:gd name="csX2055" fmla="*/ 1338415 w 3760185"/>
              <a:gd name="csY2055" fmla="*/ 430898 h 793834"/>
              <a:gd name="csX2056" fmla="*/ 1338089 w 3760185"/>
              <a:gd name="csY2056" fmla="*/ 404648 h 793834"/>
              <a:gd name="csX2057" fmla="*/ 1339781 w 3760185"/>
              <a:gd name="csY2057" fmla="*/ 404648 h 793834"/>
              <a:gd name="csX2058" fmla="*/ 1339781 w 3760185"/>
              <a:gd name="csY2058" fmla="*/ 458224 h 793834"/>
              <a:gd name="csX2059" fmla="*/ 1339781 w 3760185"/>
              <a:gd name="csY2059" fmla="*/ 503065 h 793834"/>
              <a:gd name="csX2060" fmla="*/ 1338611 w 3760185"/>
              <a:gd name="csY2060" fmla="*/ 404648 h 793834"/>
              <a:gd name="csX2061" fmla="*/ 1343878 w 3760185"/>
              <a:gd name="csY2061" fmla="*/ 404647 h 793834"/>
              <a:gd name="csX2062" fmla="*/ 1343878 w 3760185"/>
              <a:gd name="csY2062" fmla="*/ 460326 h 793834"/>
              <a:gd name="csX2063" fmla="*/ 1342512 w 3760185"/>
              <a:gd name="csY2063" fmla="*/ 534594 h 793834"/>
              <a:gd name="csX2064" fmla="*/ 1342512 w 3760185"/>
              <a:gd name="csY2064" fmla="*/ 440007 h 793834"/>
              <a:gd name="csX2065" fmla="*/ 1341147 w 3760185"/>
              <a:gd name="csY2065" fmla="*/ 454020 h 793834"/>
              <a:gd name="csX2066" fmla="*/ 1341147 w 3760185"/>
              <a:gd name="csY2066" fmla="*/ 404648 h 793834"/>
              <a:gd name="csX2067" fmla="*/ 1347807 w 3760185"/>
              <a:gd name="csY2067" fmla="*/ 404646 h 793834"/>
              <a:gd name="csX2068" fmla="*/ 1346609 w 3760185"/>
              <a:gd name="csY2068" fmla="*/ 482046 h 793834"/>
              <a:gd name="csX2069" fmla="*/ 1346609 w 3760185"/>
              <a:gd name="csY2069" fmla="*/ 438605 h 793834"/>
              <a:gd name="csX2070" fmla="*/ 1345244 w 3760185"/>
              <a:gd name="csY2070" fmla="*/ 435102 h 793834"/>
              <a:gd name="csX2071" fmla="*/ 1345244 w 3760185"/>
              <a:gd name="csY2071" fmla="*/ 404974 h 793834"/>
              <a:gd name="csX2072" fmla="*/ 1345244 w 3760185"/>
              <a:gd name="csY2072" fmla="*/ 404647 h 793834"/>
              <a:gd name="csX2073" fmla="*/ 1350479 w 3760185"/>
              <a:gd name="csY2073" fmla="*/ 404645 h 793834"/>
              <a:gd name="csX2074" fmla="*/ 1349341 w 3760185"/>
              <a:gd name="csY2074" fmla="*/ 581537 h 793834"/>
              <a:gd name="csX2075" fmla="*/ 1349341 w 3760185"/>
              <a:gd name="csY2075" fmla="*/ 474338 h 793834"/>
              <a:gd name="csX2076" fmla="*/ 1349341 w 3760185"/>
              <a:gd name="csY2076" fmla="*/ 407777 h 793834"/>
              <a:gd name="csX2077" fmla="*/ 1347975 w 3760185"/>
              <a:gd name="csY2077" fmla="*/ 411981 h 793834"/>
              <a:gd name="csX2078" fmla="*/ 1347975 w 3760185"/>
              <a:gd name="csY2078" fmla="*/ 404646 h 793834"/>
              <a:gd name="csX2079" fmla="*/ 1352072 w 3760185"/>
              <a:gd name="csY2079" fmla="*/ 404645 h 793834"/>
              <a:gd name="csX2080" fmla="*/ 1352072 w 3760185"/>
              <a:gd name="csY2080" fmla="*/ 466631 h 793834"/>
              <a:gd name="csX2081" fmla="*/ 1350888 w 3760185"/>
              <a:gd name="csY2081" fmla="*/ 404645 h 793834"/>
              <a:gd name="csX2082" fmla="*/ 1354455 w 3760185"/>
              <a:gd name="csY2082" fmla="*/ 404644 h 793834"/>
              <a:gd name="csX2083" fmla="*/ 1353438 w 3760185"/>
              <a:gd name="csY2083" fmla="*/ 530390 h 793834"/>
              <a:gd name="csX2084" fmla="*/ 1353438 w 3760185"/>
              <a:gd name="csY2084" fmla="*/ 404645 h 793834"/>
              <a:gd name="csX2085" fmla="*/ 1359955 w 3760185"/>
              <a:gd name="csY2085" fmla="*/ 404643 h 793834"/>
              <a:gd name="csX2086" fmla="*/ 1358901 w 3760185"/>
              <a:gd name="csY2086" fmla="*/ 538097 h 793834"/>
              <a:gd name="csX2087" fmla="*/ 1358901 w 3760185"/>
              <a:gd name="csY2087" fmla="*/ 527588 h 793834"/>
              <a:gd name="csX2088" fmla="*/ 1358901 w 3760185"/>
              <a:gd name="csY2088" fmla="*/ 506568 h 793834"/>
              <a:gd name="csX2089" fmla="*/ 1357535 w 3760185"/>
              <a:gd name="csY2089" fmla="*/ 412682 h 793834"/>
              <a:gd name="csX2090" fmla="*/ 1357535 w 3760185"/>
              <a:gd name="csY2090" fmla="*/ 555614 h 793834"/>
              <a:gd name="csX2091" fmla="*/ 1356169 w 3760185"/>
              <a:gd name="csY2091" fmla="*/ 430198 h 793834"/>
              <a:gd name="csX2092" fmla="*/ 1356169 w 3760185"/>
              <a:gd name="csY2092" fmla="*/ 463829 h 793834"/>
              <a:gd name="csX2093" fmla="*/ 1354804 w 3760185"/>
              <a:gd name="csY2093" fmla="*/ 423892 h 793834"/>
              <a:gd name="csX2094" fmla="*/ 1354804 w 3760185"/>
              <a:gd name="csY2094" fmla="*/ 404644 h 793834"/>
              <a:gd name="csX2095" fmla="*/ 1360980 w 3760185"/>
              <a:gd name="csY2095" fmla="*/ 404643 h 793834"/>
              <a:gd name="csX2096" fmla="*/ 1360267 w 3760185"/>
              <a:gd name="csY2096" fmla="*/ 478542 h 793834"/>
              <a:gd name="csX2097" fmla="*/ 1360267 w 3760185"/>
              <a:gd name="csY2097" fmla="*/ 404643 h 793834"/>
              <a:gd name="csX2098" fmla="*/ 1362998 w 3760185"/>
              <a:gd name="csY2098" fmla="*/ 404642 h 793834"/>
              <a:gd name="csX2099" fmla="*/ 1362998 w 3760185"/>
              <a:gd name="csY2099" fmla="*/ 508670 h 793834"/>
              <a:gd name="csX2100" fmla="*/ 1362998 w 3760185"/>
              <a:gd name="csY2100" fmla="*/ 547206 h 793834"/>
              <a:gd name="csX2101" fmla="*/ 1361632 w 3760185"/>
              <a:gd name="csY2101" fmla="*/ 471536 h 793834"/>
              <a:gd name="csX2102" fmla="*/ 1361632 w 3760185"/>
              <a:gd name="csY2102" fmla="*/ 404643 h 793834"/>
              <a:gd name="csX2103" fmla="*/ 1365730 w 3760185"/>
              <a:gd name="csY2103" fmla="*/ 404642 h 793834"/>
              <a:gd name="csX2104" fmla="*/ 1365730 w 3760185"/>
              <a:gd name="csY2104" fmla="*/ 423191 h 793834"/>
              <a:gd name="csX2105" fmla="*/ 1364364 w 3760185"/>
              <a:gd name="csY2105" fmla="*/ 469434 h 793834"/>
              <a:gd name="csX2106" fmla="*/ 1364364 w 3760185"/>
              <a:gd name="csY2106" fmla="*/ 444911 h 793834"/>
              <a:gd name="csX2107" fmla="*/ 1363756 w 3760185"/>
              <a:gd name="csY2107" fmla="*/ 404642 h 793834"/>
              <a:gd name="csX2108" fmla="*/ 1371193 w 3760185"/>
              <a:gd name="csY2108" fmla="*/ 404640 h 793834"/>
              <a:gd name="csX2109" fmla="*/ 1371193 w 3760185"/>
              <a:gd name="csY2109" fmla="*/ 489052 h 793834"/>
              <a:gd name="csX2110" fmla="*/ 1369827 w 3760185"/>
              <a:gd name="csY2110" fmla="*/ 490453 h 793834"/>
              <a:gd name="csX2111" fmla="*/ 1369827 w 3760185"/>
              <a:gd name="csY2111" fmla="*/ 410580 h 793834"/>
              <a:gd name="csX2112" fmla="*/ 1368461 w 3760185"/>
              <a:gd name="csY2112" fmla="*/ 456122 h 793834"/>
              <a:gd name="csX2113" fmla="*/ 1368461 w 3760185"/>
              <a:gd name="csY2113" fmla="*/ 454020 h 793834"/>
              <a:gd name="csX2114" fmla="*/ 1367885 w 3760185"/>
              <a:gd name="csY2114" fmla="*/ 404641 h 793834"/>
              <a:gd name="csX2115" fmla="*/ 1374799 w 3760185"/>
              <a:gd name="csY2115" fmla="*/ 404639 h 793834"/>
              <a:gd name="csX2116" fmla="*/ 1373924 w 3760185"/>
              <a:gd name="csY2116" fmla="*/ 481345 h 793834"/>
              <a:gd name="csX2117" fmla="*/ 1373924 w 3760185"/>
              <a:gd name="csY2117" fmla="*/ 437204 h 793834"/>
              <a:gd name="csX2118" fmla="*/ 1372558 w 3760185"/>
              <a:gd name="csY2118" fmla="*/ 472237 h 793834"/>
              <a:gd name="csX2119" fmla="*/ 1372558 w 3760185"/>
              <a:gd name="csY2119" fmla="*/ 427395 h 793834"/>
              <a:gd name="csX2120" fmla="*/ 1371292 w 3760185"/>
              <a:gd name="csY2120" fmla="*/ 404640 h 793834"/>
              <a:gd name="csX2121" fmla="*/ 1380753 w 3760185"/>
              <a:gd name="csY2121" fmla="*/ 404638 h 793834"/>
              <a:gd name="csX2122" fmla="*/ 1380753 w 3760185"/>
              <a:gd name="csY2122" fmla="*/ 477141 h 793834"/>
              <a:gd name="csX2123" fmla="*/ 1379387 w 3760185"/>
              <a:gd name="csY2123" fmla="*/ 472237 h 793834"/>
              <a:gd name="csX2124" fmla="*/ 1379387 w 3760185"/>
              <a:gd name="csY2124" fmla="*/ 507970 h 793834"/>
              <a:gd name="csX2125" fmla="*/ 1378021 w 3760185"/>
              <a:gd name="csY2125" fmla="*/ 419688 h 793834"/>
              <a:gd name="csX2126" fmla="*/ 1378021 w 3760185"/>
              <a:gd name="csY2126" fmla="*/ 457523 h 793834"/>
              <a:gd name="csX2127" fmla="*/ 1378021 w 3760185"/>
              <a:gd name="csY2127" fmla="*/ 513575 h 793834"/>
              <a:gd name="csX2128" fmla="*/ 1376655 w 3760185"/>
              <a:gd name="csY2128" fmla="*/ 477842 h 793834"/>
              <a:gd name="csX2129" fmla="*/ 1376655 w 3760185"/>
              <a:gd name="csY2129" fmla="*/ 538798 h 793834"/>
              <a:gd name="csX2130" fmla="*/ 1375676 w 3760185"/>
              <a:gd name="csY2130" fmla="*/ 404639 h 793834"/>
              <a:gd name="csX2131" fmla="*/ 1383484 w 3760185"/>
              <a:gd name="csY2131" fmla="*/ 404637 h 793834"/>
              <a:gd name="csX2132" fmla="*/ 1383484 w 3760185"/>
              <a:gd name="csY2132" fmla="*/ 422491 h 793834"/>
              <a:gd name="csX2133" fmla="*/ 1383484 w 3760185"/>
              <a:gd name="csY2133" fmla="*/ 442109 h 793834"/>
              <a:gd name="csX2134" fmla="*/ 1382394 w 3760185"/>
              <a:gd name="csY2134" fmla="*/ 404638 h 793834"/>
              <a:gd name="csX2135" fmla="*/ 1384850 w 3760185"/>
              <a:gd name="csY2135" fmla="*/ 404637 h 793834"/>
              <a:gd name="csX2136" fmla="*/ 1384850 w 3760185"/>
              <a:gd name="csY2136" fmla="*/ 486950 h 793834"/>
              <a:gd name="csX2137" fmla="*/ 1384195 w 3760185"/>
              <a:gd name="csY2137" fmla="*/ 404637 h 793834"/>
              <a:gd name="csX2138" fmla="*/ 1388947 w 3760185"/>
              <a:gd name="csY2138" fmla="*/ 404636 h 793834"/>
              <a:gd name="csX2139" fmla="*/ 1388947 w 3760185"/>
              <a:gd name="csY2139" fmla="*/ 454720 h 793834"/>
              <a:gd name="csX2140" fmla="*/ 1387581 w 3760185"/>
              <a:gd name="csY2140" fmla="*/ 469434 h 793834"/>
              <a:gd name="csX2141" fmla="*/ 1387581 w 3760185"/>
              <a:gd name="csY2141" fmla="*/ 404636 h 793834"/>
              <a:gd name="csX2142" fmla="*/ 1392309 w 3760185"/>
              <a:gd name="csY2142" fmla="*/ 404635 h 793834"/>
              <a:gd name="csX2143" fmla="*/ 1391679 w 3760185"/>
              <a:gd name="csY2143" fmla="*/ 476440 h 793834"/>
              <a:gd name="csX2144" fmla="*/ 1391679 w 3760185"/>
              <a:gd name="csY2144" fmla="*/ 404635 h 793834"/>
              <a:gd name="csX2145" fmla="*/ 1395776 w 3760185"/>
              <a:gd name="csY2145" fmla="*/ 404634 h 793834"/>
              <a:gd name="csX2146" fmla="*/ 1395776 w 3760185"/>
              <a:gd name="csY2146" fmla="*/ 485549 h 793834"/>
              <a:gd name="csX2147" fmla="*/ 1394625 w 3760185"/>
              <a:gd name="csY2147" fmla="*/ 404635 h 793834"/>
              <a:gd name="csX2148" fmla="*/ 1399873 w 3760185"/>
              <a:gd name="csY2148" fmla="*/ 404633 h 793834"/>
              <a:gd name="csX2149" fmla="*/ 1399873 w 3760185"/>
              <a:gd name="csY2149" fmla="*/ 447714 h 793834"/>
              <a:gd name="csX2150" fmla="*/ 1399302 w 3760185"/>
              <a:gd name="csY2150" fmla="*/ 404634 h 793834"/>
              <a:gd name="csX2151" fmla="*/ 1404452 w 3760185"/>
              <a:gd name="csY2151" fmla="*/ 404632 h 793834"/>
              <a:gd name="csX2152" fmla="*/ 1403970 w 3760185"/>
              <a:gd name="csY2152" fmla="*/ 482046 h 793834"/>
              <a:gd name="csX2153" fmla="*/ 1403970 w 3760185"/>
              <a:gd name="csY2153" fmla="*/ 406376 h 793834"/>
              <a:gd name="csX2154" fmla="*/ 1403941 w 3760185"/>
              <a:gd name="csY2154" fmla="*/ 404632 h 793834"/>
              <a:gd name="csX2155" fmla="*/ 1405930 w 3760185"/>
              <a:gd name="csY2155" fmla="*/ 404632 h 793834"/>
              <a:gd name="csX2156" fmla="*/ 1405336 w 3760185"/>
              <a:gd name="csY2156" fmla="*/ 461026 h 793834"/>
              <a:gd name="csX2157" fmla="*/ 1405336 w 3760185"/>
              <a:gd name="csY2157" fmla="*/ 404632 h 793834"/>
              <a:gd name="csX2158" fmla="*/ 1406824 w 3760185"/>
              <a:gd name="csY2158" fmla="*/ 404632 h 793834"/>
              <a:gd name="csX2159" fmla="*/ 1406701 w 3760185"/>
              <a:gd name="csY2159" fmla="*/ 409178 h 793834"/>
              <a:gd name="csX2160" fmla="*/ 1406701 w 3760185"/>
              <a:gd name="csY2160" fmla="*/ 404632 h 793834"/>
              <a:gd name="csX2161" fmla="*/ 1411481 w 3760185"/>
              <a:gd name="csY2161" fmla="*/ 404631 h 793834"/>
              <a:gd name="csX2162" fmla="*/ 1410799 w 3760185"/>
              <a:gd name="csY2162" fmla="*/ 429497 h 793834"/>
              <a:gd name="csX2163" fmla="*/ 1410799 w 3760185"/>
              <a:gd name="csY2163" fmla="*/ 420389 h 793834"/>
              <a:gd name="csX2164" fmla="*/ 1409433 w 3760185"/>
              <a:gd name="csY2164" fmla="*/ 427395 h 793834"/>
              <a:gd name="csX2165" fmla="*/ 1409433 w 3760185"/>
              <a:gd name="csY2165" fmla="*/ 404631 h 793834"/>
              <a:gd name="csX2166" fmla="*/ 1412432 w 3760185"/>
              <a:gd name="csY2166" fmla="*/ 404630 h 793834"/>
              <a:gd name="csX2167" fmla="*/ 1412164 w 3760185"/>
              <a:gd name="csY2167" fmla="*/ 422491 h 793834"/>
              <a:gd name="csX2168" fmla="*/ 1412164 w 3760185"/>
              <a:gd name="csY2168" fmla="*/ 404630 h 793834"/>
              <a:gd name="csX2169" fmla="*/ 1414896 w 3760185"/>
              <a:gd name="csY2169" fmla="*/ 404630 h 793834"/>
              <a:gd name="csX2170" fmla="*/ 1414896 w 3760185"/>
              <a:gd name="csY2170" fmla="*/ 414083 h 793834"/>
              <a:gd name="csX2171" fmla="*/ 1414801 w 3760185"/>
              <a:gd name="csY2171" fmla="*/ 404630 h 793834"/>
              <a:gd name="csX2172" fmla="*/ 1417627 w 3760185"/>
              <a:gd name="csY2172" fmla="*/ 404629 h 793834"/>
              <a:gd name="csX2173" fmla="*/ 1417627 w 3760185"/>
              <a:gd name="csY2173" fmla="*/ 459625 h 793834"/>
              <a:gd name="csX2174" fmla="*/ 1416966 w 3760185"/>
              <a:gd name="csY2174" fmla="*/ 404629 h 793834"/>
              <a:gd name="csX2175" fmla="*/ 1423956 w 3760185"/>
              <a:gd name="csY2175" fmla="*/ 404628 h 793834"/>
              <a:gd name="csX2176" fmla="*/ 1423090 w 3760185"/>
              <a:gd name="csY2176" fmla="*/ 474338 h 793834"/>
              <a:gd name="csX2177" fmla="*/ 1423090 w 3760185"/>
              <a:gd name="csY2177" fmla="*/ 434402 h 793834"/>
              <a:gd name="csX2178" fmla="*/ 1422893 w 3760185"/>
              <a:gd name="csY2178" fmla="*/ 404628 h 793834"/>
              <a:gd name="csX2179" fmla="*/ 1426548 w 3760185"/>
              <a:gd name="csY2179" fmla="*/ 404627 h 793834"/>
              <a:gd name="csX2180" fmla="*/ 1425822 w 3760185"/>
              <a:gd name="csY2180" fmla="*/ 475039 h 793834"/>
              <a:gd name="csX2181" fmla="*/ 1425822 w 3760185"/>
              <a:gd name="csY2181" fmla="*/ 404627 h 793834"/>
              <a:gd name="csX2182" fmla="*/ 1427405 w 3760185"/>
              <a:gd name="csY2182" fmla="*/ 404627 h 793834"/>
              <a:gd name="csX2183" fmla="*/ 1427187 w 3760185"/>
              <a:gd name="csY2183" fmla="*/ 428796 h 793834"/>
              <a:gd name="csX2184" fmla="*/ 1427187 w 3760185"/>
              <a:gd name="csY2184" fmla="*/ 404627 h 793834"/>
              <a:gd name="csX2185" fmla="*/ 1429919 w 3760185"/>
              <a:gd name="csY2185" fmla="*/ 404626 h 793834"/>
              <a:gd name="csX2186" fmla="*/ 1429919 w 3760185"/>
              <a:gd name="csY2186" fmla="*/ 428096 h 793834"/>
              <a:gd name="csX2187" fmla="*/ 1428553 w 3760185"/>
              <a:gd name="csY2187" fmla="*/ 442109 h 793834"/>
              <a:gd name="csX2188" fmla="*/ 1428553 w 3760185"/>
              <a:gd name="csY2188" fmla="*/ 404626 h 793834"/>
              <a:gd name="csX2189" fmla="*/ 1431285 w 3760185"/>
              <a:gd name="csY2189" fmla="*/ 404626 h 793834"/>
              <a:gd name="csX2190" fmla="*/ 1431285 w 3760185"/>
              <a:gd name="csY2190" fmla="*/ 419688 h 793834"/>
              <a:gd name="csX2191" fmla="*/ 1431034 w 3760185"/>
              <a:gd name="csY2191" fmla="*/ 404626 h 793834"/>
              <a:gd name="csX2192" fmla="*/ 1433958 w 3760185"/>
              <a:gd name="csY2192" fmla="*/ 404625 h 793834"/>
              <a:gd name="csX2193" fmla="*/ 1432650 w 3760185"/>
              <a:gd name="csY2193" fmla="*/ 522683 h 793834"/>
              <a:gd name="csX2194" fmla="*/ 1432650 w 3760185"/>
              <a:gd name="csY2194" fmla="*/ 404625 h 793834"/>
              <a:gd name="csX2195" fmla="*/ 1434319 w 3760185"/>
              <a:gd name="csY2195" fmla="*/ 404625 h 793834"/>
              <a:gd name="csX2196" fmla="*/ 1434016 w 3760185"/>
              <a:gd name="csY2196" fmla="*/ 432300 h 793834"/>
              <a:gd name="csX2197" fmla="*/ 1434016 w 3760185"/>
              <a:gd name="csY2197" fmla="*/ 404625 h 793834"/>
              <a:gd name="csX2198" fmla="*/ 1436193 w 3760185"/>
              <a:gd name="csY2198" fmla="*/ 404625 h 793834"/>
              <a:gd name="csX2199" fmla="*/ 1435382 w 3760185"/>
              <a:gd name="csY2199" fmla="*/ 484148 h 793834"/>
              <a:gd name="csX2200" fmla="*/ 1435382 w 3760185"/>
              <a:gd name="csY2200" fmla="*/ 404625 h 793834"/>
              <a:gd name="csX2201" fmla="*/ 1438113 w 3760185"/>
              <a:gd name="csY2201" fmla="*/ 404624 h 793834"/>
              <a:gd name="csX2202" fmla="*/ 1438113 w 3760185"/>
              <a:gd name="csY2202" fmla="*/ 423892 h 793834"/>
              <a:gd name="csX2203" fmla="*/ 1436747 w 3760185"/>
              <a:gd name="csY2203" fmla="*/ 422491 h 793834"/>
              <a:gd name="csX2204" fmla="*/ 1436747 w 3760185"/>
              <a:gd name="csY2204" fmla="*/ 404624 h 793834"/>
              <a:gd name="csX2205" fmla="*/ 1442560 w 3760185"/>
              <a:gd name="csY2205" fmla="*/ 404623 h 793834"/>
              <a:gd name="csX2206" fmla="*/ 1442211 w 3760185"/>
              <a:gd name="csY2206" fmla="*/ 467332 h 793834"/>
              <a:gd name="csX2207" fmla="*/ 1442211 w 3760185"/>
              <a:gd name="csY2207" fmla="*/ 483447 h 793834"/>
              <a:gd name="csX2208" fmla="*/ 1440845 w 3760185"/>
              <a:gd name="csY2208" fmla="*/ 451217 h 793834"/>
              <a:gd name="csX2209" fmla="*/ 1440845 w 3760185"/>
              <a:gd name="csY2209" fmla="*/ 432300 h 793834"/>
              <a:gd name="csX2210" fmla="*/ 1440406 w 3760185"/>
              <a:gd name="csY2210" fmla="*/ 404623 h 793834"/>
              <a:gd name="csX2211" fmla="*/ 1444942 w 3760185"/>
              <a:gd name="csY2211" fmla="*/ 404622 h 793834"/>
              <a:gd name="csX2212" fmla="*/ 1444942 w 3760185"/>
              <a:gd name="csY2212" fmla="*/ 503766 h 793834"/>
              <a:gd name="csX2213" fmla="*/ 1443576 w 3760185"/>
              <a:gd name="csY2213" fmla="*/ 504466 h 793834"/>
              <a:gd name="csX2214" fmla="*/ 1443576 w 3760185"/>
              <a:gd name="csY2214" fmla="*/ 404623 h 793834"/>
              <a:gd name="csX2215" fmla="*/ 1448920 w 3760185"/>
              <a:gd name="csY2215" fmla="*/ 404621 h 793834"/>
              <a:gd name="csX2216" fmla="*/ 1447673 w 3760185"/>
              <a:gd name="csY2216" fmla="*/ 430198 h 793834"/>
              <a:gd name="csX2217" fmla="*/ 1447673 w 3760185"/>
              <a:gd name="csY2217" fmla="*/ 437905 h 793834"/>
              <a:gd name="csX2218" fmla="*/ 1446820 w 3760185"/>
              <a:gd name="csY2218" fmla="*/ 404622 h 793834"/>
              <a:gd name="csX2219" fmla="*/ 1450405 w 3760185"/>
              <a:gd name="csY2219" fmla="*/ 404621 h 793834"/>
              <a:gd name="csX2220" fmla="*/ 1450405 w 3760185"/>
              <a:gd name="csY2220" fmla="*/ 416185 h 793834"/>
              <a:gd name="csX2221" fmla="*/ 1449039 w 3760185"/>
              <a:gd name="csY2221" fmla="*/ 482046 h 793834"/>
              <a:gd name="csX2222" fmla="*/ 1449039 w 3760185"/>
              <a:gd name="csY2222" fmla="*/ 441408 h 793834"/>
              <a:gd name="csX2223" fmla="*/ 1449039 w 3760185"/>
              <a:gd name="csY2223" fmla="*/ 418287 h 793834"/>
              <a:gd name="csX2224" fmla="*/ 1449039 w 3760185"/>
              <a:gd name="csY2224" fmla="*/ 404621 h 793834"/>
              <a:gd name="csX2225" fmla="*/ 1451771 w 3760185"/>
              <a:gd name="csY2225" fmla="*/ 404621 h 793834"/>
              <a:gd name="csX2226" fmla="*/ 1451771 w 3760185"/>
              <a:gd name="csY2226" fmla="*/ 405675 h 793834"/>
              <a:gd name="csX2227" fmla="*/ 1451763 w 3760185"/>
              <a:gd name="csY2227" fmla="*/ 404621 h 793834"/>
              <a:gd name="csX2228" fmla="*/ 1453179 w 3760185"/>
              <a:gd name="csY2228" fmla="*/ 404620 h 793834"/>
              <a:gd name="csX2229" fmla="*/ 1453136 w 3760185"/>
              <a:gd name="csY2229" fmla="*/ 404974 h 793834"/>
              <a:gd name="csX2230" fmla="*/ 1453136 w 3760185"/>
              <a:gd name="csY2230" fmla="*/ 404620 h 793834"/>
              <a:gd name="csX2231" fmla="*/ 1455868 w 3760185"/>
              <a:gd name="csY2231" fmla="*/ 404620 h 793834"/>
              <a:gd name="csX2232" fmla="*/ 1455868 w 3760185"/>
              <a:gd name="csY2232" fmla="*/ 507970 h 793834"/>
              <a:gd name="csX2233" fmla="*/ 1455192 w 3760185"/>
              <a:gd name="csY2233" fmla="*/ 404620 h 793834"/>
              <a:gd name="csX2234" fmla="*/ 1459462 w 3760185"/>
              <a:gd name="csY2234" fmla="*/ 404619 h 793834"/>
              <a:gd name="csX2235" fmla="*/ 1458599 w 3760185"/>
              <a:gd name="csY2235" fmla="*/ 456822 h 793834"/>
              <a:gd name="csX2236" fmla="*/ 1458599 w 3760185"/>
              <a:gd name="csY2236" fmla="*/ 463829 h 793834"/>
              <a:gd name="csX2237" fmla="*/ 1457233 w 3760185"/>
              <a:gd name="csY2237" fmla="*/ 496059 h 793834"/>
              <a:gd name="csX2238" fmla="*/ 1455873 w 3760185"/>
              <a:gd name="csY2238" fmla="*/ 404620 h 793834"/>
              <a:gd name="csX2239" fmla="*/ 1457233 w 3760185"/>
              <a:gd name="csY2239" fmla="*/ 404619 h 793834"/>
              <a:gd name="csX2240" fmla="*/ 1464062 w 3760185"/>
              <a:gd name="csY2240" fmla="*/ 404618 h 793834"/>
              <a:gd name="csX2241" fmla="*/ 1464062 w 3760185"/>
              <a:gd name="csY2241" fmla="*/ 460326 h 793834"/>
              <a:gd name="csX2242" fmla="*/ 1462696 w 3760185"/>
              <a:gd name="csY2242" fmla="*/ 454020 h 793834"/>
              <a:gd name="csX2243" fmla="*/ 1462696 w 3760185"/>
              <a:gd name="csY2243" fmla="*/ 521982 h 793834"/>
              <a:gd name="csX2244" fmla="*/ 1461331 w 3760185"/>
              <a:gd name="csY2244" fmla="*/ 485549 h 793834"/>
              <a:gd name="csX2245" fmla="*/ 1461331 w 3760185"/>
              <a:gd name="csY2245" fmla="*/ 519881 h 793834"/>
              <a:gd name="csX2246" fmla="*/ 1460219 w 3760185"/>
              <a:gd name="csY2246" fmla="*/ 404619 h 793834"/>
              <a:gd name="csX2247" fmla="*/ 1466794 w 3760185"/>
              <a:gd name="csY2247" fmla="*/ 404617 h 793834"/>
              <a:gd name="csX2248" fmla="*/ 1466794 w 3760185"/>
              <a:gd name="csY2248" fmla="*/ 477842 h 793834"/>
              <a:gd name="csX2249" fmla="*/ 1465428 w 3760185"/>
              <a:gd name="csY2249" fmla="*/ 530390 h 793834"/>
              <a:gd name="csX2250" fmla="*/ 1465428 w 3760185"/>
              <a:gd name="csY2250" fmla="*/ 411981 h 793834"/>
              <a:gd name="csX2251" fmla="*/ 1465351 w 3760185"/>
              <a:gd name="csY2251" fmla="*/ 404617 h 793834"/>
              <a:gd name="csX2252" fmla="*/ 1469047 w 3760185"/>
              <a:gd name="csY2252" fmla="*/ 404617 h 793834"/>
              <a:gd name="csX2253" fmla="*/ 1468159 w 3760185"/>
              <a:gd name="csY2253" fmla="*/ 564021 h 793834"/>
              <a:gd name="csX2254" fmla="*/ 1468159 w 3760185"/>
              <a:gd name="csY2254" fmla="*/ 544403 h 793834"/>
              <a:gd name="csX2255" fmla="*/ 1467363 w 3760185"/>
              <a:gd name="csY2255" fmla="*/ 404617 h 793834"/>
              <a:gd name="csX2256" fmla="*/ 1472733 w 3760185"/>
              <a:gd name="csY2256" fmla="*/ 404616 h 793834"/>
              <a:gd name="csX2257" fmla="*/ 1472257 w 3760185"/>
              <a:gd name="csY2257" fmla="*/ 418287 h 793834"/>
              <a:gd name="csX2258" fmla="*/ 1472257 w 3760185"/>
              <a:gd name="csY2258" fmla="*/ 440007 h 793834"/>
              <a:gd name="csX2259" fmla="*/ 1470891 w 3760185"/>
              <a:gd name="csY2259" fmla="*/ 612366 h 793834"/>
              <a:gd name="csX2260" fmla="*/ 1470891 w 3760185"/>
              <a:gd name="csY2260" fmla="*/ 496759 h 793834"/>
              <a:gd name="csX2261" fmla="*/ 1469525 w 3760185"/>
              <a:gd name="csY2261" fmla="*/ 414783 h 793834"/>
              <a:gd name="csX2262" fmla="*/ 1469525 w 3760185"/>
              <a:gd name="csY2262" fmla="*/ 404616 h 793834"/>
              <a:gd name="csX2263" fmla="*/ 1477719 w 3760185"/>
              <a:gd name="csY2263" fmla="*/ 404614 h 793834"/>
              <a:gd name="csX2264" fmla="*/ 1477719 w 3760185"/>
              <a:gd name="csY2264" fmla="*/ 501664 h 793834"/>
              <a:gd name="csX2265" fmla="*/ 1476354 w 3760185"/>
              <a:gd name="csY2265" fmla="*/ 463829 h 793834"/>
              <a:gd name="csX2266" fmla="*/ 1476354 w 3760185"/>
              <a:gd name="csY2266" fmla="*/ 421790 h 793834"/>
              <a:gd name="csX2267" fmla="*/ 1474988 w 3760185"/>
              <a:gd name="csY2267" fmla="*/ 498861 h 793834"/>
              <a:gd name="csX2268" fmla="*/ 1474988 w 3760185"/>
              <a:gd name="csY2268" fmla="*/ 433000 h 793834"/>
              <a:gd name="csX2269" fmla="*/ 1473622 w 3760185"/>
              <a:gd name="csY2269" fmla="*/ 505167 h 793834"/>
              <a:gd name="csX2270" fmla="*/ 1473622 w 3760185"/>
              <a:gd name="csY2270" fmla="*/ 404615 h 793834"/>
              <a:gd name="csX2271" fmla="*/ 1481817 w 3760185"/>
              <a:gd name="csY2271" fmla="*/ 404613 h 793834"/>
              <a:gd name="csX2272" fmla="*/ 1481817 w 3760185"/>
              <a:gd name="csY2272" fmla="*/ 435803 h 793834"/>
              <a:gd name="csX2273" fmla="*/ 1481817 w 3760185"/>
              <a:gd name="csY2273" fmla="*/ 452618 h 793834"/>
              <a:gd name="csX2274" fmla="*/ 1480451 w 3760185"/>
              <a:gd name="csY2274" fmla="*/ 528989 h 793834"/>
              <a:gd name="csX2275" fmla="*/ 1480451 w 3760185"/>
              <a:gd name="csY2275" fmla="*/ 431599 h 793834"/>
              <a:gd name="csX2276" fmla="*/ 1479085 w 3760185"/>
              <a:gd name="csY2276" fmla="*/ 450516 h 793834"/>
              <a:gd name="csX2277" fmla="*/ 1479085 w 3760185"/>
              <a:gd name="csY2277" fmla="*/ 404614 h 793834"/>
              <a:gd name="csX2278" fmla="*/ 1483266 w 3760185"/>
              <a:gd name="csY2278" fmla="*/ 404613 h 793834"/>
              <a:gd name="csX2279" fmla="*/ 1483182 w 3760185"/>
              <a:gd name="csY2279" fmla="*/ 410580 h 793834"/>
              <a:gd name="csX2280" fmla="*/ 1483182 w 3760185"/>
              <a:gd name="csY2280" fmla="*/ 404613 h 793834"/>
              <a:gd name="csX2281" fmla="*/ 1485914 w 3760185"/>
              <a:gd name="csY2281" fmla="*/ 404612 h 793834"/>
              <a:gd name="csX2282" fmla="*/ 1485914 w 3760185"/>
              <a:gd name="csY2282" fmla="*/ 428796 h 793834"/>
              <a:gd name="csX2283" fmla="*/ 1484735 w 3760185"/>
              <a:gd name="csY2283" fmla="*/ 404613 h 793834"/>
              <a:gd name="csX2284" fmla="*/ 1490011 w 3760185"/>
              <a:gd name="csY2284" fmla="*/ 404611 h 793834"/>
              <a:gd name="csX2285" fmla="*/ 1490011 w 3760185"/>
              <a:gd name="csY2285" fmla="*/ 423191 h 793834"/>
              <a:gd name="csX2286" fmla="*/ 1490011 w 3760185"/>
              <a:gd name="csY2286" fmla="*/ 472237 h 793834"/>
              <a:gd name="csX2287" fmla="*/ 1488645 w 3760185"/>
              <a:gd name="csY2287" fmla="*/ 434402 h 793834"/>
              <a:gd name="csX2288" fmla="*/ 1488645 w 3760185"/>
              <a:gd name="csY2288" fmla="*/ 507970 h 793834"/>
              <a:gd name="csX2289" fmla="*/ 1487279 w 3760185"/>
              <a:gd name="csY2289" fmla="*/ 463128 h 793834"/>
              <a:gd name="csX2290" fmla="*/ 1487279 w 3760185"/>
              <a:gd name="csY2290" fmla="*/ 404612 h 793834"/>
              <a:gd name="csX2291" fmla="*/ 1492742 w 3760185"/>
              <a:gd name="csY2291" fmla="*/ 404611 h 793834"/>
              <a:gd name="csX2292" fmla="*/ 1492742 w 3760185"/>
              <a:gd name="csY2292" fmla="*/ 411280 h 793834"/>
              <a:gd name="csX2293" fmla="*/ 1491377 w 3760185"/>
              <a:gd name="csY2293" fmla="*/ 418987 h 793834"/>
              <a:gd name="csX2294" fmla="*/ 1491377 w 3760185"/>
              <a:gd name="csY2294" fmla="*/ 447013 h 793834"/>
              <a:gd name="csX2295" fmla="*/ 1490847 w 3760185"/>
              <a:gd name="csY2295" fmla="*/ 404611 h 793834"/>
              <a:gd name="csX2296" fmla="*/ 1494108 w 3760185"/>
              <a:gd name="csY2296" fmla="*/ 404610 h 793834"/>
              <a:gd name="csX2297" fmla="*/ 1494108 w 3760185"/>
              <a:gd name="csY2297" fmla="*/ 451918 h 793834"/>
              <a:gd name="csX2298" fmla="*/ 1494108 w 3760185"/>
              <a:gd name="csY2298" fmla="*/ 559817 h 793834"/>
              <a:gd name="csX2299" fmla="*/ 1493054 w 3760185"/>
              <a:gd name="csY2299" fmla="*/ 404611 h 793834"/>
              <a:gd name="csX2300" fmla="*/ 1496840 w 3760185"/>
              <a:gd name="csY2300" fmla="*/ 404610 h 793834"/>
              <a:gd name="csX2301" fmla="*/ 1496840 w 3760185"/>
              <a:gd name="csY2301" fmla="*/ 530390 h 793834"/>
              <a:gd name="csX2302" fmla="*/ 1495474 w 3760185"/>
              <a:gd name="csY2302" fmla="*/ 441408 h 793834"/>
              <a:gd name="csX2303" fmla="*/ 1495474 w 3760185"/>
              <a:gd name="csY2303" fmla="*/ 404610 h 793834"/>
              <a:gd name="csX2304" fmla="*/ 1500937 w 3760185"/>
              <a:gd name="csY2304" fmla="*/ 404609 h 793834"/>
              <a:gd name="csX2305" fmla="*/ 1500937 w 3760185"/>
              <a:gd name="csY2305" fmla="*/ 545104 h 793834"/>
              <a:gd name="csX2306" fmla="*/ 1499571 w 3760185"/>
              <a:gd name="csY2306" fmla="*/ 441408 h 793834"/>
              <a:gd name="csX2307" fmla="*/ 1499571 w 3760185"/>
              <a:gd name="csY2307" fmla="*/ 444911 h 793834"/>
              <a:gd name="csX2308" fmla="*/ 1498205 w 3760185"/>
              <a:gd name="csY2308" fmla="*/ 482046 h 793834"/>
              <a:gd name="csX2309" fmla="*/ 1498205 w 3760185"/>
              <a:gd name="csY2309" fmla="*/ 447013 h 793834"/>
              <a:gd name="csX2310" fmla="*/ 1497487 w 3760185"/>
              <a:gd name="csY2310" fmla="*/ 404610 h 793834"/>
              <a:gd name="csX2311" fmla="*/ 1503668 w 3760185"/>
              <a:gd name="csY2311" fmla="*/ 404608 h 793834"/>
              <a:gd name="csX2312" fmla="*/ 1503668 w 3760185"/>
              <a:gd name="csY2312" fmla="*/ 409178 h 793834"/>
              <a:gd name="csX2313" fmla="*/ 1503668 w 3760185"/>
              <a:gd name="csY2313" fmla="*/ 471536 h 793834"/>
              <a:gd name="csX2314" fmla="*/ 1502883 w 3760185"/>
              <a:gd name="csY2314" fmla="*/ 404608 h 793834"/>
              <a:gd name="csX2315" fmla="*/ 1506400 w 3760185"/>
              <a:gd name="csY2315" fmla="*/ 404607 h 793834"/>
              <a:gd name="csX2316" fmla="*/ 1506400 w 3760185"/>
              <a:gd name="csY2316" fmla="*/ 440707 h 793834"/>
              <a:gd name="csX2317" fmla="*/ 1505859 w 3760185"/>
              <a:gd name="csY2317" fmla="*/ 404608 h 793834"/>
              <a:gd name="csX2318" fmla="*/ 1511863 w 3760185"/>
              <a:gd name="csY2318" fmla="*/ 404606 h 793834"/>
              <a:gd name="csX2319" fmla="*/ 1511863 w 3760185"/>
              <a:gd name="csY2319" fmla="*/ 441408 h 793834"/>
              <a:gd name="csX2320" fmla="*/ 1511250 w 3760185"/>
              <a:gd name="csY2320" fmla="*/ 404606 h 793834"/>
              <a:gd name="csX2321" fmla="*/ 1514594 w 3760185"/>
              <a:gd name="csY2321" fmla="*/ 404605 h 793834"/>
              <a:gd name="csX2322" fmla="*/ 1514594 w 3760185"/>
              <a:gd name="csY2322" fmla="*/ 413382 h 793834"/>
              <a:gd name="csX2323" fmla="*/ 1513228 w 3760185"/>
              <a:gd name="csY2323" fmla="*/ 411280 h 793834"/>
              <a:gd name="csX2324" fmla="*/ 1513228 w 3760185"/>
              <a:gd name="csY2324" fmla="*/ 404606 h 793834"/>
              <a:gd name="csX2325" fmla="*/ 1517917 w 3760185"/>
              <a:gd name="csY2325" fmla="*/ 404605 h 793834"/>
              <a:gd name="csX2326" fmla="*/ 1517326 w 3760185"/>
              <a:gd name="csY2326" fmla="*/ 444911 h 793834"/>
              <a:gd name="csX2327" fmla="*/ 1517326 w 3760185"/>
              <a:gd name="csY2327" fmla="*/ 404605 h 793834"/>
              <a:gd name="csX2328" fmla="*/ 1523715 w 3760185"/>
              <a:gd name="csY2328" fmla="*/ 404603 h 793834"/>
              <a:gd name="csX2329" fmla="*/ 1522789 w 3760185"/>
              <a:gd name="csY2329" fmla="*/ 467332 h 793834"/>
              <a:gd name="csX2330" fmla="*/ 1522789 w 3760185"/>
              <a:gd name="csY2330" fmla="*/ 427395 h 793834"/>
              <a:gd name="csX2331" fmla="*/ 1521423 w 3760185"/>
              <a:gd name="csY2331" fmla="*/ 447013 h 793834"/>
              <a:gd name="csX2332" fmla="*/ 1521423 w 3760185"/>
              <a:gd name="csY2332" fmla="*/ 418987 h 793834"/>
              <a:gd name="csX2333" fmla="*/ 1520057 w 3760185"/>
              <a:gd name="csY2333" fmla="*/ 431599 h 793834"/>
              <a:gd name="csX2334" fmla="*/ 1520057 w 3760185"/>
              <a:gd name="csY2334" fmla="*/ 404604 h 793834"/>
              <a:gd name="csX2335" fmla="*/ 1522789 w 3760185"/>
              <a:gd name="csY2335" fmla="*/ 404603 h 793834"/>
              <a:gd name="csX2336" fmla="*/ 1525520 w 3760185"/>
              <a:gd name="csY2336" fmla="*/ 404603 h 793834"/>
              <a:gd name="csX2337" fmla="*/ 1525520 w 3760185"/>
              <a:gd name="csY2337" fmla="*/ 435102 h 793834"/>
              <a:gd name="csX2338" fmla="*/ 1525168 w 3760185"/>
              <a:gd name="csY2338" fmla="*/ 404603 h 793834"/>
              <a:gd name="csX2339" fmla="*/ 1527085 w 3760185"/>
              <a:gd name="csY2339" fmla="*/ 404602 h 793834"/>
              <a:gd name="csX2340" fmla="*/ 1526886 w 3760185"/>
              <a:gd name="csY2340" fmla="*/ 418987 h 793834"/>
              <a:gd name="csX2341" fmla="*/ 1526886 w 3760185"/>
              <a:gd name="csY2341" fmla="*/ 404602 h 793834"/>
              <a:gd name="csX2342" fmla="*/ 1528701 w 3760185"/>
              <a:gd name="csY2342" fmla="*/ 404602 h 793834"/>
              <a:gd name="csX2343" fmla="*/ 1528251 w 3760185"/>
              <a:gd name="csY2343" fmla="*/ 447013 h 793834"/>
              <a:gd name="csX2344" fmla="*/ 1528251 w 3760185"/>
              <a:gd name="csY2344" fmla="*/ 404602 h 793834"/>
              <a:gd name="csX2345" fmla="*/ 1532882 w 3760185"/>
              <a:gd name="csY2345" fmla="*/ 404601 h 793834"/>
              <a:gd name="csX2346" fmla="*/ 1532349 w 3760185"/>
              <a:gd name="csY2346" fmla="*/ 440707 h 793834"/>
              <a:gd name="csX2347" fmla="*/ 1532349 w 3760185"/>
              <a:gd name="csY2347" fmla="*/ 435803 h 793834"/>
              <a:gd name="csX2348" fmla="*/ 1530983 w 3760185"/>
              <a:gd name="csY2348" fmla="*/ 454020 h 793834"/>
              <a:gd name="csX2349" fmla="*/ 1530983 w 3760185"/>
              <a:gd name="csY2349" fmla="*/ 404601 h 793834"/>
              <a:gd name="csX2350" fmla="*/ 1532349 w 3760185"/>
              <a:gd name="csY2350" fmla="*/ 404601 h 793834"/>
              <a:gd name="csX2351" fmla="*/ 1534321 w 3760185"/>
              <a:gd name="csY2351" fmla="*/ 404601 h 793834"/>
              <a:gd name="csX2352" fmla="*/ 1533714 w 3760185"/>
              <a:gd name="csY2352" fmla="*/ 468733 h 793834"/>
              <a:gd name="csX2353" fmla="*/ 1533714 w 3760185"/>
              <a:gd name="csY2353" fmla="*/ 404601 h 793834"/>
              <a:gd name="csX2354" fmla="*/ 1535743 w 3760185"/>
              <a:gd name="csY2354" fmla="*/ 404600 h 793834"/>
              <a:gd name="csX2355" fmla="*/ 1535080 w 3760185"/>
              <a:gd name="csY2355" fmla="*/ 461026 h 793834"/>
              <a:gd name="csX2356" fmla="*/ 1535080 w 3760185"/>
              <a:gd name="csY2356" fmla="*/ 404600 h 793834"/>
              <a:gd name="csX2357" fmla="*/ 1536819 w 3760185"/>
              <a:gd name="csY2357" fmla="*/ 404600 h 793834"/>
              <a:gd name="csX2358" fmla="*/ 1536446 w 3760185"/>
              <a:gd name="csY2358" fmla="*/ 427395 h 793834"/>
              <a:gd name="csX2359" fmla="*/ 1536446 w 3760185"/>
              <a:gd name="csY2359" fmla="*/ 404600 h 793834"/>
              <a:gd name="csX2360" fmla="*/ 1540543 w 3760185"/>
              <a:gd name="csY2360" fmla="*/ 404599 h 793834"/>
              <a:gd name="csX2361" fmla="*/ 1540543 w 3760185"/>
              <a:gd name="csY2361" fmla="*/ 512874 h 793834"/>
              <a:gd name="csX2362" fmla="*/ 1539177 w 3760185"/>
              <a:gd name="csY2362" fmla="*/ 450516 h 793834"/>
              <a:gd name="csX2363" fmla="*/ 1539177 w 3760185"/>
              <a:gd name="csY2363" fmla="*/ 418987 h 793834"/>
              <a:gd name="csX2364" fmla="*/ 1538803 w 3760185"/>
              <a:gd name="csY2364" fmla="*/ 404600 h 793834"/>
              <a:gd name="csX2365" fmla="*/ 1541933 w 3760185"/>
              <a:gd name="csY2365" fmla="*/ 404599 h 793834"/>
              <a:gd name="csX2366" fmla="*/ 1541909 w 3760185"/>
              <a:gd name="csY2366" fmla="*/ 405675 h 793834"/>
              <a:gd name="csX2367" fmla="*/ 1541909 w 3760185"/>
              <a:gd name="csY2367" fmla="*/ 489052 h 793834"/>
              <a:gd name="csX2368" fmla="*/ 1540994 w 3760185"/>
              <a:gd name="csY2368" fmla="*/ 404599 h 793834"/>
              <a:gd name="csX2369" fmla="*/ 1541909 w 3760185"/>
              <a:gd name="csY2369" fmla="*/ 404599 h 793834"/>
              <a:gd name="csX2370" fmla="*/ 1544640 w 3760185"/>
              <a:gd name="csY2370" fmla="*/ 404598 h 793834"/>
              <a:gd name="csX2371" fmla="*/ 1544640 w 3760185"/>
              <a:gd name="csY2371" fmla="*/ 411981 h 793834"/>
              <a:gd name="csX2372" fmla="*/ 1543274 w 3760185"/>
              <a:gd name="csY2372" fmla="*/ 409879 h 793834"/>
              <a:gd name="csX2373" fmla="*/ 1543274 w 3760185"/>
              <a:gd name="csY2373" fmla="*/ 404598 h 793834"/>
              <a:gd name="csX2374" fmla="*/ 1550103 w 3760185"/>
              <a:gd name="csY2374" fmla="*/ 404597 h 793834"/>
              <a:gd name="csX2375" fmla="*/ 1550103 w 3760185"/>
              <a:gd name="csY2375" fmla="*/ 410580 h 793834"/>
              <a:gd name="csX2376" fmla="*/ 1549043 w 3760185"/>
              <a:gd name="csY2376" fmla="*/ 404597 h 793834"/>
              <a:gd name="csX2377" fmla="*/ 1552412 w 3760185"/>
              <a:gd name="csY2377" fmla="*/ 404596 h 793834"/>
              <a:gd name="csX2378" fmla="*/ 1551469 w 3760185"/>
              <a:gd name="csY2378" fmla="*/ 491154 h 793834"/>
              <a:gd name="csX2379" fmla="*/ 1551469 w 3760185"/>
              <a:gd name="csY2379" fmla="*/ 404596 h 793834"/>
              <a:gd name="csX2380" fmla="*/ 1558685 w 3760185"/>
              <a:gd name="csY2380" fmla="*/ 404595 h 793834"/>
              <a:gd name="csX2381" fmla="*/ 1558297 w 3760185"/>
              <a:gd name="csY2381" fmla="*/ 440007 h 793834"/>
              <a:gd name="csX2382" fmla="*/ 1558297 w 3760185"/>
              <a:gd name="csY2382" fmla="*/ 414083 h 793834"/>
              <a:gd name="csX2383" fmla="*/ 1556932 w 3760185"/>
              <a:gd name="csY2383" fmla="*/ 404974 h 793834"/>
              <a:gd name="csX2384" fmla="*/ 1556932 w 3760185"/>
              <a:gd name="csY2384" fmla="*/ 404595 h 793834"/>
              <a:gd name="csX2385" fmla="*/ 1562316 w 3760185"/>
              <a:gd name="csY2385" fmla="*/ 404594 h 793834"/>
              <a:gd name="csX2386" fmla="*/ 1561029 w 3760185"/>
              <a:gd name="csY2386" fmla="*/ 512874 h 793834"/>
              <a:gd name="csX2387" fmla="*/ 1561029 w 3760185"/>
              <a:gd name="csY2387" fmla="*/ 404594 h 793834"/>
              <a:gd name="csX2388" fmla="*/ 1563596 w 3760185"/>
              <a:gd name="csY2388" fmla="*/ 404593 h 793834"/>
              <a:gd name="csX2389" fmla="*/ 1562395 w 3760185"/>
              <a:gd name="csY2389" fmla="*/ 560518 h 793834"/>
              <a:gd name="csX2390" fmla="*/ 1562395 w 3760185"/>
              <a:gd name="csY2390" fmla="*/ 404594 h 793834"/>
              <a:gd name="csX2391" fmla="*/ 1565126 w 3760185"/>
              <a:gd name="csY2391" fmla="*/ 404593 h 793834"/>
              <a:gd name="csX2392" fmla="*/ 1565126 w 3760185"/>
              <a:gd name="csY2392" fmla="*/ 418987 h 793834"/>
              <a:gd name="csX2393" fmla="*/ 1565126 w 3760185"/>
              <a:gd name="csY2393" fmla="*/ 464529 h 793834"/>
              <a:gd name="csX2394" fmla="*/ 1564285 w 3760185"/>
              <a:gd name="csY2394" fmla="*/ 404593 h 793834"/>
              <a:gd name="csX2395" fmla="*/ 1567268 w 3760185"/>
              <a:gd name="csY2395" fmla="*/ 404593 h 793834"/>
              <a:gd name="csX2396" fmla="*/ 1566492 w 3760185"/>
              <a:gd name="csY2396" fmla="*/ 498160 h 793834"/>
              <a:gd name="csX2397" fmla="*/ 1566492 w 3760185"/>
              <a:gd name="csY2397" fmla="*/ 461727 h 793834"/>
              <a:gd name="csX2398" fmla="*/ 1566010 w 3760185"/>
              <a:gd name="csY2398" fmla="*/ 404593 h 793834"/>
              <a:gd name="csX2399" fmla="*/ 1569223 w 3760185"/>
              <a:gd name="csY2399" fmla="*/ 404592 h 793834"/>
              <a:gd name="csX2400" fmla="*/ 1569223 w 3760185"/>
              <a:gd name="csY2400" fmla="*/ 430898 h 793834"/>
              <a:gd name="csX2401" fmla="*/ 1568943 w 3760185"/>
              <a:gd name="csY2401" fmla="*/ 404592 h 793834"/>
              <a:gd name="csX2402" fmla="*/ 1571341 w 3760185"/>
              <a:gd name="csY2402" fmla="*/ 404592 h 793834"/>
              <a:gd name="csX2403" fmla="*/ 1570589 w 3760185"/>
              <a:gd name="csY2403" fmla="*/ 465931 h 793834"/>
              <a:gd name="csX2404" fmla="*/ 1570589 w 3760185"/>
              <a:gd name="csY2404" fmla="*/ 482046 h 793834"/>
              <a:gd name="csX2405" fmla="*/ 1569815 w 3760185"/>
              <a:gd name="csY2405" fmla="*/ 404592 h 793834"/>
              <a:gd name="csX2406" fmla="*/ 1573976 w 3760185"/>
              <a:gd name="csY2406" fmla="*/ 404591 h 793834"/>
              <a:gd name="csX2407" fmla="*/ 1573321 w 3760185"/>
              <a:gd name="csY2407" fmla="*/ 493957 h 793834"/>
              <a:gd name="csX2408" fmla="*/ 1573321 w 3760185"/>
              <a:gd name="csY2408" fmla="*/ 404591 h 793834"/>
              <a:gd name="csX2409" fmla="*/ 1576052 w 3760185"/>
              <a:gd name="csY2409" fmla="*/ 404590 h 793834"/>
              <a:gd name="csX2410" fmla="*/ 1576052 w 3760185"/>
              <a:gd name="csY2410" fmla="*/ 415484 h 793834"/>
              <a:gd name="csX2411" fmla="*/ 1574686 w 3760185"/>
              <a:gd name="csY2411" fmla="*/ 460326 h 793834"/>
              <a:gd name="csX2412" fmla="*/ 1574686 w 3760185"/>
              <a:gd name="csY2412" fmla="*/ 404591 h 793834"/>
              <a:gd name="csX2413" fmla="*/ 1580108 w 3760185"/>
              <a:gd name="csY2413" fmla="*/ 404589 h 793834"/>
              <a:gd name="csX2414" fmla="*/ 1578783 w 3760185"/>
              <a:gd name="csY2414" fmla="*/ 437204 h 793834"/>
              <a:gd name="csX2415" fmla="*/ 1578783 w 3760185"/>
              <a:gd name="csY2415" fmla="*/ 409879 h 793834"/>
              <a:gd name="csX2416" fmla="*/ 1577418 w 3760185"/>
              <a:gd name="csY2416" fmla="*/ 411981 h 793834"/>
              <a:gd name="csX2417" fmla="*/ 1577418 w 3760185"/>
              <a:gd name="csY2417" fmla="*/ 404590 h 793834"/>
              <a:gd name="csX2418" fmla="*/ 1582042 w 3760185"/>
              <a:gd name="csY2418" fmla="*/ 404589 h 793834"/>
              <a:gd name="csX2419" fmla="*/ 1581515 w 3760185"/>
              <a:gd name="csY2419" fmla="*/ 454020 h 793834"/>
              <a:gd name="csX2420" fmla="*/ 1581515 w 3760185"/>
              <a:gd name="csY2420" fmla="*/ 425293 h 793834"/>
              <a:gd name="csX2421" fmla="*/ 1580149 w 3760185"/>
              <a:gd name="csY2421" fmla="*/ 460326 h 793834"/>
              <a:gd name="csX2422" fmla="*/ 1580149 w 3760185"/>
              <a:gd name="csY2422" fmla="*/ 404589 h 793834"/>
              <a:gd name="csX2423" fmla="*/ 1588273 w 3760185"/>
              <a:gd name="csY2423" fmla="*/ 404587 h 793834"/>
              <a:gd name="csX2424" fmla="*/ 1586978 w 3760185"/>
              <a:gd name="csY2424" fmla="*/ 513575 h 793834"/>
              <a:gd name="csX2425" fmla="*/ 1586978 w 3760185"/>
              <a:gd name="csY2425" fmla="*/ 489753 h 793834"/>
              <a:gd name="csX2426" fmla="*/ 1585612 w 3760185"/>
              <a:gd name="csY2426" fmla="*/ 427395 h 793834"/>
              <a:gd name="csX2427" fmla="*/ 1585612 w 3760185"/>
              <a:gd name="csY2427" fmla="*/ 470135 h 793834"/>
              <a:gd name="csX2428" fmla="*/ 1584246 w 3760185"/>
              <a:gd name="csY2428" fmla="*/ 444911 h 793834"/>
              <a:gd name="csX2429" fmla="*/ 1584246 w 3760185"/>
              <a:gd name="csY2429" fmla="*/ 450516 h 793834"/>
              <a:gd name="csX2430" fmla="*/ 1582881 w 3760185"/>
              <a:gd name="csY2430" fmla="*/ 471536 h 793834"/>
              <a:gd name="csX2431" fmla="*/ 1582881 w 3760185"/>
              <a:gd name="csY2431" fmla="*/ 404589 h 793834"/>
              <a:gd name="csX2432" fmla="*/ 1589407 w 3760185"/>
              <a:gd name="csY2432" fmla="*/ 404587 h 793834"/>
              <a:gd name="csX2433" fmla="*/ 1588343 w 3760185"/>
              <a:gd name="csY2433" fmla="*/ 491855 h 793834"/>
              <a:gd name="csX2434" fmla="*/ 1588343 w 3760185"/>
              <a:gd name="csY2434" fmla="*/ 404587 h 793834"/>
              <a:gd name="csX2435" fmla="*/ 1591075 w 3760185"/>
              <a:gd name="csY2435" fmla="*/ 404587 h 793834"/>
              <a:gd name="csX2436" fmla="*/ 1591075 w 3760185"/>
              <a:gd name="csY2436" fmla="*/ 421089 h 793834"/>
              <a:gd name="csX2437" fmla="*/ 1589709 w 3760185"/>
              <a:gd name="csY2437" fmla="*/ 479243 h 793834"/>
              <a:gd name="csX2438" fmla="*/ 1589709 w 3760185"/>
              <a:gd name="csY2438" fmla="*/ 404587 h 793834"/>
              <a:gd name="csX2439" fmla="*/ 1599269 w 3760185"/>
              <a:gd name="csY2439" fmla="*/ 404585 h 793834"/>
              <a:gd name="csX2440" fmla="*/ 1599269 w 3760185"/>
              <a:gd name="csY2440" fmla="*/ 431599 h 793834"/>
              <a:gd name="csX2441" fmla="*/ 1597904 w 3760185"/>
              <a:gd name="csY2441" fmla="*/ 444211 h 793834"/>
              <a:gd name="csX2442" fmla="*/ 1597904 w 3760185"/>
              <a:gd name="csY2442" fmla="*/ 446313 h 793834"/>
              <a:gd name="csX2443" fmla="*/ 1597904 w 3760185"/>
              <a:gd name="csY2443" fmla="*/ 449816 h 793834"/>
              <a:gd name="csX2444" fmla="*/ 1596538 w 3760185"/>
              <a:gd name="csY2444" fmla="*/ 463829 h 793834"/>
              <a:gd name="csX2445" fmla="*/ 1596538 w 3760185"/>
              <a:gd name="csY2445" fmla="*/ 533193 h 793834"/>
              <a:gd name="csX2446" fmla="*/ 1595172 w 3760185"/>
              <a:gd name="csY2446" fmla="*/ 444911 h 793834"/>
              <a:gd name="csX2447" fmla="*/ 1595172 w 3760185"/>
              <a:gd name="csY2447" fmla="*/ 482046 h 793834"/>
              <a:gd name="csX2448" fmla="*/ 1593806 w 3760185"/>
              <a:gd name="csY2448" fmla="*/ 447714 h 793834"/>
              <a:gd name="csX2449" fmla="*/ 1592441 w 3760185"/>
              <a:gd name="csY2449" fmla="*/ 469434 h 793834"/>
              <a:gd name="csX2450" fmla="*/ 1592441 w 3760185"/>
              <a:gd name="csY2450" fmla="*/ 439306 h 793834"/>
              <a:gd name="csX2451" fmla="*/ 1591595 w 3760185"/>
              <a:gd name="csY2451" fmla="*/ 404587 h 793834"/>
              <a:gd name="csX2452" fmla="*/ 1606098 w 3760185"/>
              <a:gd name="csY2452" fmla="*/ 404583 h 793834"/>
              <a:gd name="csX2453" fmla="*/ 1606098 w 3760185"/>
              <a:gd name="csY2453" fmla="*/ 407777 h 793834"/>
              <a:gd name="csX2454" fmla="*/ 1604732 w 3760185"/>
              <a:gd name="csY2454" fmla="*/ 441408 h 793834"/>
              <a:gd name="csX2455" fmla="*/ 1604732 w 3760185"/>
              <a:gd name="csY2455" fmla="*/ 487651 h 793834"/>
              <a:gd name="csX2456" fmla="*/ 1603367 w 3760185"/>
              <a:gd name="csY2456" fmla="*/ 461727 h 793834"/>
              <a:gd name="csX2457" fmla="*/ 1603367 w 3760185"/>
              <a:gd name="csY2457" fmla="*/ 440007 h 793834"/>
              <a:gd name="csX2458" fmla="*/ 1602001 w 3760185"/>
              <a:gd name="csY2458" fmla="*/ 448415 h 793834"/>
              <a:gd name="csX2459" fmla="*/ 1602001 w 3760185"/>
              <a:gd name="csY2459" fmla="*/ 482046 h 793834"/>
              <a:gd name="csX2460" fmla="*/ 1602001 w 3760185"/>
              <a:gd name="csY2460" fmla="*/ 493957 h 793834"/>
              <a:gd name="csX2461" fmla="*/ 1600635 w 3760185"/>
              <a:gd name="csY2461" fmla="*/ 463128 h 793834"/>
              <a:gd name="csX2462" fmla="*/ 1600635 w 3760185"/>
              <a:gd name="csY2462" fmla="*/ 404584 h 793834"/>
              <a:gd name="csX2463" fmla="*/ 1609788 w 3760185"/>
              <a:gd name="csY2463" fmla="*/ 404582 h 793834"/>
              <a:gd name="csX2464" fmla="*/ 1608829 w 3760185"/>
              <a:gd name="csY2464" fmla="*/ 449816 h 793834"/>
              <a:gd name="csX2465" fmla="*/ 1608829 w 3760185"/>
              <a:gd name="csY2465" fmla="*/ 413382 h 793834"/>
              <a:gd name="csX2466" fmla="*/ 1607464 w 3760185"/>
              <a:gd name="csY2466" fmla="*/ 456822 h 793834"/>
              <a:gd name="csX2467" fmla="*/ 1607464 w 3760185"/>
              <a:gd name="csY2467" fmla="*/ 442109 h 793834"/>
              <a:gd name="csX2468" fmla="*/ 1606550 w 3760185"/>
              <a:gd name="csY2468" fmla="*/ 404583 h 793834"/>
              <a:gd name="csX2469" fmla="*/ 1611561 w 3760185"/>
              <a:gd name="csY2469" fmla="*/ 404582 h 793834"/>
              <a:gd name="csX2470" fmla="*/ 1611561 w 3760185"/>
              <a:gd name="csY2470" fmla="*/ 424593 h 793834"/>
              <a:gd name="csX2471" fmla="*/ 1610195 w 3760185"/>
              <a:gd name="csY2471" fmla="*/ 486950 h 793834"/>
              <a:gd name="csX2472" fmla="*/ 1610195 w 3760185"/>
              <a:gd name="csY2472" fmla="*/ 404582 h 793834"/>
              <a:gd name="csX2473" fmla="*/ 1617377 w 3760185"/>
              <a:gd name="csY2473" fmla="*/ 404580 h 793834"/>
              <a:gd name="csX2474" fmla="*/ 1617024 w 3760185"/>
              <a:gd name="csY2474" fmla="*/ 421790 h 793834"/>
              <a:gd name="csX2475" fmla="*/ 1617024 w 3760185"/>
              <a:gd name="csY2475" fmla="*/ 407076 h 793834"/>
              <a:gd name="csX2476" fmla="*/ 1615658 w 3760185"/>
              <a:gd name="csY2476" fmla="*/ 421089 h 793834"/>
              <a:gd name="csX2477" fmla="*/ 1615658 w 3760185"/>
              <a:gd name="csY2477" fmla="*/ 431599 h 793834"/>
              <a:gd name="csX2478" fmla="*/ 1614292 w 3760185"/>
              <a:gd name="csY2478" fmla="*/ 407777 h 793834"/>
              <a:gd name="csX2479" fmla="*/ 1614292 w 3760185"/>
              <a:gd name="csY2479" fmla="*/ 409879 h 793834"/>
              <a:gd name="csX2480" fmla="*/ 1614292 w 3760185"/>
              <a:gd name="csY2480" fmla="*/ 443510 h 793834"/>
              <a:gd name="csX2481" fmla="*/ 1613224 w 3760185"/>
              <a:gd name="csY2481" fmla="*/ 404581 h 793834"/>
              <a:gd name="csX2482" fmla="*/ 1615658 w 3760185"/>
              <a:gd name="csY2482" fmla="*/ 404581 h 793834"/>
              <a:gd name="csX2483" fmla="*/ 1618554 w 3760185"/>
              <a:gd name="csY2483" fmla="*/ 404580 h 793834"/>
              <a:gd name="csX2484" fmla="*/ 1618389 w 3760185"/>
              <a:gd name="csY2484" fmla="*/ 411280 h 793834"/>
              <a:gd name="csX2485" fmla="*/ 1618389 w 3760185"/>
              <a:gd name="csY2485" fmla="*/ 404580 h 793834"/>
              <a:gd name="csX2486" fmla="*/ 1622695 w 3760185"/>
              <a:gd name="csY2486" fmla="*/ 404579 h 793834"/>
              <a:gd name="csX2487" fmla="*/ 1622487 w 3760185"/>
              <a:gd name="csY2487" fmla="*/ 407777 h 793834"/>
              <a:gd name="csX2488" fmla="*/ 1622487 w 3760185"/>
              <a:gd name="csY2488" fmla="*/ 442109 h 793834"/>
              <a:gd name="csX2489" fmla="*/ 1621427 w 3760185"/>
              <a:gd name="csY2489" fmla="*/ 404579 h 793834"/>
              <a:gd name="csX2490" fmla="*/ 1625218 w 3760185"/>
              <a:gd name="csY2490" fmla="*/ 404578 h 793834"/>
              <a:gd name="csX2491" fmla="*/ 1625218 w 3760185"/>
              <a:gd name="csY2491" fmla="*/ 425994 h 793834"/>
              <a:gd name="csX2492" fmla="*/ 1623914 w 3760185"/>
              <a:gd name="csY2492" fmla="*/ 404579 h 793834"/>
              <a:gd name="csX2493" fmla="*/ 1629724 w 3760185"/>
              <a:gd name="csY2493" fmla="*/ 404577 h 793834"/>
              <a:gd name="csX2494" fmla="*/ 1629315 w 3760185"/>
              <a:gd name="csY2494" fmla="*/ 415484 h 793834"/>
              <a:gd name="csX2495" fmla="*/ 1629315 w 3760185"/>
              <a:gd name="csY2495" fmla="*/ 427395 h 793834"/>
              <a:gd name="csX2496" fmla="*/ 1627950 w 3760185"/>
              <a:gd name="csY2496" fmla="*/ 407777 h 793834"/>
              <a:gd name="csX2497" fmla="*/ 1627950 w 3760185"/>
              <a:gd name="csY2497" fmla="*/ 404578 h 793834"/>
              <a:gd name="csX2498" fmla="*/ 1632047 w 3760185"/>
              <a:gd name="csY2498" fmla="*/ 404577 h 793834"/>
              <a:gd name="csX2499" fmla="*/ 1632047 w 3760185"/>
              <a:gd name="csY2499" fmla="*/ 406376 h 793834"/>
              <a:gd name="csX2500" fmla="*/ 1630681 w 3760185"/>
              <a:gd name="csY2500" fmla="*/ 405675 h 793834"/>
              <a:gd name="csX2501" fmla="*/ 1630681 w 3760185"/>
              <a:gd name="csY2501" fmla="*/ 404577 h 793834"/>
              <a:gd name="csX2502" fmla="*/ 1637066 w 3760185"/>
              <a:gd name="csY2502" fmla="*/ 404576 h 793834"/>
              <a:gd name="csX2503" fmla="*/ 1636144 w 3760185"/>
              <a:gd name="csY2503" fmla="*/ 418287 h 793834"/>
              <a:gd name="csX2504" fmla="*/ 1636144 w 3760185"/>
              <a:gd name="csY2504" fmla="*/ 423191 h 793834"/>
              <a:gd name="csX2505" fmla="*/ 1635189 w 3760185"/>
              <a:gd name="csY2505" fmla="*/ 404576 h 793834"/>
              <a:gd name="csX2506" fmla="*/ 1636144 w 3760185"/>
              <a:gd name="csY2506" fmla="*/ 404576 h 793834"/>
              <a:gd name="csX2507" fmla="*/ 1640551 w 3760185"/>
              <a:gd name="csY2507" fmla="*/ 404575 h 793834"/>
              <a:gd name="csX2508" fmla="*/ 1640241 w 3760185"/>
              <a:gd name="csY2508" fmla="*/ 409178 h 793834"/>
              <a:gd name="csX2509" fmla="*/ 1640241 w 3760185"/>
              <a:gd name="csY2509" fmla="*/ 409879 h 793834"/>
              <a:gd name="csX2510" fmla="*/ 1638875 w 3760185"/>
              <a:gd name="csY2510" fmla="*/ 412682 h 793834"/>
              <a:gd name="csX2511" fmla="*/ 1638875 w 3760185"/>
              <a:gd name="csY2511" fmla="*/ 409879 h 793834"/>
              <a:gd name="csX2512" fmla="*/ 1637510 w 3760185"/>
              <a:gd name="csY2512" fmla="*/ 416885 h 793834"/>
              <a:gd name="csX2513" fmla="*/ 1637510 w 3760185"/>
              <a:gd name="csY2513" fmla="*/ 404575 h 793834"/>
              <a:gd name="csX2514" fmla="*/ 1642496 w 3760185"/>
              <a:gd name="csY2514" fmla="*/ 404574 h 793834"/>
              <a:gd name="csX2515" fmla="*/ 1641607 w 3760185"/>
              <a:gd name="csY2515" fmla="*/ 416885 h 793834"/>
              <a:gd name="csX2516" fmla="*/ 1641607 w 3760185"/>
              <a:gd name="csY2516" fmla="*/ 404574 h 793834"/>
              <a:gd name="csX2517" fmla="*/ 1645646 w 3760185"/>
              <a:gd name="csY2517" fmla="*/ 404574 h 793834"/>
              <a:gd name="csX2518" fmla="*/ 1644338 w 3760185"/>
              <a:gd name="csY2518" fmla="*/ 411280 h 793834"/>
              <a:gd name="csX2519" fmla="*/ 1644338 w 3760185"/>
              <a:gd name="csY2519" fmla="*/ 408478 h 793834"/>
              <a:gd name="csX2520" fmla="*/ 1644127 w 3760185"/>
              <a:gd name="csY2520" fmla="*/ 404574 h 793834"/>
              <a:gd name="csX2521" fmla="*/ 1647070 w 3760185"/>
              <a:gd name="csY2521" fmla="*/ 404573 h 793834"/>
              <a:gd name="csX2522" fmla="*/ 1647070 w 3760185"/>
              <a:gd name="csY2522" fmla="*/ 409178 h 793834"/>
              <a:gd name="csX2523" fmla="*/ 1646509 w 3760185"/>
              <a:gd name="csY2523" fmla="*/ 404573 h 793834"/>
              <a:gd name="csX2524" fmla="*/ 1649801 w 3760185"/>
              <a:gd name="csY2524" fmla="*/ 404572 h 793834"/>
              <a:gd name="csX2525" fmla="*/ 1649801 w 3760185"/>
              <a:gd name="csY2525" fmla="*/ 414783 h 793834"/>
              <a:gd name="csX2526" fmla="*/ 1648436 w 3760185"/>
              <a:gd name="csY2526" fmla="*/ 414083 h 793834"/>
              <a:gd name="csX2527" fmla="*/ 1648436 w 3760185"/>
              <a:gd name="csY2527" fmla="*/ 406376 h 793834"/>
              <a:gd name="csX2528" fmla="*/ 1648436 w 3760185"/>
              <a:gd name="csY2528" fmla="*/ 404573 h 793834"/>
              <a:gd name="csX2529" fmla="*/ 1651762 w 3760185"/>
              <a:gd name="csY2529" fmla="*/ 404572 h 793834"/>
              <a:gd name="csX2530" fmla="*/ 1651167 w 3760185"/>
              <a:gd name="csY2530" fmla="*/ 411280 h 793834"/>
              <a:gd name="csX2531" fmla="*/ 1651167 w 3760185"/>
              <a:gd name="csY2531" fmla="*/ 404572 h 793834"/>
              <a:gd name="csX2532" fmla="*/ 1656096 w 3760185"/>
              <a:gd name="csY2532" fmla="*/ 404571 h 793834"/>
              <a:gd name="csX2533" fmla="*/ 1655264 w 3760185"/>
              <a:gd name="csY2533" fmla="*/ 412682 h 793834"/>
              <a:gd name="csX2534" fmla="*/ 1655264 w 3760185"/>
              <a:gd name="csY2534" fmla="*/ 416885 h 793834"/>
              <a:gd name="csX2535" fmla="*/ 1653899 w 3760185"/>
              <a:gd name="csY2535" fmla="*/ 416185 h 793834"/>
              <a:gd name="csX2536" fmla="*/ 1653899 w 3760185"/>
              <a:gd name="csY2536" fmla="*/ 411280 h 793834"/>
              <a:gd name="csX2537" fmla="*/ 1652533 w 3760185"/>
              <a:gd name="csY2537" fmla="*/ 433000 h 793834"/>
              <a:gd name="csX2538" fmla="*/ 1652533 w 3760185"/>
              <a:gd name="csY2538" fmla="*/ 404572 h 793834"/>
              <a:gd name="csX2539" fmla="*/ 1653899 w 3760185"/>
              <a:gd name="csY2539" fmla="*/ 404571 h 793834"/>
              <a:gd name="csX2540" fmla="*/ 1658749 w 3760185"/>
              <a:gd name="csY2540" fmla="*/ 404570 h 793834"/>
              <a:gd name="csX2541" fmla="*/ 1657996 w 3760185"/>
              <a:gd name="csY2541" fmla="*/ 412682 h 793834"/>
              <a:gd name="csX2542" fmla="*/ 1657996 w 3760185"/>
              <a:gd name="csY2542" fmla="*/ 435102 h 793834"/>
              <a:gd name="csX2543" fmla="*/ 1657996 w 3760185"/>
              <a:gd name="csY2543" fmla="*/ 436504 h 793834"/>
              <a:gd name="csX2544" fmla="*/ 1656630 w 3760185"/>
              <a:gd name="csY2544" fmla="*/ 407076 h 793834"/>
              <a:gd name="csX2545" fmla="*/ 1656630 w 3760185"/>
              <a:gd name="csY2545" fmla="*/ 404571 h 793834"/>
              <a:gd name="csX2546" fmla="*/ 1661133 w 3760185"/>
              <a:gd name="csY2546" fmla="*/ 404570 h 793834"/>
              <a:gd name="csX2547" fmla="*/ 1660727 w 3760185"/>
              <a:gd name="csY2547" fmla="*/ 412682 h 793834"/>
              <a:gd name="csX2548" fmla="*/ 1660727 w 3760185"/>
              <a:gd name="csY2548" fmla="*/ 411981 h 793834"/>
              <a:gd name="csX2549" fmla="*/ 1659361 w 3760185"/>
              <a:gd name="csY2549" fmla="*/ 444911 h 793834"/>
              <a:gd name="csX2550" fmla="*/ 1659361 w 3760185"/>
              <a:gd name="csY2550" fmla="*/ 404570 h 793834"/>
              <a:gd name="csX2551" fmla="*/ 1662874 w 3760185"/>
              <a:gd name="csY2551" fmla="*/ 404569 h 793834"/>
              <a:gd name="csX2552" fmla="*/ 1662093 w 3760185"/>
              <a:gd name="csY2552" fmla="*/ 410580 h 793834"/>
              <a:gd name="csX2553" fmla="*/ 1662093 w 3760185"/>
              <a:gd name="csY2553" fmla="*/ 404570 h 793834"/>
              <a:gd name="csX2554" fmla="*/ 1664519 w 3760185"/>
              <a:gd name="csY2554" fmla="*/ 404569 h 793834"/>
              <a:gd name="csX2555" fmla="*/ 1663459 w 3760185"/>
              <a:gd name="csY2555" fmla="*/ 437204 h 793834"/>
              <a:gd name="csX2556" fmla="*/ 1663459 w 3760185"/>
              <a:gd name="csY2556" fmla="*/ 404569 h 793834"/>
              <a:gd name="csX2557" fmla="*/ 1667556 w 3760185"/>
              <a:gd name="csY2557" fmla="*/ 404568 h 793834"/>
              <a:gd name="csX2558" fmla="*/ 1667556 w 3760185"/>
              <a:gd name="csY2558" fmla="*/ 437905 h 793834"/>
              <a:gd name="csX2559" fmla="*/ 1667036 w 3760185"/>
              <a:gd name="csY2559" fmla="*/ 404568 h 793834"/>
              <a:gd name="csX2560" fmla="*/ 1671621 w 3760185"/>
              <a:gd name="csY2560" fmla="*/ 404567 h 793834"/>
              <a:gd name="csX2561" fmla="*/ 1670287 w 3760185"/>
              <a:gd name="csY2561" fmla="*/ 416885 h 793834"/>
              <a:gd name="csX2562" fmla="*/ 1670287 w 3760185"/>
              <a:gd name="csY2562" fmla="*/ 414783 h 793834"/>
              <a:gd name="csX2563" fmla="*/ 1668921 w 3760185"/>
              <a:gd name="csY2563" fmla="*/ 409178 h 793834"/>
              <a:gd name="csX2564" fmla="*/ 1668921 w 3760185"/>
              <a:gd name="csY2564" fmla="*/ 411981 h 793834"/>
              <a:gd name="csX2565" fmla="*/ 1668577 w 3760185"/>
              <a:gd name="csY2565" fmla="*/ 404568 h 793834"/>
              <a:gd name="csX2566" fmla="*/ 1668921 w 3760185"/>
              <a:gd name="csY2566" fmla="*/ 404568 h 793834"/>
              <a:gd name="csX2567" fmla="*/ 1672769 w 3760185"/>
              <a:gd name="csY2567" fmla="*/ 404567 h 793834"/>
              <a:gd name="csX2568" fmla="*/ 1671653 w 3760185"/>
              <a:gd name="csY2568" fmla="*/ 430898 h 793834"/>
              <a:gd name="csX2569" fmla="*/ 1671653 w 3760185"/>
              <a:gd name="csY2569" fmla="*/ 404567 h 793834"/>
              <a:gd name="csX2570" fmla="*/ 1674385 w 3760185"/>
              <a:gd name="csY2570" fmla="*/ 404567 h 793834"/>
              <a:gd name="csX2571" fmla="*/ 1674385 w 3760185"/>
              <a:gd name="csY2571" fmla="*/ 416185 h 793834"/>
              <a:gd name="csX2572" fmla="*/ 1673019 w 3760185"/>
              <a:gd name="csY2572" fmla="*/ 426694 h 793834"/>
              <a:gd name="csX2573" fmla="*/ 1673019 w 3760185"/>
              <a:gd name="csY2573" fmla="*/ 415484 h 793834"/>
              <a:gd name="csX2574" fmla="*/ 1673019 w 3760185"/>
              <a:gd name="csY2574" fmla="*/ 404567 h 793834"/>
              <a:gd name="csX2575" fmla="*/ 1677116 w 3760185"/>
              <a:gd name="csY2575" fmla="*/ 404566 h 793834"/>
              <a:gd name="csX2576" fmla="*/ 1677116 w 3760185"/>
              <a:gd name="csY2576" fmla="*/ 421790 h 793834"/>
              <a:gd name="csX2577" fmla="*/ 1675750 w 3760185"/>
              <a:gd name="csY2577" fmla="*/ 405675 h 793834"/>
              <a:gd name="csX2578" fmla="*/ 1675750 w 3760185"/>
              <a:gd name="csY2578" fmla="*/ 418287 h 793834"/>
              <a:gd name="csX2579" fmla="*/ 1675028 w 3760185"/>
              <a:gd name="csY2579" fmla="*/ 404566 h 793834"/>
              <a:gd name="csX2580" fmla="*/ 1679573 w 3760185"/>
              <a:gd name="csY2580" fmla="*/ 404565 h 793834"/>
              <a:gd name="csX2581" fmla="*/ 1678482 w 3760185"/>
              <a:gd name="csY2581" fmla="*/ 414083 h 793834"/>
              <a:gd name="csX2582" fmla="*/ 1678482 w 3760185"/>
              <a:gd name="csY2582" fmla="*/ 404566 h 793834"/>
              <a:gd name="csX2583" fmla="*/ 1681058 w 3760185"/>
              <a:gd name="csY2583" fmla="*/ 404565 h 793834"/>
              <a:gd name="csX2584" fmla="*/ 1679847 w 3760185"/>
              <a:gd name="csY2584" fmla="*/ 423191 h 793834"/>
              <a:gd name="csX2585" fmla="*/ 1679847 w 3760185"/>
              <a:gd name="csY2585" fmla="*/ 410580 h 793834"/>
              <a:gd name="csX2586" fmla="*/ 1679847 w 3760185"/>
              <a:gd name="csY2586" fmla="*/ 404565 h 793834"/>
              <a:gd name="csX2587" fmla="*/ 1684364 w 3760185"/>
              <a:gd name="csY2587" fmla="*/ 404564 h 793834"/>
              <a:gd name="csX2588" fmla="*/ 1683945 w 3760185"/>
              <a:gd name="csY2588" fmla="*/ 410580 h 793834"/>
              <a:gd name="csX2589" fmla="*/ 1683945 w 3760185"/>
              <a:gd name="csY2589" fmla="*/ 414783 h 793834"/>
              <a:gd name="csX2590" fmla="*/ 1682579 w 3760185"/>
              <a:gd name="csY2590" fmla="*/ 409879 h 793834"/>
              <a:gd name="csX2591" fmla="*/ 1682579 w 3760185"/>
              <a:gd name="csY2591" fmla="*/ 411280 h 793834"/>
              <a:gd name="csX2592" fmla="*/ 1681213 w 3760185"/>
              <a:gd name="csY2592" fmla="*/ 414083 h 793834"/>
              <a:gd name="csX2593" fmla="*/ 1681213 w 3760185"/>
              <a:gd name="csY2593" fmla="*/ 404565 h 793834"/>
              <a:gd name="csX2594" fmla="*/ 1687848 w 3760185"/>
              <a:gd name="csY2594" fmla="*/ 404563 h 793834"/>
              <a:gd name="csX2595" fmla="*/ 1686676 w 3760185"/>
              <a:gd name="csY2595" fmla="*/ 427395 h 793834"/>
              <a:gd name="csX2596" fmla="*/ 1686676 w 3760185"/>
              <a:gd name="csY2596" fmla="*/ 421089 h 793834"/>
              <a:gd name="csX2597" fmla="*/ 1686676 w 3760185"/>
              <a:gd name="csY2597" fmla="*/ 404564 h 793834"/>
              <a:gd name="csX2598" fmla="*/ 1691884 w 3760185"/>
              <a:gd name="csY2598" fmla="*/ 404562 h 793834"/>
              <a:gd name="csX2599" fmla="*/ 1690773 w 3760185"/>
              <a:gd name="csY2599" fmla="*/ 421089 h 793834"/>
              <a:gd name="csX2600" fmla="*/ 1690773 w 3760185"/>
              <a:gd name="csY2600" fmla="*/ 418287 h 793834"/>
              <a:gd name="csX2601" fmla="*/ 1689407 w 3760185"/>
              <a:gd name="csY2601" fmla="*/ 423892 h 793834"/>
              <a:gd name="csX2602" fmla="*/ 1689407 w 3760185"/>
              <a:gd name="csY2602" fmla="*/ 404563 h 793834"/>
              <a:gd name="csX2603" fmla="*/ 1697602 w 3760185"/>
              <a:gd name="csY2603" fmla="*/ 404561 h 793834"/>
              <a:gd name="csX2604" fmla="*/ 1697602 w 3760185"/>
              <a:gd name="csY2604" fmla="*/ 439306 h 793834"/>
              <a:gd name="csX2605" fmla="*/ 1696236 w 3760185"/>
              <a:gd name="csY2605" fmla="*/ 418287 h 793834"/>
              <a:gd name="csX2606" fmla="*/ 1696236 w 3760185"/>
              <a:gd name="csY2606" fmla="*/ 414083 h 793834"/>
              <a:gd name="csX2607" fmla="*/ 1694870 w 3760185"/>
              <a:gd name="csY2607" fmla="*/ 431599 h 793834"/>
              <a:gd name="csX2608" fmla="*/ 1694870 w 3760185"/>
              <a:gd name="csY2608" fmla="*/ 410580 h 793834"/>
              <a:gd name="csX2609" fmla="*/ 1693505 w 3760185"/>
              <a:gd name="csY2609" fmla="*/ 418287 h 793834"/>
              <a:gd name="csX2610" fmla="*/ 1693505 w 3760185"/>
              <a:gd name="csY2610" fmla="*/ 406376 h 793834"/>
              <a:gd name="csX2611" fmla="*/ 1692139 w 3760185"/>
              <a:gd name="csY2611" fmla="*/ 421790 h 793834"/>
              <a:gd name="csX2612" fmla="*/ 1692139 w 3760185"/>
              <a:gd name="csY2612" fmla="*/ 404562 h 793834"/>
              <a:gd name="csX2613" fmla="*/ 1699377 w 3760185"/>
              <a:gd name="csY2613" fmla="*/ 404560 h 793834"/>
              <a:gd name="csX2614" fmla="*/ 1698968 w 3760185"/>
              <a:gd name="csY2614" fmla="*/ 409178 h 793834"/>
              <a:gd name="csX2615" fmla="*/ 1698968 w 3760185"/>
              <a:gd name="csY2615" fmla="*/ 404561 h 793834"/>
              <a:gd name="csX2616" fmla="*/ 1701192 w 3760185"/>
              <a:gd name="csY2616" fmla="*/ 404560 h 793834"/>
              <a:gd name="csX2617" fmla="*/ 1700333 w 3760185"/>
              <a:gd name="csY2617" fmla="*/ 428796 h 793834"/>
              <a:gd name="csX2618" fmla="*/ 1700333 w 3760185"/>
              <a:gd name="csY2618" fmla="*/ 404560 h 793834"/>
              <a:gd name="csX2619" fmla="*/ 1702669 w 3760185"/>
              <a:gd name="csY2619" fmla="*/ 404560 h 793834"/>
              <a:gd name="csX2620" fmla="*/ 1701699 w 3760185"/>
              <a:gd name="csY2620" fmla="*/ 418987 h 793834"/>
              <a:gd name="csX2621" fmla="*/ 1701699 w 3760185"/>
              <a:gd name="csY2621" fmla="*/ 404560 h 793834"/>
              <a:gd name="csX2622" fmla="*/ 1705796 w 3760185"/>
              <a:gd name="csY2622" fmla="*/ 404559 h 793834"/>
              <a:gd name="csX2623" fmla="*/ 1705796 w 3760185"/>
              <a:gd name="csY2623" fmla="*/ 422491 h 793834"/>
              <a:gd name="csX2624" fmla="*/ 1704431 w 3760185"/>
              <a:gd name="csY2624" fmla="*/ 423892 h 793834"/>
              <a:gd name="csX2625" fmla="*/ 1704431 w 3760185"/>
              <a:gd name="csY2625" fmla="*/ 427395 h 793834"/>
              <a:gd name="csX2626" fmla="*/ 1703065 w 3760185"/>
              <a:gd name="csY2626" fmla="*/ 430898 h 793834"/>
              <a:gd name="csX2627" fmla="*/ 1703065 w 3760185"/>
              <a:gd name="csY2627" fmla="*/ 404560 h 793834"/>
              <a:gd name="csX2628" fmla="*/ 1711259 w 3760185"/>
              <a:gd name="csY2628" fmla="*/ 404558 h 793834"/>
              <a:gd name="csX2629" fmla="*/ 1711259 w 3760185"/>
              <a:gd name="csY2629" fmla="*/ 414783 h 793834"/>
              <a:gd name="csX2630" fmla="*/ 1709893 w 3760185"/>
              <a:gd name="csY2630" fmla="*/ 442109 h 793834"/>
              <a:gd name="csX2631" fmla="*/ 1709893 w 3760185"/>
              <a:gd name="csY2631" fmla="*/ 410580 h 793834"/>
              <a:gd name="csX2632" fmla="*/ 1708528 w 3760185"/>
              <a:gd name="csY2632" fmla="*/ 440707 h 793834"/>
              <a:gd name="csX2633" fmla="*/ 1708528 w 3760185"/>
              <a:gd name="csY2633" fmla="*/ 423191 h 793834"/>
              <a:gd name="csX2634" fmla="*/ 1707162 w 3760185"/>
              <a:gd name="csY2634" fmla="*/ 409879 h 793834"/>
              <a:gd name="csX2635" fmla="*/ 1707162 w 3760185"/>
              <a:gd name="csY2635" fmla="*/ 418287 h 793834"/>
              <a:gd name="csX2636" fmla="*/ 1706299 w 3760185"/>
              <a:gd name="csY2636" fmla="*/ 404559 h 793834"/>
              <a:gd name="csX2637" fmla="*/ 1714400 w 3760185"/>
              <a:gd name="csY2637" fmla="*/ 404557 h 793834"/>
              <a:gd name="csX2638" fmla="*/ 1713991 w 3760185"/>
              <a:gd name="csY2638" fmla="*/ 409178 h 793834"/>
              <a:gd name="csX2639" fmla="*/ 1713991 w 3760185"/>
              <a:gd name="csY2639" fmla="*/ 404974 h 793834"/>
              <a:gd name="csX2640" fmla="*/ 1712625 w 3760185"/>
              <a:gd name="csY2640" fmla="*/ 425293 h 793834"/>
              <a:gd name="csX2641" fmla="*/ 1712625 w 3760185"/>
              <a:gd name="csY2641" fmla="*/ 411280 h 793834"/>
              <a:gd name="csX2642" fmla="*/ 1712625 w 3760185"/>
              <a:gd name="csY2642" fmla="*/ 404557 h 793834"/>
              <a:gd name="csX2643" fmla="*/ 1719453 w 3760185"/>
              <a:gd name="csY2643" fmla="*/ 404556 h 793834"/>
              <a:gd name="csX2644" fmla="*/ 1719453 w 3760185"/>
              <a:gd name="csY2644" fmla="*/ 409879 h 793834"/>
              <a:gd name="csX2645" fmla="*/ 1718088 w 3760185"/>
              <a:gd name="csY2645" fmla="*/ 412682 h 793834"/>
              <a:gd name="csX2646" fmla="*/ 1718088 w 3760185"/>
              <a:gd name="csY2646" fmla="*/ 425293 h 793834"/>
              <a:gd name="csX2647" fmla="*/ 1716722 w 3760185"/>
              <a:gd name="csY2647" fmla="*/ 435803 h 793834"/>
              <a:gd name="csX2648" fmla="*/ 1716722 w 3760185"/>
              <a:gd name="csY2648" fmla="*/ 407777 h 793834"/>
              <a:gd name="csX2649" fmla="*/ 1716024 w 3760185"/>
              <a:gd name="csY2649" fmla="*/ 404556 h 793834"/>
              <a:gd name="csX2650" fmla="*/ 1724917 w 3760185"/>
              <a:gd name="csY2650" fmla="*/ 404554 h 793834"/>
              <a:gd name="csX2651" fmla="*/ 1724917 w 3760185"/>
              <a:gd name="csY2651" fmla="*/ 427395 h 793834"/>
              <a:gd name="csX2652" fmla="*/ 1723551 w 3760185"/>
              <a:gd name="csY2652" fmla="*/ 405675 h 793834"/>
              <a:gd name="csX2653" fmla="*/ 1723551 w 3760185"/>
              <a:gd name="csY2653" fmla="*/ 408478 h 793834"/>
              <a:gd name="csX2654" fmla="*/ 1723551 w 3760185"/>
              <a:gd name="csY2654" fmla="*/ 423191 h 793834"/>
              <a:gd name="csX2655" fmla="*/ 1722185 w 3760185"/>
              <a:gd name="csY2655" fmla="*/ 412682 h 793834"/>
              <a:gd name="csX2656" fmla="*/ 1722185 w 3760185"/>
              <a:gd name="csY2656" fmla="*/ 409178 h 793834"/>
              <a:gd name="csX2657" fmla="*/ 1721366 w 3760185"/>
              <a:gd name="csY2657" fmla="*/ 404555 h 793834"/>
              <a:gd name="csX2658" fmla="*/ 1728007 w 3760185"/>
              <a:gd name="csY2658" fmla="*/ 404553 h 793834"/>
              <a:gd name="csX2659" fmla="*/ 1727648 w 3760185"/>
              <a:gd name="csY2659" fmla="*/ 413382 h 793834"/>
              <a:gd name="csX2660" fmla="*/ 1727648 w 3760185"/>
              <a:gd name="csY2660" fmla="*/ 420389 h 793834"/>
              <a:gd name="csX2661" fmla="*/ 1726282 w 3760185"/>
              <a:gd name="csY2661" fmla="*/ 435803 h 793834"/>
              <a:gd name="csX2662" fmla="*/ 1726282 w 3760185"/>
              <a:gd name="csY2662" fmla="*/ 410580 h 793834"/>
              <a:gd name="csX2663" fmla="*/ 1725108 w 3760185"/>
              <a:gd name="csY2663" fmla="*/ 404554 h 793834"/>
              <a:gd name="csX2664" fmla="*/ 1730120 w 3760185"/>
              <a:gd name="csY2664" fmla="*/ 404553 h 793834"/>
              <a:gd name="csX2665" fmla="*/ 1729014 w 3760185"/>
              <a:gd name="csY2665" fmla="*/ 426694 h 793834"/>
              <a:gd name="csX2666" fmla="*/ 1729014 w 3760185"/>
              <a:gd name="csY2666" fmla="*/ 404553 h 793834"/>
              <a:gd name="csX2667" fmla="*/ 1731254 w 3760185"/>
              <a:gd name="csY2667" fmla="*/ 404553 h 793834"/>
              <a:gd name="csX2668" fmla="*/ 1730379 w 3760185"/>
              <a:gd name="csY2668" fmla="*/ 428796 h 793834"/>
              <a:gd name="csX2669" fmla="*/ 1730379 w 3760185"/>
              <a:gd name="csY2669" fmla="*/ 404553 h 793834"/>
              <a:gd name="csX2670" fmla="*/ 1733111 w 3760185"/>
              <a:gd name="csY2670" fmla="*/ 404552 h 793834"/>
              <a:gd name="csX2671" fmla="*/ 1733111 w 3760185"/>
              <a:gd name="csY2671" fmla="*/ 407777 h 793834"/>
              <a:gd name="csX2672" fmla="*/ 1731745 w 3760185"/>
              <a:gd name="csY2672" fmla="*/ 412682 h 793834"/>
              <a:gd name="csX2673" fmla="*/ 1731745 w 3760185"/>
              <a:gd name="csY2673" fmla="*/ 404553 h 793834"/>
              <a:gd name="csX2674" fmla="*/ 1734998 w 3760185"/>
              <a:gd name="csY2674" fmla="*/ 404552 h 793834"/>
              <a:gd name="csX2675" fmla="*/ 1734477 w 3760185"/>
              <a:gd name="csY2675" fmla="*/ 413382 h 793834"/>
              <a:gd name="csX2676" fmla="*/ 1734477 w 3760185"/>
              <a:gd name="csY2676" fmla="*/ 424593 h 793834"/>
              <a:gd name="csX2677" fmla="*/ 1733754 w 3760185"/>
              <a:gd name="csY2677" fmla="*/ 404552 h 793834"/>
              <a:gd name="csX2678" fmla="*/ 1737768 w 3760185"/>
              <a:gd name="csY2678" fmla="*/ 404551 h 793834"/>
              <a:gd name="csX2679" fmla="*/ 1737208 w 3760185"/>
              <a:gd name="csY2679" fmla="*/ 410580 h 793834"/>
              <a:gd name="csX2680" fmla="*/ 1737208 w 3760185"/>
              <a:gd name="csY2680" fmla="*/ 444911 h 793834"/>
              <a:gd name="csX2681" fmla="*/ 1735842 w 3760185"/>
              <a:gd name="csY2681" fmla="*/ 426694 h 793834"/>
              <a:gd name="csX2682" fmla="*/ 1735842 w 3760185"/>
              <a:gd name="csY2682" fmla="*/ 404552 h 793834"/>
              <a:gd name="csX2683" fmla="*/ 1739939 w 3760185"/>
              <a:gd name="csY2683" fmla="*/ 404551 h 793834"/>
              <a:gd name="csX2684" fmla="*/ 1739939 w 3760185"/>
              <a:gd name="csY2684" fmla="*/ 409879 h 793834"/>
              <a:gd name="csX2685" fmla="*/ 1738574 w 3760185"/>
              <a:gd name="csY2685" fmla="*/ 410580 h 793834"/>
              <a:gd name="csX2686" fmla="*/ 1738574 w 3760185"/>
              <a:gd name="csY2686" fmla="*/ 404551 h 793834"/>
              <a:gd name="csX2687" fmla="*/ 1741999 w 3760185"/>
              <a:gd name="csY2687" fmla="*/ 404550 h 793834"/>
              <a:gd name="csX2688" fmla="*/ 1741305 w 3760185"/>
              <a:gd name="csY2688" fmla="*/ 409178 h 793834"/>
              <a:gd name="csX2689" fmla="*/ 1741305 w 3760185"/>
              <a:gd name="csY2689" fmla="*/ 430198 h 793834"/>
              <a:gd name="csX2690" fmla="*/ 1740499 w 3760185"/>
              <a:gd name="csY2690" fmla="*/ 404550 h 793834"/>
              <a:gd name="csX2691" fmla="*/ 1745402 w 3760185"/>
              <a:gd name="csY2691" fmla="*/ 404549 h 793834"/>
              <a:gd name="csX2692" fmla="*/ 1745402 w 3760185"/>
              <a:gd name="csY2692" fmla="*/ 411280 h 793834"/>
              <a:gd name="csX2693" fmla="*/ 1744037 w 3760185"/>
              <a:gd name="csY2693" fmla="*/ 438605 h 793834"/>
              <a:gd name="csX2694" fmla="*/ 1744037 w 3760185"/>
              <a:gd name="csY2694" fmla="*/ 410580 h 793834"/>
              <a:gd name="csX2695" fmla="*/ 1743477 w 3760185"/>
              <a:gd name="csY2695" fmla="*/ 404550 h 793834"/>
              <a:gd name="csX2696" fmla="*/ 1744037 w 3760185"/>
              <a:gd name="csY2696" fmla="*/ 404550 h 793834"/>
              <a:gd name="csX2697" fmla="*/ 1748134 w 3760185"/>
              <a:gd name="csY2697" fmla="*/ 404549 h 793834"/>
              <a:gd name="csX2698" fmla="*/ 1748134 w 3760185"/>
              <a:gd name="csY2698" fmla="*/ 415484 h 793834"/>
              <a:gd name="csX2699" fmla="*/ 1747246 w 3760185"/>
              <a:gd name="csY2699" fmla="*/ 404549 h 793834"/>
              <a:gd name="csX2700" fmla="*/ 1750865 w 3760185"/>
              <a:gd name="csY2700" fmla="*/ 404548 h 793834"/>
              <a:gd name="csX2701" fmla="*/ 1750865 w 3760185"/>
              <a:gd name="csY2701" fmla="*/ 409879 h 793834"/>
              <a:gd name="csX2702" fmla="*/ 1750216 w 3760185"/>
              <a:gd name="csY2702" fmla="*/ 404548 h 793834"/>
              <a:gd name="csX2703" fmla="*/ 1753597 w 3760185"/>
              <a:gd name="csY2703" fmla="*/ 404547 h 793834"/>
              <a:gd name="csX2704" fmla="*/ 1753597 w 3760185"/>
              <a:gd name="csY2704" fmla="*/ 406376 h 793834"/>
              <a:gd name="csX2705" fmla="*/ 1753486 w 3760185"/>
              <a:gd name="csY2705" fmla="*/ 404547 h 793834"/>
              <a:gd name="csX2706" fmla="*/ 1756612 w 3760185"/>
              <a:gd name="csY2706" fmla="*/ 404546 h 793834"/>
              <a:gd name="csX2707" fmla="*/ 1756328 w 3760185"/>
              <a:gd name="csY2707" fmla="*/ 411981 h 793834"/>
              <a:gd name="csX2708" fmla="*/ 1756328 w 3760185"/>
              <a:gd name="csY2708" fmla="*/ 411280 h 793834"/>
              <a:gd name="csX2709" fmla="*/ 1754963 w 3760185"/>
              <a:gd name="csY2709" fmla="*/ 421089 h 793834"/>
              <a:gd name="csX2710" fmla="*/ 1754963 w 3760185"/>
              <a:gd name="csY2710" fmla="*/ 404547 h 793834"/>
              <a:gd name="csX2711" fmla="*/ 1759060 w 3760185"/>
              <a:gd name="csY2711" fmla="*/ 404546 h 793834"/>
              <a:gd name="csX2712" fmla="*/ 1759060 w 3760185"/>
              <a:gd name="csY2712" fmla="*/ 409178 h 793834"/>
              <a:gd name="csX2713" fmla="*/ 1757694 w 3760185"/>
              <a:gd name="csY2713" fmla="*/ 413382 h 793834"/>
              <a:gd name="csX2714" fmla="*/ 1757694 w 3760185"/>
              <a:gd name="csY2714" fmla="*/ 404546 h 793834"/>
              <a:gd name="csX2715" fmla="*/ 1760754 w 3760185"/>
              <a:gd name="csY2715" fmla="*/ 404545 h 793834"/>
              <a:gd name="csX2716" fmla="*/ 1760425 w 3760185"/>
              <a:gd name="csY2716" fmla="*/ 407076 h 793834"/>
              <a:gd name="csX2717" fmla="*/ 1760425 w 3760185"/>
              <a:gd name="csY2717" fmla="*/ 418987 h 793834"/>
              <a:gd name="csX2718" fmla="*/ 1759487 w 3760185"/>
              <a:gd name="csY2718" fmla="*/ 404546 h 793834"/>
              <a:gd name="csX2719" fmla="*/ 1764150 w 3760185"/>
              <a:gd name="csY2719" fmla="*/ 404545 h 793834"/>
              <a:gd name="csX2720" fmla="*/ 1763157 w 3760185"/>
              <a:gd name="csY2720" fmla="*/ 423892 h 793834"/>
              <a:gd name="csX2721" fmla="*/ 1763157 w 3760185"/>
              <a:gd name="csY2721" fmla="*/ 409879 h 793834"/>
              <a:gd name="csX2722" fmla="*/ 1762117 w 3760185"/>
              <a:gd name="csY2722" fmla="*/ 404545 h 793834"/>
              <a:gd name="csX2723" fmla="*/ 1769985 w 3760185"/>
              <a:gd name="csY2723" fmla="*/ 404543 h 793834"/>
              <a:gd name="csX2724" fmla="*/ 1769985 w 3760185"/>
              <a:gd name="csY2724" fmla="*/ 413382 h 793834"/>
              <a:gd name="csX2725" fmla="*/ 1769634 w 3760185"/>
              <a:gd name="csY2725" fmla="*/ 404543 h 793834"/>
              <a:gd name="csX2726" fmla="*/ 1772717 w 3760185"/>
              <a:gd name="csY2726" fmla="*/ 404543 h 793834"/>
              <a:gd name="csX2727" fmla="*/ 1772717 w 3760185"/>
              <a:gd name="csY2727" fmla="*/ 407777 h 793834"/>
              <a:gd name="csX2728" fmla="*/ 1772144 w 3760185"/>
              <a:gd name="csY2728" fmla="*/ 404543 h 793834"/>
              <a:gd name="csX2729" fmla="*/ 1776079 w 3760185"/>
              <a:gd name="csY2729" fmla="*/ 404542 h 793834"/>
              <a:gd name="csX2730" fmla="*/ 1775449 w 3760185"/>
              <a:gd name="csY2730" fmla="*/ 407777 h 793834"/>
              <a:gd name="csX2731" fmla="*/ 1775449 w 3760185"/>
              <a:gd name="csY2731" fmla="*/ 421089 h 793834"/>
              <a:gd name="csX2732" fmla="*/ 1774083 w 3760185"/>
              <a:gd name="csY2732" fmla="*/ 433000 h 793834"/>
              <a:gd name="csX2733" fmla="*/ 1774083 w 3760185"/>
              <a:gd name="csY2733" fmla="*/ 404542 h 793834"/>
              <a:gd name="csX2734" fmla="*/ 1778180 w 3760185"/>
              <a:gd name="csY2734" fmla="*/ 404541 h 793834"/>
              <a:gd name="csX2735" fmla="*/ 1778180 w 3760185"/>
              <a:gd name="csY2735" fmla="*/ 432300 h 793834"/>
              <a:gd name="csX2736" fmla="*/ 1778180 w 3760185"/>
              <a:gd name="csY2736" fmla="*/ 433701 h 793834"/>
              <a:gd name="csX2737" fmla="*/ 1777305 w 3760185"/>
              <a:gd name="csY2737" fmla="*/ 404541 h 793834"/>
              <a:gd name="csX2738" fmla="*/ 1780217 w 3760185"/>
              <a:gd name="csY2738" fmla="*/ 404541 h 793834"/>
              <a:gd name="csX2739" fmla="*/ 1779546 w 3760185"/>
              <a:gd name="csY2739" fmla="*/ 419688 h 793834"/>
              <a:gd name="csX2740" fmla="*/ 1779546 w 3760185"/>
              <a:gd name="csY2740" fmla="*/ 407777 h 793834"/>
              <a:gd name="csX2741" fmla="*/ 1779196 w 3760185"/>
              <a:gd name="csY2741" fmla="*/ 404541 h 793834"/>
              <a:gd name="csX2742" fmla="*/ 1779546 w 3760185"/>
              <a:gd name="csY2742" fmla="*/ 404541 h 793834"/>
              <a:gd name="csX2743" fmla="*/ 1782971 w 3760185"/>
              <a:gd name="csY2743" fmla="*/ 404540 h 793834"/>
              <a:gd name="csX2744" fmla="*/ 1782277 w 3760185"/>
              <a:gd name="csY2744" fmla="*/ 409879 h 793834"/>
              <a:gd name="csX2745" fmla="*/ 1782277 w 3760185"/>
              <a:gd name="csY2745" fmla="*/ 404540 h 793834"/>
              <a:gd name="csX2746" fmla="*/ 1784481 w 3760185"/>
              <a:gd name="csY2746" fmla="*/ 404540 h 793834"/>
              <a:gd name="csX2747" fmla="*/ 1783643 w 3760185"/>
              <a:gd name="csY2747" fmla="*/ 418287 h 793834"/>
              <a:gd name="csX2748" fmla="*/ 1783643 w 3760185"/>
              <a:gd name="csY2748" fmla="*/ 404540 h 793834"/>
              <a:gd name="csX2749" fmla="*/ 1786374 w 3760185"/>
              <a:gd name="csY2749" fmla="*/ 404539 h 793834"/>
              <a:gd name="csX2750" fmla="*/ 1786374 w 3760185"/>
              <a:gd name="csY2750" fmla="*/ 419688 h 793834"/>
              <a:gd name="csX2751" fmla="*/ 1785576 w 3760185"/>
              <a:gd name="csY2751" fmla="*/ 404539 h 793834"/>
              <a:gd name="csX2752" fmla="*/ 1787740 w 3760185"/>
              <a:gd name="csY2752" fmla="*/ 404539 h 793834"/>
              <a:gd name="csX2753" fmla="*/ 1787740 w 3760185"/>
              <a:gd name="csY2753" fmla="*/ 428096 h 793834"/>
              <a:gd name="csX2754" fmla="*/ 1786389 w 3760185"/>
              <a:gd name="csY2754" fmla="*/ 404539 h 793834"/>
              <a:gd name="csX2755" fmla="*/ 1794569 w 3760185"/>
              <a:gd name="csY2755" fmla="*/ 404537 h 793834"/>
              <a:gd name="csX2756" fmla="*/ 1794569 w 3760185"/>
              <a:gd name="csY2756" fmla="*/ 423191 h 793834"/>
              <a:gd name="csX2757" fmla="*/ 1793203 w 3760185"/>
              <a:gd name="csY2757" fmla="*/ 414083 h 793834"/>
              <a:gd name="csX2758" fmla="*/ 1793203 w 3760185"/>
              <a:gd name="csY2758" fmla="*/ 408478 h 793834"/>
              <a:gd name="csX2759" fmla="*/ 1791837 w 3760185"/>
              <a:gd name="csY2759" fmla="*/ 405675 h 793834"/>
              <a:gd name="csX2760" fmla="*/ 1791837 w 3760185"/>
              <a:gd name="csY2760" fmla="*/ 428096 h 793834"/>
              <a:gd name="csX2761" fmla="*/ 1790471 w 3760185"/>
              <a:gd name="csY2761" fmla="*/ 415484 h 793834"/>
              <a:gd name="csX2762" fmla="*/ 1790471 w 3760185"/>
              <a:gd name="csY2762" fmla="*/ 414783 h 793834"/>
              <a:gd name="csX2763" fmla="*/ 1789106 w 3760185"/>
              <a:gd name="csY2763" fmla="*/ 427395 h 793834"/>
              <a:gd name="csX2764" fmla="*/ 1789106 w 3760185"/>
              <a:gd name="csY2764" fmla="*/ 404539 h 793834"/>
              <a:gd name="csX2765" fmla="*/ 1798666 w 3760185"/>
              <a:gd name="csY2765" fmla="*/ 404536 h 793834"/>
              <a:gd name="csX2766" fmla="*/ 1798666 w 3760185"/>
              <a:gd name="csY2766" fmla="*/ 414783 h 793834"/>
              <a:gd name="csX2767" fmla="*/ 1797300 w 3760185"/>
              <a:gd name="csY2767" fmla="*/ 418287 h 793834"/>
              <a:gd name="csX2768" fmla="*/ 1797300 w 3760185"/>
              <a:gd name="csY2768" fmla="*/ 405675 h 793834"/>
              <a:gd name="csX2769" fmla="*/ 1795934 w 3760185"/>
              <a:gd name="csY2769" fmla="*/ 421790 h 793834"/>
              <a:gd name="csX2770" fmla="*/ 1795934 w 3760185"/>
              <a:gd name="csY2770" fmla="*/ 419688 h 793834"/>
              <a:gd name="csX2771" fmla="*/ 1795278 w 3760185"/>
              <a:gd name="csY2771" fmla="*/ 404537 h 793834"/>
              <a:gd name="csX2772" fmla="*/ 1803790 w 3760185"/>
              <a:gd name="csY2772" fmla="*/ 404535 h 793834"/>
              <a:gd name="csX2773" fmla="*/ 1802763 w 3760185"/>
              <a:gd name="csY2773" fmla="*/ 439306 h 793834"/>
              <a:gd name="csX2774" fmla="*/ 1802763 w 3760185"/>
              <a:gd name="csY2774" fmla="*/ 414783 h 793834"/>
              <a:gd name="csX2775" fmla="*/ 1801397 w 3760185"/>
              <a:gd name="csY2775" fmla="*/ 415484 h 793834"/>
              <a:gd name="csX2776" fmla="*/ 1801397 w 3760185"/>
              <a:gd name="csY2776" fmla="*/ 419688 h 793834"/>
              <a:gd name="csX2777" fmla="*/ 1800032 w 3760185"/>
              <a:gd name="csY2777" fmla="*/ 412682 h 793834"/>
              <a:gd name="csX2778" fmla="*/ 1800032 w 3760185"/>
              <a:gd name="csY2778" fmla="*/ 441408 h 793834"/>
              <a:gd name="csX2779" fmla="*/ 1798725 w 3760185"/>
              <a:gd name="csY2779" fmla="*/ 404536 h 793834"/>
              <a:gd name="csX2780" fmla="*/ 1800032 w 3760185"/>
              <a:gd name="csY2780" fmla="*/ 404536 h 793834"/>
              <a:gd name="csX2781" fmla="*/ 1804828 w 3760185"/>
              <a:gd name="csY2781" fmla="*/ 404535 h 793834"/>
              <a:gd name="csX2782" fmla="*/ 1804129 w 3760185"/>
              <a:gd name="csY2782" fmla="*/ 408478 h 793834"/>
              <a:gd name="csX2783" fmla="*/ 1804129 w 3760185"/>
              <a:gd name="csY2783" fmla="*/ 404535 h 793834"/>
              <a:gd name="csX2784" fmla="*/ 1808085 w 3760185"/>
              <a:gd name="csY2784" fmla="*/ 404534 h 793834"/>
              <a:gd name="csX2785" fmla="*/ 1806860 w 3760185"/>
              <a:gd name="csY2785" fmla="*/ 418987 h 793834"/>
              <a:gd name="csX2786" fmla="*/ 1806860 w 3760185"/>
              <a:gd name="csY2786" fmla="*/ 408478 h 793834"/>
              <a:gd name="csX2787" fmla="*/ 1805495 w 3760185"/>
              <a:gd name="csY2787" fmla="*/ 429497 h 793834"/>
              <a:gd name="csX2788" fmla="*/ 1805495 w 3760185"/>
              <a:gd name="csY2788" fmla="*/ 404535 h 793834"/>
              <a:gd name="csX2789" fmla="*/ 1817110 w 3760185"/>
              <a:gd name="csY2789" fmla="*/ 404532 h 793834"/>
              <a:gd name="csX2790" fmla="*/ 1816420 w 3760185"/>
              <a:gd name="csY2790" fmla="*/ 413382 h 793834"/>
              <a:gd name="csX2791" fmla="*/ 1816420 w 3760185"/>
              <a:gd name="csY2791" fmla="*/ 433000 h 793834"/>
              <a:gd name="csX2792" fmla="*/ 1815055 w 3760185"/>
              <a:gd name="csY2792" fmla="*/ 439306 h 793834"/>
              <a:gd name="csX2793" fmla="*/ 1815055 w 3760185"/>
              <a:gd name="csY2793" fmla="*/ 430198 h 793834"/>
              <a:gd name="csX2794" fmla="*/ 1813689 w 3760185"/>
              <a:gd name="csY2794" fmla="*/ 421089 h 793834"/>
              <a:gd name="csX2795" fmla="*/ 1813689 w 3760185"/>
              <a:gd name="csY2795" fmla="*/ 457523 h 793834"/>
              <a:gd name="csX2796" fmla="*/ 1812323 w 3760185"/>
              <a:gd name="csY2796" fmla="*/ 421089 h 793834"/>
              <a:gd name="csX2797" fmla="*/ 1812323 w 3760185"/>
              <a:gd name="csY2797" fmla="*/ 428096 h 793834"/>
              <a:gd name="csX2798" fmla="*/ 1810957 w 3760185"/>
              <a:gd name="csY2798" fmla="*/ 416885 h 793834"/>
              <a:gd name="csX2799" fmla="*/ 1810957 w 3760185"/>
              <a:gd name="csY2799" fmla="*/ 409178 h 793834"/>
              <a:gd name="csX2800" fmla="*/ 1809592 w 3760185"/>
              <a:gd name="csY2800" fmla="*/ 409178 h 793834"/>
              <a:gd name="csX2801" fmla="*/ 1809592 w 3760185"/>
              <a:gd name="csY2801" fmla="*/ 416885 h 793834"/>
              <a:gd name="csX2802" fmla="*/ 1808226 w 3760185"/>
              <a:gd name="csY2802" fmla="*/ 445612 h 793834"/>
              <a:gd name="csX2803" fmla="*/ 1808226 w 3760185"/>
              <a:gd name="csY2803" fmla="*/ 404534 h 793834"/>
              <a:gd name="csX2804" fmla="*/ 1812323 w 3760185"/>
              <a:gd name="csY2804" fmla="*/ 404533 h 793834"/>
              <a:gd name="csX2805" fmla="*/ 1825981 w 3760185"/>
              <a:gd name="csY2805" fmla="*/ 404530 h 793834"/>
              <a:gd name="csX2806" fmla="*/ 1825981 w 3760185"/>
              <a:gd name="csY2806" fmla="*/ 433000 h 793834"/>
              <a:gd name="csX2807" fmla="*/ 1824615 w 3760185"/>
              <a:gd name="csY2807" fmla="*/ 404974 h 793834"/>
              <a:gd name="csX2808" fmla="*/ 1824615 w 3760185"/>
              <a:gd name="csY2808" fmla="*/ 427395 h 793834"/>
              <a:gd name="csX2809" fmla="*/ 1823249 w 3760185"/>
              <a:gd name="csY2809" fmla="*/ 420389 h 793834"/>
              <a:gd name="csX2810" fmla="*/ 1823249 w 3760185"/>
              <a:gd name="csY2810" fmla="*/ 415484 h 793834"/>
              <a:gd name="csX2811" fmla="*/ 1823249 w 3760185"/>
              <a:gd name="csY2811" fmla="*/ 411981 h 793834"/>
              <a:gd name="csX2812" fmla="*/ 1821883 w 3760185"/>
              <a:gd name="csY2812" fmla="*/ 420389 h 793834"/>
              <a:gd name="csX2813" fmla="*/ 1821883 w 3760185"/>
              <a:gd name="csY2813" fmla="*/ 440007 h 793834"/>
              <a:gd name="csX2814" fmla="*/ 1820517 w 3760185"/>
              <a:gd name="csY2814" fmla="*/ 431599 h 793834"/>
              <a:gd name="csX2815" fmla="*/ 1820517 w 3760185"/>
              <a:gd name="csY2815" fmla="*/ 425293 h 793834"/>
              <a:gd name="csX2816" fmla="*/ 1819152 w 3760185"/>
              <a:gd name="csY2816" fmla="*/ 421790 h 793834"/>
              <a:gd name="csX2817" fmla="*/ 1819152 w 3760185"/>
              <a:gd name="csY2817" fmla="*/ 408478 h 793834"/>
              <a:gd name="csX2818" fmla="*/ 1817786 w 3760185"/>
              <a:gd name="csY2818" fmla="*/ 423892 h 793834"/>
              <a:gd name="csX2819" fmla="*/ 1817786 w 3760185"/>
              <a:gd name="csY2819" fmla="*/ 410580 h 793834"/>
              <a:gd name="csX2820" fmla="*/ 1817786 w 3760185"/>
              <a:gd name="csY2820" fmla="*/ 404532 h 793834"/>
              <a:gd name="csX2821" fmla="*/ 1828712 w 3760185"/>
              <a:gd name="csY2821" fmla="*/ 404529 h 793834"/>
              <a:gd name="csX2822" fmla="*/ 1828712 w 3760185"/>
              <a:gd name="csY2822" fmla="*/ 420389 h 793834"/>
              <a:gd name="csX2823" fmla="*/ 1827346 w 3760185"/>
              <a:gd name="csY2823" fmla="*/ 434402 h 793834"/>
              <a:gd name="csX2824" fmla="*/ 1827346 w 3760185"/>
              <a:gd name="csY2824" fmla="*/ 427395 h 793834"/>
              <a:gd name="csX2825" fmla="*/ 1826109 w 3760185"/>
              <a:gd name="csY2825" fmla="*/ 404530 h 793834"/>
              <a:gd name="csX2826" fmla="*/ 1830078 w 3760185"/>
              <a:gd name="csY2826" fmla="*/ 404529 h 793834"/>
              <a:gd name="csX2827" fmla="*/ 1830078 w 3760185"/>
              <a:gd name="csY2827" fmla="*/ 404974 h 793834"/>
              <a:gd name="csX2828" fmla="*/ 1829982 w 3760185"/>
              <a:gd name="csY2828" fmla="*/ 404529 h 793834"/>
              <a:gd name="csX2829" fmla="*/ 1832809 w 3760185"/>
              <a:gd name="csY2829" fmla="*/ 404528 h 793834"/>
              <a:gd name="csX2830" fmla="*/ 1832809 w 3760185"/>
              <a:gd name="csY2830" fmla="*/ 416885 h 793834"/>
              <a:gd name="csX2831" fmla="*/ 1831443 w 3760185"/>
              <a:gd name="csY2831" fmla="*/ 427395 h 793834"/>
              <a:gd name="csX2832" fmla="*/ 1831443 w 3760185"/>
              <a:gd name="csY2832" fmla="*/ 404974 h 793834"/>
              <a:gd name="csX2833" fmla="*/ 1831356 w 3760185"/>
              <a:gd name="csY2833" fmla="*/ 404528 h 793834"/>
              <a:gd name="csX2834" fmla="*/ 1834175 w 3760185"/>
              <a:gd name="csY2834" fmla="*/ 404528 h 793834"/>
              <a:gd name="csX2835" fmla="*/ 1834175 w 3760185"/>
              <a:gd name="csY2835" fmla="*/ 428096 h 793834"/>
              <a:gd name="csX2836" fmla="*/ 1833274 w 3760185"/>
              <a:gd name="csY2836" fmla="*/ 404528 h 793834"/>
              <a:gd name="csX2837" fmla="*/ 1836906 w 3760185"/>
              <a:gd name="csY2837" fmla="*/ 404527 h 793834"/>
              <a:gd name="csX2838" fmla="*/ 1836906 w 3760185"/>
              <a:gd name="csY2838" fmla="*/ 416185 h 793834"/>
              <a:gd name="csX2839" fmla="*/ 1836412 w 3760185"/>
              <a:gd name="csY2839" fmla="*/ 404527 h 793834"/>
              <a:gd name="csX2840" fmla="*/ 1839638 w 3760185"/>
              <a:gd name="csY2840" fmla="*/ 404526 h 793834"/>
              <a:gd name="csX2841" fmla="*/ 1839638 w 3760185"/>
              <a:gd name="csY2841" fmla="*/ 436504 h 793834"/>
              <a:gd name="csX2842" fmla="*/ 1838272 w 3760185"/>
              <a:gd name="csY2842" fmla="*/ 431599 h 793834"/>
              <a:gd name="csX2843" fmla="*/ 1838272 w 3760185"/>
              <a:gd name="csY2843" fmla="*/ 418987 h 793834"/>
              <a:gd name="csX2844" fmla="*/ 1837810 w 3760185"/>
              <a:gd name="csY2844" fmla="*/ 404527 h 793834"/>
              <a:gd name="csX2845" fmla="*/ 1842099 w 3760185"/>
              <a:gd name="csY2845" fmla="*/ 404526 h 793834"/>
              <a:gd name="csX2846" fmla="*/ 1841003 w 3760185"/>
              <a:gd name="csY2846" fmla="*/ 414083 h 793834"/>
              <a:gd name="csX2847" fmla="*/ 1841003 w 3760185"/>
              <a:gd name="csY2847" fmla="*/ 435803 h 793834"/>
              <a:gd name="csX2848" fmla="*/ 1839853 w 3760185"/>
              <a:gd name="csY2848" fmla="*/ 404526 h 793834"/>
              <a:gd name="csX2849" fmla="*/ 1845101 w 3760185"/>
              <a:gd name="csY2849" fmla="*/ 404525 h 793834"/>
              <a:gd name="csX2850" fmla="*/ 1845101 w 3760185"/>
              <a:gd name="csY2850" fmla="*/ 416885 h 793834"/>
              <a:gd name="csX2851" fmla="*/ 1845101 w 3760185"/>
              <a:gd name="csY2851" fmla="*/ 418287 h 793834"/>
              <a:gd name="csX2852" fmla="*/ 1845101 w 3760185"/>
              <a:gd name="csY2852" fmla="*/ 421089 h 793834"/>
              <a:gd name="csX2853" fmla="*/ 1844399 w 3760185"/>
              <a:gd name="csY2853" fmla="*/ 404525 h 793834"/>
              <a:gd name="csX2854" fmla="*/ 1847832 w 3760185"/>
              <a:gd name="csY2854" fmla="*/ 404524 h 793834"/>
              <a:gd name="csX2855" fmla="*/ 1847832 w 3760185"/>
              <a:gd name="csY2855" fmla="*/ 423191 h 793834"/>
              <a:gd name="csX2856" fmla="*/ 1847089 w 3760185"/>
              <a:gd name="csY2856" fmla="*/ 404524 h 793834"/>
              <a:gd name="csX2857" fmla="*/ 1851929 w 3760185"/>
              <a:gd name="csY2857" fmla="*/ 404523 h 793834"/>
              <a:gd name="csX2858" fmla="*/ 1851929 w 3760185"/>
              <a:gd name="csY2858" fmla="*/ 414783 h 793834"/>
              <a:gd name="csX2859" fmla="*/ 1850564 w 3760185"/>
              <a:gd name="csY2859" fmla="*/ 411981 h 793834"/>
              <a:gd name="csX2860" fmla="*/ 1850564 w 3760185"/>
              <a:gd name="csY2860" fmla="*/ 404524 h 793834"/>
              <a:gd name="csX2861" fmla="*/ 1853295 w 3760185"/>
              <a:gd name="csY2861" fmla="*/ 404523 h 793834"/>
              <a:gd name="csX2862" fmla="*/ 1853295 w 3760185"/>
              <a:gd name="csY2862" fmla="*/ 418987 h 793834"/>
              <a:gd name="csX2863" fmla="*/ 1852512 w 3760185"/>
              <a:gd name="csY2863" fmla="*/ 404523 h 793834"/>
              <a:gd name="csX2864" fmla="*/ 1856492 w 3760185"/>
              <a:gd name="csY2864" fmla="*/ 404522 h 793834"/>
              <a:gd name="csX2865" fmla="*/ 1856027 w 3760185"/>
              <a:gd name="csY2865" fmla="*/ 414783 h 793834"/>
              <a:gd name="csX2866" fmla="*/ 1856027 w 3760185"/>
              <a:gd name="csY2866" fmla="*/ 404522 h 793834"/>
              <a:gd name="csX2867" fmla="*/ 1860124 w 3760185"/>
              <a:gd name="csY2867" fmla="*/ 404521 h 793834"/>
              <a:gd name="csX2868" fmla="*/ 1860124 w 3760185"/>
              <a:gd name="csY2868" fmla="*/ 417586 h 793834"/>
              <a:gd name="csX2869" fmla="*/ 1860124 w 3760185"/>
              <a:gd name="csY2869" fmla="*/ 431599 h 793834"/>
              <a:gd name="csX2870" fmla="*/ 1858758 w 3760185"/>
              <a:gd name="csY2870" fmla="*/ 408478 h 793834"/>
              <a:gd name="csX2871" fmla="*/ 1858758 w 3760185"/>
              <a:gd name="csY2871" fmla="*/ 404522 h 793834"/>
              <a:gd name="csX2872" fmla="*/ 1861489 w 3760185"/>
              <a:gd name="csY2872" fmla="*/ 404521 h 793834"/>
              <a:gd name="csX2873" fmla="*/ 1861489 w 3760185"/>
              <a:gd name="csY2873" fmla="*/ 420389 h 793834"/>
              <a:gd name="csX2874" fmla="*/ 1861021 w 3760185"/>
              <a:gd name="csY2874" fmla="*/ 404521 h 793834"/>
              <a:gd name="csX2875" fmla="*/ 1863841 w 3760185"/>
              <a:gd name="csY2875" fmla="*/ 404520 h 793834"/>
              <a:gd name="csX2876" fmla="*/ 1862855 w 3760185"/>
              <a:gd name="csY2876" fmla="*/ 419688 h 793834"/>
              <a:gd name="csX2877" fmla="*/ 1862855 w 3760185"/>
              <a:gd name="csY2877" fmla="*/ 404521 h 793834"/>
              <a:gd name="csX2878" fmla="*/ 1866321 w 3760185"/>
              <a:gd name="csY2878" fmla="*/ 404520 h 793834"/>
              <a:gd name="csX2879" fmla="*/ 1865587 w 3760185"/>
              <a:gd name="csY2879" fmla="*/ 425994 h 793834"/>
              <a:gd name="csX2880" fmla="*/ 1865587 w 3760185"/>
              <a:gd name="csY2880" fmla="*/ 404520 h 793834"/>
              <a:gd name="csX2881" fmla="*/ 1870575 w 3760185"/>
              <a:gd name="csY2881" fmla="*/ 404519 h 793834"/>
              <a:gd name="csX2882" fmla="*/ 1869684 w 3760185"/>
              <a:gd name="csY2882" fmla="*/ 427395 h 793834"/>
              <a:gd name="csX2883" fmla="*/ 1869684 w 3760185"/>
              <a:gd name="csY2883" fmla="*/ 411280 h 793834"/>
              <a:gd name="csX2884" fmla="*/ 1869135 w 3760185"/>
              <a:gd name="csY2884" fmla="*/ 404519 h 793834"/>
              <a:gd name="csX2885" fmla="*/ 1869684 w 3760185"/>
              <a:gd name="csY2885" fmla="*/ 404519 h 793834"/>
              <a:gd name="csX2886" fmla="*/ 1875147 w 3760185"/>
              <a:gd name="csY2886" fmla="*/ 404518 h 793834"/>
              <a:gd name="csX2887" fmla="*/ 1875147 w 3760185"/>
              <a:gd name="csY2887" fmla="*/ 411280 h 793834"/>
              <a:gd name="csX2888" fmla="*/ 1875147 w 3760185"/>
              <a:gd name="csY2888" fmla="*/ 413382 h 793834"/>
              <a:gd name="csX2889" fmla="*/ 1874324 w 3760185"/>
              <a:gd name="csY2889" fmla="*/ 404518 h 793834"/>
              <a:gd name="csX2890" fmla="*/ 1876662 w 3760185"/>
              <a:gd name="csY2890" fmla="*/ 404517 h 793834"/>
              <a:gd name="csX2891" fmla="*/ 1876513 w 3760185"/>
              <a:gd name="csY2891" fmla="*/ 404974 h 793834"/>
              <a:gd name="csX2892" fmla="*/ 1876513 w 3760185"/>
              <a:gd name="csY2892" fmla="*/ 404517 h 793834"/>
              <a:gd name="csX2893" fmla="*/ 1879733 w 3760185"/>
              <a:gd name="csY2893" fmla="*/ 404516 h 793834"/>
              <a:gd name="csX2894" fmla="*/ 1879244 w 3760185"/>
              <a:gd name="csY2894" fmla="*/ 407777 h 793834"/>
              <a:gd name="csX2895" fmla="*/ 1879244 w 3760185"/>
              <a:gd name="csY2895" fmla="*/ 414783 h 793834"/>
              <a:gd name="csX2896" fmla="*/ 1878899 w 3760185"/>
              <a:gd name="csY2896" fmla="*/ 404517 h 793834"/>
              <a:gd name="csX2897" fmla="*/ 1882547 w 3760185"/>
              <a:gd name="csY2897" fmla="*/ 404516 h 793834"/>
              <a:gd name="csX2898" fmla="*/ 1881975 w 3760185"/>
              <a:gd name="csY2898" fmla="*/ 414783 h 793834"/>
              <a:gd name="csX2899" fmla="*/ 1881975 w 3760185"/>
              <a:gd name="csY2899" fmla="*/ 405675 h 793834"/>
              <a:gd name="csX2900" fmla="*/ 1881850 w 3760185"/>
              <a:gd name="csY2900" fmla="*/ 404516 h 793834"/>
              <a:gd name="csX2901" fmla="*/ 1883825 w 3760185"/>
              <a:gd name="csY2901" fmla="*/ 404516 h 793834"/>
              <a:gd name="csX2902" fmla="*/ 1883341 w 3760185"/>
              <a:gd name="csY2902" fmla="*/ 416185 h 793834"/>
              <a:gd name="csX2903" fmla="*/ 1883341 w 3760185"/>
              <a:gd name="csY2903" fmla="*/ 404516 h 793834"/>
              <a:gd name="csX2904" fmla="*/ 1888702 w 3760185"/>
              <a:gd name="csY2904" fmla="*/ 404514 h 793834"/>
              <a:gd name="csX2905" fmla="*/ 1887438 w 3760185"/>
              <a:gd name="csY2905" fmla="*/ 416185 h 793834"/>
              <a:gd name="csX2906" fmla="*/ 1887438 w 3760185"/>
              <a:gd name="csY2906" fmla="*/ 404515 h 793834"/>
              <a:gd name="csX2907" fmla="*/ 1890170 w 3760185"/>
              <a:gd name="csY2907" fmla="*/ 404514 h 793834"/>
              <a:gd name="csX2908" fmla="*/ 1890170 w 3760185"/>
              <a:gd name="csY2908" fmla="*/ 427395 h 793834"/>
              <a:gd name="csX2909" fmla="*/ 1889278 w 3760185"/>
              <a:gd name="csY2909" fmla="*/ 404514 h 793834"/>
              <a:gd name="csX2910" fmla="*/ 1892901 w 3760185"/>
              <a:gd name="csY2910" fmla="*/ 404513 h 793834"/>
              <a:gd name="csX2911" fmla="*/ 1892901 w 3760185"/>
              <a:gd name="csY2911" fmla="*/ 410580 h 793834"/>
              <a:gd name="csX2912" fmla="*/ 1892901 w 3760185"/>
              <a:gd name="csY2912" fmla="*/ 414783 h 793834"/>
              <a:gd name="csX2913" fmla="*/ 1891535 w 3760185"/>
              <a:gd name="csY2913" fmla="*/ 408478 h 793834"/>
              <a:gd name="csX2914" fmla="*/ 1891535 w 3760185"/>
              <a:gd name="csY2914" fmla="*/ 410580 h 793834"/>
              <a:gd name="csX2915" fmla="*/ 1891232 w 3760185"/>
              <a:gd name="csY2915" fmla="*/ 404514 h 793834"/>
              <a:gd name="csX2916" fmla="*/ 1894267 w 3760185"/>
              <a:gd name="csY2916" fmla="*/ 404513 h 793834"/>
              <a:gd name="csX2917" fmla="*/ 1894267 w 3760185"/>
              <a:gd name="csY2917" fmla="*/ 442809 h 793834"/>
              <a:gd name="csX2918" fmla="*/ 1893357 w 3760185"/>
              <a:gd name="csY2918" fmla="*/ 404513 h 793834"/>
              <a:gd name="csX2919" fmla="*/ 1896998 w 3760185"/>
              <a:gd name="csY2919" fmla="*/ 404512 h 793834"/>
              <a:gd name="csX2920" fmla="*/ 1896998 w 3760185"/>
              <a:gd name="csY2920" fmla="*/ 423191 h 793834"/>
              <a:gd name="csX2921" fmla="*/ 1895633 w 3760185"/>
              <a:gd name="csY2921" fmla="*/ 424593 h 793834"/>
              <a:gd name="csX2922" fmla="*/ 1895633 w 3760185"/>
              <a:gd name="csY2922" fmla="*/ 404513 h 793834"/>
              <a:gd name="csX2923" fmla="*/ 1898364 w 3760185"/>
              <a:gd name="csY2923" fmla="*/ 404512 h 793834"/>
              <a:gd name="csX2924" fmla="*/ 1898364 w 3760185"/>
              <a:gd name="csY2924" fmla="*/ 421089 h 793834"/>
              <a:gd name="csX2925" fmla="*/ 1897766 w 3760185"/>
              <a:gd name="csY2925" fmla="*/ 404512 h 793834"/>
              <a:gd name="csX2926" fmla="*/ 1901974 w 3760185"/>
              <a:gd name="csY2926" fmla="*/ 404511 h 793834"/>
              <a:gd name="csX2927" fmla="*/ 1901096 w 3760185"/>
              <a:gd name="csY2927" fmla="*/ 423892 h 793834"/>
              <a:gd name="csX2928" fmla="*/ 1901096 w 3760185"/>
              <a:gd name="csY2928" fmla="*/ 405675 h 793834"/>
              <a:gd name="csX2929" fmla="*/ 1899730 w 3760185"/>
              <a:gd name="csY2929" fmla="*/ 422491 h 793834"/>
              <a:gd name="csX2930" fmla="*/ 1899730 w 3760185"/>
              <a:gd name="csY2930" fmla="*/ 404512 h 793834"/>
              <a:gd name="csX2931" fmla="*/ 1903827 w 3760185"/>
              <a:gd name="csY2931" fmla="*/ 404511 h 793834"/>
              <a:gd name="csX2932" fmla="*/ 1903827 w 3760185"/>
              <a:gd name="csY2932" fmla="*/ 404974 h 793834"/>
              <a:gd name="csX2933" fmla="*/ 1903601 w 3760185"/>
              <a:gd name="csY2933" fmla="*/ 404511 h 793834"/>
              <a:gd name="csX2934" fmla="*/ 1906545 w 3760185"/>
              <a:gd name="csY2934" fmla="*/ 404510 h 793834"/>
              <a:gd name="csX2935" fmla="*/ 1905193 w 3760185"/>
              <a:gd name="csY2935" fmla="*/ 427395 h 793834"/>
              <a:gd name="csX2936" fmla="*/ 1905193 w 3760185"/>
              <a:gd name="csY2936" fmla="*/ 410580 h 793834"/>
              <a:gd name="csX2937" fmla="*/ 1904873 w 3760185"/>
              <a:gd name="csY2937" fmla="*/ 404510 h 793834"/>
              <a:gd name="csX2938" fmla="*/ 1910273 w 3760185"/>
              <a:gd name="csY2938" fmla="*/ 404509 h 793834"/>
              <a:gd name="csX2939" fmla="*/ 1909290 w 3760185"/>
              <a:gd name="csY2939" fmla="*/ 426694 h 793834"/>
              <a:gd name="csX2940" fmla="*/ 1909290 w 3760185"/>
              <a:gd name="csY2940" fmla="*/ 411981 h 793834"/>
              <a:gd name="csX2941" fmla="*/ 1907924 w 3760185"/>
              <a:gd name="csY2941" fmla="*/ 405675 h 793834"/>
              <a:gd name="csX2942" fmla="*/ 1907924 w 3760185"/>
              <a:gd name="csY2942" fmla="*/ 416185 h 793834"/>
              <a:gd name="csX2943" fmla="*/ 1907924 w 3760185"/>
              <a:gd name="csY2943" fmla="*/ 425994 h 793834"/>
              <a:gd name="csX2944" fmla="*/ 1907280 w 3760185"/>
              <a:gd name="csY2944" fmla="*/ 404510 h 793834"/>
              <a:gd name="csX2945" fmla="*/ 1912021 w 3760185"/>
              <a:gd name="csY2945" fmla="*/ 404509 h 793834"/>
              <a:gd name="csX2946" fmla="*/ 1912021 w 3760185"/>
              <a:gd name="csY2946" fmla="*/ 409879 h 793834"/>
              <a:gd name="csX2947" fmla="*/ 1910656 w 3760185"/>
              <a:gd name="csY2947" fmla="*/ 435102 h 793834"/>
              <a:gd name="csX2948" fmla="*/ 1910656 w 3760185"/>
              <a:gd name="csY2948" fmla="*/ 425994 h 793834"/>
              <a:gd name="csX2949" fmla="*/ 1910656 w 3760185"/>
              <a:gd name="csY2949" fmla="*/ 409879 h 793834"/>
              <a:gd name="csX2950" fmla="*/ 1910656 w 3760185"/>
              <a:gd name="csY2950" fmla="*/ 404509 h 793834"/>
              <a:gd name="csX2951" fmla="*/ 1916002 w 3760185"/>
              <a:gd name="csY2951" fmla="*/ 404508 h 793834"/>
              <a:gd name="csX2952" fmla="*/ 1914753 w 3760185"/>
              <a:gd name="csY2952" fmla="*/ 429497 h 793834"/>
              <a:gd name="csX2953" fmla="*/ 1914753 w 3760185"/>
              <a:gd name="csY2953" fmla="*/ 422491 h 793834"/>
              <a:gd name="csX2954" fmla="*/ 1913387 w 3760185"/>
              <a:gd name="csY2954" fmla="*/ 413382 h 793834"/>
              <a:gd name="csX2955" fmla="*/ 1913387 w 3760185"/>
              <a:gd name="csY2955" fmla="*/ 406376 h 793834"/>
              <a:gd name="csX2956" fmla="*/ 1913107 w 3760185"/>
              <a:gd name="csY2956" fmla="*/ 404508 h 793834"/>
              <a:gd name="csX2957" fmla="*/ 1917093 w 3760185"/>
              <a:gd name="csY2957" fmla="*/ 404507 h 793834"/>
              <a:gd name="csX2958" fmla="*/ 1916119 w 3760185"/>
              <a:gd name="csY2958" fmla="*/ 436504 h 793834"/>
              <a:gd name="csX2959" fmla="*/ 1916119 w 3760185"/>
              <a:gd name="csY2959" fmla="*/ 404508 h 793834"/>
              <a:gd name="csX2960" fmla="*/ 1917686 w 3760185"/>
              <a:gd name="csY2960" fmla="*/ 404507 h 793834"/>
              <a:gd name="csX2961" fmla="*/ 1917484 w 3760185"/>
              <a:gd name="csY2961" fmla="*/ 406376 h 793834"/>
              <a:gd name="csX2962" fmla="*/ 1917484 w 3760185"/>
              <a:gd name="csY2962" fmla="*/ 404507 h 793834"/>
              <a:gd name="csX2963" fmla="*/ 1924013 w 3760185"/>
              <a:gd name="csY2963" fmla="*/ 404506 h 793834"/>
              <a:gd name="csX2964" fmla="*/ 1922947 w 3760185"/>
              <a:gd name="csY2964" fmla="*/ 430198 h 793834"/>
              <a:gd name="csX2965" fmla="*/ 1922947 w 3760185"/>
              <a:gd name="csY2965" fmla="*/ 418987 h 793834"/>
              <a:gd name="csX2966" fmla="*/ 1921581 w 3760185"/>
              <a:gd name="csY2966" fmla="*/ 404974 h 793834"/>
              <a:gd name="csX2967" fmla="*/ 1921581 w 3760185"/>
              <a:gd name="csY2967" fmla="*/ 407777 h 793834"/>
              <a:gd name="csX2968" fmla="*/ 1920216 w 3760185"/>
              <a:gd name="csY2968" fmla="*/ 416885 h 793834"/>
              <a:gd name="csX2969" fmla="*/ 1920216 w 3760185"/>
              <a:gd name="csY2969" fmla="*/ 434402 h 793834"/>
              <a:gd name="csX2970" fmla="*/ 1918850 w 3760185"/>
              <a:gd name="csY2970" fmla="*/ 434402 h 793834"/>
              <a:gd name="csX2971" fmla="*/ 1918850 w 3760185"/>
              <a:gd name="csY2971" fmla="*/ 404507 h 793834"/>
              <a:gd name="csX2972" fmla="*/ 1921581 w 3760185"/>
              <a:gd name="csY2972" fmla="*/ 404506 h 793834"/>
              <a:gd name="csX2973" fmla="*/ 1925224 w 3760185"/>
              <a:gd name="csY2973" fmla="*/ 404505 h 793834"/>
              <a:gd name="csX2974" fmla="*/ 1924313 w 3760185"/>
              <a:gd name="csY2974" fmla="*/ 428796 h 793834"/>
              <a:gd name="csX2975" fmla="*/ 1924313 w 3760185"/>
              <a:gd name="csY2975" fmla="*/ 404506 h 793834"/>
              <a:gd name="csX2976" fmla="*/ 1936605 w 3760185"/>
              <a:gd name="csY2976" fmla="*/ 404503 h 793834"/>
              <a:gd name="csX2977" fmla="*/ 1936605 w 3760185"/>
              <a:gd name="csY2977" fmla="*/ 425293 h 793834"/>
              <a:gd name="csX2978" fmla="*/ 1935239 w 3760185"/>
              <a:gd name="csY2978" fmla="*/ 434402 h 793834"/>
              <a:gd name="csX2979" fmla="*/ 1935239 w 3760185"/>
              <a:gd name="csY2979" fmla="*/ 439306 h 793834"/>
              <a:gd name="csX2980" fmla="*/ 1933873 w 3760185"/>
              <a:gd name="csY2980" fmla="*/ 431599 h 793834"/>
              <a:gd name="csX2981" fmla="*/ 1933873 w 3760185"/>
              <a:gd name="csY2981" fmla="*/ 428796 h 793834"/>
              <a:gd name="csX2982" fmla="*/ 1932507 w 3760185"/>
              <a:gd name="csY2982" fmla="*/ 409178 h 793834"/>
              <a:gd name="csX2983" fmla="*/ 1932507 w 3760185"/>
              <a:gd name="csY2983" fmla="*/ 445612 h 793834"/>
              <a:gd name="csX2984" fmla="*/ 1931142 w 3760185"/>
              <a:gd name="csY2984" fmla="*/ 414083 h 793834"/>
              <a:gd name="csX2985" fmla="*/ 1931142 w 3760185"/>
              <a:gd name="csY2985" fmla="*/ 417586 h 793834"/>
              <a:gd name="csX2986" fmla="*/ 1931142 w 3760185"/>
              <a:gd name="csY2986" fmla="*/ 423892 h 793834"/>
              <a:gd name="csX2987" fmla="*/ 1929776 w 3760185"/>
              <a:gd name="csY2987" fmla="*/ 414083 h 793834"/>
              <a:gd name="csX2988" fmla="*/ 1929776 w 3760185"/>
              <a:gd name="csY2988" fmla="*/ 409879 h 793834"/>
              <a:gd name="csX2989" fmla="*/ 1928410 w 3760185"/>
              <a:gd name="csY2989" fmla="*/ 420389 h 793834"/>
              <a:gd name="csX2990" fmla="*/ 1928410 w 3760185"/>
              <a:gd name="csY2990" fmla="*/ 423191 h 793834"/>
              <a:gd name="csX2991" fmla="*/ 1927045 w 3760185"/>
              <a:gd name="csY2991" fmla="*/ 417586 h 793834"/>
              <a:gd name="csX2992" fmla="*/ 1927045 w 3760185"/>
              <a:gd name="csY2992" fmla="*/ 405675 h 793834"/>
              <a:gd name="csX2993" fmla="*/ 1926925 w 3760185"/>
              <a:gd name="csY2993" fmla="*/ 404505 h 793834"/>
              <a:gd name="csX2994" fmla="*/ 1940702 w 3760185"/>
              <a:gd name="csY2994" fmla="*/ 404502 h 793834"/>
              <a:gd name="csX2995" fmla="*/ 1940702 w 3760185"/>
              <a:gd name="csY2995" fmla="*/ 414783 h 793834"/>
              <a:gd name="csX2996" fmla="*/ 1939336 w 3760185"/>
              <a:gd name="csY2996" fmla="*/ 411981 h 793834"/>
              <a:gd name="csX2997" fmla="*/ 1939336 w 3760185"/>
              <a:gd name="csY2997" fmla="*/ 408478 h 793834"/>
              <a:gd name="csX2998" fmla="*/ 1937970 w 3760185"/>
              <a:gd name="csY2998" fmla="*/ 411280 h 793834"/>
              <a:gd name="csX2999" fmla="*/ 1937970 w 3760185"/>
              <a:gd name="csY2999" fmla="*/ 422491 h 793834"/>
              <a:gd name="csX3000" fmla="*/ 1937296 w 3760185"/>
              <a:gd name="csY3000" fmla="*/ 404502 h 793834"/>
              <a:gd name="csX3001" fmla="*/ 1944040 w 3760185"/>
              <a:gd name="csY3001" fmla="*/ 404501 h 793834"/>
              <a:gd name="csX3002" fmla="*/ 1943433 w 3760185"/>
              <a:gd name="csY3002" fmla="*/ 423191 h 793834"/>
              <a:gd name="csX3003" fmla="*/ 1943433 w 3760185"/>
              <a:gd name="csY3003" fmla="*/ 427395 h 793834"/>
              <a:gd name="csX3004" fmla="*/ 1943433 w 3760185"/>
              <a:gd name="csY3004" fmla="*/ 428096 h 793834"/>
              <a:gd name="csX3005" fmla="*/ 1942067 w 3760185"/>
              <a:gd name="csY3005" fmla="*/ 437905 h 793834"/>
              <a:gd name="csX3006" fmla="*/ 1942067 w 3760185"/>
              <a:gd name="csY3006" fmla="*/ 404501 h 793834"/>
              <a:gd name="csX3007" fmla="*/ 1946165 w 3760185"/>
              <a:gd name="csY3007" fmla="*/ 404500 h 793834"/>
              <a:gd name="csX3008" fmla="*/ 1946165 w 3760185"/>
              <a:gd name="csY3008" fmla="*/ 409178 h 793834"/>
              <a:gd name="csX3009" fmla="*/ 1945731 w 3760185"/>
              <a:gd name="csY3009" fmla="*/ 404500 h 793834"/>
              <a:gd name="csX3010" fmla="*/ 1948896 w 3760185"/>
              <a:gd name="csY3010" fmla="*/ 404500 h 793834"/>
              <a:gd name="csX3011" fmla="*/ 1948896 w 3760185"/>
              <a:gd name="csY3011" fmla="*/ 409879 h 793834"/>
              <a:gd name="csX3012" fmla="*/ 1948896 w 3760185"/>
              <a:gd name="csY3012" fmla="*/ 423191 h 793834"/>
              <a:gd name="csX3013" fmla="*/ 1947530 w 3760185"/>
              <a:gd name="csY3013" fmla="*/ 419688 h 793834"/>
              <a:gd name="csX3014" fmla="*/ 1947530 w 3760185"/>
              <a:gd name="csY3014" fmla="*/ 404500 h 793834"/>
              <a:gd name="csX3015" fmla="*/ 1952993 w 3760185"/>
              <a:gd name="csY3015" fmla="*/ 404499 h 793834"/>
              <a:gd name="csX3016" fmla="*/ 1952993 w 3760185"/>
              <a:gd name="csY3016" fmla="*/ 410580 h 793834"/>
              <a:gd name="csX3017" fmla="*/ 1951628 w 3760185"/>
              <a:gd name="csY3017" fmla="*/ 410580 h 793834"/>
              <a:gd name="csX3018" fmla="*/ 1951628 w 3760185"/>
              <a:gd name="csY3018" fmla="*/ 421790 h 793834"/>
              <a:gd name="csX3019" fmla="*/ 1950262 w 3760185"/>
              <a:gd name="csY3019" fmla="*/ 433000 h 793834"/>
              <a:gd name="csX3020" fmla="*/ 1950262 w 3760185"/>
              <a:gd name="csY3020" fmla="*/ 409178 h 793834"/>
              <a:gd name="csX3021" fmla="*/ 1949692 w 3760185"/>
              <a:gd name="csY3021" fmla="*/ 404499 h 793834"/>
              <a:gd name="csX3022" fmla="*/ 1954359 w 3760185"/>
              <a:gd name="csY3022" fmla="*/ 404498 h 793834"/>
              <a:gd name="csX3023" fmla="*/ 1954359 w 3760185"/>
              <a:gd name="csY3023" fmla="*/ 428796 h 793834"/>
              <a:gd name="csX3024" fmla="*/ 1953673 w 3760185"/>
              <a:gd name="csY3024" fmla="*/ 404498 h 793834"/>
              <a:gd name="csX3025" fmla="*/ 1956709 w 3760185"/>
              <a:gd name="csY3025" fmla="*/ 404498 h 793834"/>
              <a:gd name="csX3026" fmla="*/ 1955725 w 3760185"/>
              <a:gd name="csY3026" fmla="*/ 414083 h 793834"/>
              <a:gd name="csX3027" fmla="*/ 1955725 w 3760185"/>
              <a:gd name="csY3027" fmla="*/ 404498 h 793834"/>
              <a:gd name="csX3028" fmla="*/ 1958456 w 3760185"/>
              <a:gd name="csY3028" fmla="*/ 404497 h 793834"/>
              <a:gd name="csX3029" fmla="*/ 1958456 w 3760185"/>
              <a:gd name="csY3029" fmla="*/ 404974 h 793834"/>
              <a:gd name="csX3030" fmla="*/ 1958340 w 3760185"/>
              <a:gd name="csY3030" fmla="*/ 404497 h 793834"/>
              <a:gd name="csX3031" fmla="*/ 1959822 w 3760185"/>
              <a:gd name="csY3031" fmla="*/ 404497 h 793834"/>
              <a:gd name="csX3032" fmla="*/ 1959822 w 3760185"/>
              <a:gd name="csY3032" fmla="*/ 444211 h 793834"/>
              <a:gd name="csX3033" fmla="*/ 1958573 w 3760185"/>
              <a:gd name="csY3033" fmla="*/ 404497 h 793834"/>
              <a:gd name="csX3034" fmla="*/ 1961407 w 3760185"/>
              <a:gd name="csY3034" fmla="*/ 404497 h 793834"/>
              <a:gd name="csX3035" fmla="*/ 1961188 w 3760185"/>
              <a:gd name="csY3035" fmla="*/ 409879 h 793834"/>
              <a:gd name="csX3036" fmla="*/ 1961188 w 3760185"/>
              <a:gd name="csY3036" fmla="*/ 404974 h 793834"/>
              <a:gd name="csX3037" fmla="*/ 1961110 w 3760185"/>
              <a:gd name="csY3037" fmla="*/ 404497 h 793834"/>
              <a:gd name="csX3038" fmla="*/ 1965537 w 3760185"/>
              <a:gd name="csY3038" fmla="*/ 404496 h 793834"/>
              <a:gd name="csX3039" fmla="*/ 1965285 w 3760185"/>
              <a:gd name="csY3039" fmla="*/ 407076 h 793834"/>
              <a:gd name="csX3040" fmla="*/ 1965285 w 3760185"/>
              <a:gd name="csY3040" fmla="*/ 412682 h 793834"/>
              <a:gd name="csX3041" fmla="*/ 1963919 w 3760185"/>
              <a:gd name="csY3041" fmla="*/ 417586 h 793834"/>
              <a:gd name="csX3042" fmla="*/ 1963919 w 3760185"/>
              <a:gd name="csY3042" fmla="*/ 411280 h 793834"/>
              <a:gd name="csX3043" fmla="*/ 1962553 w 3760185"/>
              <a:gd name="csY3043" fmla="*/ 415484 h 793834"/>
              <a:gd name="csX3044" fmla="*/ 1962553 w 3760185"/>
              <a:gd name="csY3044" fmla="*/ 404496 h 793834"/>
              <a:gd name="csX3045" fmla="*/ 1963919 w 3760185"/>
              <a:gd name="csY3045" fmla="*/ 404496 h 793834"/>
              <a:gd name="csX3046" fmla="*/ 1969382 w 3760185"/>
              <a:gd name="csY3046" fmla="*/ 404495 h 793834"/>
              <a:gd name="csX3047" fmla="*/ 1969382 w 3760185"/>
              <a:gd name="csY3047" fmla="*/ 404974 h 793834"/>
              <a:gd name="csX3048" fmla="*/ 1968016 w 3760185"/>
              <a:gd name="csY3048" fmla="*/ 412682 h 793834"/>
              <a:gd name="csX3049" fmla="*/ 1968016 w 3760185"/>
              <a:gd name="csY3049" fmla="*/ 423191 h 793834"/>
              <a:gd name="csX3050" fmla="*/ 1966841 w 3760185"/>
              <a:gd name="csY3050" fmla="*/ 404495 h 793834"/>
              <a:gd name="csX3051" fmla="*/ 1971551 w 3760185"/>
              <a:gd name="csY3051" fmla="*/ 404494 h 793834"/>
              <a:gd name="csX3052" fmla="*/ 1970748 w 3760185"/>
              <a:gd name="csY3052" fmla="*/ 428796 h 793834"/>
              <a:gd name="csX3053" fmla="*/ 1970748 w 3760185"/>
              <a:gd name="csY3053" fmla="*/ 404494 h 793834"/>
              <a:gd name="csX3054" fmla="*/ 1978515 w 3760185"/>
              <a:gd name="csY3054" fmla="*/ 404492 h 793834"/>
              <a:gd name="csX3055" fmla="*/ 1977576 w 3760185"/>
              <a:gd name="csY3055" fmla="*/ 420389 h 793834"/>
              <a:gd name="csX3056" fmla="*/ 1976761 w 3760185"/>
              <a:gd name="csY3056" fmla="*/ 404493 h 793834"/>
              <a:gd name="csX3057" fmla="*/ 1980308 w 3760185"/>
              <a:gd name="csY3057" fmla="*/ 404492 h 793834"/>
              <a:gd name="csX3058" fmla="*/ 1980308 w 3760185"/>
              <a:gd name="csY3058" fmla="*/ 410580 h 793834"/>
              <a:gd name="csX3059" fmla="*/ 1979566 w 3760185"/>
              <a:gd name="csY3059" fmla="*/ 404492 h 793834"/>
              <a:gd name="csX3060" fmla="*/ 1982889 w 3760185"/>
              <a:gd name="csY3060" fmla="*/ 404491 h 793834"/>
              <a:gd name="csX3061" fmla="*/ 1981674 w 3760185"/>
              <a:gd name="csY3061" fmla="*/ 417586 h 793834"/>
              <a:gd name="csX3062" fmla="*/ 1981674 w 3760185"/>
              <a:gd name="csY3062" fmla="*/ 404492 h 793834"/>
              <a:gd name="csX3063" fmla="*/ 1987000 w 3760185"/>
              <a:gd name="csY3063" fmla="*/ 404490 h 793834"/>
              <a:gd name="csX3064" fmla="*/ 1985771 w 3760185"/>
              <a:gd name="csY3064" fmla="*/ 418987 h 793834"/>
              <a:gd name="csX3065" fmla="*/ 1985771 w 3760185"/>
              <a:gd name="csY3065" fmla="*/ 408478 h 793834"/>
              <a:gd name="csX3066" fmla="*/ 1984405 w 3760185"/>
              <a:gd name="csY3066" fmla="*/ 407076 h 793834"/>
              <a:gd name="csX3067" fmla="*/ 1983039 w 3760185"/>
              <a:gd name="csY3067" fmla="*/ 412682 h 793834"/>
              <a:gd name="csX3068" fmla="*/ 1983039 w 3760185"/>
              <a:gd name="csY3068" fmla="*/ 404491 h 793834"/>
              <a:gd name="csX3069" fmla="*/ 1987875 w 3760185"/>
              <a:gd name="csY3069" fmla="*/ 404490 h 793834"/>
              <a:gd name="csX3070" fmla="*/ 1987137 w 3760185"/>
              <a:gd name="csY3070" fmla="*/ 443510 h 793834"/>
              <a:gd name="csX3071" fmla="*/ 1987137 w 3760185"/>
              <a:gd name="csY3071" fmla="*/ 409178 h 793834"/>
              <a:gd name="csX3072" fmla="*/ 1987137 w 3760185"/>
              <a:gd name="csY3072" fmla="*/ 404490 h 793834"/>
              <a:gd name="csX3073" fmla="*/ 1989868 w 3760185"/>
              <a:gd name="csY3073" fmla="*/ 404490 h 793834"/>
              <a:gd name="csX3074" fmla="*/ 1989868 w 3760185"/>
              <a:gd name="csY3074" fmla="*/ 407076 h 793834"/>
              <a:gd name="csX3075" fmla="*/ 1989705 w 3760185"/>
              <a:gd name="csY3075" fmla="*/ 404490 h 793834"/>
              <a:gd name="csX3076" fmla="*/ 1991234 w 3760185"/>
              <a:gd name="csY3076" fmla="*/ 404489 h 793834"/>
              <a:gd name="csX3077" fmla="*/ 1991234 w 3760185"/>
              <a:gd name="csY3077" fmla="*/ 418287 h 793834"/>
              <a:gd name="csX3078" fmla="*/ 1990158 w 3760185"/>
              <a:gd name="csY3078" fmla="*/ 404490 h 793834"/>
              <a:gd name="csX3079" fmla="*/ 1995331 w 3760185"/>
              <a:gd name="csY3079" fmla="*/ 404488 h 793834"/>
              <a:gd name="csX3080" fmla="*/ 1995331 w 3760185"/>
              <a:gd name="csY3080" fmla="*/ 407777 h 793834"/>
              <a:gd name="csX3081" fmla="*/ 1993965 w 3760185"/>
              <a:gd name="csY3081" fmla="*/ 421089 h 793834"/>
              <a:gd name="csX3082" fmla="*/ 1993965 w 3760185"/>
              <a:gd name="csY3082" fmla="*/ 404489 h 793834"/>
              <a:gd name="csX3083" fmla="*/ 1996697 w 3760185"/>
              <a:gd name="csY3083" fmla="*/ 404488 h 793834"/>
              <a:gd name="csX3084" fmla="*/ 1996697 w 3760185"/>
              <a:gd name="csY3084" fmla="*/ 405675 h 793834"/>
              <a:gd name="csX3085" fmla="*/ 1996697 w 3760185"/>
              <a:gd name="csY3085" fmla="*/ 409178 h 793834"/>
              <a:gd name="csX3086" fmla="*/ 1995994 w 3760185"/>
              <a:gd name="csY3086" fmla="*/ 404488 h 793834"/>
              <a:gd name="csX3087" fmla="*/ 2001574 w 3760185"/>
              <a:gd name="csY3087" fmla="*/ 404487 h 793834"/>
              <a:gd name="csX3088" fmla="*/ 2000794 w 3760185"/>
              <a:gd name="csY3088" fmla="*/ 444911 h 793834"/>
              <a:gd name="csX3089" fmla="*/ 2000794 w 3760185"/>
              <a:gd name="csY3089" fmla="*/ 421790 h 793834"/>
              <a:gd name="csX3090" fmla="*/ 1999428 w 3760185"/>
              <a:gd name="csY3090" fmla="*/ 413382 h 793834"/>
              <a:gd name="csX3091" fmla="*/ 1999428 w 3760185"/>
              <a:gd name="csY3091" fmla="*/ 418287 h 793834"/>
              <a:gd name="csX3092" fmla="*/ 1998258 w 3760185"/>
              <a:gd name="csY3092" fmla="*/ 404488 h 793834"/>
              <a:gd name="csX3093" fmla="*/ 2000794 w 3760185"/>
              <a:gd name="csY3093" fmla="*/ 404487 h 793834"/>
              <a:gd name="csX3094" fmla="*/ 2004891 w 3760185"/>
              <a:gd name="csY3094" fmla="*/ 404486 h 793834"/>
              <a:gd name="csX3095" fmla="*/ 2004891 w 3760185"/>
              <a:gd name="csY3095" fmla="*/ 411280 h 793834"/>
              <a:gd name="csX3096" fmla="*/ 2003525 w 3760185"/>
              <a:gd name="csY3096" fmla="*/ 482046 h 793834"/>
              <a:gd name="csX3097" fmla="*/ 2003525 w 3760185"/>
              <a:gd name="csY3097" fmla="*/ 409178 h 793834"/>
              <a:gd name="csX3098" fmla="*/ 2003384 w 3760185"/>
              <a:gd name="csY3098" fmla="*/ 404486 h 793834"/>
              <a:gd name="csX3099" fmla="*/ 2006257 w 3760185"/>
              <a:gd name="csY3099" fmla="*/ 404486 h 793834"/>
              <a:gd name="csX3100" fmla="*/ 2006257 w 3760185"/>
              <a:gd name="csY3100" fmla="*/ 421089 h 793834"/>
              <a:gd name="csX3101" fmla="*/ 2006257 w 3760185"/>
              <a:gd name="csY3101" fmla="*/ 440007 h 793834"/>
              <a:gd name="csX3102" fmla="*/ 2004998 w 3760185"/>
              <a:gd name="csY3102" fmla="*/ 404486 h 793834"/>
              <a:gd name="csX3103" fmla="*/ 2009675 w 3760185"/>
              <a:gd name="csY3103" fmla="*/ 404485 h 793834"/>
              <a:gd name="csX3104" fmla="*/ 2008988 w 3760185"/>
              <a:gd name="csY3104" fmla="*/ 427395 h 793834"/>
              <a:gd name="csX3105" fmla="*/ 2008988 w 3760185"/>
              <a:gd name="csY3105" fmla="*/ 470835 h 793834"/>
              <a:gd name="csX3106" fmla="*/ 2007623 w 3760185"/>
              <a:gd name="csY3106" fmla="*/ 440707 h 793834"/>
              <a:gd name="csX3107" fmla="*/ 2007623 w 3760185"/>
              <a:gd name="csY3107" fmla="*/ 404485 h 793834"/>
              <a:gd name="csX3108" fmla="*/ 2008988 w 3760185"/>
              <a:gd name="csY3108" fmla="*/ 404485 h 793834"/>
              <a:gd name="csX3109" fmla="*/ 2013473 w 3760185"/>
              <a:gd name="csY3109" fmla="*/ 404484 h 793834"/>
              <a:gd name="csX3110" fmla="*/ 2013085 w 3760185"/>
              <a:gd name="csY3110" fmla="*/ 423191 h 793834"/>
              <a:gd name="csX3111" fmla="*/ 2013085 w 3760185"/>
              <a:gd name="csY3111" fmla="*/ 414783 h 793834"/>
              <a:gd name="csX3112" fmla="*/ 2011720 w 3760185"/>
              <a:gd name="csY3112" fmla="*/ 408478 h 793834"/>
              <a:gd name="csX3113" fmla="*/ 2011720 w 3760185"/>
              <a:gd name="csY3113" fmla="*/ 404484 h 793834"/>
              <a:gd name="csX3114" fmla="*/ 2017183 w 3760185"/>
              <a:gd name="csY3114" fmla="*/ 404483 h 793834"/>
              <a:gd name="csX3115" fmla="*/ 2017183 w 3760185"/>
              <a:gd name="csY3115" fmla="*/ 471536 h 793834"/>
              <a:gd name="csX3116" fmla="*/ 2015817 w 3760185"/>
              <a:gd name="csY3116" fmla="*/ 433000 h 793834"/>
              <a:gd name="csX3117" fmla="*/ 2015817 w 3760185"/>
              <a:gd name="csY3117" fmla="*/ 408478 h 793834"/>
              <a:gd name="csX3118" fmla="*/ 2014451 w 3760185"/>
              <a:gd name="csY3118" fmla="*/ 407777 h 793834"/>
              <a:gd name="csX3119" fmla="*/ 2014451 w 3760185"/>
              <a:gd name="csY3119" fmla="*/ 404484 h 793834"/>
              <a:gd name="csX3120" fmla="*/ 2018548 w 3760185"/>
              <a:gd name="csY3120" fmla="*/ 404483 h 793834"/>
              <a:gd name="csX3121" fmla="*/ 2018548 w 3760185"/>
              <a:gd name="csY3121" fmla="*/ 415484 h 793834"/>
              <a:gd name="csX3122" fmla="*/ 2017655 w 3760185"/>
              <a:gd name="csY3122" fmla="*/ 404483 h 793834"/>
              <a:gd name="csX3123" fmla="*/ 2020522 w 3760185"/>
              <a:gd name="csY3123" fmla="*/ 404482 h 793834"/>
              <a:gd name="csX3124" fmla="*/ 2019914 w 3760185"/>
              <a:gd name="csY3124" fmla="*/ 454020 h 793834"/>
              <a:gd name="csX3125" fmla="*/ 2019914 w 3760185"/>
              <a:gd name="csY3125" fmla="*/ 437905 h 793834"/>
              <a:gd name="csX3126" fmla="*/ 2018912 w 3760185"/>
              <a:gd name="csY3126" fmla="*/ 404483 h 793834"/>
              <a:gd name="csX3127" fmla="*/ 2019914 w 3760185"/>
              <a:gd name="csY3127" fmla="*/ 404482 h 793834"/>
              <a:gd name="csX3128" fmla="*/ 2022561 w 3760185"/>
              <a:gd name="csY3128" fmla="*/ 404482 h 793834"/>
              <a:gd name="csX3129" fmla="*/ 2021280 w 3760185"/>
              <a:gd name="csY3129" fmla="*/ 493256 h 793834"/>
              <a:gd name="csX3130" fmla="*/ 2021280 w 3760185"/>
              <a:gd name="csY3130" fmla="*/ 404482 h 793834"/>
              <a:gd name="csX3131" fmla="*/ 2024011 w 3760185"/>
              <a:gd name="csY3131" fmla="*/ 404481 h 793834"/>
              <a:gd name="csX3132" fmla="*/ 2024011 w 3760185"/>
              <a:gd name="csY3132" fmla="*/ 453319 h 793834"/>
              <a:gd name="csX3133" fmla="*/ 2022821 w 3760185"/>
              <a:gd name="csY3133" fmla="*/ 404482 h 793834"/>
              <a:gd name="csX3134" fmla="*/ 2025377 w 3760185"/>
              <a:gd name="csY3134" fmla="*/ 404481 h 793834"/>
              <a:gd name="csX3135" fmla="*/ 2025377 w 3760185"/>
              <a:gd name="csY3135" fmla="*/ 517078 h 793834"/>
              <a:gd name="csX3136" fmla="*/ 2024370 w 3760185"/>
              <a:gd name="csY3136" fmla="*/ 404481 h 793834"/>
              <a:gd name="csX3137" fmla="*/ 2027466 w 3760185"/>
              <a:gd name="csY3137" fmla="*/ 404481 h 793834"/>
              <a:gd name="csX3138" fmla="*/ 2026743 w 3760185"/>
              <a:gd name="csY3138" fmla="*/ 463829 h 793834"/>
              <a:gd name="csX3139" fmla="*/ 2026743 w 3760185"/>
              <a:gd name="csY3139" fmla="*/ 530390 h 793834"/>
              <a:gd name="csX3140" fmla="*/ 2025430 w 3760185"/>
              <a:gd name="csY3140" fmla="*/ 404481 h 793834"/>
              <a:gd name="csX3141" fmla="*/ 2029474 w 3760185"/>
              <a:gd name="csY3141" fmla="*/ 404480 h 793834"/>
              <a:gd name="csX3142" fmla="*/ 2029474 w 3760185"/>
              <a:gd name="csY3142" fmla="*/ 430898 h 793834"/>
              <a:gd name="csX3143" fmla="*/ 2029474 w 3760185"/>
              <a:gd name="csY3143" fmla="*/ 475039 h 793834"/>
              <a:gd name="csX3144" fmla="*/ 2028108 w 3760185"/>
              <a:gd name="csY3144" fmla="*/ 448415 h 793834"/>
              <a:gd name="csX3145" fmla="*/ 2028108 w 3760185"/>
              <a:gd name="csY3145" fmla="*/ 404480 h 793834"/>
              <a:gd name="csX3146" fmla="*/ 2031715 w 3760185"/>
              <a:gd name="csY3146" fmla="*/ 404479 h 793834"/>
              <a:gd name="csX3147" fmla="*/ 2030840 w 3760185"/>
              <a:gd name="csY3147" fmla="*/ 454720 h 793834"/>
              <a:gd name="csX3148" fmla="*/ 2030840 w 3760185"/>
              <a:gd name="csY3148" fmla="*/ 485549 h 793834"/>
              <a:gd name="csX3149" fmla="*/ 2030058 w 3760185"/>
              <a:gd name="csY3149" fmla="*/ 404480 h 793834"/>
              <a:gd name="csX3150" fmla="*/ 2033571 w 3760185"/>
              <a:gd name="csY3150" fmla="*/ 404479 h 793834"/>
              <a:gd name="csX3151" fmla="*/ 2033571 w 3760185"/>
              <a:gd name="csY3151" fmla="*/ 420389 h 793834"/>
              <a:gd name="csX3152" fmla="*/ 2033135 w 3760185"/>
              <a:gd name="csY3152" fmla="*/ 404479 h 793834"/>
              <a:gd name="csX3153" fmla="*/ 2038164 w 3760185"/>
              <a:gd name="csY3153" fmla="*/ 404478 h 793834"/>
              <a:gd name="csX3154" fmla="*/ 2037669 w 3760185"/>
              <a:gd name="csY3154" fmla="*/ 410580 h 793834"/>
              <a:gd name="csX3155" fmla="*/ 2037669 w 3760185"/>
              <a:gd name="csY3155" fmla="*/ 417586 h 793834"/>
              <a:gd name="csX3156" fmla="*/ 2036303 w 3760185"/>
              <a:gd name="csY3156" fmla="*/ 415484 h 793834"/>
              <a:gd name="csX3157" fmla="*/ 2036303 w 3760185"/>
              <a:gd name="csY3157" fmla="*/ 426694 h 793834"/>
              <a:gd name="csX3158" fmla="*/ 2034937 w 3760185"/>
              <a:gd name="csY3158" fmla="*/ 404974 h 793834"/>
              <a:gd name="csX3159" fmla="*/ 2034937 w 3760185"/>
              <a:gd name="csY3159" fmla="*/ 404479 h 793834"/>
              <a:gd name="csX3160" fmla="*/ 2040044 w 3760185"/>
              <a:gd name="csY3160" fmla="*/ 404477 h 793834"/>
              <a:gd name="csX3161" fmla="*/ 2039034 w 3760185"/>
              <a:gd name="csY3161" fmla="*/ 430898 h 793834"/>
              <a:gd name="csX3162" fmla="*/ 2039034 w 3760185"/>
              <a:gd name="csY3162" fmla="*/ 404478 h 793834"/>
              <a:gd name="csX3163" fmla="*/ 2043396 w 3760185"/>
              <a:gd name="csY3163" fmla="*/ 404477 h 793834"/>
              <a:gd name="csX3164" fmla="*/ 2043131 w 3760185"/>
              <a:gd name="csY3164" fmla="*/ 410580 h 793834"/>
              <a:gd name="csX3165" fmla="*/ 2043131 w 3760185"/>
              <a:gd name="csY3165" fmla="*/ 423191 h 793834"/>
              <a:gd name="csX3166" fmla="*/ 2041766 w 3760185"/>
              <a:gd name="csY3166" fmla="*/ 416185 h 793834"/>
              <a:gd name="csX3167" fmla="*/ 2041766 w 3760185"/>
              <a:gd name="csY3167" fmla="*/ 405675 h 793834"/>
              <a:gd name="csX3168" fmla="*/ 2040400 w 3760185"/>
              <a:gd name="csY3168" fmla="*/ 410580 h 793834"/>
              <a:gd name="csX3169" fmla="*/ 2040400 w 3760185"/>
              <a:gd name="csY3169" fmla="*/ 404477 h 793834"/>
              <a:gd name="csX3170" fmla="*/ 2041766 w 3760185"/>
              <a:gd name="csY3170" fmla="*/ 404477 h 793834"/>
              <a:gd name="csX3171" fmla="*/ 2049960 w 3760185"/>
              <a:gd name="csY3171" fmla="*/ 404475 h 793834"/>
              <a:gd name="csX3172" fmla="*/ 2049960 w 3760185"/>
              <a:gd name="csY3172" fmla="*/ 446313 h 793834"/>
              <a:gd name="csX3173" fmla="*/ 2048594 w 3760185"/>
              <a:gd name="csY3173" fmla="*/ 425994 h 793834"/>
              <a:gd name="csX3174" fmla="*/ 2048594 w 3760185"/>
              <a:gd name="csY3174" fmla="*/ 411280 h 793834"/>
              <a:gd name="csX3175" fmla="*/ 2047229 w 3760185"/>
              <a:gd name="csY3175" fmla="*/ 433701 h 793834"/>
              <a:gd name="csX3176" fmla="*/ 2047229 w 3760185"/>
              <a:gd name="csY3176" fmla="*/ 416885 h 793834"/>
              <a:gd name="csX3177" fmla="*/ 2047229 w 3760185"/>
              <a:gd name="csY3177" fmla="*/ 413382 h 793834"/>
              <a:gd name="csX3178" fmla="*/ 2045863 w 3760185"/>
              <a:gd name="csY3178" fmla="*/ 406376 h 793834"/>
              <a:gd name="csX3179" fmla="*/ 2045863 w 3760185"/>
              <a:gd name="csY3179" fmla="*/ 415484 h 793834"/>
              <a:gd name="csX3180" fmla="*/ 2044497 w 3760185"/>
              <a:gd name="csY3180" fmla="*/ 442109 h 793834"/>
              <a:gd name="csX3181" fmla="*/ 2044497 w 3760185"/>
              <a:gd name="csY3181" fmla="*/ 404476 h 793834"/>
              <a:gd name="csX3182" fmla="*/ 2053541 w 3760185"/>
              <a:gd name="csY3182" fmla="*/ 404474 h 793834"/>
              <a:gd name="csX3183" fmla="*/ 2052691 w 3760185"/>
              <a:gd name="csY3183" fmla="*/ 410580 h 793834"/>
              <a:gd name="csX3184" fmla="*/ 2051326 w 3760185"/>
              <a:gd name="csY3184" fmla="*/ 413382 h 793834"/>
              <a:gd name="csX3185" fmla="*/ 2051326 w 3760185"/>
              <a:gd name="csY3185" fmla="*/ 404475 h 793834"/>
              <a:gd name="csX3186" fmla="*/ 2052691 w 3760185"/>
              <a:gd name="csY3186" fmla="*/ 404474 h 793834"/>
              <a:gd name="csX3187" fmla="*/ 2054849 w 3760185"/>
              <a:gd name="csY3187" fmla="*/ 404474 h 793834"/>
              <a:gd name="csX3188" fmla="*/ 2054057 w 3760185"/>
              <a:gd name="csY3188" fmla="*/ 418287 h 793834"/>
              <a:gd name="csX3189" fmla="*/ 2054057 w 3760185"/>
              <a:gd name="csY3189" fmla="*/ 404474 h 793834"/>
              <a:gd name="csX3190" fmla="*/ 2060197 w 3760185"/>
              <a:gd name="csY3190" fmla="*/ 404473 h 793834"/>
              <a:gd name="csX3191" fmla="*/ 2059520 w 3760185"/>
              <a:gd name="csY3191" fmla="*/ 427395 h 793834"/>
              <a:gd name="csX3192" fmla="*/ 2059520 w 3760185"/>
              <a:gd name="csY3192" fmla="*/ 424593 h 793834"/>
              <a:gd name="csX3193" fmla="*/ 2058155 w 3760185"/>
              <a:gd name="csY3193" fmla="*/ 422491 h 793834"/>
              <a:gd name="csX3194" fmla="*/ 2058155 w 3760185"/>
              <a:gd name="csY3194" fmla="*/ 425293 h 793834"/>
              <a:gd name="csX3195" fmla="*/ 2056789 w 3760185"/>
              <a:gd name="csY3195" fmla="*/ 409178 h 793834"/>
              <a:gd name="csX3196" fmla="*/ 2056789 w 3760185"/>
              <a:gd name="csY3196" fmla="*/ 410580 h 793834"/>
              <a:gd name="csX3197" fmla="*/ 2055423 w 3760185"/>
              <a:gd name="csY3197" fmla="*/ 409178 h 793834"/>
              <a:gd name="csX3198" fmla="*/ 2055423 w 3760185"/>
              <a:gd name="csY3198" fmla="*/ 404474 h 793834"/>
              <a:gd name="csX3199" fmla="*/ 2064983 w 3760185"/>
              <a:gd name="csY3199" fmla="*/ 404471 h 793834"/>
              <a:gd name="csX3200" fmla="*/ 2064983 w 3760185"/>
              <a:gd name="csY3200" fmla="*/ 424593 h 793834"/>
              <a:gd name="csX3201" fmla="*/ 2063617 w 3760185"/>
              <a:gd name="csY3201" fmla="*/ 421089 h 793834"/>
              <a:gd name="csX3202" fmla="*/ 2063617 w 3760185"/>
              <a:gd name="csY3202" fmla="*/ 430198 h 793834"/>
              <a:gd name="csX3203" fmla="*/ 2062252 w 3760185"/>
              <a:gd name="csY3203" fmla="*/ 410580 h 793834"/>
              <a:gd name="csX3204" fmla="*/ 2062252 w 3760185"/>
              <a:gd name="csY3204" fmla="*/ 404472 h 793834"/>
              <a:gd name="csX3205" fmla="*/ 2066349 w 3760185"/>
              <a:gd name="csY3205" fmla="*/ 404471 h 793834"/>
              <a:gd name="csX3206" fmla="*/ 2066349 w 3760185"/>
              <a:gd name="csY3206" fmla="*/ 416185 h 793834"/>
              <a:gd name="csX3207" fmla="*/ 2065657 w 3760185"/>
              <a:gd name="csY3207" fmla="*/ 404471 h 793834"/>
              <a:gd name="csX3208" fmla="*/ 2068635 w 3760185"/>
              <a:gd name="csY3208" fmla="*/ 404470 h 793834"/>
              <a:gd name="csX3209" fmla="*/ 2067715 w 3760185"/>
              <a:gd name="csY3209" fmla="*/ 430898 h 793834"/>
              <a:gd name="csX3210" fmla="*/ 2067715 w 3760185"/>
              <a:gd name="csY3210" fmla="*/ 404471 h 793834"/>
              <a:gd name="csX3211" fmla="*/ 2070446 w 3760185"/>
              <a:gd name="csY3211" fmla="*/ 404470 h 793834"/>
              <a:gd name="csX3212" fmla="*/ 2070446 w 3760185"/>
              <a:gd name="csY3212" fmla="*/ 423191 h 793834"/>
              <a:gd name="csX3213" fmla="*/ 2069597 w 3760185"/>
              <a:gd name="csY3213" fmla="*/ 404470 h 793834"/>
              <a:gd name="csX3214" fmla="*/ 2073177 w 3760185"/>
              <a:gd name="csY3214" fmla="*/ 404469 h 793834"/>
              <a:gd name="csX3215" fmla="*/ 2073177 w 3760185"/>
              <a:gd name="csY3215" fmla="*/ 418287 h 793834"/>
              <a:gd name="csX3216" fmla="*/ 2071812 w 3760185"/>
              <a:gd name="csY3216" fmla="*/ 420389 h 793834"/>
              <a:gd name="csX3217" fmla="*/ 2071812 w 3760185"/>
              <a:gd name="csY3217" fmla="*/ 411280 h 793834"/>
              <a:gd name="csX3218" fmla="*/ 2071812 w 3760185"/>
              <a:gd name="csY3218" fmla="*/ 404470 h 793834"/>
              <a:gd name="csX3219" fmla="*/ 2075234 w 3760185"/>
              <a:gd name="csY3219" fmla="*/ 404469 h 793834"/>
              <a:gd name="csX3220" fmla="*/ 2074543 w 3760185"/>
              <a:gd name="csY3220" fmla="*/ 418287 h 793834"/>
              <a:gd name="csX3221" fmla="*/ 2074543 w 3760185"/>
              <a:gd name="csY3221" fmla="*/ 407777 h 793834"/>
              <a:gd name="csX3222" fmla="*/ 2074393 w 3760185"/>
              <a:gd name="csY3222" fmla="*/ 404469 h 793834"/>
              <a:gd name="csX3223" fmla="*/ 2074543 w 3760185"/>
              <a:gd name="csY3223" fmla="*/ 404469 h 793834"/>
              <a:gd name="csX3224" fmla="*/ 2077275 w 3760185"/>
              <a:gd name="csY3224" fmla="*/ 404468 h 793834"/>
              <a:gd name="csX3225" fmla="*/ 2077275 w 3760185"/>
              <a:gd name="csY3225" fmla="*/ 405675 h 793834"/>
              <a:gd name="csX3226" fmla="*/ 2075909 w 3760185"/>
              <a:gd name="csY3226" fmla="*/ 411981 h 793834"/>
              <a:gd name="csX3227" fmla="*/ 2075909 w 3760185"/>
              <a:gd name="csY3227" fmla="*/ 404469 h 793834"/>
              <a:gd name="csX3228" fmla="*/ 2078640 w 3760185"/>
              <a:gd name="csY3228" fmla="*/ 404468 h 793834"/>
              <a:gd name="csX3229" fmla="*/ 2078640 w 3760185"/>
              <a:gd name="csY3229" fmla="*/ 408478 h 793834"/>
              <a:gd name="csX3230" fmla="*/ 2077338 w 3760185"/>
              <a:gd name="csY3230" fmla="*/ 404468 h 793834"/>
              <a:gd name="csX3231" fmla="*/ 2081372 w 3760185"/>
              <a:gd name="csY3231" fmla="*/ 404467 h 793834"/>
              <a:gd name="csX3232" fmla="*/ 2081372 w 3760185"/>
              <a:gd name="csY3232" fmla="*/ 409178 h 793834"/>
              <a:gd name="csX3233" fmla="*/ 2080006 w 3760185"/>
              <a:gd name="csY3233" fmla="*/ 418987 h 793834"/>
              <a:gd name="csX3234" fmla="*/ 2080006 w 3760185"/>
              <a:gd name="csY3234" fmla="*/ 404468 h 793834"/>
              <a:gd name="csX3235" fmla="*/ 2083789 w 3760185"/>
              <a:gd name="csY3235" fmla="*/ 404467 h 793834"/>
              <a:gd name="csX3236" fmla="*/ 2082738 w 3760185"/>
              <a:gd name="csY3236" fmla="*/ 423892 h 793834"/>
              <a:gd name="csX3237" fmla="*/ 2082738 w 3760185"/>
              <a:gd name="csY3237" fmla="*/ 404467 h 793834"/>
              <a:gd name="csX3238" fmla="*/ 2085395 w 3760185"/>
              <a:gd name="csY3238" fmla="*/ 404466 h 793834"/>
              <a:gd name="csX3239" fmla="*/ 2084103 w 3760185"/>
              <a:gd name="csY3239" fmla="*/ 432300 h 793834"/>
              <a:gd name="csX3240" fmla="*/ 2084103 w 3760185"/>
              <a:gd name="csY3240" fmla="*/ 404467 h 793834"/>
              <a:gd name="csX3241" fmla="*/ 2086835 w 3760185"/>
              <a:gd name="csY3241" fmla="*/ 404466 h 793834"/>
              <a:gd name="csX3242" fmla="*/ 2086835 w 3760185"/>
              <a:gd name="csY3242" fmla="*/ 414783 h 793834"/>
              <a:gd name="csX3243" fmla="*/ 2085469 w 3760185"/>
              <a:gd name="csY3243" fmla="*/ 416885 h 793834"/>
              <a:gd name="csX3244" fmla="*/ 2085469 w 3760185"/>
              <a:gd name="csY3244" fmla="*/ 404466 h 793834"/>
              <a:gd name="csX3245" fmla="*/ 2088732 w 3760185"/>
              <a:gd name="csY3245" fmla="*/ 404466 h 793834"/>
              <a:gd name="csX3246" fmla="*/ 2088201 w 3760185"/>
              <a:gd name="csY3246" fmla="*/ 411280 h 793834"/>
              <a:gd name="csX3247" fmla="*/ 2088201 w 3760185"/>
              <a:gd name="csY3247" fmla="*/ 425293 h 793834"/>
              <a:gd name="csX3248" fmla="*/ 2087355 w 3760185"/>
              <a:gd name="csY3248" fmla="*/ 404466 h 793834"/>
              <a:gd name="csX3249" fmla="*/ 2089684 w 3760185"/>
              <a:gd name="csY3249" fmla="*/ 404465 h 793834"/>
              <a:gd name="csX3250" fmla="*/ 2089566 w 3760185"/>
              <a:gd name="csY3250" fmla="*/ 405675 h 793834"/>
              <a:gd name="csX3251" fmla="*/ 2089566 w 3760185"/>
              <a:gd name="csY3251" fmla="*/ 404465 h 793834"/>
              <a:gd name="csX3252" fmla="*/ 2092616 w 3760185"/>
              <a:gd name="csY3252" fmla="*/ 404465 h 793834"/>
              <a:gd name="csX3253" fmla="*/ 2092298 w 3760185"/>
              <a:gd name="csY3253" fmla="*/ 407076 h 793834"/>
              <a:gd name="csX3254" fmla="*/ 2092298 w 3760185"/>
              <a:gd name="csY3254" fmla="*/ 404465 h 793834"/>
              <a:gd name="csX3255" fmla="*/ 2096395 w 3760185"/>
              <a:gd name="csY3255" fmla="*/ 404464 h 793834"/>
              <a:gd name="csX3256" fmla="*/ 2096395 w 3760185"/>
              <a:gd name="csY3256" fmla="*/ 415484 h 793834"/>
              <a:gd name="csX3257" fmla="*/ 2095052 w 3760185"/>
              <a:gd name="csY3257" fmla="*/ 404464 h 793834"/>
              <a:gd name="csX3258" fmla="*/ 2098625 w 3760185"/>
              <a:gd name="csY3258" fmla="*/ 404463 h 793834"/>
              <a:gd name="csX3259" fmla="*/ 2097761 w 3760185"/>
              <a:gd name="csY3259" fmla="*/ 416885 h 793834"/>
              <a:gd name="csX3260" fmla="*/ 2097761 w 3760185"/>
              <a:gd name="csY3260" fmla="*/ 412682 h 793834"/>
              <a:gd name="csX3261" fmla="*/ 2096760 w 3760185"/>
              <a:gd name="csY3261" fmla="*/ 404464 h 793834"/>
              <a:gd name="csX3262" fmla="*/ 2100492 w 3760185"/>
              <a:gd name="csY3262" fmla="*/ 404463 h 793834"/>
              <a:gd name="csX3263" fmla="*/ 2100492 w 3760185"/>
              <a:gd name="csY3263" fmla="*/ 407777 h 793834"/>
              <a:gd name="csX3264" fmla="*/ 2100244 w 3760185"/>
              <a:gd name="csY3264" fmla="*/ 404463 h 793834"/>
              <a:gd name="csX3265" fmla="*/ 2103223 w 3760185"/>
              <a:gd name="csY3265" fmla="*/ 404462 h 793834"/>
              <a:gd name="csX3266" fmla="*/ 2103223 w 3760185"/>
              <a:gd name="csY3266" fmla="*/ 412682 h 793834"/>
              <a:gd name="csX3267" fmla="*/ 2102607 w 3760185"/>
              <a:gd name="csY3267" fmla="*/ 404462 h 793834"/>
              <a:gd name="csX3268" fmla="*/ 2105710 w 3760185"/>
              <a:gd name="csY3268" fmla="*/ 404461 h 793834"/>
              <a:gd name="csX3269" fmla="*/ 2104589 w 3760185"/>
              <a:gd name="csY3269" fmla="*/ 430898 h 793834"/>
              <a:gd name="csX3270" fmla="*/ 2104589 w 3760185"/>
              <a:gd name="csY3270" fmla="*/ 404462 h 793834"/>
              <a:gd name="csX3271" fmla="*/ 2107321 w 3760185"/>
              <a:gd name="csY3271" fmla="*/ 404461 h 793834"/>
              <a:gd name="csX3272" fmla="*/ 2107321 w 3760185"/>
              <a:gd name="csY3272" fmla="*/ 407076 h 793834"/>
              <a:gd name="csX3273" fmla="*/ 2107227 w 3760185"/>
              <a:gd name="csY3273" fmla="*/ 404461 h 793834"/>
              <a:gd name="csX3274" fmla="*/ 2115603 w 3760185"/>
              <a:gd name="csY3274" fmla="*/ 404459 h 793834"/>
              <a:gd name="csX3275" fmla="*/ 2115515 w 3760185"/>
              <a:gd name="csY3275" fmla="*/ 405675 h 793834"/>
              <a:gd name="csX3276" fmla="*/ 2115515 w 3760185"/>
              <a:gd name="csY3276" fmla="*/ 404459 h 793834"/>
              <a:gd name="csX3277" fmla="*/ 2118247 w 3760185"/>
              <a:gd name="csY3277" fmla="*/ 404458 h 793834"/>
              <a:gd name="csX3278" fmla="*/ 2118247 w 3760185"/>
              <a:gd name="csY3278" fmla="*/ 410580 h 793834"/>
              <a:gd name="csX3279" fmla="*/ 2118247 w 3760185"/>
              <a:gd name="csY3279" fmla="*/ 420389 h 793834"/>
              <a:gd name="csX3280" fmla="*/ 2116881 w 3760185"/>
              <a:gd name="csY3280" fmla="*/ 404974 h 793834"/>
              <a:gd name="csX3281" fmla="*/ 2116881 w 3760185"/>
              <a:gd name="csY3281" fmla="*/ 404459 h 793834"/>
              <a:gd name="csX3282" fmla="*/ 2120978 w 3760185"/>
              <a:gd name="csY3282" fmla="*/ 404458 h 793834"/>
              <a:gd name="csX3283" fmla="*/ 2120978 w 3760185"/>
              <a:gd name="csY3283" fmla="*/ 417586 h 793834"/>
              <a:gd name="csX3284" fmla="*/ 2120152 w 3760185"/>
              <a:gd name="csY3284" fmla="*/ 404458 h 793834"/>
              <a:gd name="csX3285" fmla="*/ 2122866 w 3760185"/>
              <a:gd name="csY3285" fmla="*/ 404457 h 793834"/>
              <a:gd name="csX3286" fmla="*/ 2122344 w 3760185"/>
              <a:gd name="csY3286" fmla="*/ 408478 h 793834"/>
              <a:gd name="csX3287" fmla="*/ 2122344 w 3760185"/>
              <a:gd name="csY3287" fmla="*/ 404457 h 793834"/>
              <a:gd name="csX3288" fmla="*/ 2127807 w 3760185"/>
              <a:gd name="csY3288" fmla="*/ 404456 h 793834"/>
              <a:gd name="csX3289" fmla="*/ 2127807 w 3760185"/>
              <a:gd name="csY3289" fmla="*/ 415484 h 793834"/>
              <a:gd name="csX3290" fmla="*/ 2126441 w 3760185"/>
              <a:gd name="csY3290" fmla="*/ 411280 h 793834"/>
              <a:gd name="csX3291" fmla="*/ 2126441 w 3760185"/>
              <a:gd name="csY3291" fmla="*/ 404456 h 793834"/>
              <a:gd name="csX3292" fmla="*/ 2129173 w 3760185"/>
              <a:gd name="csY3292" fmla="*/ 404456 h 793834"/>
              <a:gd name="csX3293" fmla="*/ 2129173 w 3760185"/>
              <a:gd name="csY3293" fmla="*/ 411280 h 793834"/>
              <a:gd name="csX3294" fmla="*/ 2128641 w 3760185"/>
              <a:gd name="csY3294" fmla="*/ 404456 h 793834"/>
              <a:gd name="csX3295" fmla="*/ 2133269 w 3760185"/>
              <a:gd name="csY3295" fmla="*/ 404455 h 793834"/>
              <a:gd name="csX3296" fmla="*/ 2133269 w 3760185"/>
              <a:gd name="csY3296" fmla="*/ 416885 h 793834"/>
              <a:gd name="csX3297" fmla="*/ 2131904 w 3760185"/>
              <a:gd name="csY3297" fmla="*/ 404974 h 793834"/>
              <a:gd name="csX3298" fmla="*/ 2131904 w 3760185"/>
              <a:gd name="csY3298" fmla="*/ 411280 h 793834"/>
              <a:gd name="csX3299" fmla="*/ 2131904 w 3760185"/>
              <a:gd name="csY3299" fmla="*/ 421089 h 793834"/>
              <a:gd name="csX3300" fmla="*/ 2130538 w 3760185"/>
              <a:gd name="csY3300" fmla="*/ 422491 h 793834"/>
              <a:gd name="csX3301" fmla="*/ 2130538 w 3760185"/>
              <a:gd name="csY3301" fmla="*/ 404455 h 793834"/>
              <a:gd name="csX3302" fmla="*/ 2137367 w 3760185"/>
              <a:gd name="csY3302" fmla="*/ 404454 h 793834"/>
              <a:gd name="csX3303" fmla="*/ 2137367 w 3760185"/>
              <a:gd name="csY3303" fmla="*/ 407076 h 793834"/>
              <a:gd name="csX3304" fmla="*/ 2136001 w 3760185"/>
              <a:gd name="csY3304" fmla="*/ 429497 h 793834"/>
              <a:gd name="csX3305" fmla="*/ 2136001 w 3760185"/>
              <a:gd name="csY3305" fmla="*/ 430898 h 793834"/>
              <a:gd name="csX3306" fmla="*/ 2134635 w 3760185"/>
              <a:gd name="csY3306" fmla="*/ 409879 h 793834"/>
              <a:gd name="csX3307" fmla="*/ 2134635 w 3760185"/>
              <a:gd name="csY3307" fmla="*/ 404454 h 793834"/>
              <a:gd name="csX3308" fmla="*/ 2138733 w 3760185"/>
              <a:gd name="csY3308" fmla="*/ 404453 h 793834"/>
              <a:gd name="csX3309" fmla="*/ 2138733 w 3760185"/>
              <a:gd name="csY3309" fmla="*/ 413382 h 793834"/>
              <a:gd name="csX3310" fmla="*/ 2138008 w 3760185"/>
              <a:gd name="csY3310" fmla="*/ 404454 h 793834"/>
              <a:gd name="csX3311" fmla="*/ 2144195 w 3760185"/>
              <a:gd name="csY3311" fmla="*/ 404452 h 793834"/>
              <a:gd name="csX3312" fmla="*/ 2144195 w 3760185"/>
              <a:gd name="csY3312" fmla="*/ 406376 h 793834"/>
              <a:gd name="csX3313" fmla="*/ 2142830 w 3760185"/>
              <a:gd name="csY3313" fmla="*/ 404974 h 793834"/>
              <a:gd name="csX3314" fmla="*/ 2142830 w 3760185"/>
              <a:gd name="csY3314" fmla="*/ 422491 h 793834"/>
              <a:gd name="csX3315" fmla="*/ 2141464 w 3760185"/>
              <a:gd name="csY3315" fmla="*/ 439306 h 793834"/>
              <a:gd name="csX3316" fmla="*/ 2141464 w 3760185"/>
              <a:gd name="csY3316" fmla="*/ 436504 h 793834"/>
              <a:gd name="csX3317" fmla="*/ 2141464 w 3760185"/>
              <a:gd name="csY3317" fmla="*/ 413382 h 793834"/>
              <a:gd name="csX3318" fmla="*/ 2140098 w 3760185"/>
              <a:gd name="csY3318" fmla="*/ 414783 h 793834"/>
              <a:gd name="csX3319" fmla="*/ 2140098 w 3760185"/>
              <a:gd name="csY3319" fmla="*/ 404453 h 793834"/>
              <a:gd name="csX3320" fmla="*/ 2141464 w 3760185"/>
              <a:gd name="csY3320" fmla="*/ 404453 h 793834"/>
              <a:gd name="csX3321" fmla="*/ 2145561 w 3760185"/>
              <a:gd name="csY3321" fmla="*/ 404452 h 793834"/>
              <a:gd name="csX3322" fmla="*/ 2145561 w 3760185"/>
              <a:gd name="csY3322" fmla="*/ 430898 h 793834"/>
              <a:gd name="csX3323" fmla="*/ 2144464 w 3760185"/>
              <a:gd name="csY3323" fmla="*/ 404452 h 793834"/>
              <a:gd name="csX3324" fmla="*/ 2148293 w 3760185"/>
              <a:gd name="csY3324" fmla="*/ 404451 h 793834"/>
              <a:gd name="csX3325" fmla="*/ 2148293 w 3760185"/>
              <a:gd name="csY3325" fmla="*/ 411981 h 793834"/>
              <a:gd name="csX3326" fmla="*/ 2146927 w 3760185"/>
              <a:gd name="csY3326" fmla="*/ 444211 h 793834"/>
              <a:gd name="csX3327" fmla="*/ 2146927 w 3760185"/>
              <a:gd name="csY3327" fmla="*/ 426694 h 793834"/>
              <a:gd name="csX3328" fmla="*/ 2145722 w 3760185"/>
              <a:gd name="csY3328" fmla="*/ 404452 h 793834"/>
              <a:gd name="csX3329" fmla="*/ 2156487 w 3760185"/>
              <a:gd name="csY3329" fmla="*/ 404449 h 793834"/>
              <a:gd name="csX3330" fmla="*/ 2156487 w 3760185"/>
              <a:gd name="csY3330" fmla="*/ 412682 h 793834"/>
              <a:gd name="csX3331" fmla="*/ 2155121 w 3760185"/>
              <a:gd name="csY3331" fmla="*/ 447013 h 793834"/>
              <a:gd name="csX3332" fmla="*/ 2155121 w 3760185"/>
              <a:gd name="csY3332" fmla="*/ 429497 h 793834"/>
              <a:gd name="csX3333" fmla="*/ 2153755 w 3760185"/>
              <a:gd name="csY3333" fmla="*/ 412682 h 793834"/>
              <a:gd name="csX3334" fmla="*/ 2153755 w 3760185"/>
              <a:gd name="csY3334" fmla="*/ 410580 h 793834"/>
              <a:gd name="csX3335" fmla="*/ 2152390 w 3760185"/>
              <a:gd name="csY3335" fmla="*/ 407777 h 793834"/>
              <a:gd name="csX3336" fmla="*/ 2152390 w 3760185"/>
              <a:gd name="csY3336" fmla="*/ 425994 h 793834"/>
              <a:gd name="csX3337" fmla="*/ 2151024 w 3760185"/>
              <a:gd name="csY3337" fmla="*/ 434402 h 793834"/>
              <a:gd name="csX3338" fmla="*/ 2151024 w 3760185"/>
              <a:gd name="csY3338" fmla="*/ 420389 h 793834"/>
              <a:gd name="csX3339" fmla="*/ 2151024 w 3760185"/>
              <a:gd name="csY3339" fmla="*/ 416885 h 793834"/>
              <a:gd name="csX3340" fmla="*/ 2149658 w 3760185"/>
              <a:gd name="csY3340" fmla="*/ 421790 h 793834"/>
              <a:gd name="csX3341" fmla="*/ 2149658 w 3760185"/>
              <a:gd name="csY3341" fmla="*/ 416185 h 793834"/>
              <a:gd name="csX3342" fmla="*/ 2148455 w 3760185"/>
              <a:gd name="csY3342" fmla="*/ 404451 h 793834"/>
              <a:gd name="csX3343" fmla="*/ 2159219 w 3760185"/>
              <a:gd name="csY3343" fmla="*/ 404448 h 793834"/>
              <a:gd name="csX3344" fmla="*/ 2159219 w 3760185"/>
              <a:gd name="csY3344" fmla="*/ 410580 h 793834"/>
              <a:gd name="csX3345" fmla="*/ 2157853 w 3760185"/>
              <a:gd name="csY3345" fmla="*/ 423892 h 793834"/>
              <a:gd name="csX3346" fmla="*/ 2157853 w 3760185"/>
              <a:gd name="csY3346" fmla="*/ 437204 h 793834"/>
              <a:gd name="csX3347" fmla="*/ 2156806 w 3760185"/>
              <a:gd name="csY3347" fmla="*/ 404449 h 793834"/>
              <a:gd name="csX3348" fmla="*/ 2161950 w 3760185"/>
              <a:gd name="csY3348" fmla="*/ 404448 h 793834"/>
              <a:gd name="csX3349" fmla="*/ 2161950 w 3760185"/>
              <a:gd name="csY3349" fmla="*/ 413382 h 793834"/>
              <a:gd name="csX3350" fmla="*/ 2160584 w 3760185"/>
              <a:gd name="csY3350" fmla="*/ 444211 h 793834"/>
              <a:gd name="csX3351" fmla="*/ 2160584 w 3760185"/>
              <a:gd name="csY3351" fmla="*/ 425994 h 793834"/>
              <a:gd name="csX3352" fmla="*/ 2160584 w 3760185"/>
              <a:gd name="csY3352" fmla="*/ 421790 h 793834"/>
              <a:gd name="csX3353" fmla="*/ 2159619 w 3760185"/>
              <a:gd name="csY3353" fmla="*/ 404448 h 793834"/>
              <a:gd name="csX3354" fmla="*/ 2165957 w 3760185"/>
              <a:gd name="csY3354" fmla="*/ 404447 h 793834"/>
              <a:gd name="csX3355" fmla="*/ 2164681 w 3760185"/>
              <a:gd name="csY3355" fmla="*/ 426694 h 793834"/>
              <a:gd name="csX3356" fmla="*/ 2164681 w 3760185"/>
              <a:gd name="csY3356" fmla="*/ 414783 h 793834"/>
              <a:gd name="csX3357" fmla="*/ 2164681 w 3760185"/>
              <a:gd name="csY3357" fmla="*/ 410580 h 793834"/>
              <a:gd name="csX3358" fmla="*/ 2163316 w 3760185"/>
              <a:gd name="csY3358" fmla="*/ 415484 h 793834"/>
              <a:gd name="csX3359" fmla="*/ 2163316 w 3760185"/>
              <a:gd name="csY3359" fmla="*/ 410580 h 793834"/>
              <a:gd name="csX3360" fmla="*/ 2162984 w 3760185"/>
              <a:gd name="csY3360" fmla="*/ 404448 h 793834"/>
              <a:gd name="csX3361" fmla="*/ 2168394 w 3760185"/>
              <a:gd name="csY3361" fmla="*/ 404446 h 793834"/>
              <a:gd name="csX3362" fmla="*/ 2167413 w 3760185"/>
              <a:gd name="csY3362" fmla="*/ 428096 h 793834"/>
              <a:gd name="csX3363" fmla="*/ 2167413 w 3760185"/>
              <a:gd name="csY3363" fmla="*/ 414083 h 793834"/>
              <a:gd name="csX3364" fmla="*/ 2166047 w 3760185"/>
              <a:gd name="csY3364" fmla="*/ 411280 h 793834"/>
              <a:gd name="csX3365" fmla="*/ 2166047 w 3760185"/>
              <a:gd name="csY3365" fmla="*/ 404447 h 793834"/>
              <a:gd name="csX3366" fmla="*/ 2176973 w 3760185"/>
              <a:gd name="csY3366" fmla="*/ 404444 h 793834"/>
              <a:gd name="csX3367" fmla="*/ 2176973 w 3760185"/>
              <a:gd name="csY3367" fmla="*/ 453319 h 793834"/>
              <a:gd name="csX3368" fmla="*/ 2175607 w 3760185"/>
              <a:gd name="csY3368" fmla="*/ 447013 h 793834"/>
              <a:gd name="csX3369" fmla="*/ 2175607 w 3760185"/>
              <a:gd name="csY3369" fmla="*/ 425293 h 793834"/>
              <a:gd name="csX3370" fmla="*/ 2174241 w 3760185"/>
              <a:gd name="csY3370" fmla="*/ 419688 h 793834"/>
              <a:gd name="csX3371" fmla="*/ 2174241 w 3760185"/>
              <a:gd name="csY3371" fmla="*/ 437905 h 793834"/>
              <a:gd name="csX3372" fmla="*/ 2174241 w 3760185"/>
              <a:gd name="csY3372" fmla="*/ 444911 h 793834"/>
              <a:gd name="csX3373" fmla="*/ 2172876 w 3760185"/>
              <a:gd name="csY3373" fmla="*/ 406376 h 793834"/>
              <a:gd name="csX3374" fmla="*/ 2172876 w 3760185"/>
              <a:gd name="csY3374" fmla="*/ 439306 h 793834"/>
              <a:gd name="csX3375" fmla="*/ 2171510 w 3760185"/>
              <a:gd name="csY3375" fmla="*/ 424593 h 793834"/>
              <a:gd name="csX3376" fmla="*/ 2171510 w 3760185"/>
              <a:gd name="csY3376" fmla="*/ 425293 h 793834"/>
              <a:gd name="csX3377" fmla="*/ 2170144 w 3760185"/>
              <a:gd name="csY3377" fmla="*/ 421089 h 793834"/>
              <a:gd name="csX3378" fmla="*/ 2170144 w 3760185"/>
              <a:gd name="csY3378" fmla="*/ 422491 h 793834"/>
              <a:gd name="csX3379" fmla="*/ 2168779 w 3760185"/>
              <a:gd name="csY3379" fmla="*/ 404974 h 793834"/>
              <a:gd name="csX3380" fmla="*/ 2168779 w 3760185"/>
              <a:gd name="csY3380" fmla="*/ 404446 h 793834"/>
              <a:gd name="csX3381" fmla="*/ 2170144 w 3760185"/>
              <a:gd name="csY3381" fmla="*/ 404446 h 793834"/>
              <a:gd name="csX3382" fmla="*/ 2179705 w 3760185"/>
              <a:gd name="csY3382" fmla="*/ 404443 h 793834"/>
              <a:gd name="csX3383" fmla="*/ 2179705 w 3760185"/>
              <a:gd name="csY3383" fmla="*/ 408478 h 793834"/>
              <a:gd name="csX3384" fmla="*/ 2178339 w 3760185"/>
              <a:gd name="csY3384" fmla="*/ 451918 h 793834"/>
              <a:gd name="csX3385" fmla="*/ 2178339 w 3760185"/>
              <a:gd name="csY3385" fmla="*/ 436504 h 793834"/>
              <a:gd name="csX3386" fmla="*/ 2177137 w 3760185"/>
              <a:gd name="csY3386" fmla="*/ 404444 h 793834"/>
              <a:gd name="csX3387" fmla="*/ 2178339 w 3760185"/>
              <a:gd name="csY3387" fmla="*/ 404444 h 793834"/>
              <a:gd name="csX3388" fmla="*/ 2182290 w 3760185"/>
              <a:gd name="csY3388" fmla="*/ 404443 h 793834"/>
              <a:gd name="csX3389" fmla="*/ 2181070 w 3760185"/>
              <a:gd name="csY3389" fmla="*/ 435102 h 793834"/>
              <a:gd name="csX3390" fmla="*/ 2181070 w 3760185"/>
              <a:gd name="csY3390" fmla="*/ 404443 h 793834"/>
              <a:gd name="csX3391" fmla="*/ 2184767 w 3760185"/>
              <a:gd name="csY3391" fmla="*/ 404442 h 793834"/>
              <a:gd name="csX3392" fmla="*/ 2183801 w 3760185"/>
              <a:gd name="csY3392" fmla="*/ 421790 h 793834"/>
              <a:gd name="csX3393" fmla="*/ 2183801 w 3760185"/>
              <a:gd name="csY3393" fmla="*/ 412682 h 793834"/>
              <a:gd name="csX3394" fmla="*/ 2182436 w 3760185"/>
              <a:gd name="csY3394" fmla="*/ 426694 h 793834"/>
              <a:gd name="csX3395" fmla="*/ 2182436 w 3760185"/>
              <a:gd name="csY3395" fmla="*/ 404443 h 793834"/>
              <a:gd name="csX3396" fmla="*/ 2187899 w 3760185"/>
              <a:gd name="csY3396" fmla="*/ 404441 h 793834"/>
              <a:gd name="csX3397" fmla="*/ 2187899 w 3760185"/>
              <a:gd name="csY3397" fmla="*/ 494657 h 793834"/>
              <a:gd name="csX3398" fmla="*/ 2187899 w 3760185"/>
              <a:gd name="csY3398" fmla="*/ 520581 h 793834"/>
              <a:gd name="csX3399" fmla="*/ 2186533 w 3760185"/>
              <a:gd name="csY3399" fmla="*/ 503766 h 793834"/>
              <a:gd name="csX3400" fmla="*/ 2186533 w 3760185"/>
              <a:gd name="csY3400" fmla="*/ 477141 h 793834"/>
              <a:gd name="csX3401" fmla="*/ 2185167 w 3760185"/>
              <a:gd name="csY3401" fmla="*/ 474338 h 793834"/>
              <a:gd name="csX3402" fmla="*/ 2185167 w 3760185"/>
              <a:gd name="csY3402" fmla="*/ 404442 h 793834"/>
              <a:gd name="csX3403" fmla="*/ 2189265 w 3760185"/>
              <a:gd name="csY3403" fmla="*/ 404441 h 793834"/>
              <a:gd name="csX3404" fmla="*/ 2189265 w 3760185"/>
              <a:gd name="csY3404" fmla="*/ 472237 h 793834"/>
              <a:gd name="csX3405" fmla="*/ 2188106 w 3760185"/>
              <a:gd name="csY3405" fmla="*/ 404441 h 793834"/>
              <a:gd name="csX3406" fmla="*/ 2191605 w 3760185"/>
              <a:gd name="csY3406" fmla="*/ 404441 h 793834"/>
              <a:gd name="csX3407" fmla="*/ 2190630 w 3760185"/>
              <a:gd name="csY3407" fmla="*/ 564021 h 793834"/>
              <a:gd name="csX3408" fmla="*/ 2190630 w 3760185"/>
              <a:gd name="csY3408" fmla="*/ 404441 h 793834"/>
              <a:gd name="csX3409" fmla="*/ 2194345 w 3760185"/>
              <a:gd name="csY3409" fmla="*/ 404440 h 793834"/>
              <a:gd name="csX3410" fmla="*/ 2193362 w 3760185"/>
              <a:gd name="csY3410" fmla="*/ 471536 h 793834"/>
              <a:gd name="csX3411" fmla="*/ 2193362 w 3760185"/>
              <a:gd name="csY3411" fmla="*/ 483447 h 793834"/>
              <a:gd name="csX3412" fmla="*/ 2192687 w 3760185"/>
              <a:gd name="csY3412" fmla="*/ 404440 h 793834"/>
              <a:gd name="csX3413" fmla="*/ 2193362 w 3760185"/>
              <a:gd name="csY3413" fmla="*/ 404440 h 793834"/>
              <a:gd name="csX3414" fmla="*/ 2196951 w 3760185"/>
              <a:gd name="csY3414" fmla="*/ 404439 h 793834"/>
              <a:gd name="csX3415" fmla="*/ 2196093 w 3760185"/>
              <a:gd name="csY3415" fmla="*/ 422491 h 793834"/>
              <a:gd name="csX3416" fmla="*/ 2196093 w 3760185"/>
              <a:gd name="csY3416" fmla="*/ 566824 h 793834"/>
              <a:gd name="csX3417" fmla="*/ 2194727 w 3760185"/>
              <a:gd name="csY3417" fmla="*/ 512173 h 793834"/>
              <a:gd name="csX3418" fmla="*/ 2194727 w 3760185"/>
              <a:gd name="csY3418" fmla="*/ 404440 h 793834"/>
              <a:gd name="csX3419" fmla="*/ 2198825 w 3760185"/>
              <a:gd name="csY3419" fmla="*/ 404439 h 793834"/>
              <a:gd name="csX3420" fmla="*/ 2198825 w 3760185"/>
              <a:gd name="csY3420" fmla="*/ 419688 h 793834"/>
              <a:gd name="csX3421" fmla="*/ 2197459 w 3760185"/>
              <a:gd name="csY3421" fmla="*/ 507269 h 793834"/>
              <a:gd name="csX3422" fmla="*/ 2197459 w 3760185"/>
              <a:gd name="csY3422" fmla="*/ 421790 h 793834"/>
              <a:gd name="csX3423" fmla="*/ 2197459 w 3760185"/>
              <a:gd name="csY3423" fmla="*/ 404439 h 793834"/>
              <a:gd name="csX3424" fmla="*/ 2201556 w 3760185"/>
              <a:gd name="csY3424" fmla="*/ 404438 h 793834"/>
              <a:gd name="csX3425" fmla="*/ 2201556 w 3760185"/>
              <a:gd name="csY3425" fmla="*/ 447013 h 793834"/>
              <a:gd name="csX3426" fmla="*/ 2200976 w 3760185"/>
              <a:gd name="csY3426" fmla="*/ 404438 h 793834"/>
              <a:gd name="csX3427" fmla="*/ 2202922 w 3760185"/>
              <a:gd name="csY3427" fmla="*/ 404438 h 793834"/>
              <a:gd name="csX3428" fmla="*/ 2202922 w 3760185"/>
              <a:gd name="csY3428" fmla="*/ 507970 h 793834"/>
              <a:gd name="csX3429" fmla="*/ 2202431 w 3760185"/>
              <a:gd name="csY3429" fmla="*/ 404438 h 793834"/>
              <a:gd name="csX3430" fmla="*/ 2205653 w 3760185"/>
              <a:gd name="csY3430" fmla="*/ 404437 h 793834"/>
              <a:gd name="csX3431" fmla="*/ 2205653 w 3760185"/>
              <a:gd name="csY3431" fmla="*/ 421790 h 793834"/>
              <a:gd name="csX3432" fmla="*/ 2205049 w 3760185"/>
              <a:gd name="csY3432" fmla="*/ 404437 h 793834"/>
              <a:gd name="csX3433" fmla="*/ 2207019 w 3760185"/>
              <a:gd name="csY3433" fmla="*/ 404437 h 793834"/>
              <a:gd name="csX3434" fmla="*/ 2207019 w 3760185"/>
              <a:gd name="csY3434" fmla="*/ 473638 h 793834"/>
              <a:gd name="csX3435" fmla="*/ 2207019 w 3760185"/>
              <a:gd name="csY3435" fmla="*/ 530390 h 793834"/>
              <a:gd name="csX3436" fmla="*/ 2206451 w 3760185"/>
              <a:gd name="csY3436" fmla="*/ 404437 h 793834"/>
              <a:gd name="csX3437" fmla="*/ 2208385 w 3760185"/>
              <a:gd name="csY3437" fmla="*/ 404436 h 793834"/>
              <a:gd name="csX3438" fmla="*/ 2208385 w 3760185"/>
              <a:gd name="csY3438" fmla="*/ 470135 h 793834"/>
              <a:gd name="csX3439" fmla="*/ 2207842 w 3760185"/>
              <a:gd name="csY3439" fmla="*/ 404437 h 793834"/>
              <a:gd name="csX3440" fmla="*/ 2209961 w 3760185"/>
              <a:gd name="csY3440" fmla="*/ 404436 h 793834"/>
              <a:gd name="csX3441" fmla="*/ 2209751 w 3760185"/>
              <a:gd name="csY3441" fmla="*/ 436504 h 793834"/>
              <a:gd name="csX3442" fmla="*/ 2209751 w 3760185"/>
              <a:gd name="csY3442" fmla="*/ 425293 h 793834"/>
              <a:gd name="csX3443" fmla="*/ 2208984 w 3760185"/>
              <a:gd name="csY3443" fmla="*/ 404436 h 793834"/>
              <a:gd name="csX3444" fmla="*/ 2215288 w 3760185"/>
              <a:gd name="csY3444" fmla="*/ 404435 h 793834"/>
              <a:gd name="csX3445" fmla="*/ 2215213 w 3760185"/>
              <a:gd name="csY3445" fmla="*/ 411280 h 793834"/>
              <a:gd name="csX3446" fmla="*/ 2215213 w 3760185"/>
              <a:gd name="csY3446" fmla="*/ 523384 h 793834"/>
              <a:gd name="csX3447" fmla="*/ 2214188 w 3760185"/>
              <a:gd name="csY3447" fmla="*/ 404435 h 793834"/>
              <a:gd name="csX3448" fmla="*/ 2217764 w 3760185"/>
              <a:gd name="csY3448" fmla="*/ 404434 h 793834"/>
              <a:gd name="csX3449" fmla="*/ 2216579 w 3760185"/>
              <a:gd name="csY3449" fmla="*/ 483447 h 793834"/>
              <a:gd name="csX3450" fmla="*/ 2216579 w 3760185"/>
              <a:gd name="csY3450" fmla="*/ 404434 h 793834"/>
              <a:gd name="csX3451" fmla="*/ 2219311 w 3760185"/>
              <a:gd name="csY3451" fmla="*/ 404434 h 793834"/>
              <a:gd name="csX3452" fmla="*/ 2219311 w 3760185"/>
              <a:gd name="csY3452" fmla="*/ 519881 h 793834"/>
              <a:gd name="csX3453" fmla="*/ 2218288 w 3760185"/>
              <a:gd name="csY3453" fmla="*/ 404434 h 793834"/>
              <a:gd name="csX3454" fmla="*/ 2222042 w 3760185"/>
              <a:gd name="csY3454" fmla="*/ 404433 h 793834"/>
              <a:gd name="csX3455" fmla="*/ 2222042 w 3760185"/>
              <a:gd name="csY3455" fmla="*/ 447714 h 793834"/>
              <a:gd name="csX3456" fmla="*/ 2220676 w 3760185"/>
              <a:gd name="csY3456" fmla="*/ 405675 h 793834"/>
              <a:gd name="csX3457" fmla="*/ 2220676 w 3760185"/>
              <a:gd name="csY3457" fmla="*/ 437905 h 793834"/>
              <a:gd name="csX3458" fmla="*/ 2220396 w 3760185"/>
              <a:gd name="csY3458" fmla="*/ 404434 h 793834"/>
              <a:gd name="csX3459" fmla="*/ 2220676 w 3760185"/>
              <a:gd name="csY3459" fmla="*/ 404433 h 793834"/>
              <a:gd name="csX3460" fmla="*/ 2224773 w 3760185"/>
              <a:gd name="csY3460" fmla="*/ 404432 h 793834"/>
              <a:gd name="csX3461" fmla="*/ 2224773 w 3760185"/>
              <a:gd name="csY3461" fmla="*/ 443510 h 793834"/>
              <a:gd name="csX3462" fmla="*/ 2223584 w 3760185"/>
              <a:gd name="csY3462" fmla="*/ 404433 h 793834"/>
              <a:gd name="csX3463" fmla="*/ 2227505 w 3760185"/>
              <a:gd name="csY3463" fmla="*/ 404432 h 793834"/>
              <a:gd name="csX3464" fmla="*/ 2227505 w 3760185"/>
              <a:gd name="csY3464" fmla="*/ 530390 h 793834"/>
              <a:gd name="csX3465" fmla="*/ 2226923 w 3760185"/>
              <a:gd name="csY3465" fmla="*/ 404432 h 793834"/>
              <a:gd name="csX3466" fmla="*/ 2230237 w 3760185"/>
              <a:gd name="csY3466" fmla="*/ 404431 h 793834"/>
              <a:gd name="csX3467" fmla="*/ 2230237 w 3760185"/>
              <a:gd name="csY3467" fmla="*/ 454720 h 793834"/>
              <a:gd name="csX3468" fmla="*/ 2228871 w 3760185"/>
              <a:gd name="csY3468" fmla="*/ 545104 h 793834"/>
              <a:gd name="csX3469" fmla="*/ 2228871 w 3760185"/>
              <a:gd name="csY3469" fmla="*/ 496059 h 793834"/>
              <a:gd name="csX3470" fmla="*/ 2228066 w 3760185"/>
              <a:gd name="csY3470" fmla="*/ 404432 h 793834"/>
              <a:gd name="csX3471" fmla="*/ 2232891 w 3760185"/>
              <a:gd name="csY3471" fmla="*/ 404430 h 793834"/>
              <a:gd name="csX3472" fmla="*/ 2231602 w 3760185"/>
              <a:gd name="csY3472" fmla="*/ 558416 h 793834"/>
              <a:gd name="csX3473" fmla="*/ 2231602 w 3760185"/>
              <a:gd name="csY3473" fmla="*/ 404431 h 793834"/>
              <a:gd name="csX3474" fmla="*/ 2235699 w 3760185"/>
              <a:gd name="csY3474" fmla="*/ 404430 h 793834"/>
              <a:gd name="csX3475" fmla="*/ 2235699 w 3760185"/>
              <a:gd name="csY3475" fmla="*/ 486950 h 793834"/>
              <a:gd name="csX3476" fmla="*/ 2234333 w 3760185"/>
              <a:gd name="csY3476" fmla="*/ 603258 h 793834"/>
              <a:gd name="csX3477" fmla="*/ 2234333 w 3760185"/>
              <a:gd name="csY3477" fmla="*/ 404430 h 793834"/>
              <a:gd name="csX3478" fmla="*/ 2237065 w 3760185"/>
              <a:gd name="csY3478" fmla="*/ 404429 h 793834"/>
              <a:gd name="csX3479" fmla="*/ 2237065 w 3760185"/>
              <a:gd name="csY3479" fmla="*/ 653004 h 793834"/>
              <a:gd name="csX3480" fmla="*/ 2236062 w 3760185"/>
              <a:gd name="csY3480" fmla="*/ 404430 h 793834"/>
              <a:gd name="csX3481" fmla="*/ 2240127 w 3760185"/>
              <a:gd name="csY3481" fmla="*/ 404429 h 793834"/>
              <a:gd name="csX3482" fmla="*/ 2239797 w 3760185"/>
              <a:gd name="csY3482" fmla="*/ 445612 h 793834"/>
              <a:gd name="csX3483" fmla="*/ 2239797 w 3760185"/>
              <a:gd name="csY3483" fmla="*/ 404429 h 793834"/>
              <a:gd name="csX3484" fmla="*/ 2244036 w 3760185"/>
              <a:gd name="csY3484" fmla="*/ 404428 h 793834"/>
              <a:gd name="csX3485" fmla="*/ 2243894 w 3760185"/>
              <a:gd name="csY3485" fmla="*/ 427395 h 793834"/>
              <a:gd name="csX3486" fmla="*/ 2243894 w 3760185"/>
              <a:gd name="csY3486" fmla="*/ 404428 h 793834"/>
              <a:gd name="csX3487" fmla="*/ 2245810 w 3760185"/>
              <a:gd name="csY3487" fmla="*/ 404427 h 793834"/>
              <a:gd name="csX3488" fmla="*/ 2245259 w 3760185"/>
              <a:gd name="csY3488" fmla="*/ 530390 h 793834"/>
              <a:gd name="csX3489" fmla="*/ 2245259 w 3760185"/>
              <a:gd name="csY3489" fmla="*/ 404427 h 793834"/>
              <a:gd name="csX3490" fmla="*/ 2246991 w 3760185"/>
              <a:gd name="csY3490" fmla="*/ 404427 h 793834"/>
              <a:gd name="csX3491" fmla="*/ 2246625 w 3760185"/>
              <a:gd name="csY3491" fmla="*/ 458224 h 793834"/>
              <a:gd name="csX3492" fmla="*/ 2246625 w 3760185"/>
              <a:gd name="csY3492" fmla="*/ 404427 h 793834"/>
              <a:gd name="csX3493" fmla="*/ 2249066 w 3760185"/>
              <a:gd name="csY3493" fmla="*/ 404427 h 793834"/>
              <a:gd name="csX3494" fmla="*/ 2247991 w 3760185"/>
              <a:gd name="csY3494" fmla="*/ 596251 h 793834"/>
              <a:gd name="csX3495" fmla="*/ 2247991 w 3760185"/>
              <a:gd name="csY3495" fmla="*/ 404427 h 793834"/>
              <a:gd name="csX3496" fmla="*/ 2250712 w 3760185"/>
              <a:gd name="csY3496" fmla="*/ 404426 h 793834"/>
              <a:gd name="csX3497" fmla="*/ 2249357 w 3760185"/>
              <a:gd name="csY3497" fmla="*/ 602557 h 793834"/>
              <a:gd name="csX3498" fmla="*/ 2249357 w 3760185"/>
              <a:gd name="csY3498" fmla="*/ 517078 h 793834"/>
              <a:gd name="csX3499" fmla="*/ 2249357 w 3760185"/>
              <a:gd name="csY3499" fmla="*/ 404426 h 793834"/>
              <a:gd name="csX3500" fmla="*/ 2253454 w 3760185"/>
              <a:gd name="csY3500" fmla="*/ 404425 h 793834"/>
              <a:gd name="csX3501" fmla="*/ 2253454 w 3760185"/>
              <a:gd name="csY3501" fmla="*/ 447714 h 793834"/>
              <a:gd name="csX3502" fmla="*/ 2252088 w 3760185"/>
              <a:gd name="csY3502" fmla="*/ 620073 h 793834"/>
              <a:gd name="csX3503" fmla="*/ 2252088 w 3760185"/>
              <a:gd name="csY3503" fmla="*/ 537397 h 793834"/>
              <a:gd name="csX3504" fmla="*/ 2251298 w 3760185"/>
              <a:gd name="csY3504" fmla="*/ 404426 h 793834"/>
              <a:gd name="csX3505" fmla="*/ 2255088 w 3760185"/>
              <a:gd name="csY3505" fmla="*/ 404425 h 793834"/>
              <a:gd name="csX3506" fmla="*/ 2254819 w 3760185"/>
              <a:gd name="csY3506" fmla="*/ 450516 h 793834"/>
              <a:gd name="csX3507" fmla="*/ 2254819 w 3760185"/>
              <a:gd name="csY3507" fmla="*/ 404425 h 793834"/>
              <a:gd name="csX3508" fmla="*/ 2258917 w 3760185"/>
              <a:gd name="csY3508" fmla="*/ 404424 h 793834"/>
              <a:gd name="csX3509" fmla="*/ 2258917 w 3760185"/>
              <a:gd name="csY3509" fmla="*/ 483447 h 793834"/>
              <a:gd name="csX3510" fmla="*/ 2257551 w 3760185"/>
              <a:gd name="csY3510" fmla="*/ 648800 h 793834"/>
              <a:gd name="csX3511" fmla="*/ 2257551 w 3760185"/>
              <a:gd name="csY3511" fmla="*/ 491154 h 793834"/>
              <a:gd name="csX3512" fmla="*/ 2256185 w 3760185"/>
              <a:gd name="csY3512" fmla="*/ 418987 h 793834"/>
              <a:gd name="csX3513" fmla="*/ 2256185 w 3760185"/>
              <a:gd name="csY3513" fmla="*/ 404425 h 793834"/>
              <a:gd name="csX3514" fmla="*/ 2261648 w 3760185"/>
              <a:gd name="csY3514" fmla="*/ 404423 h 793834"/>
              <a:gd name="csX3515" fmla="*/ 2261648 w 3760185"/>
              <a:gd name="csY3515" fmla="*/ 436504 h 793834"/>
              <a:gd name="csX3516" fmla="*/ 2260283 w 3760185"/>
              <a:gd name="csY3516" fmla="*/ 601156 h 793834"/>
              <a:gd name="csX3517" fmla="*/ 2260283 w 3760185"/>
              <a:gd name="csY3517" fmla="*/ 404424 h 793834"/>
              <a:gd name="csX3518" fmla="*/ 2264523 w 3760185"/>
              <a:gd name="csY3518" fmla="*/ 404423 h 793834"/>
              <a:gd name="csX3519" fmla="*/ 2264380 w 3760185"/>
              <a:gd name="csY3519" fmla="*/ 415484 h 793834"/>
              <a:gd name="csX3520" fmla="*/ 2264380 w 3760185"/>
              <a:gd name="csY3520" fmla="*/ 404423 h 793834"/>
              <a:gd name="csX3521" fmla="*/ 2270809 w 3760185"/>
              <a:gd name="csY3521" fmla="*/ 404421 h 793834"/>
              <a:gd name="csX3522" fmla="*/ 2269843 w 3760185"/>
              <a:gd name="csY3522" fmla="*/ 519881 h 793834"/>
              <a:gd name="csX3523" fmla="*/ 2269843 w 3760185"/>
              <a:gd name="csY3523" fmla="*/ 763706 h 793834"/>
              <a:gd name="csX3524" fmla="*/ 2268477 w 3760185"/>
              <a:gd name="csY3524" fmla="*/ 541601 h 793834"/>
              <a:gd name="csX3525" fmla="*/ 2268477 w 3760185"/>
              <a:gd name="csY3525" fmla="*/ 420389 h 793834"/>
              <a:gd name="csX3526" fmla="*/ 2267111 w 3760185"/>
              <a:gd name="csY3526" fmla="*/ 561919 h 793834"/>
              <a:gd name="csX3527" fmla="*/ 2267111 w 3760185"/>
              <a:gd name="csY3527" fmla="*/ 509371 h 793834"/>
              <a:gd name="csX3528" fmla="*/ 2265745 w 3760185"/>
              <a:gd name="csY3528" fmla="*/ 629882 h 793834"/>
              <a:gd name="csX3529" fmla="*/ 2265745 w 3760185"/>
              <a:gd name="csY3529" fmla="*/ 404422 h 793834"/>
              <a:gd name="csX3530" fmla="*/ 2268477 w 3760185"/>
              <a:gd name="csY3530" fmla="*/ 404422 h 793834"/>
              <a:gd name="csX3531" fmla="*/ 2273191 w 3760185"/>
              <a:gd name="csY3531" fmla="*/ 404421 h 793834"/>
              <a:gd name="csX3532" fmla="*/ 2272574 w 3760185"/>
              <a:gd name="csY3532" fmla="*/ 572429 h 793834"/>
              <a:gd name="csX3533" fmla="*/ 2272574 w 3760185"/>
              <a:gd name="csY3533" fmla="*/ 504466 h 793834"/>
              <a:gd name="csX3534" fmla="*/ 2272574 w 3760185"/>
              <a:gd name="csY3534" fmla="*/ 416885 h 793834"/>
              <a:gd name="csX3535" fmla="*/ 2271295 w 3760185"/>
              <a:gd name="csY3535" fmla="*/ 404421 h 793834"/>
              <a:gd name="csX3536" fmla="*/ 2276671 w 3760185"/>
              <a:gd name="csY3536" fmla="*/ 404420 h 793834"/>
              <a:gd name="csX3537" fmla="*/ 2276671 w 3760185"/>
              <a:gd name="csY3537" fmla="*/ 479944 h 793834"/>
              <a:gd name="csX3538" fmla="*/ 2275305 w 3760185"/>
              <a:gd name="csY3538" fmla="*/ 544403 h 793834"/>
              <a:gd name="csX3539" fmla="*/ 2275305 w 3760185"/>
              <a:gd name="csY3539" fmla="*/ 540900 h 793834"/>
              <a:gd name="csX3540" fmla="*/ 2273989 w 3760185"/>
              <a:gd name="csY3540" fmla="*/ 404420 h 793834"/>
              <a:gd name="csX3541" fmla="*/ 2278680 w 3760185"/>
              <a:gd name="csY3541" fmla="*/ 404419 h 793834"/>
              <a:gd name="csX3542" fmla="*/ 2278037 w 3760185"/>
              <a:gd name="csY3542" fmla="*/ 557015 h 793834"/>
              <a:gd name="csX3543" fmla="*/ 2278037 w 3760185"/>
              <a:gd name="csY3543" fmla="*/ 444211 h 793834"/>
              <a:gd name="csX3544" fmla="*/ 2277561 w 3760185"/>
              <a:gd name="csY3544" fmla="*/ 404420 h 793834"/>
              <a:gd name="csX3545" fmla="*/ 2280244 w 3760185"/>
              <a:gd name="csY3545" fmla="*/ 404419 h 793834"/>
              <a:gd name="csX3546" fmla="*/ 2279403 w 3760185"/>
              <a:gd name="csY3546" fmla="*/ 459625 h 793834"/>
              <a:gd name="csX3547" fmla="*/ 2279403 w 3760185"/>
              <a:gd name="csY3547" fmla="*/ 404419 h 793834"/>
              <a:gd name="csX3548" fmla="*/ 2282952 w 3760185"/>
              <a:gd name="csY3548" fmla="*/ 404418 h 793834"/>
              <a:gd name="csX3549" fmla="*/ 2282134 w 3760185"/>
              <a:gd name="csY3549" fmla="*/ 693641 h 793834"/>
              <a:gd name="csX3550" fmla="*/ 2282134 w 3760185"/>
              <a:gd name="csY3550" fmla="*/ 423892 h 793834"/>
              <a:gd name="csX3551" fmla="*/ 2282134 w 3760185"/>
              <a:gd name="csY3551" fmla="*/ 418287 h 793834"/>
              <a:gd name="csX3552" fmla="*/ 2280769 w 3760185"/>
              <a:gd name="csY3552" fmla="*/ 538798 h 793834"/>
              <a:gd name="csX3553" fmla="*/ 2280769 w 3760185"/>
              <a:gd name="csY3553" fmla="*/ 404419 h 793834"/>
              <a:gd name="csX3554" fmla="*/ 2287597 w 3760185"/>
              <a:gd name="csY3554" fmla="*/ 404417 h 793834"/>
              <a:gd name="csX3555" fmla="*/ 2287597 w 3760185"/>
              <a:gd name="csY3555" fmla="*/ 427395 h 793834"/>
              <a:gd name="csX3556" fmla="*/ 2286231 w 3760185"/>
              <a:gd name="csY3556" fmla="*/ 409178 h 793834"/>
              <a:gd name="csX3557" fmla="*/ 2286231 w 3760185"/>
              <a:gd name="csY3557" fmla="*/ 411981 h 793834"/>
              <a:gd name="csX3558" fmla="*/ 2284865 w 3760185"/>
              <a:gd name="csY3558" fmla="*/ 592748 h 793834"/>
              <a:gd name="csX3559" fmla="*/ 2284865 w 3760185"/>
              <a:gd name="csY3559" fmla="*/ 506568 h 793834"/>
              <a:gd name="csX3560" fmla="*/ 2284190 w 3760185"/>
              <a:gd name="csY3560" fmla="*/ 404418 h 793834"/>
              <a:gd name="csX3561" fmla="*/ 2290329 w 3760185"/>
              <a:gd name="csY3561" fmla="*/ 404416 h 793834"/>
              <a:gd name="csX3562" fmla="*/ 2290329 w 3760185"/>
              <a:gd name="csY3562" fmla="*/ 575232 h 793834"/>
              <a:gd name="csX3563" fmla="*/ 2289157 w 3760185"/>
              <a:gd name="csY3563" fmla="*/ 404417 h 793834"/>
              <a:gd name="csX3564" fmla="*/ 2294264 w 3760185"/>
              <a:gd name="csY3564" fmla="*/ 404416 h 793834"/>
              <a:gd name="csX3565" fmla="*/ 2293060 w 3760185"/>
              <a:gd name="csY3565" fmla="*/ 692240 h 793834"/>
              <a:gd name="csX3566" fmla="*/ 2293060 w 3760185"/>
              <a:gd name="csY3566" fmla="*/ 407777 h 793834"/>
              <a:gd name="csX3567" fmla="*/ 2291694 w 3760185"/>
              <a:gd name="csY3567" fmla="*/ 577334 h 793834"/>
              <a:gd name="csX3568" fmla="*/ 2291694 w 3760185"/>
              <a:gd name="csY3568" fmla="*/ 404416 h 793834"/>
              <a:gd name="csX3569" fmla="*/ 2294849 w 3760185"/>
              <a:gd name="csY3569" fmla="*/ 404415 h 793834"/>
              <a:gd name="csX3570" fmla="*/ 2294426 w 3760185"/>
              <a:gd name="csY3570" fmla="*/ 499562 h 793834"/>
              <a:gd name="csX3571" fmla="*/ 2294426 w 3760185"/>
              <a:gd name="csY3571" fmla="*/ 404416 h 793834"/>
              <a:gd name="csX3572" fmla="*/ 2298215 w 3760185"/>
              <a:gd name="csY3572" fmla="*/ 404415 h 793834"/>
              <a:gd name="csX3573" fmla="*/ 2297157 w 3760185"/>
              <a:gd name="csY3573" fmla="*/ 667016 h 793834"/>
              <a:gd name="csX3574" fmla="*/ 2297157 w 3760185"/>
              <a:gd name="csY3574" fmla="*/ 634787 h 793834"/>
              <a:gd name="csX3575" fmla="*/ 2295791 w 3760185"/>
              <a:gd name="csY3575" fmla="*/ 524084 h 793834"/>
              <a:gd name="csX3576" fmla="*/ 2295791 w 3760185"/>
              <a:gd name="csY3576" fmla="*/ 404415 h 793834"/>
              <a:gd name="csX3577" fmla="*/ 2301254 w 3760185"/>
              <a:gd name="csY3577" fmla="*/ 404414 h 793834"/>
              <a:gd name="csX3578" fmla="*/ 2301254 w 3760185"/>
              <a:gd name="csY3578" fmla="*/ 452618 h 793834"/>
              <a:gd name="csX3579" fmla="*/ 2299889 w 3760185"/>
              <a:gd name="csY3579" fmla="*/ 671220 h 793834"/>
              <a:gd name="csX3580" fmla="*/ 2299889 w 3760185"/>
              <a:gd name="csY3580" fmla="*/ 413382 h 793834"/>
              <a:gd name="csX3581" fmla="*/ 2298523 w 3760185"/>
              <a:gd name="csY3581" fmla="*/ 673322 h 793834"/>
              <a:gd name="csX3582" fmla="*/ 2298523 w 3760185"/>
              <a:gd name="csY3582" fmla="*/ 404415 h 793834"/>
              <a:gd name="csX3583" fmla="*/ 2303508 w 3760185"/>
              <a:gd name="csY3583" fmla="*/ 404413 h 793834"/>
              <a:gd name="csX3584" fmla="*/ 2302620 w 3760185"/>
              <a:gd name="csY3584" fmla="*/ 409879 h 793834"/>
              <a:gd name="csX3585" fmla="*/ 2302620 w 3760185"/>
              <a:gd name="csY3585" fmla="*/ 513575 h 793834"/>
              <a:gd name="csX3586" fmla="*/ 2301616 w 3760185"/>
              <a:gd name="csY3586" fmla="*/ 404414 h 793834"/>
              <a:gd name="csX3587" fmla="*/ 2305819 w 3760185"/>
              <a:gd name="csY3587" fmla="*/ 404413 h 793834"/>
              <a:gd name="csX3588" fmla="*/ 2305351 w 3760185"/>
              <a:gd name="csY3588" fmla="*/ 452618 h 793834"/>
              <a:gd name="csX3589" fmla="*/ 2305351 w 3760185"/>
              <a:gd name="csY3589" fmla="*/ 471536 h 793834"/>
              <a:gd name="csX3590" fmla="*/ 2305351 w 3760185"/>
              <a:gd name="csY3590" fmla="*/ 568225 h 793834"/>
              <a:gd name="csX3591" fmla="*/ 2304357 w 3760185"/>
              <a:gd name="csY3591" fmla="*/ 404413 h 793834"/>
              <a:gd name="csX3592" fmla="*/ 2305351 w 3760185"/>
              <a:gd name="csY3592" fmla="*/ 404413 h 793834"/>
              <a:gd name="csX3593" fmla="*/ 2309027 w 3760185"/>
              <a:gd name="csY3593" fmla="*/ 404412 h 793834"/>
              <a:gd name="csX3594" fmla="*/ 2308083 w 3760185"/>
              <a:gd name="csY3594" fmla="*/ 506568 h 793834"/>
              <a:gd name="csX3595" fmla="*/ 2308083 w 3760185"/>
              <a:gd name="csY3595" fmla="*/ 559817 h 793834"/>
              <a:gd name="csX3596" fmla="*/ 2306866 w 3760185"/>
              <a:gd name="csY3596" fmla="*/ 404412 h 793834"/>
              <a:gd name="csX3597" fmla="*/ 2310815 w 3760185"/>
              <a:gd name="csY3597" fmla="*/ 404412 h 793834"/>
              <a:gd name="csX3598" fmla="*/ 2310815 w 3760185"/>
              <a:gd name="csY3598" fmla="*/ 437204 h 793834"/>
              <a:gd name="csX3599" fmla="*/ 2309449 w 3760185"/>
              <a:gd name="csY3599" fmla="*/ 450516 h 793834"/>
              <a:gd name="csX3600" fmla="*/ 2309449 w 3760185"/>
              <a:gd name="csY3600" fmla="*/ 404412 h 793834"/>
              <a:gd name="csX3601" fmla="*/ 2312180 w 3760185"/>
              <a:gd name="csY3601" fmla="*/ 404411 h 793834"/>
              <a:gd name="csX3602" fmla="*/ 2312180 w 3760185"/>
              <a:gd name="csY3602" fmla="*/ 438605 h 793834"/>
              <a:gd name="csX3603" fmla="*/ 2311864 w 3760185"/>
              <a:gd name="csY3603" fmla="*/ 404411 h 793834"/>
              <a:gd name="csX3604" fmla="*/ 2316252 w 3760185"/>
              <a:gd name="csY3604" fmla="*/ 404410 h 793834"/>
              <a:gd name="csX3605" fmla="*/ 2314912 w 3760185"/>
              <a:gd name="csY3605" fmla="*/ 449115 h 793834"/>
              <a:gd name="csX3606" fmla="*/ 2314912 w 3760185"/>
              <a:gd name="csY3606" fmla="*/ 596952 h 793834"/>
              <a:gd name="csX3607" fmla="*/ 2313546 w 3760185"/>
              <a:gd name="csY3607" fmla="*/ 545804 h 793834"/>
              <a:gd name="csX3608" fmla="*/ 2313546 w 3760185"/>
              <a:gd name="csY3608" fmla="*/ 404411 h 793834"/>
              <a:gd name="csX3609" fmla="*/ 2314912 w 3760185"/>
              <a:gd name="csY3609" fmla="*/ 404411 h 793834"/>
              <a:gd name="csX3610" fmla="*/ 2317422 w 3760185"/>
              <a:gd name="csY3610" fmla="*/ 404410 h 793834"/>
              <a:gd name="csX3611" fmla="*/ 2316277 w 3760185"/>
              <a:gd name="csY3611" fmla="*/ 459625 h 793834"/>
              <a:gd name="csX3612" fmla="*/ 2316277 w 3760185"/>
              <a:gd name="csY3612" fmla="*/ 404410 h 793834"/>
              <a:gd name="csX3613" fmla="*/ 2321740 w 3760185"/>
              <a:gd name="csY3613" fmla="*/ 404409 h 793834"/>
              <a:gd name="csX3614" fmla="*/ 2321740 w 3760185"/>
              <a:gd name="csY3614" fmla="*/ 453319 h 793834"/>
              <a:gd name="csX3615" fmla="*/ 2320375 w 3760185"/>
              <a:gd name="csY3615" fmla="*/ 704851 h 793834"/>
              <a:gd name="csX3616" fmla="*/ 2320375 w 3760185"/>
              <a:gd name="csY3616" fmla="*/ 497460 h 793834"/>
              <a:gd name="csX3617" fmla="*/ 2319009 w 3760185"/>
              <a:gd name="csY3617" fmla="*/ 531091 h 793834"/>
              <a:gd name="csX3618" fmla="*/ 2319009 w 3760185"/>
              <a:gd name="csY3618" fmla="*/ 404410 h 793834"/>
              <a:gd name="csX3619" fmla="*/ 2326661 w 3760185"/>
              <a:gd name="csY3619" fmla="*/ 404408 h 793834"/>
              <a:gd name="csX3620" fmla="*/ 2325837 w 3760185"/>
              <a:gd name="csY3620" fmla="*/ 547206 h 793834"/>
              <a:gd name="csX3621" fmla="*/ 2325837 w 3760185"/>
              <a:gd name="csY3621" fmla="*/ 404408 h 793834"/>
              <a:gd name="csX3622" fmla="*/ 2331301 w 3760185"/>
              <a:gd name="csY3622" fmla="*/ 404407 h 793834"/>
              <a:gd name="csX3623" fmla="*/ 2331301 w 3760185"/>
              <a:gd name="csY3623" fmla="*/ 437905 h 793834"/>
              <a:gd name="csX3624" fmla="*/ 2330975 w 3760185"/>
              <a:gd name="csY3624" fmla="*/ 404407 h 793834"/>
              <a:gd name="csX3625" fmla="*/ 2334032 w 3760185"/>
              <a:gd name="csY3625" fmla="*/ 404406 h 793834"/>
              <a:gd name="csX3626" fmla="*/ 2334032 w 3760185"/>
              <a:gd name="csY3626" fmla="*/ 472937 h 793834"/>
              <a:gd name="csX3627" fmla="*/ 2333408 w 3760185"/>
              <a:gd name="csY3627" fmla="*/ 404406 h 793834"/>
              <a:gd name="csX3628" fmla="*/ 2338500 w 3760185"/>
              <a:gd name="csY3628" fmla="*/ 404405 h 793834"/>
              <a:gd name="csX3629" fmla="*/ 2338129 w 3760185"/>
              <a:gd name="csY3629" fmla="*/ 431599 h 793834"/>
              <a:gd name="csX3630" fmla="*/ 2338129 w 3760185"/>
              <a:gd name="csY3630" fmla="*/ 404405 h 793834"/>
              <a:gd name="csX3631" fmla="*/ 2340861 w 3760185"/>
              <a:gd name="csY3631" fmla="*/ 404404 h 793834"/>
              <a:gd name="csX3632" fmla="*/ 2340861 w 3760185"/>
              <a:gd name="csY3632" fmla="*/ 503065 h 793834"/>
              <a:gd name="csX3633" fmla="*/ 2340130 w 3760185"/>
              <a:gd name="csY3633" fmla="*/ 404404 h 793834"/>
              <a:gd name="csX3634" fmla="*/ 2343400 w 3760185"/>
              <a:gd name="csY3634" fmla="*/ 404404 h 793834"/>
              <a:gd name="csX3635" fmla="*/ 2342226 w 3760185"/>
              <a:gd name="csY3635" fmla="*/ 550709 h 793834"/>
              <a:gd name="csX3636" fmla="*/ 2342226 w 3760185"/>
              <a:gd name="csY3636" fmla="*/ 446313 h 793834"/>
              <a:gd name="csX3637" fmla="*/ 2342226 w 3760185"/>
              <a:gd name="csY3637" fmla="*/ 404404 h 793834"/>
              <a:gd name="csX3638" fmla="*/ 2343885 w 3760185"/>
              <a:gd name="csY3638" fmla="*/ 404403 h 793834"/>
              <a:gd name="csX3639" fmla="*/ 2343592 w 3760185"/>
              <a:gd name="csY3639" fmla="*/ 418987 h 793834"/>
              <a:gd name="csX3640" fmla="*/ 2343592 w 3760185"/>
              <a:gd name="csY3640" fmla="*/ 404404 h 793834"/>
              <a:gd name="csX3641" fmla="*/ 2347951 w 3760185"/>
              <a:gd name="csY3641" fmla="*/ 404402 h 793834"/>
              <a:gd name="csX3642" fmla="*/ 2347689 w 3760185"/>
              <a:gd name="csY3642" fmla="*/ 460326 h 793834"/>
              <a:gd name="csX3643" fmla="*/ 2347689 w 3760185"/>
              <a:gd name="csY3643" fmla="*/ 409178 h 793834"/>
              <a:gd name="csX3644" fmla="*/ 2346323 w 3760185"/>
              <a:gd name="csY3644" fmla="*/ 417586 h 793834"/>
              <a:gd name="csX3645" fmla="*/ 2346323 w 3760185"/>
              <a:gd name="csY3645" fmla="*/ 615169 h 793834"/>
              <a:gd name="csX3646" fmla="*/ 2344958 w 3760185"/>
              <a:gd name="csY3646" fmla="*/ 411280 h 793834"/>
              <a:gd name="csX3647" fmla="*/ 2344958 w 3760185"/>
              <a:gd name="csY3647" fmla="*/ 404403 h 793834"/>
              <a:gd name="csX3648" fmla="*/ 2347689 w 3760185"/>
              <a:gd name="csY3648" fmla="*/ 404403 h 793834"/>
              <a:gd name="csX3649" fmla="*/ 2349778 w 3760185"/>
              <a:gd name="csY3649" fmla="*/ 404402 h 793834"/>
              <a:gd name="csX3650" fmla="*/ 2349055 w 3760185"/>
              <a:gd name="csY3650" fmla="*/ 613767 h 793834"/>
              <a:gd name="csX3651" fmla="*/ 2349055 w 3760185"/>
              <a:gd name="csY3651" fmla="*/ 404402 h 793834"/>
              <a:gd name="csX3652" fmla="*/ 2350470 w 3760185"/>
              <a:gd name="csY3652" fmla="*/ 404402 h 793834"/>
              <a:gd name="csX3653" fmla="*/ 2350421 w 3760185"/>
              <a:gd name="csY3653" fmla="*/ 409178 h 793834"/>
              <a:gd name="csX3654" fmla="*/ 2350421 w 3760185"/>
              <a:gd name="csY3654" fmla="*/ 404402 h 793834"/>
              <a:gd name="csX3655" fmla="*/ 2353687 w 3760185"/>
              <a:gd name="csY3655" fmla="*/ 404401 h 793834"/>
              <a:gd name="csX3656" fmla="*/ 2353152 w 3760185"/>
              <a:gd name="csY3656" fmla="*/ 525486 h 793834"/>
              <a:gd name="csX3657" fmla="*/ 2353152 w 3760185"/>
              <a:gd name="csY3657" fmla="*/ 435803 h 793834"/>
              <a:gd name="csX3658" fmla="*/ 2352926 w 3760185"/>
              <a:gd name="csY3658" fmla="*/ 404401 h 793834"/>
              <a:gd name="csX3659" fmla="*/ 2354636 w 3760185"/>
              <a:gd name="csY3659" fmla="*/ 404401 h 793834"/>
              <a:gd name="csX3660" fmla="*/ 2354518 w 3760185"/>
              <a:gd name="csY3660" fmla="*/ 407777 h 793834"/>
              <a:gd name="csX3661" fmla="*/ 2354518 w 3760185"/>
              <a:gd name="csY3661" fmla="*/ 404401 h 793834"/>
              <a:gd name="csX3662" fmla="*/ 2358615 w 3760185"/>
              <a:gd name="csY3662" fmla="*/ 404400 h 793834"/>
              <a:gd name="csX3663" fmla="*/ 2358615 w 3760185"/>
              <a:gd name="csY3663" fmla="*/ 421790 h 793834"/>
              <a:gd name="csX3664" fmla="*/ 2357249 w 3760185"/>
              <a:gd name="csY3664" fmla="*/ 476440 h 793834"/>
              <a:gd name="csX3665" fmla="*/ 2357249 w 3760185"/>
              <a:gd name="csY3665" fmla="*/ 526887 h 793834"/>
              <a:gd name="csX3666" fmla="*/ 2356655 w 3760185"/>
              <a:gd name="csY3666" fmla="*/ 404400 h 793834"/>
              <a:gd name="csX3667" fmla="*/ 2357249 w 3760185"/>
              <a:gd name="csY3667" fmla="*/ 404400 h 793834"/>
              <a:gd name="csX3668" fmla="*/ 2360519 w 3760185"/>
              <a:gd name="csY3668" fmla="*/ 404399 h 793834"/>
              <a:gd name="csX3669" fmla="*/ 2359981 w 3760185"/>
              <a:gd name="csY3669" fmla="*/ 507269 h 793834"/>
              <a:gd name="csX3670" fmla="*/ 2359981 w 3760185"/>
              <a:gd name="csY3670" fmla="*/ 594149 h 793834"/>
              <a:gd name="csX3671" fmla="*/ 2358660 w 3760185"/>
              <a:gd name="csY3671" fmla="*/ 404400 h 793834"/>
              <a:gd name="csX3672" fmla="*/ 2363068 w 3760185"/>
              <a:gd name="csY3672" fmla="*/ 404399 h 793834"/>
              <a:gd name="csX3673" fmla="*/ 2362712 w 3760185"/>
              <a:gd name="csY3673" fmla="*/ 456822 h 793834"/>
              <a:gd name="csX3674" fmla="*/ 2362712 w 3760185"/>
              <a:gd name="csY3674" fmla="*/ 424593 h 793834"/>
              <a:gd name="csX3675" fmla="*/ 2362481 w 3760185"/>
              <a:gd name="csY3675" fmla="*/ 404399 h 793834"/>
              <a:gd name="csX3676" fmla="*/ 2362712 w 3760185"/>
              <a:gd name="csY3676" fmla="*/ 404399 h 793834"/>
              <a:gd name="csX3677" fmla="*/ 2365256 w 3760185"/>
              <a:gd name="csY3677" fmla="*/ 404398 h 793834"/>
              <a:gd name="csX3678" fmla="*/ 2364078 w 3760185"/>
              <a:gd name="csY3678" fmla="*/ 449115 h 793834"/>
              <a:gd name="csX3679" fmla="*/ 2364078 w 3760185"/>
              <a:gd name="csY3679" fmla="*/ 404399 h 793834"/>
              <a:gd name="csX3680" fmla="*/ 2367576 w 3760185"/>
              <a:gd name="csY3680" fmla="*/ 404398 h 793834"/>
              <a:gd name="csX3681" fmla="*/ 2366809 w 3760185"/>
              <a:gd name="csY3681" fmla="*/ 622175 h 793834"/>
              <a:gd name="csX3682" fmla="*/ 2366809 w 3760185"/>
              <a:gd name="csY3682" fmla="*/ 526186 h 793834"/>
              <a:gd name="csX3683" fmla="*/ 2366115 w 3760185"/>
              <a:gd name="csY3683" fmla="*/ 404398 h 793834"/>
              <a:gd name="csX3684" fmla="*/ 2366809 w 3760185"/>
              <a:gd name="csY3684" fmla="*/ 404398 h 793834"/>
              <a:gd name="csX3685" fmla="*/ 2370907 w 3760185"/>
              <a:gd name="csY3685" fmla="*/ 404397 h 793834"/>
              <a:gd name="csX3686" fmla="*/ 2370907 w 3760185"/>
              <a:gd name="csY3686" fmla="*/ 463128 h 793834"/>
              <a:gd name="csX3687" fmla="*/ 2370907 w 3760185"/>
              <a:gd name="csY3687" fmla="*/ 497460 h 793834"/>
              <a:gd name="csX3688" fmla="*/ 2369541 w 3760185"/>
              <a:gd name="csY3688" fmla="*/ 673322 h 793834"/>
              <a:gd name="csX3689" fmla="*/ 2369541 w 3760185"/>
              <a:gd name="csY3689" fmla="*/ 468733 h 793834"/>
              <a:gd name="csX3690" fmla="*/ 2368175 w 3760185"/>
              <a:gd name="csY3690" fmla="*/ 482746 h 793834"/>
              <a:gd name="csX3691" fmla="*/ 2368175 w 3760185"/>
              <a:gd name="csY3691" fmla="*/ 404398 h 793834"/>
              <a:gd name="csX3692" fmla="*/ 2374294 w 3760185"/>
              <a:gd name="csY3692" fmla="*/ 404396 h 793834"/>
              <a:gd name="csX3693" fmla="*/ 2373638 w 3760185"/>
              <a:gd name="csY3693" fmla="*/ 562620 h 793834"/>
              <a:gd name="csX3694" fmla="*/ 2373638 w 3760185"/>
              <a:gd name="csY3694" fmla="*/ 587143 h 793834"/>
              <a:gd name="csX3695" fmla="*/ 2372272 w 3760185"/>
              <a:gd name="csY3695" fmla="*/ 412682 h 793834"/>
              <a:gd name="csX3696" fmla="*/ 2372272 w 3760185"/>
              <a:gd name="csY3696" fmla="*/ 423892 h 793834"/>
              <a:gd name="csX3697" fmla="*/ 2371989 w 3760185"/>
              <a:gd name="csY3697" fmla="*/ 404397 h 793834"/>
              <a:gd name="csX3698" fmla="*/ 2376945 w 3760185"/>
              <a:gd name="csY3698" fmla="*/ 404395 h 793834"/>
              <a:gd name="csX3699" fmla="*/ 2376369 w 3760185"/>
              <a:gd name="csY3699" fmla="*/ 459625 h 793834"/>
              <a:gd name="csX3700" fmla="*/ 2376369 w 3760185"/>
              <a:gd name="csY3700" fmla="*/ 488351 h 793834"/>
              <a:gd name="csX3701" fmla="*/ 2375881 w 3760185"/>
              <a:gd name="csY3701" fmla="*/ 404396 h 793834"/>
              <a:gd name="csX3702" fmla="*/ 2380467 w 3760185"/>
              <a:gd name="csY3702" fmla="*/ 404395 h 793834"/>
              <a:gd name="csX3703" fmla="*/ 2380467 w 3760185"/>
              <a:gd name="csY3703" fmla="*/ 423892 h 793834"/>
              <a:gd name="csX3704" fmla="*/ 2380467 w 3760185"/>
              <a:gd name="csY3704" fmla="*/ 471536 h 793834"/>
              <a:gd name="csX3705" fmla="*/ 2379101 w 3760185"/>
              <a:gd name="csY3705" fmla="*/ 511473 h 793834"/>
              <a:gd name="csX3706" fmla="*/ 2379101 w 3760185"/>
              <a:gd name="csY3706" fmla="*/ 476440 h 793834"/>
              <a:gd name="csX3707" fmla="*/ 2378528 w 3760185"/>
              <a:gd name="csY3707" fmla="*/ 404395 h 793834"/>
              <a:gd name="csX3708" fmla="*/ 2381833 w 3760185"/>
              <a:gd name="csY3708" fmla="*/ 404394 h 793834"/>
              <a:gd name="csX3709" fmla="*/ 2381833 w 3760185"/>
              <a:gd name="csY3709" fmla="*/ 465931 h 793834"/>
              <a:gd name="csX3710" fmla="*/ 2381069 w 3760185"/>
              <a:gd name="csY3710" fmla="*/ 404394 h 793834"/>
              <a:gd name="csX3711" fmla="*/ 2388661 w 3760185"/>
              <a:gd name="csY3711" fmla="*/ 404393 h 793834"/>
              <a:gd name="csX3712" fmla="*/ 2388661 w 3760185"/>
              <a:gd name="csY3712" fmla="*/ 477842 h 793834"/>
              <a:gd name="csX3713" fmla="*/ 2387295 w 3760185"/>
              <a:gd name="csY3713" fmla="*/ 440007 h 793834"/>
              <a:gd name="csX3714" fmla="*/ 2387295 w 3760185"/>
              <a:gd name="csY3714" fmla="*/ 533193 h 793834"/>
              <a:gd name="csX3715" fmla="*/ 2385929 w 3760185"/>
              <a:gd name="csY3715" fmla="*/ 481345 h 793834"/>
              <a:gd name="csX3716" fmla="*/ 2385929 w 3760185"/>
              <a:gd name="csY3716" fmla="*/ 421790 h 793834"/>
              <a:gd name="csX3717" fmla="*/ 2384564 w 3760185"/>
              <a:gd name="csY3717" fmla="*/ 793834 h 793834"/>
              <a:gd name="csX3718" fmla="*/ 2384564 w 3760185"/>
              <a:gd name="csY3718" fmla="*/ 656507 h 793834"/>
              <a:gd name="csX3719" fmla="*/ 2384564 w 3760185"/>
              <a:gd name="csY3719" fmla="*/ 430198 h 793834"/>
              <a:gd name="csX3720" fmla="*/ 2383198 w 3760185"/>
              <a:gd name="csY3720" fmla="*/ 421089 h 793834"/>
              <a:gd name="csX3721" fmla="*/ 2383198 w 3760185"/>
              <a:gd name="csY3721" fmla="*/ 404394 h 793834"/>
              <a:gd name="csX3722" fmla="*/ 2390027 w 3760185"/>
              <a:gd name="csY3722" fmla="*/ 404392 h 793834"/>
              <a:gd name="csX3723" fmla="*/ 2390027 w 3760185"/>
              <a:gd name="csY3723" fmla="*/ 459625 h 793834"/>
              <a:gd name="csX3724" fmla="*/ 2389442 w 3760185"/>
              <a:gd name="csY3724" fmla="*/ 404392 h 793834"/>
              <a:gd name="csX3725" fmla="*/ 2391393 w 3760185"/>
              <a:gd name="csY3725" fmla="*/ 404392 h 793834"/>
              <a:gd name="csX3726" fmla="*/ 2391393 w 3760185"/>
              <a:gd name="csY3726" fmla="*/ 496059 h 793834"/>
              <a:gd name="csX3727" fmla="*/ 2390554 w 3760185"/>
              <a:gd name="csY3727" fmla="*/ 404392 h 793834"/>
              <a:gd name="csX3728" fmla="*/ 2396855 w 3760185"/>
              <a:gd name="csY3728" fmla="*/ 404391 h 793834"/>
              <a:gd name="csX3729" fmla="*/ 2396855 w 3760185"/>
              <a:gd name="csY3729" fmla="*/ 517078 h 793834"/>
              <a:gd name="csX3730" fmla="*/ 2395490 w 3760185"/>
              <a:gd name="csY3730" fmla="*/ 690838 h 793834"/>
              <a:gd name="csX3731" fmla="*/ 2395490 w 3760185"/>
              <a:gd name="csY3731" fmla="*/ 498160 h 793834"/>
              <a:gd name="csX3732" fmla="*/ 2395490 w 3760185"/>
              <a:gd name="csY3732" fmla="*/ 407076 h 793834"/>
              <a:gd name="csX3733" fmla="*/ 2394124 w 3760185"/>
              <a:gd name="csY3733" fmla="*/ 464529 h 793834"/>
              <a:gd name="csX3734" fmla="*/ 2394124 w 3760185"/>
              <a:gd name="csY3734" fmla="*/ 456822 h 793834"/>
              <a:gd name="csX3735" fmla="*/ 2392758 w 3760185"/>
              <a:gd name="csY3735" fmla="*/ 547206 h 793834"/>
              <a:gd name="csX3736" fmla="*/ 2392758 w 3760185"/>
              <a:gd name="csY3736" fmla="*/ 527588 h 793834"/>
              <a:gd name="csX3737" fmla="*/ 2391402 w 3760185"/>
              <a:gd name="csY3737" fmla="*/ 404392 h 793834"/>
              <a:gd name="csX3738" fmla="*/ 2398997 w 3760185"/>
              <a:gd name="csY3738" fmla="*/ 404390 h 793834"/>
              <a:gd name="csX3739" fmla="*/ 2398221 w 3760185"/>
              <a:gd name="csY3739" fmla="*/ 491154 h 793834"/>
              <a:gd name="csX3740" fmla="*/ 2398221 w 3760185"/>
              <a:gd name="csY3740" fmla="*/ 498160 h 793834"/>
              <a:gd name="csX3741" fmla="*/ 2397259 w 3760185"/>
              <a:gd name="csY3741" fmla="*/ 404390 h 793834"/>
              <a:gd name="csX3742" fmla="*/ 2403464 w 3760185"/>
              <a:gd name="csY3742" fmla="*/ 404389 h 793834"/>
              <a:gd name="csX3743" fmla="*/ 2402318 w 3760185"/>
              <a:gd name="csY3743" fmla="*/ 474338 h 793834"/>
              <a:gd name="csX3744" fmla="*/ 2402318 w 3760185"/>
              <a:gd name="csY3744" fmla="*/ 573130 h 793834"/>
              <a:gd name="csX3745" fmla="*/ 2400953 w 3760185"/>
              <a:gd name="csY3745" fmla="*/ 514976 h 793834"/>
              <a:gd name="csX3746" fmla="*/ 2400953 w 3760185"/>
              <a:gd name="csY3746" fmla="*/ 476440 h 793834"/>
              <a:gd name="csX3747" fmla="*/ 2399587 w 3760185"/>
              <a:gd name="csY3747" fmla="*/ 648099 h 793834"/>
              <a:gd name="csX3748" fmla="*/ 2399587 w 3760185"/>
              <a:gd name="csY3748" fmla="*/ 547206 h 793834"/>
              <a:gd name="csX3749" fmla="*/ 2399587 w 3760185"/>
              <a:gd name="csY3749" fmla="*/ 404390 h 793834"/>
              <a:gd name="csX3750" fmla="*/ 2407781 w 3760185"/>
              <a:gd name="csY3750" fmla="*/ 404388 h 793834"/>
              <a:gd name="csX3751" fmla="*/ 2407781 w 3760185"/>
              <a:gd name="csY3751" fmla="*/ 482046 h 793834"/>
              <a:gd name="csX3752" fmla="*/ 2406415 w 3760185"/>
              <a:gd name="csY3752" fmla="*/ 496059 h 793834"/>
              <a:gd name="csX3753" fmla="*/ 2406415 w 3760185"/>
              <a:gd name="csY3753" fmla="*/ 528288 h 793834"/>
              <a:gd name="csX3754" fmla="*/ 2405050 w 3760185"/>
              <a:gd name="csY3754" fmla="*/ 495358 h 793834"/>
              <a:gd name="csX3755" fmla="*/ 2405050 w 3760185"/>
              <a:gd name="csY3755" fmla="*/ 482046 h 793834"/>
              <a:gd name="csX3756" fmla="*/ 2405050 w 3760185"/>
              <a:gd name="csY3756" fmla="*/ 410580 h 793834"/>
              <a:gd name="csX3757" fmla="*/ 2403684 w 3760185"/>
              <a:gd name="csY3757" fmla="*/ 449816 h 793834"/>
              <a:gd name="csX3758" fmla="*/ 2403684 w 3760185"/>
              <a:gd name="csY3758" fmla="*/ 404389 h 793834"/>
              <a:gd name="csX3759" fmla="*/ 2405050 w 3760185"/>
              <a:gd name="csY3759" fmla="*/ 404389 h 793834"/>
              <a:gd name="csX3760" fmla="*/ 2410513 w 3760185"/>
              <a:gd name="csY3760" fmla="*/ 404387 h 793834"/>
              <a:gd name="csX3761" fmla="*/ 2410513 w 3760185"/>
              <a:gd name="csY3761" fmla="*/ 428796 h 793834"/>
              <a:gd name="csX3762" fmla="*/ 2409147 w 3760185"/>
              <a:gd name="csY3762" fmla="*/ 464529 h 793834"/>
              <a:gd name="csX3763" fmla="*/ 2409147 w 3760185"/>
              <a:gd name="csY3763" fmla="*/ 496059 h 793834"/>
              <a:gd name="csX3764" fmla="*/ 2408731 w 3760185"/>
              <a:gd name="csY3764" fmla="*/ 404388 h 793834"/>
              <a:gd name="csX3765" fmla="*/ 2413774 w 3760185"/>
              <a:gd name="csY3765" fmla="*/ 404386 h 793834"/>
              <a:gd name="csX3766" fmla="*/ 2413244 w 3760185"/>
              <a:gd name="csY3766" fmla="*/ 453319 h 793834"/>
              <a:gd name="csX3767" fmla="*/ 2413244 w 3760185"/>
              <a:gd name="csY3767" fmla="*/ 610965 h 793834"/>
              <a:gd name="csX3768" fmla="*/ 2413244 w 3760185"/>
              <a:gd name="csY3768" fmla="*/ 620774 h 793834"/>
              <a:gd name="csX3769" fmla="*/ 2412301 w 3760185"/>
              <a:gd name="csY3769" fmla="*/ 404387 h 793834"/>
              <a:gd name="csX3770" fmla="*/ 2415976 w 3760185"/>
              <a:gd name="csY3770" fmla="*/ 404386 h 793834"/>
              <a:gd name="csX3771" fmla="*/ 2415976 w 3760185"/>
              <a:gd name="csY3771" fmla="*/ 630583 h 793834"/>
              <a:gd name="csX3772" fmla="*/ 2414610 w 3760185"/>
              <a:gd name="csY3772" fmla="*/ 529690 h 793834"/>
              <a:gd name="csX3773" fmla="*/ 2414610 w 3760185"/>
              <a:gd name="csY3773" fmla="*/ 404386 h 793834"/>
              <a:gd name="csX3774" fmla="*/ 2418707 w 3760185"/>
              <a:gd name="csY3774" fmla="*/ 404385 h 793834"/>
              <a:gd name="csX3775" fmla="*/ 2418707 w 3760185"/>
              <a:gd name="csY3775" fmla="*/ 465230 h 793834"/>
              <a:gd name="csX3776" fmla="*/ 2417341 w 3760185"/>
              <a:gd name="csY3776" fmla="*/ 469434 h 793834"/>
              <a:gd name="csX3777" fmla="*/ 2417341 w 3760185"/>
              <a:gd name="csY3777" fmla="*/ 404386 h 793834"/>
              <a:gd name="csX3778" fmla="*/ 2420073 w 3760185"/>
              <a:gd name="csY3778" fmla="*/ 404385 h 793834"/>
              <a:gd name="csX3779" fmla="*/ 2420073 w 3760185"/>
              <a:gd name="csY3779" fmla="*/ 440007 h 793834"/>
              <a:gd name="csX3780" fmla="*/ 2418935 w 3760185"/>
              <a:gd name="csY3780" fmla="*/ 404385 h 793834"/>
              <a:gd name="csX3781" fmla="*/ 2423273 w 3760185"/>
              <a:gd name="csY3781" fmla="*/ 404384 h 793834"/>
              <a:gd name="csX3782" fmla="*/ 2422804 w 3760185"/>
              <a:gd name="csY3782" fmla="*/ 424593 h 793834"/>
              <a:gd name="csX3783" fmla="*/ 2422804 w 3760185"/>
              <a:gd name="csY3783" fmla="*/ 456822 h 793834"/>
              <a:gd name="csX3784" fmla="*/ 2421439 w 3760185"/>
              <a:gd name="csY3784" fmla="*/ 445612 h 793834"/>
              <a:gd name="csX3785" fmla="*/ 2421439 w 3760185"/>
              <a:gd name="csY3785" fmla="*/ 554913 h 793834"/>
              <a:gd name="csX3786" fmla="*/ 2420293 w 3760185"/>
              <a:gd name="csY3786" fmla="*/ 404385 h 793834"/>
              <a:gd name="csX3787" fmla="*/ 2425423 w 3760185"/>
              <a:gd name="csY3787" fmla="*/ 404384 h 793834"/>
              <a:gd name="csX3788" fmla="*/ 2424170 w 3760185"/>
              <a:gd name="csY3788" fmla="*/ 475740 h 793834"/>
              <a:gd name="csX3789" fmla="*/ 2424170 w 3760185"/>
              <a:gd name="csY3789" fmla="*/ 404384 h 793834"/>
              <a:gd name="csX3790" fmla="*/ 2427520 w 3760185"/>
              <a:gd name="csY3790" fmla="*/ 404383 h 793834"/>
              <a:gd name="csX3791" fmla="*/ 2426901 w 3760185"/>
              <a:gd name="csY3791" fmla="*/ 415484 h 793834"/>
              <a:gd name="csX3792" fmla="*/ 2426901 w 3760185"/>
              <a:gd name="csY3792" fmla="*/ 404383 h 793834"/>
              <a:gd name="csX3793" fmla="*/ 2429239 w 3760185"/>
              <a:gd name="csY3793" fmla="*/ 404383 h 793834"/>
              <a:gd name="csX3794" fmla="*/ 2428267 w 3760185"/>
              <a:gd name="csY3794" fmla="*/ 461727 h 793834"/>
              <a:gd name="csX3795" fmla="*/ 2428267 w 3760185"/>
              <a:gd name="csY3795" fmla="*/ 449816 h 793834"/>
              <a:gd name="csX3796" fmla="*/ 2428267 w 3760185"/>
              <a:gd name="csY3796" fmla="*/ 404383 h 793834"/>
              <a:gd name="csX3797" fmla="*/ 2431947 w 3760185"/>
              <a:gd name="csY3797" fmla="*/ 404382 h 793834"/>
              <a:gd name="csX3798" fmla="*/ 2430999 w 3760185"/>
              <a:gd name="csY3798" fmla="*/ 425293 h 793834"/>
              <a:gd name="csX3799" fmla="*/ 2430999 w 3760185"/>
              <a:gd name="csY3799" fmla="*/ 404382 h 793834"/>
              <a:gd name="csX3800" fmla="*/ 2435096 w 3760185"/>
              <a:gd name="csY3800" fmla="*/ 404381 h 793834"/>
              <a:gd name="csX3801" fmla="*/ 2435096 w 3760185"/>
              <a:gd name="csY3801" fmla="*/ 425293 h 793834"/>
              <a:gd name="csX3802" fmla="*/ 2433861 w 3760185"/>
              <a:gd name="csY3802" fmla="*/ 404382 h 793834"/>
              <a:gd name="csX3803" fmla="*/ 2436461 w 3760185"/>
              <a:gd name="csY3803" fmla="*/ 404381 h 793834"/>
              <a:gd name="csX3804" fmla="*/ 2436461 w 3760185"/>
              <a:gd name="csY3804" fmla="*/ 410580 h 793834"/>
              <a:gd name="csX3805" fmla="*/ 2436159 w 3760185"/>
              <a:gd name="csY3805" fmla="*/ 404381 h 793834"/>
              <a:gd name="csX3806" fmla="*/ 2437827 w 3760185"/>
              <a:gd name="csY3806" fmla="*/ 404381 h 793834"/>
              <a:gd name="csX3807" fmla="*/ 2437827 w 3760185"/>
              <a:gd name="csY3807" fmla="*/ 407076 h 793834"/>
              <a:gd name="csX3808" fmla="*/ 2437827 w 3760185"/>
              <a:gd name="csY3808" fmla="*/ 418987 h 793834"/>
              <a:gd name="csX3809" fmla="*/ 2437827 w 3760185"/>
              <a:gd name="csY3809" fmla="*/ 424593 h 793834"/>
              <a:gd name="csX3810" fmla="*/ 2436911 w 3760185"/>
              <a:gd name="csY3810" fmla="*/ 404381 h 793834"/>
              <a:gd name="csX3811" fmla="*/ 2439994 w 3760185"/>
              <a:gd name="csY3811" fmla="*/ 404380 h 793834"/>
              <a:gd name="csX3812" fmla="*/ 2439193 w 3760185"/>
              <a:gd name="csY3812" fmla="*/ 427395 h 793834"/>
              <a:gd name="csX3813" fmla="*/ 2439193 w 3760185"/>
              <a:gd name="csY3813" fmla="*/ 404380 h 793834"/>
              <a:gd name="csX3814" fmla="*/ 2442981 w 3760185"/>
              <a:gd name="csY3814" fmla="*/ 404379 h 793834"/>
              <a:gd name="csX3815" fmla="*/ 2441925 w 3760185"/>
              <a:gd name="csY3815" fmla="*/ 423892 h 793834"/>
              <a:gd name="csX3816" fmla="*/ 2441925 w 3760185"/>
              <a:gd name="csY3816" fmla="*/ 404380 h 793834"/>
              <a:gd name="csX3817" fmla="*/ 2447387 w 3760185"/>
              <a:gd name="csY3817" fmla="*/ 404378 h 793834"/>
              <a:gd name="csX3818" fmla="*/ 2447387 w 3760185"/>
              <a:gd name="csY3818" fmla="*/ 416885 h 793834"/>
              <a:gd name="csX3819" fmla="*/ 2446485 w 3760185"/>
              <a:gd name="csY3819" fmla="*/ 404378 h 793834"/>
              <a:gd name="csX3820" fmla="*/ 2449105 w 3760185"/>
              <a:gd name="csY3820" fmla="*/ 404378 h 793834"/>
              <a:gd name="csX3821" fmla="*/ 2448753 w 3760185"/>
              <a:gd name="csY3821" fmla="*/ 412682 h 793834"/>
              <a:gd name="csX3822" fmla="*/ 2448753 w 3760185"/>
              <a:gd name="csY3822" fmla="*/ 404378 h 793834"/>
              <a:gd name="csX3823" fmla="*/ 2451605 w 3760185"/>
              <a:gd name="csY3823" fmla="*/ 404377 h 793834"/>
              <a:gd name="csX3824" fmla="*/ 2451485 w 3760185"/>
              <a:gd name="csY3824" fmla="*/ 405675 h 793834"/>
              <a:gd name="csX3825" fmla="*/ 2451485 w 3760185"/>
              <a:gd name="csY3825" fmla="*/ 414083 h 793834"/>
              <a:gd name="csX3826" fmla="*/ 2450302 w 3760185"/>
              <a:gd name="csY3826" fmla="*/ 404378 h 793834"/>
              <a:gd name="csX3827" fmla="*/ 2451485 w 3760185"/>
              <a:gd name="csY3827" fmla="*/ 404377 h 793834"/>
              <a:gd name="csX3828" fmla="*/ 2453483 w 3760185"/>
              <a:gd name="csY3828" fmla="*/ 404377 h 793834"/>
              <a:gd name="csX3829" fmla="*/ 2452850 w 3760185"/>
              <a:gd name="csY3829" fmla="*/ 405675 h 793834"/>
              <a:gd name="csX3830" fmla="*/ 2452850 w 3760185"/>
              <a:gd name="csY3830" fmla="*/ 404377 h 793834"/>
              <a:gd name="csX3831" fmla="*/ 2456227 w 3760185"/>
              <a:gd name="csY3831" fmla="*/ 404376 h 793834"/>
              <a:gd name="csX3832" fmla="*/ 2455582 w 3760185"/>
              <a:gd name="csY3832" fmla="*/ 418287 h 793834"/>
              <a:gd name="csX3833" fmla="*/ 2455582 w 3760185"/>
              <a:gd name="csY3833" fmla="*/ 404376 h 793834"/>
              <a:gd name="csX3834" fmla="*/ 2462411 w 3760185"/>
              <a:gd name="csY3834" fmla="*/ 404375 h 793834"/>
              <a:gd name="csX3835" fmla="*/ 2462411 w 3760185"/>
              <a:gd name="csY3835" fmla="*/ 404974 h 793834"/>
              <a:gd name="csX3836" fmla="*/ 2461045 w 3760185"/>
              <a:gd name="csY3836" fmla="*/ 417586 h 793834"/>
              <a:gd name="csX3837" fmla="*/ 2461045 w 3760185"/>
              <a:gd name="csY3837" fmla="*/ 411981 h 793834"/>
              <a:gd name="csX3838" fmla="*/ 2461045 w 3760185"/>
              <a:gd name="csY3838" fmla="*/ 404974 h 793834"/>
              <a:gd name="csX3839" fmla="*/ 2459679 w 3760185"/>
              <a:gd name="csY3839" fmla="*/ 432300 h 793834"/>
              <a:gd name="csX3840" fmla="*/ 2459679 w 3760185"/>
              <a:gd name="csY3840" fmla="*/ 418287 h 793834"/>
              <a:gd name="csX3841" fmla="*/ 2458313 w 3760185"/>
              <a:gd name="csY3841" fmla="*/ 422491 h 793834"/>
              <a:gd name="csX3842" fmla="*/ 2458313 w 3760185"/>
              <a:gd name="csY3842" fmla="*/ 410580 h 793834"/>
              <a:gd name="csX3843" fmla="*/ 2456969 w 3760185"/>
              <a:gd name="csY3843" fmla="*/ 404376 h 793834"/>
              <a:gd name="csX3844" fmla="*/ 2464553 w 3760185"/>
              <a:gd name="csY3844" fmla="*/ 404374 h 793834"/>
              <a:gd name="csX3845" fmla="*/ 2463776 w 3760185"/>
              <a:gd name="csY3845" fmla="*/ 426694 h 793834"/>
              <a:gd name="csX3846" fmla="*/ 2463776 w 3760185"/>
              <a:gd name="csY3846" fmla="*/ 404374 h 793834"/>
              <a:gd name="csX3847" fmla="*/ 2466293 w 3760185"/>
              <a:gd name="csY3847" fmla="*/ 404374 h 793834"/>
              <a:gd name="csX3848" fmla="*/ 2465142 w 3760185"/>
              <a:gd name="csY3848" fmla="*/ 416185 h 793834"/>
              <a:gd name="csX3849" fmla="*/ 2465142 w 3760185"/>
              <a:gd name="csY3849" fmla="*/ 404374 h 793834"/>
              <a:gd name="csX3850" fmla="*/ 2467629 w 3760185"/>
              <a:gd name="csY3850" fmla="*/ 404373 h 793834"/>
              <a:gd name="csX3851" fmla="*/ 2466508 w 3760185"/>
              <a:gd name="csY3851" fmla="*/ 411280 h 793834"/>
              <a:gd name="csX3852" fmla="*/ 2466508 w 3760185"/>
              <a:gd name="csY3852" fmla="*/ 404374 h 793834"/>
              <a:gd name="csX3853" fmla="*/ 2475750 w 3760185"/>
              <a:gd name="csY3853" fmla="*/ 404371 h 793834"/>
              <a:gd name="csX3854" fmla="*/ 2474702 w 3760185"/>
              <a:gd name="csY3854" fmla="*/ 423191 h 793834"/>
              <a:gd name="csX3855" fmla="*/ 2474702 w 3760185"/>
              <a:gd name="csY3855" fmla="*/ 428096 h 793834"/>
              <a:gd name="csX3856" fmla="*/ 2473336 w 3760185"/>
              <a:gd name="csY3856" fmla="*/ 414083 h 793834"/>
              <a:gd name="csX3857" fmla="*/ 2473336 w 3760185"/>
              <a:gd name="csY3857" fmla="*/ 419688 h 793834"/>
              <a:gd name="csX3858" fmla="*/ 2473336 w 3760185"/>
              <a:gd name="csY3858" fmla="*/ 422491 h 793834"/>
              <a:gd name="csX3859" fmla="*/ 2471971 w 3760185"/>
              <a:gd name="csY3859" fmla="*/ 405675 h 793834"/>
              <a:gd name="csX3860" fmla="*/ 2471971 w 3760185"/>
              <a:gd name="csY3860" fmla="*/ 423191 h 793834"/>
              <a:gd name="csX3861" fmla="*/ 2470605 w 3760185"/>
              <a:gd name="csY3861" fmla="*/ 428796 h 793834"/>
              <a:gd name="csX3862" fmla="*/ 2470605 w 3760185"/>
              <a:gd name="csY3862" fmla="*/ 427395 h 793834"/>
              <a:gd name="csX3863" fmla="*/ 2470605 w 3760185"/>
              <a:gd name="csY3863" fmla="*/ 411981 h 793834"/>
              <a:gd name="csX3864" fmla="*/ 2469824 w 3760185"/>
              <a:gd name="csY3864" fmla="*/ 404373 h 793834"/>
              <a:gd name="csX3865" fmla="*/ 2470605 w 3760185"/>
              <a:gd name="csY3865" fmla="*/ 404373 h 793834"/>
              <a:gd name="csX3866" fmla="*/ 2478451 w 3760185"/>
              <a:gd name="csY3866" fmla="*/ 404371 h 793834"/>
              <a:gd name="csX3867" fmla="*/ 2477433 w 3760185"/>
              <a:gd name="csY3867" fmla="*/ 418987 h 793834"/>
              <a:gd name="csX3868" fmla="*/ 2477433 w 3760185"/>
              <a:gd name="csY3868" fmla="*/ 432300 h 793834"/>
              <a:gd name="csX3869" fmla="*/ 2476068 w 3760185"/>
              <a:gd name="csY3869" fmla="*/ 428096 h 793834"/>
              <a:gd name="csX3870" fmla="*/ 2476068 w 3760185"/>
              <a:gd name="csY3870" fmla="*/ 404371 h 793834"/>
              <a:gd name="csX3871" fmla="*/ 2481497 w 3760185"/>
              <a:gd name="csY3871" fmla="*/ 404370 h 793834"/>
              <a:gd name="csX3872" fmla="*/ 2480165 w 3760185"/>
              <a:gd name="csY3872" fmla="*/ 435803 h 793834"/>
              <a:gd name="csX3873" fmla="*/ 2480165 w 3760185"/>
              <a:gd name="csY3873" fmla="*/ 410580 h 793834"/>
              <a:gd name="csX3874" fmla="*/ 2478799 w 3760185"/>
              <a:gd name="csY3874" fmla="*/ 416885 h 793834"/>
              <a:gd name="csX3875" fmla="*/ 2478799 w 3760185"/>
              <a:gd name="csY3875" fmla="*/ 412682 h 793834"/>
              <a:gd name="csX3876" fmla="*/ 2478799 w 3760185"/>
              <a:gd name="csY3876" fmla="*/ 404371 h 793834"/>
              <a:gd name="csX3877" fmla="*/ 2482897 w 3760185"/>
              <a:gd name="csY3877" fmla="*/ 404370 h 793834"/>
              <a:gd name="csX3878" fmla="*/ 2482897 w 3760185"/>
              <a:gd name="csY3878" fmla="*/ 417586 h 793834"/>
              <a:gd name="csX3879" fmla="*/ 2481531 w 3760185"/>
              <a:gd name="csY3879" fmla="*/ 405675 h 793834"/>
              <a:gd name="csX3880" fmla="*/ 2481531 w 3760185"/>
              <a:gd name="csY3880" fmla="*/ 404370 h 793834"/>
              <a:gd name="csX3881" fmla="*/ 2486993 w 3760185"/>
              <a:gd name="csY3881" fmla="*/ 404369 h 793834"/>
              <a:gd name="csX3882" fmla="*/ 2486993 w 3760185"/>
              <a:gd name="csY3882" fmla="*/ 414083 h 793834"/>
              <a:gd name="csX3883" fmla="*/ 2485628 w 3760185"/>
              <a:gd name="csY3883" fmla="*/ 412682 h 793834"/>
              <a:gd name="csX3884" fmla="*/ 2485628 w 3760185"/>
              <a:gd name="csY3884" fmla="*/ 416885 h 793834"/>
              <a:gd name="csX3885" fmla="*/ 2484262 w 3760185"/>
              <a:gd name="csY3885" fmla="*/ 410580 h 793834"/>
              <a:gd name="csX3886" fmla="*/ 2484262 w 3760185"/>
              <a:gd name="csY3886" fmla="*/ 428096 h 793834"/>
              <a:gd name="csX3887" fmla="*/ 2483235 w 3760185"/>
              <a:gd name="csY3887" fmla="*/ 404370 h 793834"/>
              <a:gd name="csX3888" fmla="*/ 2484262 w 3760185"/>
              <a:gd name="csY3888" fmla="*/ 404369 h 793834"/>
              <a:gd name="csX3889" fmla="*/ 2488359 w 3760185"/>
              <a:gd name="csY3889" fmla="*/ 404368 h 793834"/>
              <a:gd name="csX3890" fmla="*/ 2488359 w 3760185"/>
              <a:gd name="csY3890" fmla="*/ 424593 h 793834"/>
              <a:gd name="csX3891" fmla="*/ 2488359 w 3760185"/>
              <a:gd name="csY3891" fmla="*/ 428096 h 793834"/>
              <a:gd name="csX3892" fmla="*/ 2487375 w 3760185"/>
              <a:gd name="csY3892" fmla="*/ 404369 h 793834"/>
              <a:gd name="csX3893" fmla="*/ 2489725 w 3760185"/>
              <a:gd name="csY3893" fmla="*/ 404368 h 793834"/>
              <a:gd name="csX3894" fmla="*/ 2489725 w 3760185"/>
              <a:gd name="csY3894" fmla="*/ 422491 h 793834"/>
              <a:gd name="csX3895" fmla="*/ 2488716 w 3760185"/>
              <a:gd name="csY3895" fmla="*/ 404368 h 793834"/>
              <a:gd name="csX3896" fmla="*/ 2492449 w 3760185"/>
              <a:gd name="csY3896" fmla="*/ 404367 h 793834"/>
              <a:gd name="csX3897" fmla="*/ 2491091 w 3760185"/>
              <a:gd name="csY3897" fmla="*/ 419688 h 793834"/>
              <a:gd name="csX3898" fmla="*/ 2491091 w 3760185"/>
              <a:gd name="csY3898" fmla="*/ 404368 h 793834"/>
              <a:gd name="csX3899" fmla="*/ 2493782 w 3760185"/>
              <a:gd name="csY3899" fmla="*/ 404367 h 793834"/>
              <a:gd name="csX3900" fmla="*/ 2492457 w 3760185"/>
              <a:gd name="csY3900" fmla="*/ 430898 h 793834"/>
              <a:gd name="csX3901" fmla="*/ 2492457 w 3760185"/>
              <a:gd name="csY3901" fmla="*/ 404367 h 793834"/>
              <a:gd name="csX3902" fmla="*/ 2498332 w 3760185"/>
              <a:gd name="csY3902" fmla="*/ 404366 h 793834"/>
              <a:gd name="csX3903" fmla="*/ 2497919 w 3760185"/>
              <a:gd name="csY3903" fmla="*/ 411981 h 793834"/>
              <a:gd name="csX3904" fmla="*/ 2497919 w 3760185"/>
              <a:gd name="csY3904" fmla="*/ 419688 h 793834"/>
              <a:gd name="csX3905" fmla="*/ 2496554 w 3760185"/>
              <a:gd name="csY3905" fmla="*/ 444911 h 793834"/>
              <a:gd name="csX3906" fmla="*/ 2496554 w 3760185"/>
              <a:gd name="csY3906" fmla="*/ 407777 h 793834"/>
              <a:gd name="csX3907" fmla="*/ 2495188 w 3760185"/>
              <a:gd name="csY3907" fmla="*/ 439306 h 793834"/>
              <a:gd name="csX3908" fmla="*/ 2495188 w 3760185"/>
              <a:gd name="csY3908" fmla="*/ 424593 h 793834"/>
              <a:gd name="csX3909" fmla="*/ 2493822 w 3760185"/>
              <a:gd name="csY3909" fmla="*/ 407777 h 793834"/>
              <a:gd name="csX3910" fmla="*/ 2493822 w 3760185"/>
              <a:gd name="csY3910" fmla="*/ 404367 h 793834"/>
              <a:gd name="csX3911" fmla="*/ 2497919 w 3760185"/>
              <a:gd name="csY3911" fmla="*/ 404366 h 793834"/>
              <a:gd name="csX3912" fmla="*/ 2510211 w 3760185"/>
              <a:gd name="csY3912" fmla="*/ 404363 h 793834"/>
              <a:gd name="csX3913" fmla="*/ 2510211 w 3760185"/>
              <a:gd name="csY3913" fmla="*/ 410580 h 793834"/>
              <a:gd name="csX3914" fmla="*/ 2508845 w 3760185"/>
              <a:gd name="csY3914" fmla="*/ 427395 h 793834"/>
              <a:gd name="csX3915" fmla="*/ 2508845 w 3760185"/>
              <a:gd name="csY3915" fmla="*/ 410580 h 793834"/>
              <a:gd name="csX3916" fmla="*/ 2507479 w 3760185"/>
              <a:gd name="csY3916" fmla="*/ 405675 h 793834"/>
              <a:gd name="csX3917" fmla="*/ 2507479 w 3760185"/>
              <a:gd name="csY3917" fmla="*/ 407076 h 793834"/>
              <a:gd name="csX3918" fmla="*/ 2506114 w 3760185"/>
              <a:gd name="csY3918" fmla="*/ 419688 h 793834"/>
              <a:gd name="csX3919" fmla="*/ 2506114 w 3760185"/>
              <a:gd name="csY3919" fmla="*/ 411981 h 793834"/>
              <a:gd name="csX3920" fmla="*/ 2506114 w 3760185"/>
              <a:gd name="csY3920" fmla="*/ 404974 h 793834"/>
              <a:gd name="csX3921" fmla="*/ 2504748 w 3760185"/>
              <a:gd name="csY3921" fmla="*/ 409879 h 793834"/>
              <a:gd name="csX3922" fmla="*/ 2504748 w 3760185"/>
              <a:gd name="csY3922" fmla="*/ 440007 h 793834"/>
              <a:gd name="csX3923" fmla="*/ 2503382 w 3760185"/>
              <a:gd name="csY3923" fmla="*/ 418987 h 793834"/>
              <a:gd name="csX3924" fmla="*/ 2503382 w 3760185"/>
              <a:gd name="csY3924" fmla="*/ 423892 h 793834"/>
              <a:gd name="csX3925" fmla="*/ 2503382 w 3760185"/>
              <a:gd name="csY3925" fmla="*/ 428796 h 793834"/>
              <a:gd name="csX3926" fmla="*/ 2502017 w 3760185"/>
              <a:gd name="csY3926" fmla="*/ 438605 h 793834"/>
              <a:gd name="csX3927" fmla="*/ 2502017 w 3760185"/>
              <a:gd name="csY3927" fmla="*/ 416185 h 793834"/>
              <a:gd name="csX3928" fmla="*/ 2500651 w 3760185"/>
              <a:gd name="csY3928" fmla="*/ 414783 h 793834"/>
              <a:gd name="csX3929" fmla="*/ 2500651 w 3760185"/>
              <a:gd name="csY3929" fmla="*/ 425293 h 793834"/>
              <a:gd name="csX3930" fmla="*/ 2499518 w 3760185"/>
              <a:gd name="csY3930" fmla="*/ 404366 h 793834"/>
              <a:gd name="csX3931" fmla="*/ 2517039 w 3760185"/>
              <a:gd name="csY3931" fmla="*/ 404361 h 793834"/>
              <a:gd name="csX3932" fmla="*/ 2517039 w 3760185"/>
              <a:gd name="csY3932" fmla="*/ 411280 h 793834"/>
              <a:gd name="csX3933" fmla="*/ 2515674 w 3760185"/>
              <a:gd name="csY3933" fmla="*/ 429497 h 793834"/>
              <a:gd name="csX3934" fmla="*/ 2515674 w 3760185"/>
              <a:gd name="csY3934" fmla="*/ 421790 h 793834"/>
              <a:gd name="csX3935" fmla="*/ 2514308 w 3760185"/>
              <a:gd name="csY3935" fmla="*/ 439306 h 793834"/>
              <a:gd name="csX3936" fmla="*/ 2514308 w 3760185"/>
              <a:gd name="csY3936" fmla="*/ 410580 h 793834"/>
              <a:gd name="csX3937" fmla="*/ 2512943 w 3760185"/>
              <a:gd name="csY3937" fmla="*/ 424593 h 793834"/>
              <a:gd name="csX3938" fmla="*/ 2512943 w 3760185"/>
              <a:gd name="csY3938" fmla="*/ 414083 h 793834"/>
              <a:gd name="csX3939" fmla="*/ 2511577 w 3760185"/>
              <a:gd name="csY3939" fmla="*/ 422491 h 793834"/>
              <a:gd name="csX3940" fmla="*/ 2511577 w 3760185"/>
              <a:gd name="csY3940" fmla="*/ 423892 h 793834"/>
              <a:gd name="csX3941" fmla="*/ 2510575 w 3760185"/>
              <a:gd name="csY3941" fmla="*/ 404363 h 793834"/>
              <a:gd name="csX3942" fmla="*/ 2511577 w 3760185"/>
              <a:gd name="csY3942" fmla="*/ 404363 h 793834"/>
              <a:gd name="csX3943" fmla="*/ 2518405 w 3760185"/>
              <a:gd name="csY3943" fmla="*/ 404361 h 793834"/>
              <a:gd name="csX3944" fmla="*/ 2518405 w 3760185"/>
              <a:gd name="csY3944" fmla="*/ 447013 h 793834"/>
              <a:gd name="csX3945" fmla="*/ 2517042 w 3760185"/>
              <a:gd name="csY3945" fmla="*/ 404361 h 793834"/>
              <a:gd name="csX3946" fmla="*/ 2526174 w 3760185"/>
              <a:gd name="csY3946" fmla="*/ 404359 h 793834"/>
              <a:gd name="csX3947" fmla="*/ 2525234 w 3760185"/>
              <a:gd name="csY3947" fmla="*/ 409178 h 793834"/>
              <a:gd name="csX3948" fmla="*/ 2525234 w 3760185"/>
              <a:gd name="csY3948" fmla="*/ 431599 h 793834"/>
              <a:gd name="csX3949" fmla="*/ 2523868 w 3760185"/>
              <a:gd name="csY3949" fmla="*/ 421089 h 793834"/>
              <a:gd name="csX3950" fmla="*/ 2523868 w 3760185"/>
              <a:gd name="csY3950" fmla="*/ 416885 h 793834"/>
              <a:gd name="csX3951" fmla="*/ 2522503 w 3760185"/>
              <a:gd name="csY3951" fmla="*/ 420389 h 793834"/>
              <a:gd name="csX3952" fmla="*/ 2522503 w 3760185"/>
              <a:gd name="csY3952" fmla="*/ 409178 h 793834"/>
              <a:gd name="csX3953" fmla="*/ 2521137 w 3760185"/>
              <a:gd name="csY3953" fmla="*/ 421790 h 793834"/>
              <a:gd name="csX3954" fmla="*/ 2521137 w 3760185"/>
              <a:gd name="csY3954" fmla="*/ 410580 h 793834"/>
              <a:gd name="csX3955" fmla="*/ 2519771 w 3760185"/>
              <a:gd name="csY3955" fmla="*/ 423892 h 793834"/>
              <a:gd name="csX3956" fmla="*/ 2519771 w 3760185"/>
              <a:gd name="csY3956" fmla="*/ 408478 h 793834"/>
              <a:gd name="csX3957" fmla="*/ 2519548 w 3760185"/>
              <a:gd name="csY3957" fmla="*/ 404361 h 793834"/>
              <a:gd name="csX3958" fmla="*/ 2528854 w 3760185"/>
              <a:gd name="csY3958" fmla="*/ 404358 h 793834"/>
              <a:gd name="csX3959" fmla="*/ 2527965 w 3760185"/>
              <a:gd name="csY3959" fmla="*/ 417586 h 793834"/>
              <a:gd name="csX3960" fmla="*/ 2527965 w 3760185"/>
              <a:gd name="csY3960" fmla="*/ 405675 h 793834"/>
              <a:gd name="csX3961" fmla="*/ 2527732 w 3760185"/>
              <a:gd name="csY3961" fmla="*/ 404359 h 793834"/>
              <a:gd name="csX3962" fmla="*/ 2530697 w 3760185"/>
              <a:gd name="csY3962" fmla="*/ 404358 h 793834"/>
              <a:gd name="csX3963" fmla="*/ 2530697 w 3760185"/>
              <a:gd name="csY3963" fmla="*/ 422491 h 793834"/>
              <a:gd name="csX3964" fmla="*/ 2529331 w 3760185"/>
              <a:gd name="csY3964" fmla="*/ 428796 h 793834"/>
              <a:gd name="csX3965" fmla="*/ 2529331 w 3760185"/>
              <a:gd name="csY3965" fmla="*/ 404358 h 793834"/>
              <a:gd name="csX3966" fmla="*/ 2534630 w 3760185"/>
              <a:gd name="csY3966" fmla="*/ 404357 h 793834"/>
              <a:gd name="csX3967" fmla="*/ 2533428 w 3760185"/>
              <a:gd name="csY3967" fmla="*/ 420389 h 793834"/>
              <a:gd name="csX3968" fmla="*/ 2533428 w 3760185"/>
              <a:gd name="csY3968" fmla="*/ 404357 h 793834"/>
              <a:gd name="csX3969" fmla="*/ 2535242 w 3760185"/>
              <a:gd name="csY3969" fmla="*/ 404357 h 793834"/>
              <a:gd name="csX3970" fmla="*/ 2534794 w 3760185"/>
              <a:gd name="csY3970" fmla="*/ 409178 h 793834"/>
              <a:gd name="csX3971" fmla="*/ 2534794 w 3760185"/>
              <a:gd name="csY3971" fmla="*/ 404357 h 793834"/>
              <a:gd name="csX3972" fmla="*/ 2538891 w 3760185"/>
              <a:gd name="csY3972" fmla="*/ 404356 h 793834"/>
              <a:gd name="csX3973" fmla="*/ 2538891 w 3760185"/>
              <a:gd name="csY3973" fmla="*/ 421089 h 793834"/>
              <a:gd name="csX3974" fmla="*/ 2537525 w 3760185"/>
              <a:gd name="csY3974" fmla="*/ 407076 h 793834"/>
              <a:gd name="csX3975" fmla="*/ 2537525 w 3760185"/>
              <a:gd name="csY3975" fmla="*/ 415484 h 793834"/>
              <a:gd name="csX3976" fmla="*/ 2536826 w 3760185"/>
              <a:gd name="csY3976" fmla="*/ 404356 h 793834"/>
              <a:gd name="csX3977" fmla="*/ 2542989 w 3760185"/>
              <a:gd name="csY3977" fmla="*/ 404355 h 793834"/>
              <a:gd name="csX3978" fmla="*/ 2542989 w 3760185"/>
              <a:gd name="csY3978" fmla="*/ 436504 h 793834"/>
              <a:gd name="csX3979" fmla="*/ 2541623 w 3760185"/>
              <a:gd name="csY3979" fmla="*/ 409879 h 793834"/>
              <a:gd name="csX3980" fmla="*/ 2541623 w 3760185"/>
              <a:gd name="csY3980" fmla="*/ 432300 h 793834"/>
              <a:gd name="csX3981" fmla="*/ 2540412 w 3760185"/>
              <a:gd name="csY3981" fmla="*/ 404356 h 793834"/>
              <a:gd name="csX3982" fmla="*/ 2544354 w 3760185"/>
              <a:gd name="csY3982" fmla="*/ 404355 h 793834"/>
              <a:gd name="csX3983" fmla="*/ 2544354 w 3760185"/>
              <a:gd name="csY3983" fmla="*/ 419688 h 793834"/>
              <a:gd name="csX3984" fmla="*/ 2543768 w 3760185"/>
              <a:gd name="csY3984" fmla="*/ 404355 h 793834"/>
              <a:gd name="csX3985" fmla="*/ 2546654 w 3760185"/>
              <a:gd name="csY3985" fmla="*/ 404354 h 793834"/>
              <a:gd name="csX3986" fmla="*/ 2545720 w 3760185"/>
              <a:gd name="csY3986" fmla="*/ 419688 h 793834"/>
              <a:gd name="csX3987" fmla="*/ 2545720 w 3760185"/>
              <a:gd name="csY3987" fmla="*/ 416185 h 793834"/>
              <a:gd name="csX3988" fmla="*/ 2545113 w 3760185"/>
              <a:gd name="csY3988" fmla="*/ 404354 h 793834"/>
              <a:gd name="csX3989" fmla="*/ 2548102 w 3760185"/>
              <a:gd name="csY3989" fmla="*/ 404354 h 793834"/>
              <a:gd name="csX3990" fmla="*/ 2547086 w 3760185"/>
              <a:gd name="csY3990" fmla="*/ 414783 h 793834"/>
              <a:gd name="csX3991" fmla="*/ 2547086 w 3760185"/>
              <a:gd name="csY3991" fmla="*/ 404354 h 793834"/>
              <a:gd name="csX3992" fmla="*/ 2549817 w 3760185"/>
              <a:gd name="csY3992" fmla="*/ 404353 h 793834"/>
              <a:gd name="csX3993" fmla="*/ 2549817 w 3760185"/>
              <a:gd name="csY3993" fmla="*/ 428096 h 793834"/>
              <a:gd name="csX3994" fmla="*/ 2548451 w 3760185"/>
              <a:gd name="csY3994" fmla="*/ 409879 h 793834"/>
              <a:gd name="csX3995" fmla="*/ 2548451 w 3760185"/>
              <a:gd name="csY3995" fmla="*/ 404354 h 793834"/>
              <a:gd name="csX3996" fmla="*/ 2551597 w 3760185"/>
              <a:gd name="csY3996" fmla="*/ 404353 h 793834"/>
              <a:gd name="csX3997" fmla="*/ 2551183 w 3760185"/>
              <a:gd name="csY3997" fmla="*/ 409879 h 793834"/>
              <a:gd name="csX3998" fmla="*/ 2551183 w 3760185"/>
              <a:gd name="csY3998" fmla="*/ 410580 h 793834"/>
              <a:gd name="csX3999" fmla="*/ 2550469 w 3760185"/>
              <a:gd name="csY3999" fmla="*/ 404353 h 793834"/>
              <a:gd name="csX4000" fmla="*/ 2553914 w 3760185"/>
              <a:gd name="csY4000" fmla="*/ 404352 h 793834"/>
              <a:gd name="csX4001" fmla="*/ 2553914 w 3760185"/>
              <a:gd name="csY4001" fmla="*/ 405675 h 793834"/>
              <a:gd name="csX4002" fmla="*/ 2553828 w 3760185"/>
              <a:gd name="csY4002" fmla="*/ 404352 h 793834"/>
              <a:gd name="csX4003" fmla="*/ 2555280 w 3760185"/>
              <a:gd name="csY4003" fmla="*/ 404352 h 793834"/>
              <a:gd name="csX4004" fmla="*/ 2555280 w 3760185"/>
              <a:gd name="csY4004" fmla="*/ 421089 h 793834"/>
              <a:gd name="csX4005" fmla="*/ 2554443 w 3760185"/>
              <a:gd name="csY4005" fmla="*/ 404352 h 793834"/>
              <a:gd name="csX4006" fmla="*/ 2559377 w 3760185"/>
              <a:gd name="csY4006" fmla="*/ 404351 h 793834"/>
              <a:gd name="csX4007" fmla="*/ 2559377 w 3760185"/>
              <a:gd name="csY4007" fmla="*/ 413382 h 793834"/>
              <a:gd name="csX4008" fmla="*/ 2558011 w 3760185"/>
              <a:gd name="csY4008" fmla="*/ 411981 h 793834"/>
              <a:gd name="csX4009" fmla="*/ 2558011 w 3760185"/>
              <a:gd name="csY4009" fmla="*/ 428796 h 793834"/>
              <a:gd name="csX4010" fmla="*/ 2557113 w 3760185"/>
              <a:gd name="csY4010" fmla="*/ 404352 h 793834"/>
              <a:gd name="csX4011" fmla="*/ 2562109 w 3760185"/>
              <a:gd name="csY4011" fmla="*/ 404350 h 793834"/>
              <a:gd name="csX4012" fmla="*/ 2562109 w 3760185"/>
              <a:gd name="csY4012" fmla="*/ 408478 h 793834"/>
              <a:gd name="csX4013" fmla="*/ 2560743 w 3760185"/>
              <a:gd name="csY4013" fmla="*/ 408478 h 793834"/>
              <a:gd name="csX4014" fmla="*/ 2560743 w 3760185"/>
              <a:gd name="csY4014" fmla="*/ 404351 h 793834"/>
              <a:gd name="csX4015" fmla="*/ 2566206 w 3760185"/>
              <a:gd name="csY4015" fmla="*/ 404349 h 793834"/>
              <a:gd name="csX4016" fmla="*/ 2566206 w 3760185"/>
              <a:gd name="csY4016" fmla="*/ 423892 h 793834"/>
              <a:gd name="csX4017" fmla="*/ 2564840 w 3760185"/>
              <a:gd name="csY4017" fmla="*/ 420389 h 793834"/>
              <a:gd name="csX4018" fmla="*/ 2564840 w 3760185"/>
              <a:gd name="csY4018" fmla="*/ 417586 h 793834"/>
              <a:gd name="csX4019" fmla="*/ 2563981 w 3760185"/>
              <a:gd name="csY4019" fmla="*/ 404350 h 793834"/>
              <a:gd name="csX4020" fmla="*/ 2575766 w 3760185"/>
              <a:gd name="csY4020" fmla="*/ 404347 h 793834"/>
              <a:gd name="csX4021" fmla="*/ 2575766 w 3760185"/>
              <a:gd name="csY4021" fmla="*/ 410580 h 793834"/>
              <a:gd name="csX4022" fmla="*/ 2575214 w 3760185"/>
              <a:gd name="csY4022" fmla="*/ 404347 h 793834"/>
              <a:gd name="csX4023" fmla="*/ 2578228 w 3760185"/>
              <a:gd name="csY4023" fmla="*/ 404346 h 793834"/>
              <a:gd name="csX4024" fmla="*/ 2577132 w 3760185"/>
              <a:gd name="csY4024" fmla="*/ 421790 h 793834"/>
              <a:gd name="csX4025" fmla="*/ 2577132 w 3760185"/>
              <a:gd name="csY4025" fmla="*/ 423892 h 793834"/>
              <a:gd name="csX4026" fmla="*/ 2576266 w 3760185"/>
              <a:gd name="csY4026" fmla="*/ 404347 h 793834"/>
              <a:gd name="csX4027" fmla="*/ 2577132 w 3760185"/>
              <a:gd name="csY4027" fmla="*/ 404347 h 793834"/>
              <a:gd name="csX4028" fmla="*/ 2579340 w 3760185"/>
              <a:gd name="csY4028" fmla="*/ 404346 h 793834"/>
              <a:gd name="csX4029" fmla="*/ 2578497 w 3760185"/>
              <a:gd name="csY4029" fmla="*/ 416885 h 793834"/>
              <a:gd name="csX4030" fmla="*/ 2578497 w 3760185"/>
              <a:gd name="csY4030" fmla="*/ 404346 h 793834"/>
              <a:gd name="csX4031" fmla="*/ 2581229 w 3760185"/>
              <a:gd name="csY4031" fmla="*/ 404346 h 793834"/>
              <a:gd name="csX4032" fmla="*/ 2581229 w 3760185"/>
              <a:gd name="csY4032" fmla="*/ 428096 h 793834"/>
              <a:gd name="csX4033" fmla="*/ 2579863 w 3760185"/>
              <a:gd name="csY4033" fmla="*/ 405675 h 793834"/>
              <a:gd name="csX4034" fmla="*/ 2579863 w 3760185"/>
              <a:gd name="csY4034" fmla="*/ 404346 h 793834"/>
              <a:gd name="csX4035" fmla="*/ 2582919 w 3760185"/>
              <a:gd name="csY4035" fmla="*/ 404345 h 793834"/>
              <a:gd name="csX4036" fmla="*/ 2582595 w 3760185"/>
              <a:gd name="csY4036" fmla="*/ 405675 h 793834"/>
              <a:gd name="csX4037" fmla="*/ 2582595 w 3760185"/>
              <a:gd name="csY4037" fmla="*/ 413382 h 793834"/>
              <a:gd name="csX4038" fmla="*/ 2581756 w 3760185"/>
              <a:gd name="csY4038" fmla="*/ 404346 h 793834"/>
              <a:gd name="csX4039" fmla="*/ 2582595 w 3760185"/>
              <a:gd name="csY4039" fmla="*/ 404345 h 793834"/>
              <a:gd name="csX4040" fmla="*/ 2585979 w 3760185"/>
              <a:gd name="csY4040" fmla="*/ 404344 h 793834"/>
              <a:gd name="csX4041" fmla="*/ 2585326 w 3760185"/>
              <a:gd name="csY4041" fmla="*/ 413382 h 793834"/>
              <a:gd name="csX4042" fmla="*/ 2585326 w 3760185"/>
              <a:gd name="csY4042" fmla="*/ 414783 h 793834"/>
              <a:gd name="csX4043" fmla="*/ 2583960 w 3760185"/>
              <a:gd name="csY4043" fmla="*/ 420389 h 793834"/>
              <a:gd name="csX4044" fmla="*/ 2583960 w 3760185"/>
              <a:gd name="csY4044" fmla="*/ 404345 h 793834"/>
              <a:gd name="csX4045" fmla="*/ 2587443 w 3760185"/>
              <a:gd name="csY4045" fmla="*/ 404344 h 793834"/>
              <a:gd name="csX4046" fmla="*/ 2586692 w 3760185"/>
              <a:gd name="csY4046" fmla="*/ 418987 h 793834"/>
              <a:gd name="csX4047" fmla="*/ 2586692 w 3760185"/>
              <a:gd name="csY4047" fmla="*/ 404344 h 793834"/>
              <a:gd name="csX4048" fmla="*/ 2592085 w 3760185"/>
              <a:gd name="csY4048" fmla="*/ 404343 h 793834"/>
              <a:gd name="csX4049" fmla="*/ 2590789 w 3760185"/>
              <a:gd name="csY4049" fmla="*/ 431599 h 793834"/>
              <a:gd name="csX4050" fmla="*/ 2590789 w 3760185"/>
              <a:gd name="csY4050" fmla="*/ 428096 h 793834"/>
              <a:gd name="csX4051" fmla="*/ 2589423 w 3760185"/>
              <a:gd name="csY4051" fmla="*/ 422491 h 793834"/>
              <a:gd name="csX4052" fmla="*/ 2589423 w 3760185"/>
              <a:gd name="csY4052" fmla="*/ 425994 h 793834"/>
              <a:gd name="csX4053" fmla="*/ 2588057 w 3760185"/>
              <a:gd name="csY4053" fmla="*/ 439306 h 793834"/>
              <a:gd name="csX4054" fmla="*/ 2588057 w 3760185"/>
              <a:gd name="csY4054" fmla="*/ 404344 h 793834"/>
              <a:gd name="csX4055" fmla="*/ 2594016 w 3760185"/>
              <a:gd name="csY4055" fmla="*/ 404343 h 793834"/>
              <a:gd name="csX4056" fmla="*/ 2593521 w 3760185"/>
              <a:gd name="csY4056" fmla="*/ 406376 h 793834"/>
              <a:gd name="csX4057" fmla="*/ 2593521 w 3760185"/>
              <a:gd name="csY4057" fmla="*/ 404343 h 793834"/>
              <a:gd name="csX4058" fmla="*/ 2601715 w 3760185"/>
              <a:gd name="csY4058" fmla="*/ 404341 h 793834"/>
              <a:gd name="csX4059" fmla="*/ 2601715 w 3760185"/>
              <a:gd name="csY4059" fmla="*/ 405675 h 793834"/>
              <a:gd name="csX4060" fmla="*/ 2601715 w 3760185"/>
              <a:gd name="csY4060" fmla="*/ 419688 h 793834"/>
              <a:gd name="csX4061" fmla="*/ 2601715 w 3760185"/>
              <a:gd name="csY4061" fmla="*/ 425994 h 793834"/>
              <a:gd name="csX4062" fmla="*/ 2600349 w 3760185"/>
              <a:gd name="csY4062" fmla="*/ 407076 h 793834"/>
              <a:gd name="csX4063" fmla="*/ 2598983 w 3760185"/>
              <a:gd name="csY4063" fmla="*/ 417586 h 793834"/>
              <a:gd name="csX4064" fmla="*/ 2598983 w 3760185"/>
              <a:gd name="csY4064" fmla="*/ 425293 h 793834"/>
              <a:gd name="csX4065" fmla="*/ 2597618 w 3760185"/>
              <a:gd name="csY4065" fmla="*/ 414083 h 793834"/>
              <a:gd name="csX4066" fmla="*/ 2597618 w 3760185"/>
              <a:gd name="csY4066" fmla="*/ 425293 h 793834"/>
              <a:gd name="csX4067" fmla="*/ 2596252 w 3760185"/>
              <a:gd name="csY4067" fmla="*/ 419688 h 793834"/>
              <a:gd name="csX4068" fmla="*/ 2596252 w 3760185"/>
              <a:gd name="csY4068" fmla="*/ 427395 h 793834"/>
              <a:gd name="csX4069" fmla="*/ 2594886 w 3760185"/>
              <a:gd name="csY4069" fmla="*/ 411280 h 793834"/>
              <a:gd name="csX4070" fmla="*/ 2594886 w 3760185"/>
              <a:gd name="csY4070" fmla="*/ 404342 h 793834"/>
              <a:gd name="csX4071" fmla="*/ 2596252 w 3760185"/>
              <a:gd name="csY4071" fmla="*/ 404342 h 793834"/>
              <a:gd name="csX4072" fmla="*/ 2606714 w 3760185"/>
              <a:gd name="csY4072" fmla="*/ 404339 h 793834"/>
              <a:gd name="csX4073" fmla="*/ 2605812 w 3760185"/>
              <a:gd name="csY4073" fmla="*/ 411280 h 793834"/>
              <a:gd name="csX4074" fmla="*/ 2605812 w 3760185"/>
              <a:gd name="csY4074" fmla="*/ 421790 h 793834"/>
              <a:gd name="csX4075" fmla="*/ 2604446 w 3760185"/>
              <a:gd name="csY4075" fmla="*/ 414783 h 793834"/>
              <a:gd name="csX4076" fmla="*/ 2604446 w 3760185"/>
              <a:gd name="csY4076" fmla="*/ 433701 h 793834"/>
              <a:gd name="csX4077" fmla="*/ 2603367 w 3760185"/>
              <a:gd name="csY4077" fmla="*/ 404340 h 793834"/>
              <a:gd name="csX4078" fmla="*/ 2604446 w 3760185"/>
              <a:gd name="csY4078" fmla="*/ 404340 h 793834"/>
              <a:gd name="csX4079" fmla="*/ 2608543 w 3760185"/>
              <a:gd name="csY4079" fmla="*/ 404339 h 793834"/>
              <a:gd name="csX4080" fmla="*/ 2608543 w 3760185"/>
              <a:gd name="csY4080" fmla="*/ 427395 h 793834"/>
              <a:gd name="csX4081" fmla="*/ 2607178 w 3760185"/>
              <a:gd name="csY4081" fmla="*/ 407076 h 793834"/>
              <a:gd name="csX4082" fmla="*/ 2607178 w 3760185"/>
              <a:gd name="csY4082" fmla="*/ 404339 h 793834"/>
              <a:gd name="csX4083" fmla="*/ 2611275 w 3760185"/>
              <a:gd name="csY4083" fmla="*/ 404338 h 793834"/>
              <a:gd name="csX4084" fmla="*/ 2611275 w 3760185"/>
              <a:gd name="csY4084" fmla="*/ 418287 h 793834"/>
              <a:gd name="csX4085" fmla="*/ 2609909 w 3760185"/>
              <a:gd name="csY4085" fmla="*/ 418987 h 793834"/>
              <a:gd name="csX4086" fmla="*/ 2609909 w 3760185"/>
              <a:gd name="csY4086" fmla="*/ 423892 h 793834"/>
              <a:gd name="csX4087" fmla="*/ 2608548 w 3760185"/>
              <a:gd name="csY4087" fmla="*/ 404339 h 793834"/>
              <a:gd name="csX4088" fmla="*/ 2612641 w 3760185"/>
              <a:gd name="csY4088" fmla="*/ 404338 h 793834"/>
              <a:gd name="csX4089" fmla="*/ 2612641 w 3760185"/>
              <a:gd name="csY4089" fmla="*/ 430198 h 793834"/>
              <a:gd name="csX4090" fmla="*/ 2611279 w 3760185"/>
              <a:gd name="csY4090" fmla="*/ 404338 h 793834"/>
              <a:gd name="csX4091" fmla="*/ 2618103 w 3760185"/>
              <a:gd name="csY4091" fmla="*/ 404337 h 793834"/>
              <a:gd name="csX4092" fmla="*/ 2618103 w 3760185"/>
              <a:gd name="csY4092" fmla="*/ 418987 h 793834"/>
              <a:gd name="csX4093" fmla="*/ 2616738 w 3760185"/>
              <a:gd name="csY4093" fmla="*/ 409879 h 793834"/>
              <a:gd name="csX4094" fmla="*/ 2616738 w 3760185"/>
              <a:gd name="csY4094" fmla="*/ 416185 h 793834"/>
              <a:gd name="csX4095" fmla="*/ 2615372 w 3760185"/>
              <a:gd name="csY4095" fmla="*/ 416885 h 793834"/>
              <a:gd name="csX4096" fmla="*/ 2615372 w 3760185"/>
              <a:gd name="csY4096" fmla="*/ 410580 h 793834"/>
              <a:gd name="csX4097" fmla="*/ 2614007 w 3760185"/>
              <a:gd name="csY4097" fmla="*/ 423892 h 793834"/>
              <a:gd name="csX4098" fmla="*/ 2614007 w 3760185"/>
              <a:gd name="csY4098" fmla="*/ 442109 h 793834"/>
              <a:gd name="csX4099" fmla="*/ 2613075 w 3760185"/>
              <a:gd name="csY4099" fmla="*/ 404338 h 793834"/>
              <a:gd name="csX4100" fmla="*/ 2626298 w 3760185"/>
              <a:gd name="csY4100" fmla="*/ 404335 h 793834"/>
              <a:gd name="csX4101" fmla="*/ 2626298 w 3760185"/>
              <a:gd name="csY4101" fmla="*/ 411280 h 793834"/>
              <a:gd name="csX4102" fmla="*/ 2624932 w 3760185"/>
              <a:gd name="csY4102" fmla="*/ 427395 h 793834"/>
              <a:gd name="csX4103" fmla="*/ 2624932 w 3760185"/>
              <a:gd name="csY4103" fmla="*/ 430198 h 793834"/>
              <a:gd name="csX4104" fmla="*/ 2623567 w 3760185"/>
              <a:gd name="csY4104" fmla="*/ 405675 h 793834"/>
              <a:gd name="csX4105" fmla="*/ 2623567 w 3760185"/>
              <a:gd name="csY4105" fmla="*/ 423191 h 793834"/>
              <a:gd name="csX4106" fmla="*/ 2622201 w 3760185"/>
              <a:gd name="csY4106" fmla="*/ 410580 h 793834"/>
              <a:gd name="csX4107" fmla="*/ 2622201 w 3760185"/>
              <a:gd name="csY4107" fmla="*/ 429497 h 793834"/>
              <a:gd name="csX4108" fmla="*/ 2620835 w 3760185"/>
              <a:gd name="csY4108" fmla="*/ 419688 h 793834"/>
              <a:gd name="csX4109" fmla="*/ 2620835 w 3760185"/>
              <a:gd name="csY4109" fmla="*/ 416185 h 793834"/>
              <a:gd name="csX4110" fmla="*/ 2619469 w 3760185"/>
              <a:gd name="csY4110" fmla="*/ 429497 h 793834"/>
              <a:gd name="csX4111" fmla="*/ 2619469 w 3760185"/>
              <a:gd name="csY4111" fmla="*/ 404336 h 793834"/>
              <a:gd name="csX4112" fmla="*/ 2624932 w 3760185"/>
              <a:gd name="csY4112" fmla="*/ 404335 h 793834"/>
              <a:gd name="csX4113" fmla="*/ 2627664 w 3760185"/>
              <a:gd name="csY4113" fmla="*/ 404334 h 793834"/>
              <a:gd name="csX4114" fmla="*/ 2627664 w 3760185"/>
              <a:gd name="csY4114" fmla="*/ 423191 h 793834"/>
              <a:gd name="csX4115" fmla="*/ 2626351 w 3760185"/>
              <a:gd name="csY4115" fmla="*/ 404335 h 793834"/>
              <a:gd name="csX4116" fmla="*/ 2631578 w 3760185"/>
              <a:gd name="csY4116" fmla="*/ 404333 h 793834"/>
              <a:gd name="csX4117" fmla="*/ 2630395 w 3760185"/>
              <a:gd name="csY4117" fmla="*/ 418287 h 793834"/>
              <a:gd name="csX4118" fmla="*/ 2630395 w 3760185"/>
              <a:gd name="csY4118" fmla="*/ 422491 h 793834"/>
              <a:gd name="csX4119" fmla="*/ 2629029 w 3760185"/>
              <a:gd name="csY4119" fmla="*/ 414083 h 793834"/>
              <a:gd name="csX4120" fmla="*/ 2629029 w 3760185"/>
              <a:gd name="csY4120" fmla="*/ 432300 h 793834"/>
              <a:gd name="csX4121" fmla="*/ 2627762 w 3760185"/>
              <a:gd name="csY4121" fmla="*/ 404334 h 793834"/>
              <a:gd name="csX4122" fmla="*/ 2629029 w 3760185"/>
              <a:gd name="csY4122" fmla="*/ 404334 h 793834"/>
              <a:gd name="csX4123" fmla="*/ 2636735 w 3760185"/>
              <a:gd name="csY4123" fmla="*/ 404332 h 793834"/>
              <a:gd name="csX4124" fmla="*/ 2635858 w 3760185"/>
              <a:gd name="csY4124" fmla="*/ 411981 h 793834"/>
              <a:gd name="csX4125" fmla="*/ 2635858 w 3760185"/>
              <a:gd name="csY4125" fmla="*/ 426694 h 793834"/>
              <a:gd name="csX4126" fmla="*/ 2634492 w 3760185"/>
              <a:gd name="csY4126" fmla="*/ 409879 h 793834"/>
              <a:gd name="csX4127" fmla="*/ 2634492 w 3760185"/>
              <a:gd name="csY4127" fmla="*/ 421089 h 793834"/>
              <a:gd name="csX4128" fmla="*/ 2634492 w 3760185"/>
              <a:gd name="csY4128" fmla="*/ 430198 h 793834"/>
              <a:gd name="csX4129" fmla="*/ 2633127 w 3760185"/>
              <a:gd name="csY4129" fmla="*/ 416185 h 793834"/>
              <a:gd name="csX4130" fmla="*/ 2633127 w 3760185"/>
              <a:gd name="csY4130" fmla="*/ 424593 h 793834"/>
              <a:gd name="csX4131" fmla="*/ 2631761 w 3760185"/>
              <a:gd name="csY4131" fmla="*/ 422491 h 793834"/>
              <a:gd name="csX4132" fmla="*/ 2631761 w 3760185"/>
              <a:gd name="csY4132" fmla="*/ 404333 h 793834"/>
              <a:gd name="csX4133" fmla="*/ 2634492 w 3760185"/>
              <a:gd name="csY4133" fmla="*/ 404333 h 793834"/>
              <a:gd name="csX4134" fmla="*/ 2637879 w 3760185"/>
              <a:gd name="csY4134" fmla="*/ 404332 h 793834"/>
              <a:gd name="csX4135" fmla="*/ 2637224 w 3760185"/>
              <a:gd name="csY4135" fmla="*/ 414083 h 793834"/>
              <a:gd name="csX4136" fmla="*/ 2637224 w 3760185"/>
              <a:gd name="csY4136" fmla="*/ 404332 h 793834"/>
              <a:gd name="csX4137" fmla="*/ 2642161 w 3760185"/>
              <a:gd name="csY4137" fmla="*/ 404331 h 793834"/>
              <a:gd name="csX4138" fmla="*/ 2641321 w 3760185"/>
              <a:gd name="csY4138" fmla="*/ 407777 h 793834"/>
              <a:gd name="csX4139" fmla="*/ 2641321 w 3760185"/>
              <a:gd name="csY4139" fmla="*/ 418987 h 793834"/>
              <a:gd name="csX4140" fmla="*/ 2639955 w 3760185"/>
              <a:gd name="csY4140" fmla="*/ 426694 h 793834"/>
              <a:gd name="csX4141" fmla="*/ 2639955 w 3760185"/>
              <a:gd name="csY4141" fmla="*/ 417586 h 793834"/>
              <a:gd name="csX4142" fmla="*/ 2639064 w 3760185"/>
              <a:gd name="csY4142" fmla="*/ 404332 h 793834"/>
              <a:gd name="csX4143" fmla="*/ 2644562 w 3760185"/>
              <a:gd name="csY4143" fmla="*/ 404330 h 793834"/>
              <a:gd name="csX4144" fmla="*/ 2644053 w 3760185"/>
              <a:gd name="csY4144" fmla="*/ 412682 h 793834"/>
              <a:gd name="csX4145" fmla="*/ 2644053 w 3760185"/>
              <a:gd name="csY4145" fmla="*/ 407076 h 793834"/>
              <a:gd name="csX4146" fmla="*/ 2642687 w 3760185"/>
              <a:gd name="csY4146" fmla="*/ 409879 h 793834"/>
              <a:gd name="csX4147" fmla="*/ 2642687 w 3760185"/>
              <a:gd name="csY4147" fmla="*/ 404331 h 793834"/>
              <a:gd name="csX4148" fmla="*/ 2647292 w 3760185"/>
              <a:gd name="csY4148" fmla="*/ 404330 h 793834"/>
              <a:gd name="csX4149" fmla="*/ 2646784 w 3760185"/>
              <a:gd name="csY4149" fmla="*/ 410580 h 793834"/>
              <a:gd name="csX4150" fmla="*/ 2646784 w 3760185"/>
              <a:gd name="csY4150" fmla="*/ 404330 h 793834"/>
              <a:gd name="csX4151" fmla="*/ 2650881 w 3760185"/>
              <a:gd name="csY4151" fmla="*/ 404329 h 793834"/>
              <a:gd name="csX4152" fmla="*/ 2650881 w 3760185"/>
              <a:gd name="csY4152" fmla="*/ 411280 h 793834"/>
              <a:gd name="csX4153" fmla="*/ 2649515 w 3760185"/>
              <a:gd name="csY4153" fmla="*/ 410580 h 793834"/>
              <a:gd name="csX4154" fmla="*/ 2649515 w 3760185"/>
              <a:gd name="csY4154" fmla="*/ 423191 h 793834"/>
              <a:gd name="csX4155" fmla="*/ 2648765 w 3760185"/>
              <a:gd name="csY4155" fmla="*/ 404329 h 793834"/>
              <a:gd name="csX4156" fmla="*/ 2653613 w 3760185"/>
              <a:gd name="csY4156" fmla="*/ 404328 h 793834"/>
              <a:gd name="csX4157" fmla="*/ 2653613 w 3760185"/>
              <a:gd name="csY4157" fmla="*/ 435102 h 793834"/>
              <a:gd name="csX4158" fmla="*/ 2652247 w 3760185"/>
              <a:gd name="csY4158" fmla="*/ 404974 h 793834"/>
              <a:gd name="csX4159" fmla="*/ 2652247 w 3760185"/>
              <a:gd name="csY4159" fmla="*/ 404328 h 793834"/>
              <a:gd name="csX4160" fmla="*/ 2654978 w 3760185"/>
              <a:gd name="csY4160" fmla="*/ 404328 h 793834"/>
              <a:gd name="csX4161" fmla="*/ 2654978 w 3760185"/>
              <a:gd name="csY4161" fmla="*/ 412682 h 793834"/>
              <a:gd name="csX4162" fmla="*/ 2654571 w 3760185"/>
              <a:gd name="csY4162" fmla="*/ 404328 h 793834"/>
              <a:gd name="csX4163" fmla="*/ 2656344 w 3760185"/>
              <a:gd name="csY4163" fmla="*/ 404327 h 793834"/>
              <a:gd name="csX4164" fmla="*/ 2656344 w 3760185"/>
              <a:gd name="csY4164" fmla="*/ 409879 h 793834"/>
              <a:gd name="csX4165" fmla="*/ 2654991 w 3760185"/>
              <a:gd name="csY4165" fmla="*/ 404328 h 793834"/>
              <a:gd name="csX4166" fmla="*/ 2659075 w 3760185"/>
              <a:gd name="csY4166" fmla="*/ 404327 h 793834"/>
              <a:gd name="csX4167" fmla="*/ 2659075 w 3760185"/>
              <a:gd name="csY4167" fmla="*/ 410580 h 793834"/>
              <a:gd name="csX4168" fmla="*/ 2657710 w 3760185"/>
              <a:gd name="csY4168" fmla="*/ 405675 h 793834"/>
              <a:gd name="csX4169" fmla="*/ 2657710 w 3760185"/>
              <a:gd name="csY4169" fmla="*/ 445612 h 793834"/>
              <a:gd name="csX4170" fmla="*/ 2656729 w 3760185"/>
              <a:gd name="csY4170" fmla="*/ 404327 h 793834"/>
              <a:gd name="csX4171" fmla="*/ 2657710 w 3760185"/>
              <a:gd name="csY4171" fmla="*/ 404327 h 793834"/>
              <a:gd name="csX4172" fmla="*/ 2660441 w 3760185"/>
              <a:gd name="csY4172" fmla="*/ 404326 h 793834"/>
              <a:gd name="csX4173" fmla="*/ 2660441 w 3760185"/>
              <a:gd name="csY4173" fmla="*/ 416185 h 793834"/>
              <a:gd name="csX4174" fmla="*/ 2660013 w 3760185"/>
              <a:gd name="csY4174" fmla="*/ 404326 h 793834"/>
              <a:gd name="csX4175" fmla="*/ 2663173 w 3760185"/>
              <a:gd name="csY4175" fmla="*/ 404326 h 793834"/>
              <a:gd name="csX4176" fmla="*/ 2663173 w 3760185"/>
              <a:gd name="csY4176" fmla="*/ 413382 h 793834"/>
              <a:gd name="csX4177" fmla="*/ 2661807 w 3760185"/>
              <a:gd name="csY4177" fmla="*/ 411981 h 793834"/>
              <a:gd name="csX4178" fmla="*/ 2661807 w 3760185"/>
              <a:gd name="csY4178" fmla="*/ 404326 h 793834"/>
              <a:gd name="csX4179" fmla="*/ 2665904 w 3760185"/>
              <a:gd name="csY4179" fmla="*/ 404325 h 793834"/>
              <a:gd name="csX4180" fmla="*/ 2665904 w 3760185"/>
              <a:gd name="csY4180" fmla="*/ 410580 h 793834"/>
              <a:gd name="csX4181" fmla="*/ 2664539 w 3760185"/>
              <a:gd name="csY4181" fmla="*/ 424593 h 793834"/>
              <a:gd name="csX4182" fmla="*/ 2664539 w 3760185"/>
              <a:gd name="csY4182" fmla="*/ 404325 h 793834"/>
              <a:gd name="csX4183" fmla="*/ 2669622 w 3760185"/>
              <a:gd name="csY4183" fmla="*/ 404324 h 793834"/>
              <a:gd name="csX4184" fmla="*/ 2668635 w 3760185"/>
              <a:gd name="csY4184" fmla="*/ 442809 h 793834"/>
              <a:gd name="csX4185" fmla="*/ 2668635 w 3760185"/>
              <a:gd name="csY4185" fmla="*/ 430198 h 793834"/>
              <a:gd name="csX4186" fmla="*/ 2667270 w 3760185"/>
              <a:gd name="csY4186" fmla="*/ 418987 h 793834"/>
              <a:gd name="csX4187" fmla="*/ 2667270 w 3760185"/>
              <a:gd name="csY4187" fmla="*/ 411280 h 793834"/>
              <a:gd name="csX4188" fmla="*/ 2667270 w 3760185"/>
              <a:gd name="csY4188" fmla="*/ 404325 h 793834"/>
              <a:gd name="csX4189" fmla="*/ 2673901 w 3760185"/>
              <a:gd name="csY4189" fmla="*/ 404323 h 793834"/>
              <a:gd name="csX4190" fmla="*/ 2672733 w 3760185"/>
              <a:gd name="csY4190" fmla="*/ 421089 h 793834"/>
              <a:gd name="csX4191" fmla="*/ 2672733 w 3760185"/>
              <a:gd name="csY4191" fmla="*/ 404323 h 793834"/>
              <a:gd name="csX4192" fmla="*/ 2675461 w 3760185"/>
              <a:gd name="csY4192" fmla="*/ 404323 h 793834"/>
              <a:gd name="csX4193" fmla="*/ 2674099 w 3760185"/>
              <a:gd name="csY4193" fmla="*/ 424593 h 793834"/>
              <a:gd name="csX4194" fmla="*/ 2674099 w 3760185"/>
              <a:gd name="csY4194" fmla="*/ 404323 h 793834"/>
              <a:gd name="csX4195" fmla="*/ 2680377 w 3760185"/>
              <a:gd name="csY4195" fmla="*/ 404322 h 793834"/>
              <a:gd name="csX4196" fmla="*/ 2679561 w 3760185"/>
              <a:gd name="csY4196" fmla="*/ 414783 h 793834"/>
              <a:gd name="csX4197" fmla="*/ 2679561 w 3760185"/>
              <a:gd name="csY4197" fmla="*/ 405675 h 793834"/>
              <a:gd name="csX4198" fmla="*/ 2679509 w 3760185"/>
              <a:gd name="csY4198" fmla="*/ 404322 h 793834"/>
              <a:gd name="csX4199" fmla="*/ 2683659 w 3760185"/>
              <a:gd name="csY4199" fmla="*/ 404321 h 793834"/>
              <a:gd name="csX4200" fmla="*/ 2683659 w 3760185"/>
              <a:gd name="csY4200" fmla="*/ 408478 h 793834"/>
              <a:gd name="csX4201" fmla="*/ 2682293 w 3760185"/>
              <a:gd name="csY4201" fmla="*/ 409879 h 793834"/>
              <a:gd name="csX4202" fmla="*/ 2682293 w 3760185"/>
              <a:gd name="csY4202" fmla="*/ 405675 h 793834"/>
              <a:gd name="csX4203" fmla="*/ 2682222 w 3760185"/>
              <a:gd name="csY4203" fmla="*/ 404321 h 793834"/>
              <a:gd name="csX4204" fmla="*/ 2686390 w 3760185"/>
              <a:gd name="csY4204" fmla="*/ 404320 h 793834"/>
              <a:gd name="csX4205" fmla="*/ 2686390 w 3760185"/>
              <a:gd name="csY4205" fmla="*/ 414083 h 793834"/>
              <a:gd name="csX4206" fmla="*/ 2686024 w 3760185"/>
              <a:gd name="csY4206" fmla="*/ 404320 h 793834"/>
              <a:gd name="csX4207" fmla="*/ 2688725 w 3760185"/>
              <a:gd name="csY4207" fmla="*/ 404319 h 793834"/>
              <a:gd name="csX4208" fmla="*/ 2687756 w 3760185"/>
              <a:gd name="csY4208" fmla="*/ 426694 h 793834"/>
              <a:gd name="csX4209" fmla="*/ 2687756 w 3760185"/>
              <a:gd name="csY4209" fmla="*/ 404320 h 793834"/>
              <a:gd name="csX4210" fmla="*/ 2689838 w 3760185"/>
              <a:gd name="csY4210" fmla="*/ 404319 h 793834"/>
              <a:gd name="csX4211" fmla="*/ 2689121 w 3760185"/>
              <a:gd name="csY4211" fmla="*/ 418287 h 793834"/>
              <a:gd name="csX4212" fmla="*/ 2689121 w 3760185"/>
              <a:gd name="csY4212" fmla="*/ 404319 h 793834"/>
              <a:gd name="csX4213" fmla="*/ 2695950 w 3760185"/>
              <a:gd name="csY4213" fmla="*/ 404318 h 793834"/>
              <a:gd name="csX4214" fmla="*/ 2695950 w 3760185"/>
              <a:gd name="csY4214" fmla="*/ 419688 h 793834"/>
              <a:gd name="csX4215" fmla="*/ 2694585 w 3760185"/>
              <a:gd name="csY4215" fmla="*/ 414783 h 793834"/>
              <a:gd name="csX4216" fmla="*/ 2694585 w 3760185"/>
              <a:gd name="csY4216" fmla="*/ 411981 h 793834"/>
              <a:gd name="csX4217" fmla="*/ 2693219 w 3760185"/>
              <a:gd name="csY4217" fmla="*/ 407777 h 793834"/>
              <a:gd name="csX4218" fmla="*/ 2693219 w 3760185"/>
              <a:gd name="csY4218" fmla="*/ 404318 h 793834"/>
              <a:gd name="csX4219" fmla="*/ 2694585 w 3760185"/>
              <a:gd name="csY4219" fmla="*/ 404318 h 793834"/>
              <a:gd name="csX4220" fmla="*/ 2700047 w 3760185"/>
              <a:gd name="csY4220" fmla="*/ 404317 h 793834"/>
              <a:gd name="csX4221" fmla="*/ 2700047 w 3760185"/>
              <a:gd name="csY4221" fmla="*/ 407777 h 793834"/>
              <a:gd name="csX4222" fmla="*/ 2698682 w 3760185"/>
              <a:gd name="csY4222" fmla="*/ 412682 h 793834"/>
              <a:gd name="csX4223" fmla="*/ 2698682 w 3760185"/>
              <a:gd name="csY4223" fmla="*/ 426694 h 793834"/>
              <a:gd name="csX4224" fmla="*/ 2697316 w 3760185"/>
              <a:gd name="csY4224" fmla="*/ 418987 h 793834"/>
              <a:gd name="csX4225" fmla="*/ 2697316 w 3760185"/>
              <a:gd name="csY4225" fmla="*/ 416885 h 793834"/>
              <a:gd name="csX4226" fmla="*/ 2696526 w 3760185"/>
              <a:gd name="csY4226" fmla="*/ 404318 h 793834"/>
              <a:gd name="csX4227" fmla="*/ 2705260 w 3760185"/>
              <a:gd name="csY4227" fmla="*/ 404315 h 793834"/>
              <a:gd name="csX4228" fmla="*/ 2704145 w 3760185"/>
              <a:gd name="csY4228" fmla="*/ 429497 h 793834"/>
              <a:gd name="csX4229" fmla="*/ 2704145 w 3760185"/>
              <a:gd name="csY4229" fmla="*/ 423191 h 793834"/>
              <a:gd name="csX4230" fmla="*/ 2704145 w 3760185"/>
              <a:gd name="csY4230" fmla="*/ 414783 h 793834"/>
              <a:gd name="csX4231" fmla="*/ 2702779 w 3760185"/>
              <a:gd name="csY4231" fmla="*/ 406376 h 793834"/>
              <a:gd name="csX4232" fmla="*/ 2702779 w 3760185"/>
              <a:gd name="csY4232" fmla="*/ 404316 h 793834"/>
              <a:gd name="csX4233" fmla="*/ 2707314 w 3760185"/>
              <a:gd name="csY4233" fmla="*/ 404315 h 793834"/>
              <a:gd name="csX4234" fmla="*/ 2706876 w 3760185"/>
              <a:gd name="csY4234" fmla="*/ 411280 h 793834"/>
              <a:gd name="csX4235" fmla="*/ 2706876 w 3760185"/>
              <a:gd name="csY4235" fmla="*/ 404315 h 793834"/>
              <a:gd name="csX4236" fmla="*/ 2710806 w 3760185"/>
              <a:gd name="csY4236" fmla="*/ 404314 h 793834"/>
              <a:gd name="csX4237" fmla="*/ 2709607 w 3760185"/>
              <a:gd name="csY4237" fmla="*/ 419688 h 793834"/>
              <a:gd name="csX4238" fmla="*/ 2709607 w 3760185"/>
              <a:gd name="csY4238" fmla="*/ 410580 h 793834"/>
              <a:gd name="csX4239" fmla="*/ 2709026 w 3760185"/>
              <a:gd name="csY4239" fmla="*/ 404315 h 793834"/>
              <a:gd name="csX4240" fmla="*/ 2713705 w 3760185"/>
              <a:gd name="csY4240" fmla="*/ 404313 h 793834"/>
              <a:gd name="csX4241" fmla="*/ 2713705 w 3760185"/>
              <a:gd name="csY4241" fmla="*/ 411981 h 793834"/>
              <a:gd name="csX4242" fmla="*/ 2712339 w 3760185"/>
              <a:gd name="csY4242" fmla="*/ 410580 h 793834"/>
              <a:gd name="csX4243" fmla="*/ 2712339 w 3760185"/>
              <a:gd name="csY4243" fmla="*/ 406376 h 793834"/>
              <a:gd name="csX4244" fmla="*/ 2710973 w 3760185"/>
              <a:gd name="csY4244" fmla="*/ 404974 h 793834"/>
              <a:gd name="csX4245" fmla="*/ 2710973 w 3760185"/>
              <a:gd name="csY4245" fmla="*/ 404314 h 793834"/>
              <a:gd name="csX4246" fmla="*/ 2715749 w 3760185"/>
              <a:gd name="csY4246" fmla="*/ 404313 h 793834"/>
              <a:gd name="csX4247" fmla="*/ 2715071 w 3760185"/>
              <a:gd name="csY4247" fmla="*/ 410580 h 793834"/>
              <a:gd name="csX4248" fmla="*/ 2715071 w 3760185"/>
              <a:gd name="csY4248" fmla="*/ 404313 h 793834"/>
              <a:gd name="csX4249" fmla="*/ 2720533 w 3760185"/>
              <a:gd name="csY4249" fmla="*/ 404312 h 793834"/>
              <a:gd name="csX4250" fmla="*/ 2720533 w 3760185"/>
              <a:gd name="csY4250" fmla="*/ 421089 h 793834"/>
              <a:gd name="csX4251" fmla="*/ 2719167 w 3760185"/>
              <a:gd name="csY4251" fmla="*/ 410580 h 793834"/>
              <a:gd name="csX4252" fmla="*/ 2719167 w 3760185"/>
              <a:gd name="csY4252" fmla="*/ 459625 h 793834"/>
              <a:gd name="csX4253" fmla="*/ 2717802 w 3760185"/>
              <a:gd name="csY4253" fmla="*/ 414083 h 793834"/>
              <a:gd name="csX4254" fmla="*/ 2717802 w 3760185"/>
              <a:gd name="csY4254" fmla="*/ 411981 h 793834"/>
              <a:gd name="csX4255" fmla="*/ 2716436 w 3760185"/>
              <a:gd name="csY4255" fmla="*/ 405675 h 793834"/>
              <a:gd name="csX4256" fmla="*/ 2716436 w 3760185"/>
              <a:gd name="csY4256" fmla="*/ 404313 h 793834"/>
              <a:gd name="csX4257" fmla="*/ 2724631 w 3760185"/>
              <a:gd name="csY4257" fmla="*/ 404311 h 793834"/>
              <a:gd name="csX4258" fmla="*/ 2724631 w 3760185"/>
              <a:gd name="csY4258" fmla="*/ 410580 h 793834"/>
              <a:gd name="csX4259" fmla="*/ 2723265 w 3760185"/>
              <a:gd name="csY4259" fmla="*/ 407777 h 793834"/>
              <a:gd name="csX4260" fmla="*/ 2723265 w 3760185"/>
              <a:gd name="csY4260" fmla="*/ 414783 h 793834"/>
              <a:gd name="csX4261" fmla="*/ 2721899 w 3760185"/>
              <a:gd name="csY4261" fmla="*/ 430898 h 793834"/>
              <a:gd name="csX4262" fmla="*/ 2721899 w 3760185"/>
              <a:gd name="csY4262" fmla="*/ 413382 h 793834"/>
              <a:gd name="csX4263" fmla="*/ 2721346 w 3760185"/>
              <a:gd name="csY4263" fmla="*/ 404312 h 793834"/>
              <a:gd name="csX4264" fmla="*/ 2730093 w 3760185"/>
              <a:gd name="csY4264" fmla="*/ 404309 h 793834"/>
              <a:gd name="csX4265" fmla="*/ 2730093 w 3760185"/>
              <a:gd name="csY4265" fmla="*/ 409879 h 793834"/>
              <a:gd name="csX4266" fmla="*/ 2728728 w 3760185"/>
              <a:gd name="csY4266" fmla="*/ 414783 h 793834"/>
              <a:gd name="csX4267" fmla="*/ 2728728 w 3760185"/>
              <a:gd name="csY4267" fmla="*/ 408478 h 793834"/>
              <a:gd name="csX4268" fmla="*/ 2727362 w 3760185"/>
              <a:gd name="csY4268" fmla="*/ 407777 h 793834"/>
              <a:gd name="csX4269" fmla="*/ 2727362 w 3760185"/>
              <a:gd name="csY4269" fmla="*/ 435102 h 793834"/>
              <a:gd name="csX4270" fmla="*/ 2725996 w 3760185"/>
              <a:gd name="csY4270" fmla="*/ 414083 h 793834"/>
              <a:gd name="csX4271" fmla="*/ 2725996 w 3760185"/>
              <a:gd name="csY4271" fmla="*/ 426694 h 793834"/>
              <a:gd name="csX4272" fmla="*/ 2724818 w 3760185"/>
              <a:gd name="csY4272" fmla="*/ 404311 h 793834"/>
              <a:gd name="csX4273" fmla="*/ 2733733 w 3760185"/>
              <a:gd name="csY4273" fmla="*/ 404309 h 793834"/>
              <a:gd name="csX4274" fmla="*/ 2732825 w 3760185"/>
              <a:gd name="csY4274" fmla="*/ 414083 h 793834"/>
              <a:gd name="csX4275" fmla="*/ 2732825 w 3760185"/>
              <a:gd name="csY4275" fmla="*/ 427395 h 793834"/>
              <a:gd name="csX4276" fmla="*/ 2732825 w 3760185"/>
              <a:gd name="csY4276" fmla="*/ 430898 h 793834"/>
              <a:gd name="csX4277" fmla="*/ 2731459 w 3760185"/>
              <a:gd name="csY4277" fmla="*/ 413382 h 793834"/>
              <a:gd name="csX4278" fmla="*/ 2731459 w 3760185"/>
              <a:gd name="csY4278" fmla="*/ 419688 h 793834"/>
              <a:gd name="csX4279" fmla="*/ 2730690 w 3760185"/>
              <a:gd name="csY4279" fmla="*/ 404309 h 793834"/>
              <a:gd name="csX4280" fmla="*/ 2743395 w 3760185"/>
              <a:gd name="csY4280" fmla="*/ 404306 h 793834"/>
              <a:gd name="csX4281" fmla="*/ 2742385 w 3760185"/>
              <a:gd name="csY4281" fmla="*/ 418287 h 793834"/>
              <a:gd name="csX4282" fmla="*/ 2742385 w 3760185"/>
              <a:gd name="csY4282" fmla="*/ 431599 h 793834"/>
              <a:gd name="csX4283" fmla="*/ 2741019 w 3760185"/>
              <a:gd name="csY4283" fmla="*/ 410580 h 793834"/>
              <a:gd name="csX4284" fmla="*/ 2741019 w 3760185"/>
              <a:gd name="csY4284" fmla="*/ 409879 h 793834"/>
              <a:gd name="csX4285" fmla="*/ 2739653 w 3760185"/>
              <a:gd name="csY4285" fmla="*/ 404974 h 793834"/>
              <a:gd name="csX4286" fmla="*/ 2739653 w 3760185"/>
              <a:gd name="csY4286" fmla="*/ 405675 h 793834"/>
              <a:gd name="csX4287" fmla="*/ 2738288 w 3760185"/>
              <a:gd name="csY4287" fmla="*/ 433701 h 793834"/>
              <a:gd name="csX4288" fmla="*/ 2738288 w 3760185"/>
              <a:gd name="csY4288" fmla="*/ 404974 h 793834"/>
              <a:gd name="csX4289" fmla="*/ 2736922 w 3760185"/>
              <a:gd name="csY4289" fmla="*/ 425293 h 793834"/>
              <a:gd name="csX4290" fmla="*/ 2736922 w 3760185"/>
              <a:gd name="csY4290" fmla="*/ 437204 h 793834"/>
              <a:gd name="csX4291" fmla="*/ 2735556 w 3760185"/>
              <a:gd name="csY4291" fmla="*/ 410580 h 793834"/>
              <a:gd name="csX4292" fmla="*/ 2735556 w 3760185"/>
              <a:gd name="csY4292" fmla="*/ 423191 h 793834"/>
              <a:gd name="csX4293" fmla="*/ 2734191 w 3760185"/>
              <a:gd name="csY4293" fmla="*/ 421089 h 793834"/>
              <a:gd name="csX4294" fmla="*/ 2734191 w 3760185"/>
              <a:gd name="csY4294" fmla="*/ 418987 h 793834"/>
              <a:gd name="csX4295" fmla="*/ 2734191 w 3760185"/>
              <a:gd name="csY4295" fmla="*/ 404308 h 793834"/>
              <a:gd name="csX4296" fmla="*/ 2736922 w 3760185"/>
              <a:gd name="csY4296" fmla="*/ 404308 h 793834"/>
              <a:gd name="csX4297" fmla="*/ 2746480 w 3760185"/>
              <a:gd name="csY4297" fmla="*/ 404305 h 793834"/>
              <a:gd name="csX4298" fmla="*/ 2745117 w 3760185"/>
              <a:gd name="csY4298" fmla="*/ 427395 h 793834"/>
              <a:gd name="csX4299" fmla="*/ 2745117 w 3760185"/>
              <a:gd name="csY4299" fmla="*/ 413382 h 793834"/>
              <a:gd name="csX4300" fmla="*/ 2743937 w 3760185"/>
              <a:gd name="csY4300" fmla="*/ 404306 h 793834"/>
              <a:gd name="csX4301" fmla="*/ 2747783 w 3760185"/>
              <a:gd name="csY4301" fmla="*/ 404305 h 793834"/>
              <a:gd name="csX4302" fmla="*/ 2746482 w 3760185"/>
              <a:gd name="csY4302" fmla="*/ 447013 h 793834"/>
              <a:gd name="csX4303" fmla="*/ 2746482 w 3760185"/>
              <a:gd name="csY4303" fmla="*/ 413382 h 793834"/>
              <a:gd name="csX4304" fmla="*/ 2746482 w 3760185"/>
              <a:gd name="csY4304" fmla="*/ 404305 h 793834"/>
              <a:gd name="csX4305" fmla="*/ 2748426 w 3760185"/>
              <a:gd name="csY4305" fmla="*/ 404305 h 793834"/>
              <a:gd name="csX4306" fmla="*/ 2747848 w 3760185"/>
              <a:gd name="csY4306" fmla="*/ 414083 h 793834"/>
              <a:gd name="csX4307" fmla="*/ 2747848 w 3760185"/>
              <a:gd name="csY4307" fmla="*/ 404305 h 793834"/>
              <a:gd name="csX4308" fmla="*/ 2752409 w 3760185"/>
              <a:gd name="csY4308" fmla="*/ 404304 h 793834"/>
              <a:gd name="csX4309" fmla="*/ 2751945 w 3760185"/>
              <a:gd name="csY4309" fmla="*/ 454720 h 793834"/>
              <a:gd name="csX4310" fmla="*/ 2751945 w 3760185"/>
              <a:gd name="csY4310" fmla="*/ 476440 h 793834"/>
              <a:gd name="csX4311" fmla="*/ 2750579 w 3760185"/>
              <a:gd name="csY4311" fmla="*/ 407777 h 793834"/>
              <a:gd name="csX4312" fmla="*/ 2750579 w 3760185"/>
              <a:gd name="csY4312" fmla="*/ 408478 h 793834"/>
              <a:gd name="csX4313" fmla="*/ 2750579 w 3760185"/>
              <a:gd name="csY4313" fmla="*/ 498861 h 793834"/>
              <a:gd name="csX4314" fmla="*/ 2749214 w 3760185"/>
              <a:gd name="csY4314" fmla="*/ 441408 h 793834"/>
              <a:gd name="csX4315" fmla="*/ 2749214 w 3760185"/>
              <a:gd name="csY4315" fmla="*/ 404305 h 793834"/>
              <a:gd name="csX4316" fmla="*/ 2754109 w 3760185"/>
              <a:gd name="csY4316" fmla="*/ 404304 h 793834"/>
              <a:gd name="csX4317" fmla="*/ 2753311 w 3760185"/>
              <a:gd name="csY4317" fmla="*/ 430898 h 793834"/>
              <a:gd name="csX4318" fmla="*/ 2753311 w 3760185"/>
              <a:gd name="csY4318" fmla="*/ 404304 h 793834"/>
              <a:gd name="csX4319" fmla="*/ 2758499 w 3760185"/>
              <a:gd name="csY4319" fmla="*/ 404302 h 793834"/>
              <a:gd name="csX4320" fmla="*/ 2757408 w 3760185"/>
              <a:gd name="csY4320" fmla="*/ 418287 h 793834"/>
              <a:gd name="csX4321" fmla="*/ 2757408 w 3760185"/>
              <a:gd name="csY4321" fmla="*/ 430898 h 793834"/>
              <a:gd name="csX4322" fmla="*/ 2756042 w 3760185"/>
              <a:gd name="csY4322" fmla="*/ 426694 h 793834"/>
              <a:gd name="csX4323" fmla="*/ 2756042 w 3760185"/>
              <a:gd name="csY4323" fmla="*/ 507269 h 793834"/>
              <a:gd name="csX4324" fmla="*/ 2754677 w 3760185"/>
              <a:gd name="csY4324" fmla="*/ 444911 h 793834"/>
              <a:gd name="csX4325" fmla="*/ 2754677 w 3760185"/>
              <a:gd name="csY4325" fmla="*/ 404303 h 793834"/>
              <a:gd name="csX4326" fmla="*/ 2761505 w 3760185"/>
              <a:gd name="csY4326" fmla="*/ 404302 h 793834"/>
              <a:gd name="csX4327" fmla="*/ 2761505 w 3760185"/>
              <a:gd name="csY4327" fmla="*/ 498160 h 793834"/>
              <a:gd name="csX4328" fmla="*/ 2760139 w 3760185"/>
              <a:gd name="csY4328" fmla="*/ 495358 h 793834"/>
              <a:gd name="csX4329" fmla="*/ 2760139 w 3760185"/>
              <a:gd name="csY4329" fmla="*/ 465931 h 793834"/>
              <a:gd name="csX4330" fmla="*/ 2758774 w 3760185"/>
              <a:gd name="csY4330" fmla="*/ 418287 h 793834"/>
              <a:gd name="csX4331" fmla="*/ 2758774 w 3760185"/>
              <a:gd name="csY4331" fmla="*/ 404302 h 793834"/>
              <a:gd name="csX4332" fmla="*/ 2760139 w 3760185"/>
              <a:gd name="csY4332" fmla="*/ 404302 h 793834"/>
              <a:gd name="csX4333" fmla="*/ 2766309 w 3760185"/>
              <a:gd name="csY4333" fmla="*/ 404301 h 793834"/>
              <a:gd name="csX4334" fmla="*/ 2765603 w 3760185"/>
              <a:gd name="csY4334" fmla="*/ 435803 h 793834"/>
              <a:gd name="csX4335" fmla="*/ 2765603 w 3760185"/>
              <a:gd name="csY4335" fmla="*/ 416185 h 793834"/>
              <a:gd name="csX4336" fmla="*/ 2764237 w 3760185"/>
              <a:gd name="csY4336" fmla="*/ 436504 h 793834"/>
              <a:gd name="csX4337" fmla="*/ 2764237 w 3760185"/>
              <a:gd name="csY4337" fmla="*/ 467332 h 793834"/>
              <a:gd name="csX4338" fmla="*/ 2762871 w 3760185"/>
              <a:gd name="csY4338" fmla="*/ 409879 h 793834"/>
              <a:gd name="csX4339" fmla="*/ 2762871 w 3760185"/>
              <a:gd name="csY4339" fmla="*/ 404301 h 793834"/>
              <a:gd name="csX4340" fmla="*/ 2768334 w 3760185"/>
              <a:gd name="csY4340" fmla="*/ 404300 h 793834"/>
              <a:gd name="csX4341" fmla="*/ 2768334 w 3760185"/>
              <a:gd name="csY4341" fmla="*/ 483447 h 793834"/>
              <a:gd name="csX4342" fmla="*/ 2767393 w 3760185"/>
              <a:gd name="csY4342" fmla="*/ 404300 h 793834"/>
              <a:gd name="csX4343" fmla="*/ 2769796 w 3760185"/>
              <a:gd name="csY4343" fmla="*/ 404300 h 793834"/>
              <a:gd name="csX4344" fmla="*/ 2769699 w 3760185"/>
              <a:gd name="csY4344" fmla="*/ 409178 h 793834"/>
              <a:gd name="csX4345" fmla="*/ 2769699 w 3760185"/>
              <a:gd name="csY4345" fmla="*/ 434402 h 793834"/>
              <a:gd name="csX4346" fmla="*/ 2769048 w 3760185"/>
              <a:gd name="csY4346" fmla="*/ 404300 h 793834"/>
              <a:gd name="csX4347" fmla="*/ 2769699 w 3760185"/>
              <a:gd name="csY4347" fmla="*/ 404300 h 793834"/>
              <a:gd name="csX4348" fmla="*/ 2771704 w 3760185"/>
              <a:gd name="csY4348" fmla="*/ 404299 h 793834"/>
              <a:gd name="csX4349" fmla="*/ 2771065 w 3760185"/>
              <a:gd name="csY4349" fmla="*/ 435102 h 793834"/>
              <a:gd name="csX4350" fmla="*/ 2771065 w 3760185"/>
              <a:gd name="csY4350" fmla="*/ 404299 h 793834"/>
              <a:gd name="csX4351" fmla="*/ 2773279 w 3760185"/>
              <a:gd name="csY4351" fmla="*/ 404299 h 793834"/>
              <a:gd name="csX4352" fmla="*/ 2772431 w 3760185"/>
              <a:gd name="csY4352" fmla="*/ 407777 h 793834"/>
              <a:gd name="csX4353" fmla="*/ 2772431 w 3760185"/>
              <a:gd name="csY4353" fmla="*/ 404299 h 793834"/>
              <a:gd name="csX4354" fmla="*/ 2774776 w 3760185"/>
              <a:gd name="csY4354" fmla="*/ 404299 h 793834"/>
              <a:gd name="csX4355" fmla="*/ 2773797 w 3760185"/>
              <a:gd name="csY4355" fmla="*/ 430898 h 793834"/>
              <a:gd name="csX4356" fmla="*/ 2773797 w 3760185"/>
              <a:gd name="csY4356" fmla="*/ 404299 h 793834"/>
              <a:gd name="csX4357" fmla="*/ 2780008 w 3760185"/>
              <a:gd name="csY4357" fmla="*/ 404297 h 793834"/>
              <a:gd name="csX4358" fmla="*/ 2779260 w 3760185"/>
              <a:gd name="csY4358" fmla="*/ 428096 h 793834"/>
              <a:gd name="csX4359" fmla="*/ 2779260 w 3760185"/>
              <a:gd name="csY4359" fmla="*/ 428796 h 793834"/>
              <a:gd name="csX4360" fmla="*/ 2778757 w 3760185"/>
              <a:gd name="csY4360" fmla="*/ 404298 h 793834"/>
              <a:gd name="csX4361" fmla="*/ 2779260 w 3760185"/>
              <a:gd name="csY4361" fmla="*/ 404297 h 793834"/>
              <a:gd name="csX4362" fmla="*/ 2781991 w 3760185"/>
              <a:gd name="csY4362" fmla="*/ 404297 h 793834"/>
              <a:gd name="csX4363" fmla="*/ 2781991 w 3760185"/>
              <a:gd name="csY4363" fmla="*/ 433701 h 793834"/>
              <a:gd name="csX4364" fmla="*/ 2781135 w 3760185"/>
              <a:gd name="csY4364" fmla="*/ 404297 h 793834"/>
              <a:gd name="csX4365" fmla="*/ 2783357 w 3760185"/>
              <a:gd name="csY4365" fmla="*/ 404296 h 793834"/>
              <a:gd name="csX4366" fmla="*/ 2783357 w 3760185"/>
              <a:gd name="csY4366" fmla="*/ 408478 h 793834"/>
              <a:gd name="csX4367" fmla="*/ 2782678 w 3760185"/>
              <a:gd name="csY4367" fmla="*/ 404297 h 793834"/>
              <a:gd name="csX4368" fmla="*/ 2785631 w 3760185"/>
              <a:gd name="csY4368" fmla="*/ 404296 h 793834"/>
              <a:gd name="csX4369" fmla="*/ 2784723 w 3760185"/>
              <a:gd name="csY4369" fmla="*/ 412682 h 793834"/>
              <a:gd name="csX4370" fmla="*/ 2784723 w 3760185"/>
              <a:gd name="csY4370" fmla="*/ 410580 h 793834"/>
              <a:gd name="csX4371" fmla="*/ 2784424 w 3760185"/>
              <a:gd name="csY4371" fmla="*/ 404296 h 793834"/>
              <a:gd name="csX4372" fmla="*/ 2790185 w 3760185"/>
              <a:gd name="csY4372" fmla="*/ 404295 h 793834"/>
              <a:gd name="csX4373" fmla="*/ 2790185 w 3760185"/>
              <a:gd name="csY4373" fmla="*/ 409178 h 793834"/>
              <a:gd name="csX4374" fmla="*/ 2788820 w 3760185"/>
              <a:gd name="csY4374" fmla="*/ 409178 h 793834"/>
              <a:gd name="csX4375" fmla="*/ 2788820 w 3760185"/>
              <a:gd name="csY4375" fmla="*/ 404295 h 793834"/>
              <a:gd name="csX4376" fmla="*/ 2791551 w 3760185"/>
              <a:gd name="csY4376" fmla="*/ 404294 h 793834"/>
              <a:gd name="csX4377" fmla="*/ 2791551 w 3760185"/>
              <a:gd name="csY4377" fmla="*/ 439306 h 793834"/>
              <a:gd name="csX4378" fmla="*/ 2790501 w 3760185"/>
              <a:gd name="csY4378" fmla="*/ 404295 h 793834"/>
              <a:gd name="csX4379" fmla="*/ 2799640 w 3760185"/>
              <a:gd name="csY4379" fmla="*/ 404292 h 793834"/>
              <a:gd name="csX4380" fmla="*/ 2798380 w 3760185"/>
              <a:gd name="csY4380" fmla="*/ 421089 h 793834"/>
              <a:gd name="csX4381" fmla="*/ 2798380 w 3760185"/>
              <a:gd name="csY4381" fmla="*/ 413382 h 793834"/>
              <a:gd name="csX4382" fmla="*/ 2797014 w 3760185"/>
              <a:gd name="csY4382" fmla="*/ 408478 h 793834"/>
              <a:gd name="csX4383" fmla="*/ 2797014 w 3760185"/>
              <a:gd name="csY4383" fmla="*/ 404293 h 793834"/>
              <a:gd name="csX4384" fmla="*/ 2801258 w 3760185"/>
              <a:gd name="csY4384" fmla="*/ 404292 h 793834"/>
              <a:gd name="csX4385" fmla="*/ 2801111 w 3760185"/>
              <a:gd name="csY4385" fmla="*/ 409879 h 793834"/>
              <a:gd name="csX4386" fmla="*/ 2801111 w 3760185"/>
              <a:gd name="csY4386" fmla="*/ 404292 h 793834"/>
              <a:gd name="csX4387" fmla="*/ 2803534 w 3760185"/>
              <a:gd name="csY4387" fmla="*/ 404292 h 793834"/>
              <a:gd name="csX4388" fmla="*/ 2802477 w 3760185"/>
              <a:gd name="csY4388" fmla="*/ 421089 h 793834"/>
              <a:gd name="csX4389" fmla="*/ 2802477 w 3760185"/>
              <a:gd name="csY4389" fmla="*/ 404292 h 793834"/>
              <a:gd name="csX4390" fmla="*/ 2806204 w 3760185"/>
              <a:gd name="csY4390" fmla="*/ 404291 h 793834"/>
              <a:gd name="csX4391" fmla="*/ 2805209 w 3760185"/>
              <a:gd name="csY4391" fmla="*/ 423191 h 793834"/>
              <a:gd name="csX4392" fmla="*/ 2805209 w 3760185"/>
              <a:gd name="csY4392" fmla="*/ 417586 h 793834"/>
              <a:gd name="csX4393" fmla="*/ 2803843 w 3760185"/>
              <a:gd name="csY4393" fmla="*/ 411280 h 793834"/>
              <a:gd name="csX4394" fmla="*/ 2803843 w 3760185"/>
              <a:gd name="csY4394" fmla="*/ 404291 h 793834"/>
              <a:gd name="csX4395" fmla="*/ 2809306 w 3760185"/>
              <a:gd name="csY4395" fmla="*/ 404290 h 793834"/>
              <a:gd name="csX4396" fmla="*/ 2809306 w 3760185"/>
              <a:gd name="csY4396" fmla="*/ 416885 h 793834"/>
              <a:gd name="csX4397" fmla="*/ 2808784 w 3760185"/>
              <a:gd name="csY4397" fmla="*/ 404290 h 793834"/>
              <a:gd name="csX4398" fmla="*/ 2812037 w 3760185"/>
              <a:gd name="csY4398" fmla="*/ 404289 h 793834"/>
              <a:gd name="csX4399" fmla="*/ 2812037 w 3760185"/>
              <a:gd name="csY4399" fmla="*/ 416185 h 793834"/>
              <a:gd name="csX4400" fmla="*/ 2810671 w 3760185"/>
              <a:gd name="csY4400" fmla="*/ 411280 h 793834"/>
              <a:gd name="csX4401" fmla="*/ 2810671 w 3760185"/>
              <a:gd name="csY4401" fmla="*/ 404290 h 793834"/>
              <a:gd name="csX4402" fmla="*/ 2818533 w 3760185"/>
              <a:gd name="csY4402" fmla="*/ 404288 h 793834"/>
              <a:gd name="csX4403" fmla="*/ 2817500 w 3760185"/>
              <a:gd name="csY4403" fmla="*/ 423892 h 793834"/>
              <a:gd name="csX4404" fmla="*/ 2817500 w 3760185"/>
              <a:gd name="csY4404" fmla="*/ 431599 h 793834"/>
              <a:gd name="csX4405" fmla="*/ 2816135 w 3760185"/>
              <a:gd name="csY4405" fmla="*/ 407777 h 793834"/>
              <a:gd name="csX4406" fmla="*/ 2816135 w 3760185"/>
              <a:gd name="csY4406" fmla="*/ 408478 h 793834"/>
              <a:gd name="csX4407" fmla="*/ 2814769 w 3760185"/>
              <a:gd name="csY4407" fmla="*/ 414783 h 793834"/>
              <a:gd name="csX4408" fmla="*/ 2814769 w 3760185"/>
              <a:gd name="csY4408" fmla="*/ 423892 h 793834"/>
              <a:gd name="csX4409" fmla="*/ 2813403 w 3760185"/>
              <a:gd name="csY4409" fmla="*/ 418287 h 793834"/>
              <a:gd name="csX4410" fmla="*/ 2813403 w 3760185"/>
              <a:gd name="csY4410" fmla="*/ 404289 h 793834"/>
              <a:gd name="csX4411" fmla="*/ 2821597 w 3760185"/>
              <a:gd name="csY4411" fmla="*/ 404287 h 793834"/>
              <a:gd name="csX4412" fmla="*/ 2821597 w 3760185"/>
              <a:gd name="csY4412" fmla="*/ 414083 h 793834"/>
              <a:gd name="csX4413" fmla="*/ 2821597 w 3760185"/>
              <a:gd name="csY4413" fmla="*/ 423892 h 793834"/>
              <a:gd name="csX4414" fmla="*/ 2820231 w 3760185"/>
              <a:gd name="csY4414" fmla="*/ 423191 h 793834"/>
              <a:gd name="csX4415" fmla="*/ 2820231 w 3760185"/>
              <a:gd name="csY4415" fmla="*/ 414083 h 793834"/>
              <a:gd name="csX4416" fmla="*/ 2819322 w 3760185"/>
              <a:gd name="csY4416" fmla="*/ 404288 h 793834"/>
              <a:gd name="csX4417" fmla="*/ 2826413 w 3760185"/>
              <a:gd name="csY4417" fmla="*/ 404286 h 793834"/>
              <a:gd name="csX4418" fmla="*/ 2825695 w 3760185"/>
              <a:gd name="csY4418" fmla="*/ 418287 h 793834"/>
              <a:gd name="csX4419" fmla="*/ 2825695 w 3760185"/>
              <a:gd name="csY4419" fmla="*/ 422491 h 793834"/>
              <a:gd name="csX4420" fmla="*/ 2824329 w 3760185"/>
              <a:gd name="csY4420" fmla="*/ 406376 h 793834"/>
              <a:gd name="csX4421" fmla="*/ 2824329 w 3760185"/>
              <a:gd name="csY4421" fmla="*/ 426694 h 793834"/>
              <a:gd name="csX4422" fmla="*/ 2822963 w 3760185"/>
              <a:gd name="csY4422" fmla="*/ 416885 h 793834"/>
              <a:gd name="csX4423" fmla="*/ 2822963 w 3760185"/>
              <a:gd name="csY4423" fmla="*/ 404287 h 793834"/>
              <a:gd name="csX4424" fmla="*/ 2828880 w 3760185"/>
              <a:gd name="csY4424" fmla="*/ 404285 h 793834"/>
              <a:gd name="csX4425" fmla="*/ 2828426 w 3760185"/>
              <a:gd name="csY4425" fmla="*/ 408478 h 793834"/>
              <a:gd name="csX4426" fmla="*/ 2828426 w 3760185"/>
              <a:gd name="csY4426" fmla="*/ 429497 h 793834"/>
              <a:gd name="csX4427" fmla="*/ 2827060 w 3760185"/>
              <a:gd name="csY4427" fmla="*/ 409178 h 793834"/>
              <a:gd name="csX4428" fmla="*/ 2827060 w 3760185"/>
              <a:gd name="csY4428" fmla="*/ 404286 h 793834"/>
              <a:gd name="csX4429" fmla="*/ 2830533 w 3760185"/>
              <a:gd name="csY4429" fmla="*/ 404285 h 793834"/>
              <a:gd name="csX4430" fmla="*/ 2829792 w 3760185"/>
              <a:gd name="csY4430" fmla="*/ 417586 h 793834"/>
              <a:gd name="csX4431" fmla="*/ 2829792 w 3760185"/>
              <a:gd name="csY4431" fmla="*/ 404285 h 793834"/>
              <a:gd name="csX4432" fmla="*/ 2836147 w 3760185"/>
              <a:gd name="csY4432" fmla="*/ 404284 h 793834"/>
              <a:gd name="csX4433" fmla="*/ 2835255 w 3760185"/>
              <a:gd name="csY4433" fmla="*/ 416185 h 793834"/>
              <a:gd name="csX4434" fmla="*/ 2835255 w 3760185"/>
              <a:gd name="csY4434" fmla="*/ 410580 h 793834"/>
              <a:gd name="csX4435" fmla="*/ 2833889 w 3760185"/>
              <a:gd name="csY4435" fmla="*/ 420389 h 793834"/>
              <a:gd name="csX4436" fmla="*/ 2833889 w 3760185"/>
              <a:gd name="csY4436" fmla="*/ 421089 h 793834"/>
              <a:gd name="csX4437" fmla="*/ 2832523 w 3760185"/>
              <a:gd name="csY4437" fmla="*/ 407076 h 793834"/>
              <a:gd name="csX4438" fmla="*/ 2832523 w 3760185"/>
              <a:gd name="csY4438" fmla="*/ 408478 h 793834"/>
              <a:gd name="csX4439" fmla="*/ 2832231 w 3760185"/>
              <a:gd name="csY4439" fmla="*/ 404285 h 793834"/>
              <a:gd name="csX4440" fmla="*/ 2832523 w 3760185"/>
              <a:gd name="csY4440" fmla="*/ 404284 h 793834"/>
              <a:gd name="csX4441" fmla="*/ 2837680 w 3760185"/>
              <a:gd name="csY4441" fmla="*/ 404283 h 793834"/>
              <a:gd name="csX4442" fmla="*/ 2836620 w 3760185"/>
              <a:gd name="csY4442" fmla="*/ 445612 h 793834"/>
              <a:gd name="csX4443" fmla="*/ 2836620 w 3760185"/>
              <a:gd name="csY4443" fmla="*/ 404283 h 793834"/>
              <a:gd name="csX4444" fmla="*/ 2840139 w 3760185"/>
              <a:gd name="csY4444" fmla="*/ 404283 h 793834"/>
              <a:gd name="csX4445" fmla="*/ 2839352 w 3760185"/>
              <a:gd name="csY4445" fmla="*/ 414783 h 793834"/>
              <a:gd name="csX4446" fmla="*/ 2839352 w 3760185"/>
              <a:gd name="csY4446" fmla="*/ 421089 h 793834"/>
              <a:gd name="csX4447" fmla="*/ 2838359 w 3760185"/>
              <a:gd name="csY4447" fmla="*/ 404283 h 793834"/>
              <a:gd name="csX4448" fmla="*/ 2844815 w 3760185"/>
              <a:gd name="csY4448" fmla="*/ 404281 h 793834"/>
              <a:gd name="csX4449" fmla="*/ 2844815 w 3760185"/>
              <a:gd name="csY4449" fmla="*/ 425994 h 793834"/>
              <a:gd name="csX4450" fmla="*/ 2843449 w 3760185"/>
              <a:gd name="csY4450" fmla="*/ 414083 h 793834"/>
              <a:gd name="csX4451" fmla="*/ 2843449 w 3760185"/>
              <a:gd name="csY4451" fmla="*/ 418287 h 793834"/>
              <a:gd name="csX4452" fmla="*/ 2842083 w 3760185"/>
              <a:gd name="csY4452" fmla="*/ 407076 h 793834"/>
              <a:gd name="csX4453" fmla="*/ 2842083 w 3760185"/>
              <a:gd name="csY4453" fmla="*/ 435102 h 793834"/>
              <a:gd name="csX4454" fmla="*/ 2840857 w 3760185"/>
              <a:gd name="csY4454" fmla="*/ 404282 h 793834"/>
              <a:gd name="csX4455" fmla="*/ 2848912 w 3760185"/>
              <a:gd name="csY4455" fmla="*/ 404280 h 793834"/>
              <a:gd name="csX4456" fmla="*/ 2848912 w 3760185"/>
              <a:gd name="csY4456" fmla="*/ 411981 h 793834"/>
              <a:gd name="csX4457" fmla="*/ 2847546 w 3760185"/>
              <a:gd name="csY4457" fmla="*/ 409178 h 793834"/>
              <a:gd name="csX4458" fmla="*/ 2847546 w 3760185"/>
              <a:gd name="csY4458" fmla="*/ 421089 h 793834"/>
              <a:gd name="csX4459" fmla="*/ 2846181 w 3760185"/>
              <a:gd name="csY4459" fmla="*/ 435102 h 793834"/>
              <a:gd name="csX4460" fmla="*/ 2846181 w 3760185"/>
              <a:gd name="csY4460" fmla="*/ 426694 h 793834"/>
              <a:gd name="csX4461" fmla="*/ 2845031 w 3760185"/>
              <a:gd name="csY4461" fmla="*/ 404281 h 793834"/>
              <a:gd name="csX4462" fmla="*/ 2852693 w 3760185"/>
              <a:gd name="csY4462" fmla="*/ 404280 h 793834"/>
              <a:gd name="csX4463" fmla="*/ 2851643 w 3760185"/>
              <a:gd name="csY4463" fmla="*/ 418287 h 793834"/>
              <a:gd name="csX4464" fmla="*/ 2851643 w 3760185"/>
              <a:gd name="csY4464" fmla="*/ 435803 h 793834"/>
              <a:gd name="csX4465" fmla="*/ 2850278 w 3760185"/>
              <a:gd name="csY4465" fmla="*/ 410580 h 793834"/>
              <a:gd name="csX4466" fmla="*/ 2850278 w 3760185"/>
              <a:gd name="csY4466" fmla="*/ 404280 h 793834"/>
              <a:gd name="csX4467" fmla="*/ 2858472 w 3760185"/>
              <a:gd name="csY4467" fmla="*/ 404278 h 793834"/>
              <a:gd name="csX4468" fmla="*/ 2858472 w 3760185"/>
              <a:gd name="csY4468" fmla="*/ 428096 h 793834"/>
              <a:gd name="csX4469" fmla="*/ 2857106 w 3760185"/>
              <a:gd name="csY4469" fmla="*/ 418287 h 793834"/>
              <a:gd name="csX4470" fmla="*/ 2857106 w 3760185"/>
              <a:gd name="csY4470" fmla="*/ 424593 h 793834"/>
              <a:gd name="csX4471" fmla="*/ 2855741 w 3760185"/>
              <a:gd name="csY4471" fmla="*/ 410580 h 793834"/>
              <a:gd name="csX4472" fmla="*/ 2855741 w 3760185"/>
              <a:gd name="csY4472" fmla="*/ 416885 h 793834"/>
              <a:gd name="csX4473" fmla="*/ 2854375 w 3760185"/>
              <a:gd name="csY4473" fmla="*/ 429497 h 793834"/>
              <a:gd name="csX4474" fmla="*/ 2854375 w 3760185"/>
              <a:gd name="csY4474" fmla="*/ 419688 h 793834"/>
              <a:gd name="csX4475" fmla="*/ 2854375 w 3760185"/>
              <a:gd name="csY4475" fmla="*/ 407777 h 793834"/>
              <a:gd name="csX4476" fmla="*/ 2853009 w 3760185"/>
              <a:gd name="csY4476" fmla="*/ 416185 h 793834"/>
              <a:gd name="csX4477" fmla="*/ 2853009 w 3760185"/>
              <a:gd name="csY4477" fmla="*/ 404279 h 793834"/>
              <a:gd name="csX4478" fmla="*/ 2859838 w 3760185"/>
              <a:gd name="csY4478" fmla="*/ 404278 h 793834"/>
              <a:gd name="csX4479" fmla="*/ 2859838 w 3760185"/>
              <a:gd name="csY4479" fmla="*/ 418287 h 793834"/>
              <a:gd name="csX4480" fmla="*/ 2858896 w 3760185"/>
              <a:gd name="csY4480" fmla="*/ 404278 h 793834"/>
              <a:gd name="csX4481" fmla="*/ 2865301 w 3760185"/>
              <a:gd name="csY4481" fmla="*/ 404276 h 793834"/>
              <a:gd name="csX4482" fmla="*/ 2865301 w 3760185"/>
              <a:gd name="csY4482" fmla="*/ 407076 h 793834"/>
              <a:gd name="csX4483" fmla="*/ 2863935 w 3760185"/>
              <a:gd name="csY4483" fmla="*/ 411280 h 793834"/>
              <a:gd name="csX4484" fmla="*/ 2863935 w 3760185"/>
              <a:gd name="csY4484" fmla="*/ 433000 h 793834"/>
              <a:gd name="csX4485" fmla="*/ 2862569 w 3760185"/>
              <a:gd name="csY4485" fmla="*/ 434402 h 793834"/>
              <a:gd name="csX4486" fmla="*/ 2862569 w 3760185"/>
              <a:gd name="csY4486" fmla="*/ 444211 h 793834"/>
              <a:gd name="csX4487" fmla="*/ 2861203 w 3760185"/>
              <a:gd name="csY4487" fmla="*/ 428096 h 793834"/>
              <a:gd name="csX4488" fmla="*/ 2861203 w 3760185"/>
              <a:gd name="csY4488" fmla="*/ 414783 h 793834"/>
              <a:gd name="csX4489" fmla="*/ 2860563 w 3760185"/>
              <a:gd name="csY4489" fmla="*/ 404278 h 793834"/>
              <a:gd name="csX4490" fmla="*/ 2863935 w 3760185"/>
              <a:gd name="csY4490" fmla="*/ 404277 h 793834"/>
              <a:gd name="csX4491" fmla="*/ 2867941 w 3760185"/>
              <a:gd name="csY4491" fmla="*/ 404276 h 793834"/>
              <a:gd name="csX4492" fmla="*/ 2866667 w 3760185"/>
              <a:gd name="csY4492" fmla="*/ 414083 h 793834"/>
              <a:gd name="csX4493" fmla="*/ 2866667 w 3760185"/>
              <a:gd name="csY4493" fmla="*/ 407777 h 793834"/>
              <a:gd name="csX4494" fmla="*/ 2866098 w 3760185"/>
              <a:gd name="csY4494" fmla="*/ 404276 h 793834"/>
              <a:gd name="csX4495" fmla="*/ 2869576 w 3760185"/>
              <a:gd name="csY4495" fmla="*/ 404275 h 793834"/>
              <a:gd name="csX4496" fmla="*/ 2869398 w 3760185"/>
              <a:gd name="csY4496" fmla="*/ 408478 h 793834"/>
              <a:gd name="csX4497" fmla="*/ 2869398 w 3760185"/>
              <a:gd name="csY4497" fmla="*/ 410580 h 793834"/>
              <a:gd name="csX4498" fmla="*/ 2868032 w 3760185"/>
              <a:gd name="csY4498" fmla="*/ 414083 h 793834"/>
              <a:gd name="csX4499" fmla="*/ 2868032 w 3760185"/>
              <a:gd name="csY4499" fmla="*/ 404276 h 793834"/>
              <a:gd name="csX4500" fmla="*/ 2871988 w 3760185"/>
              <a:gd name="csY4500" fmla="*/ 404275 h 793834"/>
              <a:gd name="csX4501" fmla="*/ 2870763 w 3760185"/>
              <a:gd name="csY4501" fmla="*/ 440707 h 793834"/>
              <a:gd name="csX4502" fmla="*/ 2870763 w 3760185"/>
              <a:gd name="csY4502" fmla="*/ 404275 h 793834"/>
              <a:gd name="csX4503" fmla="*/ 2874218 w 3760185"/>
              <a:gd name="csY4503" fmla="*/ 404274 h 793834"/>
              <a:gd name="csX4504" fmla="*/ 2873495 w 3760185"/>
              <a:gd name="csY4504" fmla="*/ 410580 h 793834"/>
              <a:gd name="csX4505" fmla="*/ 2873495 w 3760185"/>
              <a:gd name="csY4505" fmla="*/ 418987 h 793834"/>
              <a:gd name="csX4506" fmla="*/ 2872348 w 3760185"/>
              <a:gd name="csY4506" fmla="*/ 404275 h 793834"/>
              <a:gd name="csX4507" fmla="*/ 2746482 w 3760185"/>
              <a:gd name="csY4507" fmla="*/ 404274 h 793834"/>
              <a:gd name="csX4508" fmla="*/ 2746482 w 3760185"/>
              <a:gd name="csY4508" fmla="*/ 404305 h 793834"/>
              <a:gd name="csX4509" fmla="*/ 2746480 w 3760185"/>
              <a:gd name="csY4509" fmla="*/ 404305 h 793834"/>
              <a:gd name="csX4510" fmla="*/ 2654978 w 3760185"/>
              <a:gd name="csY4510" fmla="*/ 404274 h 793834"/>
              <a:gd name="csX4511" fmla="*/ 2654991 w 3760185"/>
              <a:gd name="csY4511" fmla="*/ 404328 h 793834"/>
              <a:gd name="csX4512" fmla="*/ 2654978 w 3760185"/>
              <a:gd name="csY4512" fmla="*/ 404328 h 793834"/>
              <a:gd name="csX4513" fmla="*/ 2611275 w 3760185"/>
              <a:gd name="csY4513" fmla="*/ 404274 h 793834"/>
              <a:gd name="csX4514" fmla="*/ 2611279 w 3760185"/>
              <a:gd name="csY4514" fmla="*/ 404338 h 793834"/>
              <a:gd name="csX4515" fmla="*/ 2611275 w 3760185"/>
              <a:gd name="csY4515" fmla="*/ 404338 h 793834"/>
              <a:gd name="csX4516" fmla="*/ 2608543 w 3760185"/>
              <a:gd name="csY4516" fmla="*/ 404274 h 793834"/>
              <a:gd name="csX4517" fmla="*/ 2608548 w 3760185"/>
              <a:gd name="csY4517" fmla="*/ 404339 h 793834"/>
              <a:gd name="csX4518" fmla="*/ 2608543 w 3760185"/>
              <a:gd name="csY4518" fmla="*/ 404339 h 793834"/>
              <a:gd name="csX4519" fmla="*/ 2517039 w 3760185"/>
              <a:gd name="csY4519" fmla="*/ 404274 h 793834"/>
              <a:gd name="csX4520" fmla="*/ 2517042 w 3760185"/>
              <a:gd name="csY4520" fmla="*/ 404361 h 793834"/>
              <a:gd name="csX4521" fmla="*/ 2517039 w 3760185"/>
              <a:gd name="csY4521" fmla="*/ 404361 h 793834"/>
              <a:gd name="csX4522" fmla="*/ 2492457 w 3760185"/>
              <a:gd name="csY4522" fmla="*/ 404274 h 793834"/>
              <a:gd name="csX4523" fmla="*/ 2492457 w 3760185"/>
              <a:gd name="csY4523" fmla="*/ 404367 h 793834"/>
              <a:gd name="csX4524" fmla="*/ 2492449 w 3760185"/>
              <a:gd name="csY4524" fmla="*/ 404367 h 793834"/>
              <a:gd name="csX4525" fmla="*/ 2077275 w 3760185"/>
              <a:gd name="csY4525" fmla="*/ 404274 h 793834"/>
              <a:gd name="csX4526" fmla="*/ 2077338 w 3760185"/>
              <a:gd name="csY4526" fmla="*/ 404468 h 793834"/>
              <a:gd name="csX4527" fmla="*/ 2077275 w 3760185"/>
              <a:gd name="csY4527" fmla="*/ 404468 h 793834"/>
              <a:gd name="csX4528" fmla="*/ 1786374 w 3760185"/>
              <a:gd name="csY4528" fmla="*/ 404274 h 793834"/>
              <a:gd name="csX4529" fmla="*/ 1786389 w 3760185"/>
              <a:gd name="csY4529" fmla="*/ 404539 h 793834"/>
              <a:gd name="csX4530" fmla="*/ 1786374 w 3760185"/>
              <a:gd name="csY4530" fmla="*/ 404539 h 793834"/>
              <a:gd name="csX4531" fmla="*/ 1671653 w 3760185"/>
              <a:gd name="csY4531" fmla="*/ 404274 h 793834"/>
              <a:gd name="csX4532" fmla="*/ 1671653 w 3760185"/>
              <a:gd name="csY4532" fmla="*/ 404567 h 793834"/>
              <a:gd name="csX4533" fmla="*/ 1671621 w 3760185"/>
              <a:gd name="csY4533" fmla="*/ 404567 h 793834"/>
              <a:gd name="csX4534" fmla="*/ 1455868 w 3760185"/>
              <a:gd name="csY4534" fmla="*/ 404274 h 793834"/>
              <a:gd name="csX4535" fmla="*/ 1455873 w 3760185"/>
              <a:gd name="csY4535" fmla="*/ 404620 h 793834"/>
              <a:gd name="csX4536" fmla="*/ 1455868 w 3760185"/>
              <a:gd name="csY4536" fmla="*/ 404620 h 793834"/>
              <a:gd name="csX4537" fmla="*/ 1154041 w 3760185"/>
              <a:gd name="csY4537" fmla="*/ 404274 h 793834"/>
              <a:gd name="csX4538" fmla="*/ 1154041 w 3760185"/>
              <a:gd name="csY4538" fmla="*/ 404693 h 793834"/>
              <a:gd name="csX4539" fmla="*/ 1154022 w 3760185"/>
              <a:gd name="csY4539" fmla="*/ 404693 h 793834"/>
              <a:gd name="csX4540" fmla="*/ 1134921 w 3760185"/>
              <a:gd name="csY4540" fmla="*/ 404274 h 793834"/>
              <a:gd name="csX4541" fmla="*/ 1135013 w 3760185"/>
              <a:gd name="csY4541" fmla="*/ 404698 h 793834"/>
              <a:gd name="csX4542" fmla="*/ 1134921 w 3760185"/>
              <a:gd name="csY4542" fmla="*/ 404698 h 793834"/>
              <a:gd name="csX4543" fmla="*/ 570875 w 3760185"/>
              <a:gd name="csY4543" fmla="*/ 404274 h 793834"/>
              <a:gd name="csX4544" fmla="*/ 570875 w 3760185"/>
              <a:gd name="csY4544" fmla="*/ 404835 h 793834"/>
              <a:gd name="csX4545" fmla="*/ 570820 w 3760185"/>
              <a:gd name="csY4545" fmla="*/ 404835 h 793834"/>
              <a:gd name="csX4546" fmla="*/ 456154 w 3760185"/>
              <a:gd name="csY4546" fmla="*/ 404274 h 793834"/>
              <a:gd name="csX4547" fmla="*/ 456154 w 3760185"/>
              <a:gd name="csY4547" fmla="*/ 404863 h 793834"/>
              <a:gd name="csX4548" fmla="*/ 456127 w 3760185"/>
              <a:gd name="csY4548" fmla="*/ 404863 h 793834"/>
              <a:gd name="csX4549" fmla="*/ 185739 w 3760185"/>
              <a:gd name="csY4549" fmla="*/ 404274 h 793834"/>
              <a:gd name="csX4550" fmla="*/ 185782 w 3760185"/>
              <a:gd name="csY4550" fmla="*/ 404929 h 793834"/>
              <a:gd name="csX4551" fmla="*/ 185739 w 3760185"/>
              <a:gd name="csY4551" fmla="*/ 404929 h 793834"/>
              <a:gd name="csX4552" fmla="*/ 84675 w 3760185"/>
              <a:gd name="csY4552" fmla="*/ 404274 h 793834"/>
              <a:gd name="csX4553" fmla="*/ 84675 w 3760185"/>
              <a:gd name="csY4553" fmla="*/ 404954 h 793834"/>
              <a:gd name="csX4554" fmla="*/ 84543 w 3760185"/>
              <a:gd name="csY4554" fmla="*/ 404954 h 793834"/>
              <a:gd name="csX4555" fmla="*/ 35509 w 3760185"/>
              <a:gd name="csY4555" fmla="*/ 404274 h 793834"/>
              <a:gd name="csX4556" fmla="*/ 35580 w 3760185"/>
              <a:gd name="csY4556" fmla="*/ 404966 h 793834"/>
              <a:gd name="csX4557" fmla="*/ 35509 w 3760185"/>
              <a:gd name="csY4557" fmla="*/ 404966 h 793834"/>
              <a:gd name="csX4558" fmla="*/ 2878958 w 3760185"/>
              <a:gd name="csY4558" fmla="*/ 404273 h 793834"/>
              <a:gd name="csX4559" fmla="*/ 2878958 w 3760185"/>
              <a:gd name="csY4559" fmla="*/ 411981 h 793834"/>
              <a:gd name="csX4560" fmla="*/ 2877592 w 3760185"/>
              <a:gd name="csY4560" fmla="*/ 433701 h 793834"/>
              <a:gd name="csX4561" fmla="*/ 2877592 w 3760185"/>
              <a:gd name="csY4561" fmla="*/ 414083 h 793834"/>
              <a:gd name="csX4562" fmla="*/ 2876227 w 3760185"/>
              <a:gd name="csY4562" fmla="*/ 420389 h 793834"/>
              <a:gd name="csX4563" fmla="*/ 2876227 w 3760185"/>
              <a:gd name="csY4563" fmla="*/ 404274 h 793834"/>
              <a:gd name="csX4564" fmla="*/ 2880324 w 3760185"/>
              <a:gd name="csY4564" fmla="*/ 404273 h 793834"/>
              <a:gd name="csX4565" fmla="*/ 2880324 w 3760185"/>
              <a:gd name="csY4565" fmla="*/ 425994 h 793834"/>
              <a:gd name="csX4566" fmla="*/ 2879316 w 3760185"/>
              <a:gd name="csY4566" fmla="*/ 404273 h 793834"/>
              <a:gd name="csX4567" fmla="*/ 2881911 w 3760185"/>
              <a:gd name="csY4567" fmla="*/ 404272 h 793834"/>
              <a:gd name="csX4568" fmla="*/ 2881689 w 3760185"/>
              <a:gd name="csY4568" fmla="*/ 408478 h 793834"/>
              <a:gd name="csX4569" fmla="*/ 2881689 w 3760185"/>
              <a:gd name="csY4569" fmla="*/ 404272 h 793834"/>
              <a:gd name="csX4570" fmla="*/ 2887152 w 3760185"/>
              <a:gd name="csY4570" fmla="*/ 404271 h 793834"/>
              <a:gd name="csX4571" fmla="*/ 2887152 w 3760185"/>
              <a:gd name="csY4571" fmla="*/ 435102 h 793834"/>
              <a:gd name="csX4572" fmla="*/ 2885787 w 3760185"/>
              <a:gd name="csY4572" fmla="*/ 411981 h 793834"/>
              <a:gd name="csX4573" fmla="*/ 2885787 w 3760185"/>
              <a:gd name="csY4573" fmla="*/ 404274 h 793834"/>
              <a:gd name="csX4574" fmla="*/ 2884421 w 3760185"/>
              <a:gd name="csY4574" fmla="*/ 409178 h 793834"/>
              <a:gd name="csX4575" fmla="*/ 2884421 w 3760185"/>
              <a:gd name="csY4575" fmla="*/ 405675 h 793834"/>
              <a:gd name="csX4576" fmla="*/ 2884250 w 3760185"/>
              <a:gd name="csY4576" fmla="*/ 404272 h 793834"/>
              <a:gd name="csX4577" fmla="*/ 2891249 w 3760185"/>
              <a:gd name="csY4577" fmla="*/ 404270 h 793834"/>
              <a:gd name="csX4578" fmla="*/ 2891249 w 3760185"/>
              <a:gd name="csY4578" fmla="*/ 426694 h 793834"/>
              <a:gd name="csX4579" fmla="*/ 2889884 w 3760185"/>
              <a:gd name="csY4579" fmla="*/ 406376 h 793834"/>
              <a:gd name="csX4580" fmla="*/ 2889884 w 3760185"/>
              <a:gd name="csY4580" fmla="*/ 414083 h 793834"/>
              <a:gd name="csX4581" fmla="*/ 2888518 w 3760185"/>
              <a:gd name="csY4581" fmla="*/ 404974 h 793834"/>
              <a:gd name="csX4582" fmla="*/ 2888518 w 3760185"/>
              <a:gd name="csY4582" fmla="*/ 404271 h 793834"/>
              <a:gd name="csX4583" fmla="*/ 2892881 w 3760185"/>
              <a:gd name="csY4583" fmla="*/ 404270 h 793834"/>
              <a:gd name="csX4584" fmla="*/ 2892615 w 3760185"/>
              <a:gd name="csY4584" fmla="*/ 409178 h 793834"/>
              <a:gd name="csX4585" fmla="*/ 2892615 w 3760185"/>
              <a:gd name="csY4585" fmla="*/ 417586 h 793834"/>
              <a:gd name="csX4586" fmla="*/ 2892615 w 3760185"/>
              <a:gd name="csY4586" fmla="*/ 421089 h 793834"/>
              <a:gd name="csX4587" fmla="*/ 2892166 w 3760185"/>
              <a:gd name="csY4587" fmla="*/ 404270 h 793834"/>
              <a:gd name="csX4588" fmla="*/ 2895347 w 3760185"/>
              <a:gd name="csY4588" fmla="*/ 404269 h 793834"/>
              <a:gd name="csX4589" fmla="*/ 2895347 w 3760185"/>
              <a:gd name="csY4589" fmla="*/ 420389 h 793834"/>
              <a:gd name="csX4590" fmla="*/ 2894138 w 3760185"/>
              <a:gd name="csY4590" fmla="*/ 404269 h 793834"/>
              <a:gd name="csX4591" fmla="*/ 2901307 w 3760185"/>
              <a:gd name="csY4591" fmla="*/ 404268 h 793834"/>
              <a:gd name="csX4592" fmla="*/ 2900810 w 3760185"/>
              <a:gd name="csY4592" fmla="*/ 412682 h 793834"/>
              <a:gd name="csX4593" fmla="*/ 2900810 w 3760185"/>
              <a:gd name="csY4593" fmla="*/ 425994 h 793834"/>
              <a:gd name="csX4594" fmla="*/ 2899889 w 3760185"/>
              <a:gd name="csY4594" fmla="*/ 404268 h 793834"/>
              <a:gd name="csX4595" fmla="*/ 2900810 w 3760185"/>
              <a:gd name="csY4595" fmla="*/ 404268 h 793834"/>
              <a:gd name="csX4596" fmla="*/ 2903541 w 3760185"/>
              <a:gd name="csY4596" fmla="*/ 404267 h 793834"/>
              <a:gd name="csX4597" fmla="*/ 2903541 w 3760185"/>
              <a:gd name="csY4597" fmla="*/ 430898 h 793834"/>
              <a:gd name="csX4598" fmla="*/ 2902742 w 3760185"/>
              <a:gd name="csY4598" fmla="*/ 404267 h 793834"/>
              <a:gd name="csX4599" fmla="*/ 2909004 w 3760185"/>
              <a:gd name="csY4599" fmla="*/ 404266 h 793834"/>
              <a:gd name="csX4600" fmla="*/ 2909004 w 3760185"/>
              <a:gd name="csY4600" fmla="*/ 417586 h 793834"/>
              <a:gd name="csX4601" fmla="*/ 2907638 w 3760185"/>
              <a:gd name="csY4601" fmla="*/ 418987 h 793834"/>
              <a:gd name="csX4602" fmla="*/ 2907638 w 3760185"/>
              <a:gd name="csY4602" fmla="*/ 404974 h 793834"/>
              <a:gd name="csX4603" fmla="*/ 2907532 w 3760185"/>
              <a:gd name="csY4603" fmla="*/ 404266 h 793834"/>
              <a:gd name="csX4604" fmla="*/ 2911735 w 3760185"/>
              <a:gd name="csY4604" fmla="*/ 404265 h 793834"/>
              <a:gd name="csX4605" fmla="*/ 2911735 w 3760185"/>
              <a:gd name="csY4605" fmla="*/ 405675 h 793834"/>
              <a:gd name="csX4606" fmla="*/ 2910370 w 3760185"/>
              <a:gd name="csY4606" fmla="*/ 407777 h 793834"/>
              <a:gd name="csX4607" fmla="*/ 2910370 w 3760185"/>
              <a:gd name="csY4607" fmla="*/ 404265 h 793834"/>
              <a:gd name="csX4608" fmla="*/ 2913864 w 3760185"/>
              <a:gd name="csY4608" fmla="*/ 404265 h 793834"/>
              <a:gd name="csX4609" fmla="*/ 2913101 w 3760185"/>
              <a:gd name="csY4609" fmla="*/ 421089 h 793834"/>
              <a:gd name="csX4610" fmla="*/ 2913101 w 3760185"/>
              <a:gd name="csY4610" fmla="*/ 406376 h 793834"/>
              <a:gd name="csX4611" fmla="*/ 2912959 w 3760185"/>
              <a:gd name="csY4611" fmla="*/ 404265 h 793834"/>
              <a:gd name="csX4612" fmla="*/ 2918564 w 3760185"/>
              <a:gd name="csY4612" fmla="*/ 404263 h 793834"/>
              <a:gd name="csX4613" fmla="*/ 2918564 w 3760185"/>
              <a:gd name="csY4613" fmla="*/ 405675 h 793834"/>
              <a:gd name="csX4614" fmla="*/ 2917199 w 3760185"/>
              <a:gd name="csY4614" fmla="*/ 419688 h 793834"/>
              <a:gd name="csX4615" fmla="*/ 2917199 w 3760185"/>
              <a:gd name="csY4615" fmla="*/ 404264 h 793834"/>
              <a:gd name="csX4616" fmla="*/ 2919930 w 3760185"/>
              <a:gd name="csY4616" fmla="*/ 404263 h 793834"/>
              <a:gd name="csX4617" fmla="*/ 2919930 w 3760185"/>
              <a:gd name="csY4617" fmla="*/ 425994 h 793834"/>
              <a:gd name="csX4618" fmla="*/ 2919009 w 3760185"/>
              <a:gd name="csY4618" fmla="*/ 404263 h 793834"/>
              <a:gd name="csX4619" fmla="*/ 2924027 w 3760185"/>
              <a:gd name="csY4619" fmla="*/ 404262 h 793834"/>
              <a:gd name="csX4620" fmla="*/ 2924027 w 3760185"/>
              <a:gd name="csY4620" fmla="*/ 421790 h 793834"/>
              <a:gd name="csX4621" fmla="*/ 2923501 w 3760185"/>
              <a:gd name="csY4621" fmla="*/ 404262 h 793834"/>
              <a:gd name="csX4622" fmla="*/ 2931288 w 3760185"/>
              <a:gd name="csY4622" fmla="*/ 404260 h 793834"/>
              <a:gd name="csX4623" fmla="*/ 2930856 w 3760185"/>
              <a:gd name="csY4623" fmla="*/ 416885 h 793834"/>
              <a:gd name="csX4624" fmla="*/ 2930856 w 3760185"/>
              <a:gd name="csY4624" fmla="*/ 445612 h 793834"/>
              <a:gd name="csX4625" fmla="*/ 2929490 w 3760185"/>
              <a:gd name="csY4625" fmla="*/ 424593 h 793834"/>
              <a:gd name="csX4626" fmla="*/ 2929490 w 3760185"/>
              <a:gd name="csY4626" fmla="*/ 423191 h 793834"/>
              <a:gd name="csX4627" fmla="*/ 2928300 w 3760185"/>
              <a:gd name="csY4627" fmla="*/ 404261 h 793834"/>
              <a:gd name="csX4628" fmla="*/ 2930856 w 3760185"/>
              <a:gd name="csY4628" fmla="*/ 404260 h 793834"/>
              <a:gd name="csX4629" fmla="*/ 2933587 w 3760185"/>
              <a:gd name="csY4629" fmla="*/ 404260 h 793834"/>
              <a:gd name="csX4630" fmla="*/ 2933587 w 3760185"/>
              <a:gd name="csY4630" fmla="*/ 405675 h 793834"/>
              <a:gd name="csX4631" fmla="*/ 2933587 w 3760185"/>
              <a:gd name="csY4631" fmla="*/ 433701 h 793834"/>
              <a:gd name="csX4632" fmla="*/ 2932221 w 3760185"/>
              <a:gd name="csY4632" fmla="*/ 444911 h 793834"/>
              <a:gd name="csX4633" fmla="*/ 2932221 w 3760185"/>
              <a:gd name="csY4633" fmla="*/ 404260 h 793834"/>
              <a:gd name="csX4634" fmla="*/ 2936319 w 3760185"/>
              <a:gd name="csY4634" fmla="*/ 404259 h 793834"/>
              <a:gd name="csX4635" fmla="*/ 2936319 w 3760185"/>
              <a:gd name="csY4635" fmla="*/ 407777 h 793834"/>
              <a:gd name="csX4636" fmla="*/ 2935696 w 3760185"/>
              <a:gd name="csY4636" fmla="*/ 404259 h 793834"/>
              <a:gd name="csX4637" fmla="*/ 2940416 w 3760185"/>
              <a:gd name="csY4637" fmla="*/ 404258 h 793834"/>
              <a:gd name="csX4638" fmla="*/ 2940416 w 3760185"/>
              <a:gd name="csY4638" fmla="*/ 437204 h 793834"/>
              <a:gd name="csX4639" fmla="*/ 2939050 w 3760185"/>
              <a:gd name="csY4639" fmla="*/ 410580 h 793834"/>
              <a:gd name="csX4640" fmla="*/ 2939050 w 3760185"/>
              <a:gd name="csY4640" fmla="*/ 460326 h 793834"/>
              <a:gd name="csX4641" fmla="*/ 2937684 w 3760185"/>
              <a:gd name="csY4641" fmla="*/ 410580 h 793834"/>
              <a:gd name="csX4642" fmla="*/ 2937684 w 3760185"/>
              <a:gd name="csY4642" fmla="*/ 404259 h 793834"/>
              <a:gd name="csX4643" fmla="*/ 2943147 w 3760185"/>
              <a:gd name="csY4643" fmla="*/ 404258 h 793834"/>
              <a:gd name="csX4644" fmla="*/ 2943147 w 3760185"/>
              <a:gd name="csY4644" fmla="*/ 425994 h 793834"/>
              <a:gd name="csX4645" fmla="*/ 2941781 w 3760185"/>
              <a:gd name="csY4645" fmla="*/ 484848 h 793834"/>
              <a:gd name="csX4646" fmla="*/ 2941781 w 3760185"/>
              <a:gd name="csY4646" fmla="*/ 418987 h 793834"/>
              <a:gd name="csX4647" fmla="*/ 2941612 w 3760185"/>
              <a:gd name="csY4647" fmla="*/ 404258 h 793834"/>
              <a:gd name="csX4648" fmla="*/ 2945611 w 3760185"/>
              <a:gd name="csY4648" fmla="*/ 404257 h 793834"/>
              <a:gd name="csX4649" fmla="*/ 2944513 w 3760185"/>
              <a:gd name="csY4649" fmla="*/ 504466 h 793834"/>
              <a:gd name="csX4650" fmla="*/ 2944513 w 3760185"/>
              <a:gd name="csY4650" fmla="*/ 451918 h 793834"/>
              <a:gd name="csX4651" fmla="*/ 2943947 w 3760185"/>
              <a:gd name="csY4651" fmla="*/ 404257 h 793834"/>
              <a:gd name="csX4652" fmla="*/ 2948110 w 3760185"/>
              <a:gd name="csY4652" fmla="*/ 404256 h 793834"/>
              <a:gd name="csX4653" fmla="*/ 2947245 w 3760185"/>
              <a:gd name="csY4653" fmla="*/ 430898 h 793834"/>
              <a:gd name="csX4654" fmla="*/ 2947245 w 3760185"/>
              <a:gd name="csY4654" fmla="*/ 440707 h 793834"/>
              <a:gd name="csX4655" fmla="*/ 2947245 w 3760185"/>
              <a:gd name="csY4655" fmla="*/ 449115 h 793834"/>
              <a:gd name="csX4656" fmla="*/ 2945879 w 3760185"/>
              <a:gd name="csY4656" fmla="*/ 498160 h 793834"/>
              <a:gd name="csX4657" fmla="*/ 2945879 w 3760185"/>
              <a:gd name="csY4657" fmla="*/ 404257 h 793834"/>
              <a:gd name="csX4658" fmla="*/ 2955714 w 3760185"/>
              <a:gd name="csY4658" fmla="*/ 404254 h 793834"/>
              <a:gd name="csX4659" fmla="*/ 2955439 w 3760185"/>
              <a:gd name="csY4659" fmla="*/ 407076 h 793834"/>
              <a:gd name="csX4660" fmla="*/ 2955439 w 3760185"/>
              <a:gd name="csY4660" fmla="*/ 430898 h 793834"/>
              <a:gd name="csX4661" fmla="*/ 2954073 w 3760185"/>
              <a:gd name="csY4661" fmla="*/ 526186 h 793834"/>
              <a:gd name="csX4662" fmla="*/ 2954073 w 3760185"/>
              <a:gd name="csY4662" fmla="*/ 407076 h 793834"/>
              <a:gd name="csX4663" fmla="*/ 2952707 w 3760185"/>
              <a:gd name="csY4663" fmla="*/ 410580 h 793834"/>
              <a:gd name="csX4664" fmla="*/ 2952707 w 3760185"/>
              <a:gd name="csY4664" fmla="*/ 407076 h 793834"/>
              <a:gd name="csX4665" fmla="*/ 2951342 w 3760185"/>
              <a:gd name="csY4665" fmla="*/ 425994 h 793834"/>
              <a:gd name="csX4666" fmla="*/ 2951342 w 3760185"/>
              <a:gd name="csY4666" fmla="*/ 422491 h 793834"/>
              <a:gd name="csX4667" fmla="*/ 2949976 w 3760185"/>
              <a:gd name="csY4667" fmla="*/ 430898 h 793834"/>
              <a:gd name="csX4668" fmla="*/ 2949976 w 3760185"/>
              <a:gd name="csY4668" fmla="*/ 444911 h 793834"/>
              <a:gd name="csX4669" fmla="*/ 2948610 w 3760185"/>
              <a:gd name="csY4669" fmla="*/ 468733 h 793834"/>
              <a:gd name="csX4670" fmla="*/ 2948610 w 3760185"/>
              <a:gd name="csY4670" fmla="*/ 404256 h 793834"/>
              <a:gd name="csX4671" fmla="*/ 2952707 w 3760185"/>
              <a:gd name="csY4671" fmla="*/ 404255 h 793834"/>
              <a:gd name="csX4672" fmla="*/ 2958204 w 3760185"/>
              <a:gd name="csY4672" fmla="*/ 404254 h 793834"/>
              <a:gd name="csX4673" fmla="*/ 2958170 w 3760185"/>
              <a:gd name="csY4673" fmla="*/ 404974 h 793834"/>
              <a:gd name="csX4674" fmla="*/ 2958170 w 3760185"/>
              <a:gd name="csY4674" fmla="*/ 469434 h 793834"/>
              <a:gd name="csX4675" fmla="*/ 2958170 w 3760185"/>
              <a:gd name="csY4675" fmla="*/ 474338 h 793834"/>
              <a:gd name="csX4676" fmla="*/ 2956805 w 3760185"/>
              <a:gd name="csY4676" fmla="*/ 475740 h 793834"/>
              <a:gd name="csX4677" fmla="*/ 2956805 w 3760185"/>
              <a:gd name="csY4677" fmla="*/ 404254 h 793834"/>
              <a:gd name="csX4678" fmla="*/ 2960539 w 3760185"/>
              <a:gd name="csY4678" fmla="*/ 404253 h 793834"/>
              <a:gd name="csX4679" fmla="*/ 2959536 w 3760185"/>
              <a:gd name="csY4679" fmla="*/ 460326 h 793834"/>
              <a:gd name="csX4680" fmla="*/ 2959536 w 3760185"/>
              <a:gd name="csY4680" fmla="*/ 404254 h 793834"/>
              <a:gd name="csX4681" fmla="*/ 2962267 w 3760185"/>
              <a:gd name="csY4681" fmla="*/ 404253 h 793834"/>
              <a:gd name="csX4682" fmla="*/ 2962267 w 3760185"/>
              <a:gd name="csY4682" fmla="*/ 444911 h 793834"/>
              <a:gd name="csX4683" fmla="*/ 2960902 w 3760185"/>
              <a:gd name="csY4683" fmla="*/ 429497 h 793834"/>
              <a:gd name="csX4684" fmla="*/ 2960902 w 3760185"/>
              <a:gd name="csY4684" fmla="*/ 404253 h 793834"/>
              <a:gd name="csX4685" fmla="*/ 2966365 w 3760185"/>
              <a:gd name="csY4685" fmla="*/ 404252 h 793834"/>
              <a:gd name="csX4686" fmla="*/ 2966365 w 3760185"/>
              <a:gd name="csY4686" fmla="*/ 428096 h 793834"/>
              <a:gd name="csX4687" fmla="*/ 2966365 w 3760185"/>
              <a:gd name="csY4687" fmla="*/ 437204 h 793834"/>
              <a:gd name="csX4688" fmla="*/ 2964999 w 3760185"/>
              <a:gd name="csY4688" fmla="*/ 487651 h 793834"/>
              <a:gd name="csX4689" fmla="*/ 2964999 w 3760185"/>
              <a:gd name="csY4689" fmla="*/ 467332 h 793834"/>
              <a:gd name="csX4690" fmla="*/ 2963633 w 3760185"/>
              <a:gd name="csY4690" fmla="*/ 407076 h 793834"/>
              <a:gd name="csX4691" fmla="*/ 2963633 w 3760185"/>
              <a:gd name="csY4691" fmla="*/ 418287 h 793834"/>
              <a:gd name="csX4692" fmla="*/ 2962851 w 3760185"/>
              <a:gd name="csY4692" fmla="*/ 404253 h 793834"/>
              <a:gd name="csX4693" fmla="*/ 2963633 w 3760185"/>
              <a:gd name="csY4693" fmla="*/ 404253 h 793834"/>
              <a:gd name="csX4694" fmla="*/ 2970462 w 3760185"/>
              <a:gd name="csY4694" fmla="*/ 404251 h 793834"/>
              <a:gd name="csX4695" fmla="*/ 2970462 w 3760185"/>
              <a:gd name="csY4695" fmla="*/ 433701 h 793834"/>
              <a:gd name="csX4696" fmla="*/ 2970462 w 3760185"/>
              <a:gd name="csY4696" fmla="*/ 440707 h 793834"/>
              <a:gd name="csX4697" fmla="*/ 2969096 w 3760185"/>
              <a:gd name="csY4697" fmla="*/ 555614 h 793834"/>
              <a:gd name="csX4698" fmla="*/ 2969096 w 3760185"/>
              <a:gd name="csY4698" fmla="*/ 419688 h 793834"/>
              <a:gd name="csX4699" fmla="*/ 2967731 w 3760185"/>
              <a:gd name="csY4699" fmla="*/ 501664 h 793834"/>
              <a:gd name="csX4700" fmla="*/ 2967731 w 3760185"/>
              <a:gd name="csY4700" fmla="*/ 446313 h 793834"/>
              <a:gd name="csX4701" fmla="*/ 2967411 w 3760185"/>
              <a:gd name="csY4701" fmla="*/ 404252 h 793834"/>
              <a:gd name="csX4702" fmla="*/ 2977186 w 3760185"/>
              <a:gd name="csY4702" fmla="*/ 404249 h 793834"/>
              <a:gd name="csX4703" fmla="*/ 2975925 w 3760185"/>
              <a:gd name="csY4703" fmla="*/ 487651 h 793834"/>
              <a:gd name="csX4704" fmla="*/ 2975925 w 3760185"/>
              <a:gd name="csY4704" fmla="*/ 504466 h 793834"/>
              <a:gd name="csX4705" fmla="*/ 2974559 w 3760185"/>
              <a:gd name="csY4705" fmla="*/ 413382 h 793834"/>
              <a:gd name="csX4706" fmla="*/ 2974559 w 3760185"/>
              <a:gd name="csY4706" fmla="*/ 497460 h 793834"/>
              <a:gd name="csX4707" fmla="*/ 2973193 w 3760185"/>
              <a:gd name="csY4707" fmla="*/ 477141 h 793834"/>
              <a:gd name="csX4708" fmla="*/ 2973193 w 3760185"/>
              <a:gd name="csY4708" fmla="*/ 442109 h 793834"/>
              <a:gd name="csX4709" fmla="*/ 2971827 w 3760185"/>
              <a:gd name="csY4709" fmla="*/ 462427 h 793834"/>
              <a:gd name="csX4710" fmla="*/ 2971827 w 3760185"/>
              <a:gd name="csY4710" fmla="*/ 404251 h 793834"/>
              <a:gd name="csX4711" fmla="*/ 2982640 w 3760185"/>
              <a:gd name="csY4711" fmla="*/ 404248 h 793834"/>
              <a:gd name="csX4712" fmla="*/ 2981388 w 3760185"/>
              <a:gd name="csY4712" fmla="*/ 435102 h 793834"/>
              <a:gd name="csX4713" fmla="*/ 2981388 w 3760185"/>
              <a:gd name="csY4713" fmla="*/ 449816 h 793834"/>
              <a:gd name="csX4714" fmla="*/ 2980022 w 3760185"/>
              <a:gd name="csY4714" fmla="*/ 411981 h 793834"/>
              <a:gd name="csX4715" fmla="*/ 2980022 w 3760185"/>
              <a:gd name="csY4715" fmla="*/ 425293 h 793834"/>
              <a:gd name="csX4716" fmla="*/ 2980022 w 3760185"/>
              <a:gd name="csY4716" fmla="*/ 433701 h 793834"/>
              <a:gd name="csX4717" fmla="*/ 2978656 w 3760185"/>
              <a:gd name="csY4717" fmla="*/ 534594 h 793834"/>
              <a:gd name="csX4718" fmla="*/ 2978656 w 3760185"/>
              <a:gd name="csY4718" fmla="*/ 503065 h 793834"/>
              <a:gd name="csX4719" fmla="*/ 2977901 w 3760185"/>
              <a:gd name="csY4719" fmla="*/ 404249 h 793834"/>
              <a:gd name="csX4720" fmla="*/ 2985485 w 3760185"/>
              <a:gd name="csY4720" fmla="*/ 404247 h 793834"/>
              <a:gd name="csX4721" fmla="*/ 2985485 w 3760185"/>
              <a:gd name="csY4721" fmla="*/ 407076 h 793834"/>
              <a:gd name="csX4722" fmla="*/ 2984119 w 3760185"/>
              <a:gd name="csY4722" fmla="*/ 442109 h 793834"/>
              <a:gd name="csX4723" fmla="*/ 2984119 w 3760185"/>
              <a:gd name="csY4723" fmla="*/ 534594 h 793834"/>
              <a:gd name="csX4724" fmla="*/ 2983094 w 3760185"/>
              <a:gd name="csY4724" fmla="*/ 404248 h 793834"/>
              <a:gd name="csX4725" fmla="*/ 2987387 w 3760185"/>
              <a:gd name="csY4725" fmla="*/ 404247 h 793834"/>
              <a:gd name="csX4726" fmla="*/ 2986851 w 3760185"/>
              <a:gd name="csY4726" fmla="*/ 418287 h 793834"/>
              <a:gd name="csX4727" fmla="*/ 2986851 w 3760185"/>
              <a:gd name="csY4727" fmla="*/ 453319 h 793834"/>
              <a:gd name="csX4728" fmla="*/ 2986358 w 3760185"/>
              <a:gd name="csY4728" fmla="*/ 404247 h 793834"/>
              <a:gd name="csX4729" fmla="*/ 2990109 w 3760185"/>
              <a:gd name="csY4729" fmla="*/ 404246 h 793834"/>
              <a:gd name="csX4730" fmla="*/ 2989582 w 3760185"/>
              <a:gd name="csY4730" fmla="*/ 437204 h 793834"/>
              <a:gd name="csX4731" fmla="*/ 2989582 w 3760185"/>
              <a:gd name="csY4731" fmla="*/ 520581 h 793834"/>
              <a:gd name="csX4732" fmla="*/ 2988216 w 3760185"/>
              <a:gd name="csY4732" fmla="*/ 448415 h 793834"/>
              <a:gd name="csX4733" fmla="*/ 2988216 w 3760185"/>
              <a:gd name="csY4733" fmla="*/ 404247 h 793834"/>
              <a:gd name="csX4734" fmla="*/ 2991668 w 3760185"/>
              <a:gd name="csY4734" fmla="*/ 404246 h 793834"/>
              <a:gd name="csX4735" fmla="*/ 2990948 w 3760185"/>
              <a:gd name="csY4735" fmla="*/ 458924 h 793834"/>
              <a:gd name="csX4736" fmla="*/ 2990948 w 3760185"/>
              <a:gd name="csY4736" fmla="*/ 429497 h 793834"/>
              <a:gd name="csX4737" fmla="*/ 2990948 w 3760185"/>
              <a:gd name="csY4737" fmla="*/ 404246 h 793834"/>
              <a:gd name="csX4738" fmla="*/ 2993679 w 3760185"/>
              <a:gd name="csY4738" fmla="*/ 404245 h 793834"/>
              <a:gd name="csX4739" fmla="*/ 2993679 w 3760185"/>
              <a:gd name="csY4739" fmla="*/ 436504 h 793834"/>
              <a:gd name="csX4740" fmla="*/ 2992313 w 3760185"/>
              <a:gd name="csY4740" fmla="*/ 427395 h 793834"/>
              <a:gd name="csX4741" fmla="*/ 2992313 w 3760185"/>
              <a:gd name="csY4741" fmla="*/ 404246 h 793834"/>
              <a:gd name="csX4742" fmla="*/ 2999142 w 3760185"/>
              <a:gd name="csY4742" fmla="*/ 404244 h 793834"/>
              <a:gd name="csX4743" fmla="*/ 2999142 w 3760185"/>
              <a:gd name="csY4743" fmla="*/ 407777 h 793834"/>
              <a:gd name="csX4744" fmla="*/ 2997777 w 3760185"/>
              <a:gd name="csY4744" fmla="*/ 461026 h 793834"/>
              <a:gd name="csX4745" fmla="*/ 2997777 w 3760185"/>
              <a:gd name="csY4745" fmla="*/ 460326 h 793834"/>
              <a:gd name="csX4746" fmla="*/ 2996411 w 3760185"/>
              <a:gd name="csY4746" fmla="*/ 430898 h 793834"/>
              <a:gd name="csX4747" fmla="*/ 2996411 w 3760185"/>
              <a:gd name="csY4747" fmla="*/ 404245 h 793834"/>
              <a:gd name="csX4748" fmla="*/ 2997777 w 3760185"/>
              <a:gd name="csY4748" fmla="*/ 404244 h 793834"/>
              <a:gd name="csX4749" fmla="*/ 3003239 w 3760185"/>
              <a:gd name="csY4749" fmla="*/ 404243 h 793834"/>
              <a:gd name="csX4750" fmla="*/ 3003239 w 3760185"/>
              <a:gd name="csY4750" fmla="*/ 461727 h 793834"/>
              <a:gd name="csX4751" fmla="*/ 3001873 w 3760185"/>
              <a:gd name="csY4751" fmla="*/ 422491 h 793834"/>
              <a:gd name="csX4752" fmla="*/ 3001326 w 3760185"/>
              <a:gd name="csY4752" fmla="*/ 404243 h 793834"/>
              <a:gd name="csX4753" fmla="*/ 3004839 w 3760185"/>
              <a:gd name="csY4753" fmla="*/ 404242 h 793834"/>
              <a:gd name="csX4754" fmla="*/ 3004605 w 3760185"/>
              <a:gd name="csY4754" fmla="*/ 442809 h 793834"/>
              <a:gd name="csX4755" fmla="*/ 3004605 w 3760185"/>
              <a:gd name="csY4755" fmla="*/ 404243 h 793834"/>
              <a:gd name="csX4756" fmla="*/ 3007337 w 3760185"/>
              <a:gd name="csY4756" fmla="*/ 404242 h 793834"/>
              <a:gd name="csX4757" fmla="*/ 3007337 w 3760185"/>
              <a:gd name="csY4757" fmla="*/ 411280 h 793834"/>
              <a:gd name="csX4758" fmla="*/ 3005971 w 3760185"/>
              <a:gd name="csY4758" fmla="*/ 449816 h 793834"/>
              <a:gd name="csX4759" fmla="*/ 3005971 w 3760185"/>
              <a:gd name="csY4759" fmla="*/ 404242 h 793834"/>
              <a:gd name="csX4760" fmla="*/ 3011252 w 3760185"/>
              <a:gd name="csY4760" fmla="*/ 404241 h 793834"/>
              <a:gd name="csX4761" fmla="*/ 3010068 w 3760185"/>
              <a:gd name="csY4761" fmla="*/ 444911 h 793834"/>
              <a:gd name="csX4762" fmla="*/ 3010068 w 3760185"/>
              <a:gd name="csY4762" fmla="*/ 404241 h 793834"/>
              <a:gd name="csX4763" fmla="*/ 3015894 w 3760185"/>
              <a:gd name="csY4763" fmla="*/ 404240 h 793834"/>
              <a:gd name="csX4764" fmla="*/ 3015531 w 3760185"/>
              <a:gd name="csY4764" fmla="*/ 428796 h 793834"/>
              <a:gd name="csX4765" fmla="*/ 3015531 w 3760185"/>
              <a:gd name="csY4765" fmla="*/ 404240 h 793834"/>
              <a:gd name="csX4766" fmla="*/ 3019628 w 3760185"/>
              <a:gd name="csY4766" fmla="*/ 404239 h 793834"/>
              <a:gd name="csX4767" fmla="*/ 3019628 w 3760185"/>
              <a:gd name="csY4767" fmla="*/ 469434 h 793834"/>
              <a:gd name="csX4768" fmla="*/ 3018263 w 3760185"/>
              <a:gd name="csY4768" fmla="*/ 414083 h 793834"/>
              <a:gd name="csX4769" fmla="*/ 3018263 w 3760185"/>
              <a:gd name="csY4769" fmla="*/ 404239 h 793834"/>
              <a:gd name="csX4770" fmla="*/ 3025069 w 3760185"/>
              <a:gd name="csY4770" fmla="*/ 404238 h 793834"/>
              <a:gd name="csX4771" fmla="*/ 3023725 w 3760185"/>
              <a:gd name="csY4771" fmla="*/ 444911 h 793834"/>
              <a:gd name="csX4772" fmla="*/ 3023725 w 3760185"/>
              <a:gd name="csY4772" fmla="*/ 465230 h 793834"/>
              <a:gd name="csX4773" fmla="*/ 3022359 w 3760185"/>
              <a:gd name="csY4773" fmla="*/ 406376 h 793834"/>
              <a:gd name="csX4774" fmla="*/ 3022359 w 3760185"/>
              <a:gd name="csY4774" fmla="*/ 410580 h 793834"/>
              <a:gd name="csX4775" fmla="*/ 3020994 w 3760185"/>
              <a:gd name="csY4775" fmla="*/ 435102 h 793834"/>
              <a:gd name="csX4776" fmla="*/ 3020994 w 3760185"/>
              <a:gd name="csY4776" fmla="*/ 404239 h 793834"/>
              <a:gd name="csX4777" fmla="*/ 3026457 w 3760185"/>
              <a:gd name="csY4777" fmla="*/ 404237 h 793834"/>
              <a:gd name="csX4778" fmla="*/ 3026457 w 3760185"/>
              <a:gd name="csY4778" fmla="*/ 475039 h 793834"/>
              <a:gd name="csX4779" fmla="*/ 3025091 w 3760185"/>
              <a:gd name="csY4779" fmla="*/ 423191 h 793834"/>
              <a:gd name="csX4780" fmla="*/ 3025091 w 3760185"/>
              <a:gd name="csY4780" fmla="*/ 404238 h 793834"/>
              <a:gd name="csX4781" fmla="*/ 3031213 w 3760185"/>
              <a:gd name="csY4781" fmla="*/ 404236 h 793834"/>
              <a:gd name="csX4782" fmla="*/ 3030554 w 3760185"/>
              <a:gd name="csY4782" fmla="*/ 461727 h 793834"/>
              <a:gd name="csX4783" fmla="*/ 3030554 w 3760185"/>
              <a:gd name="csY4783" fmla="*/ 429497 h 793834"/>
              <a:gd name="csX4784" fmla="*/ 3030257 w 3760185"/>
              <a:gd name="csY4784" fmla="*/ 404236 h 793834"/>
              <a:gd name="csX4785" fmla="*/ 3030554 w 3760185"/>
              <a:gd name="csY4785" fmla="*/ 404236 h 793834"/>
              <a:gd name="csX4786" fmla="*/ 3033285 w 3760185"/>
              <a:gd name="csY4786" fmla="*/ 404236 h 793834"/>
              <a:gd name="csX4787" fmla="*/ 3033285 w 3760185"/>
              <a:gd name="csY4787" fmla="*/ 456122 h 793834"/>
              <a:gd name="csX4788" fmla="*/ 3032964 w 3760185"/>
              <a:gd name="csY4788" fmla="*/ 404236 h 793834"/>
              <a:gd name="csX4789" fmla="*/ 3034651 w 3760185"/>
              <a:gd name="csY4789" fmla="*/ 404235 h 793834"/>
              <a:gd name="csX4790" fmla="*/ 3034651 w 3760185"/>
              <a:gd name="csY4790" fmla="*/ 410580 h 793834"/>
              <a:gd name="csX4791" fmla="*/ 3034517 w 3760185"/>
              <a:gd name="csY4791" fmla="*/ 404235 h 793834"/>
              <a:gd name="csX4792" fmla="*/ 3036877 w 3760185"/>
              <a:gd name="csY4792" fmla="*/ 404235 h 793834"/>
              <a:gd name="csX4793" fmla="*/ 3036017 w 3760185"/>
              <a:gd name="csY4793" fmla="*/ 435102 h 793834"/>
              <a:gd name="csX4794" fmla="*/ 3036017 w 3760185"/>
              <a:gd name="csY4794" fmla="*/ 462427 h 793834"/>
              <a:gd name="csX4795" fmla="*/ 3036017 w 3760185"/>
              <a:gd name="csY4795" fmla="*/ 474338 h 793834"/>
              <a:gd name="csX4796" fmla="*/ 3035290 w 3760185"/>
              <a:gd name="csY4796" fmla="*/ 404235 h 793834"/>
              <a:gd name="csX4797" fmla="*/ 3037835 w 3760185"/>
              <a:gd name="csY4797" fmla="*/ 404234 h 793834"/>
              <a:gd name="csX4798" fmla="*/ 3037383 w 3760185"/>
              <a:gd name="csY4798" fmla="*/ 428796 h 793834"/>
              <a:gd name="csX4799" fmla="*/ 3037383 w 3760185"/>
              <a:gd name="csY4799" fmla="*/ 404235 h 793834"/>
              <a:gd name="csX4800" fmla="*/ 3042845 w 3760185"/>
              <a:gd name="csY4800" fmla="*/ 404233 h 793834"/>
              <a:gd name="csX4801" fmla="*/ 3042845 w 3760185"/>
              <a:gd name="csY4801" fmla="*/ 433000 h 793834"/>
              <a:gd name="csX4802" fmla="*/ 3042503 w 3760185"/>
              <a:gd name="csY4802" fmla="*/ 404233 h 793834"/>
              <a:gd name="csX4803" fmla="*/ 3046120 w 3760185"/>
              <a:gd name="csY4803" fmla="*/ 404232 h 793834"/>
              <a:gd name="csX4804" fmla="*/ 3045577 w 3760185"/>
              <a:gd name="csY4804" fmla="*/ 455421 h 793834"/>
              <a:gd name="csX4805" fmla="*/ 3045577 w 3760185"/>
              <a:gd name="csY4805" fmla="*/ 488351 h 793834"/>
              <a:gd name="csX4806" fmla="*/ 3044571 w 3760185"/>
              <a:gd name="csY4806" fmla="*/ 404233 h 793834"/>
              <a:gd name="csX4807" fmla="*/ 3051040 w 3760185"/>
              <a:gd name="csY4807" fmla="*/ 404231 h 793834"/>
              <a:gd name="csX4808" fmla="*/ 3051040 w 3760185"/>
              <a:gd name="csY4808" fmla="*/ 427395 h 793834"/>
              <a:gd name="csX4809" fmla="*/ 3049674 w 3760185"/>
              <a:gd name="csY4809" fmla="*/ 421089 h 793834"/>
              <a:gd name="csX4810" fmla="*/ 3049674 w 3760185"/>
              <a:gd name="csY4810" fmla="*/ 404232 h 793834"/>
              <a:gd name="csX4811" fmla="*/ 3052405 w 3760185"/>
              <a:gd name="csY4811" fmla="*/ 404231 h 793834"/>
              <a:gd name="csX4812" fmla="*/ 3052405 w 3760185"/>
              <a:gd name="csY4812" fmla="*/ 427395 h 793834"/>
              <a:gd name="csX4813" fmla="*/ 3051751 w 3760185"/>
              <a:gd name="csY4813" fmla="*/ 404231 h 793834"/>
              <a:gd name="csX4814" fmla="*/ 3060600 w 3760185"/>
              <a:gd name="csY4814" fmla="*/ 404229 h 793834"/>
              <a:gd name="csX4815" fmla="*/ 3060600 w 3760185"/>
              <a:gd name="csY4815" fmla="*/ 435102 h 793834"/>
              <a:gd name="csX4816" fmla="*/ 3060600 w 3760185"/>
              <a:gd name="csY4816" fmla="*/ 436504 h 793834"/>
              <a:gd name="csX4817" fmla="*/ 3059234 w 3760185"/>
              <a:gd name="csY4817" fmla="*/ 510772 h 793834"/>
              <a:gd name="csX4818" fmla="*/ 3059234 w 3760185"/>
              <a:gd name="csY4818" fmla="*/ 437204 h 793834"/>
              <a:gd name="csX4819" fmla="*/ 3057869 w 3760185"/>
              <a:gd name="csY4819" fmla="*/ 459625 h 793834"/>
              <a:gd name="csX4820" fmla="*/ 3057869 w 3760185"/>
              <a:gd name="csY4820" fmla="*/ 409879 h 793834"/>
              <a:gd name="csX4821" fmla="*/ 3056503 w 3760185"/>
              <a:gd name="csY4821" fmla="*/ 465931 h 793834"/>
              <a:gd name="csX4822" fmla="*/ 3056503 w 3760185"/>
              <a:gd name="csY4822" fmla="*/ 433000 h 793834"/>
              <a:gd name="csX4823" fmla="*/ 3055137 w 3760185"/>
              <a:gd name="csY4823" fmla="*/ 473638 h 793834"/>
              <a:gd name="csX4824" fmla="*/ 3055137 w 3760185"/>
              <a:gd name="csY4824" fmla="*/ 460326 h 793834"/>
              <a:gd name="csX4825" fmla="*/ 3053771 w 3760185"/>
              <a:gd name="csY4825" fmla="*/ 464529 h 793834"/>
              <a:gd name="csX4826" fmla="*/ 3053771 w 3760185"/>
              <a:gd name="csY4826" fmla="*/ 421790 h 793834"/>
              <a:gd name="csX4827" fmla="*/ 3053435 w 3760185"/>
              <a:gd name="csY4827" fmla="*/ 404231 h 793834"/>
              <a:gd name="csX4828" fmla="*/ 3056503 w 3760185"/>
              <a:gd name="csY4828" fmla="*/ 404230 h 793834"/>
              <a:gd name="csX4829" fmla="*/ 3062918 w 3760185"/>
              <a:gd name="csY4829" fmla="*/ 404228 h 793834"/>
              <a:gd name="csX4830" fmla="*/ 3061966 w 3760185"/>
              <a:gd name="csY4830" fmla="*/ 496059 h 793834"/>
              <a:gd name="csX4831" fmla="*/ 3061966 w 3760185"/>
              <a:gd name="csY4831" fmla="*/ 412682 h 793834"/>
              <a:gd name="csX4832" fmla="*/ 3061356 w 3760185"/>
              <a:gd name="csY4832" fmla="*/ 404229 h 793834"/>
              <a:gd name="csX4833" fmla="*/ 3064697 w 3760185"/>
              <a:gd name="csY4833" fmla="*/ 404228 h 793834"/>
              <a:gd name="csX4834" fmla="*/ 3064697 w 3760185"/>
              <a:gd name="csY4834" fmla="*/ 417586 h 793834"/>
              <a:gd name="csX4835" fmla="*/ 3064697 w 3760185"/>
              <a:gd name="csY4835" fmla="*/ 460326 h 793834"/>
              <a:gd name="csX4836" fmla="*/ 3063331 w 3760185"/>
              <a:gd name="csY4836" fmla="*/ 429497 h 793834"/>
              <a:gd name="csX4837" fmla="*/ 3063331 w 3760185"/>
              <a:gd name="csY4837" fmla="*/ 416885 h 793834"/>
              <a:gd name="csX4838" fmla="*/ 3063331 w 3760185"/>
              <a:gd name="csY4838" fmla="*/ 415484 h 793834"/>
              <a:gd name="csX4839" fmla="*/ 3063331 w 3760185"/>
              <a:gd name="csY4839" fmla="*/ 404228 h 793834"/>
              <a:gd name="csX4840" fmla="*/ 3067785 w 3760185"/>
              <a:gd name="csY4840" fmla="*/ 404227 h 793834"/>
              <a:gd name="csX4841" fmla="*/ 3067429 w 3760185"/>
              <a:gd name="csY4841" fmla="*/ 418287 h 793834"/>
              <a:gd name="csX4842" fmla="*/ 3067429 w 3760185"/>
              <a:gd name="csY4842" fmla="*/ 447013 h 793834"/>
              <a:gd name="csX4843" fmla="*/ 3066063 w 3760185"/>
              <a:gd name="csY4843" fmla="*/ 463128 h 793834"/>
              <a:gd name="csX4844" fmla="*/ 3066063 w 3760185"/>
              <a:gd name="csY4844" fmla="*/ 532492 h 793834"/>
              <a:gd name="csX4845" fmla="*/ 3064704 w 3760185"/>
              <a:gd name="csY4845" fmla="*/ 404228 h 793834"/>
              <a:gd name="csX4846" fmla="*/ 3071526 w 3760185"/>
              <a:gd name="csY4846" fmla="*/ 404226 h 793834"/>
              <a:gd name="csX4847" fmla="*/ 3071526 w 3760185"/>
              <a:gd name="csY4847" fmla="*/ 455421 h 793834"/>
              <a:gd name="csX4848" fmla="*/ 3070160 w 3760185"/>
              <a:gd name="csY4848" fmla="*/ 481345 h 793834"/>
              <a:gd name="csX4849" fmla="*/ 3070160 w 3760185"/>
              <a:gd name="csY4849" fmla="*/ 464529 h 793834"/>
              <a:gd name="csX4850" fmla="*/ 3068794 w 3760185"/>
              <a:gd name="csY4850" fmla="*/ 463128 h 793834"/>
              <a:gd name="csX4851" fmla="*/ 3068794 w 3760185"/>
              <a:gd name="csY4851" fmla="*/ 404227 h 793834"/>
              <a:gd name="csX4852" fmla="*/ 3074867 w 3760185"/>
              <a:gd name="csY4852" fmla="*/ 404225 h 793834"/>
              <a:gd name="csX4853" fmla="*/ 3074257 w 3760185"/>
              <a:gd name="csY4853" fmla="*/ 456122 h 793834"/>
              <a:gd name="csX4854" fmla="*/ 3074257 w 3760185"/>
              <a:gd name="csY4854" fmla="*/ 469434 h 793834"/>
              <a:gd name="csX4855" fmla="*/ 3074257 w 3760185"/>
              <a:gd name="csY4855" fmla="*/ 535295 h 793834"/>
              <a:gd name="csX4856" fmla="*/ 3072891 w 3760185"/>
              <a:gd name="csY4856" fmla="*/ 411280 h 793834"/>
              <a:gd name="csX4857" fmla="*/ 3072891 w 3760185"/>
              <a:gd name="csY4857" fmla="*/ 496759 h 793834"/>
              <a:gd name="csX4858" fmla="*/ 3071697 w 3760185"/>
              <a:gd name="csY4858" fmla="*/ 404226 h 793834"/>
              <a:gd name="csX4859" fmla="*/ 3078355 w 3760185"/>
              <a:gd name="csY4859" fmla="*/ 404225 h 793834"/>
              <a:gd name="csX4860" fmla="*/ 3078355 w 3760185"/>
              <a:gd name="csY4860" fmla="*/ 435102 h 793834"/>
              <a:gd name="csX4861" fmla="*/ 3076989 w 3760185"/>
              <a:gd name="csY4861" fmla="*/ 552811 h 793834"/>
              <a:gd name="csX4862" fmla="*/ 3076989 w 3760185"/>
              <a:gd name="csY4862" fmla="*/ 564722 h 793834"/>
              <a:gd name="csX4863" fmla="*/ 3075623 w 3760185"/>
              <a:gd name="csY4863" fmla="*/ 453319 h 793834"/>
              <a:gd name="csX4864" fmla="*/ 3075623 w 3760185"/>
              <a:gd name="csY4864" fmla="*/ 404225 h 793834"/>
              <a:gd name="csX4865" fmla="*/ 3079720 w 3760185"/>
              <a:gd name="csY4865" fmla="*/ 404224 h 793834"/>
              <a:gd name="csX4866" fmla="*/ 3079720 w 3760185"/>
              <a:gd name="csY4866" fmla="*/ 415484 h 793834"/>
              <a:gd name="csX4867" fmla="*/ 3078623 w 3760185"/>
              <a:gd name="csY4867" fmla="*/ 404225 h 793834"/>
              <a:gd name="csX4868" fmla="*/ 3081086 w 3760185"/>
              <a:gd name="csY4868" fmla="*/ 404224 h 793834"/>
              <a:gd name="csX4869" fmla="*/ 3081086 w 3760185"/>
              <a:gd name="csY4869" fmla="*/ 468033 h 793834"/>
              <a:gd name="csX4870" fmla="*/ 3080198 w 3760185"/>
              <a:gd name="csY4870" fmla="*/ 404224 h 793834"/>
              <a:gd name="csX4871" fmla="*/ 3087915 w 3760185"/>
              <a:gd name="csY4871" fmla="*/ 404222 h 793834"/>
              <a:gd name="csX4872" fmla="*/ 3087915 w 3760185"/>
              <a:gd name="csY4872" fmla="*/ 520581 h 793834"/>
              <a:gd name="csX4873" fmla="*/ 3086549 w 3760185"/>
              <a:gd name="csY4873" fmla="*/ 444911 h 793834"/>
              <a:gd name="csX4874" fmla="*/ 3086549 w 3760185"/>
              <a:gd name="csY4874" fmla="*/ 488351 h 793834"/>
              <a:gd name="csX4875" fmla="*/ 3085183 w 3760185"/>
              <a:gd name="csY4875" fmla="*/ 430898 h 793834"/>
              <a:gd name="csX4876" fmla="*/ 3085183 w 3760185"/>
              <a:gd name="csY4876" fmla="*/ 428096 h 793834"/>
              <a:gd name="csX4877" fmla="*/ 3083817 w 3760185"/>
              <a:gd name="csY4877" fmla="*/ 438605 h 793834"/>
              <a:gd name="csX4878" fmla="*/ 3083817 w 3760185"/>
              <a:gd name="csY4878" fmla="*/ 451918 h 793834"/>
              <a:gd name="csX4879" fmla="*/ 3083817 w 3760185"/>
              <a:gd name="csY4879" fmla="*/ 540900 h 793834"/>
              <a:gd name="csX4880" fmla="*/ 3082452 w 3760185"/>
              <a:gd name="csY4880" fmla="*/ 489052 h 793834"/>
              <a:gd name="csX4881" fmla="*/ 3082452 w 3760185"/>
              <a:gd name="csY4881" fmla="*/ 531091 h 793834"/>
              <a:gd name="csX4882" fmla="*/ 3081269 w 3760185"/>
              <a:gd name="csY4882" fmla="*/ 404224 h 793834"/>
              <a:gd name="csX4883" fmla="*/ 3089280 w 3760185"/>
              <a:gd name="csY4883" fmla="*/ 404222 h 793834"/>
              <a:gd name="csX4884" fmla="*/ 3089280 w 3760185"/>
              <a:gd name="csY4884" fmla="*/ 450516 h 793834"/>
              <a:gd name="csX4885" fmla="*/ 3088622 w 3760185"/>
              <a:gd name="csY4885" fmla="*/ 404222 h 793834"/>
              <a:gd name="csX4886" fmla="*/ 3093377 w 3760185"/>
              <a:gd name="csY4886" fmla="*/ 404221 h 793834"/>
              <a:gd name="csX4887" fmla="*/ 3093377 w 3760185"/>
              <a:gd name="csY4887" fmla="*/ 404274 h 793834"/>
              <a:gd name="csX4888" fmla="*/ 3092012 w 3760185"/>
              <a:gd name="csY4888" fmla="*/ 433701 h 793834"/>
              <a:gd name="csX4889" fmla="*/ 3092012 w 3760185"/>
              <a:gd name="csY4889" fmla="*/ 493957 h 793834"/>
              <a:gd name="csX4890" fmla="*/ 3090646 w 3760185"/>
              <a:gd name="csY4890" fmla="*/ 496059 h 793834"/>
              <a:gd name="csX4891" fmla="*/ 3090646 w 3760185"/>
              <a:gd name="csY4891" fmla="*/ 503766 h 793834"/>
              <a:gd name="csX4892" fmla="*/ 3089817 w 3760185"/>
              <a:gd name="csY4892" fmla="*/ 404222 h 793834"/>
              <a:gd name="csX4893" fmla="*/ 3094743 w 3760185"/>
              <a:gd name="csY4893" fmla="*/ 404221 h 793834"/>
              <a:gd name="csX4894" fmla="*/ 3094743 w 3760185"/>
              <a:gd name="csY4894" fmla="*/ 557715 h 793834"/>
              <a:gd name="csX4895" fmla="*/ 3093993 w 3760185"/>
              <a:gd name="csY4895" fmla="*/ 404221 h 793834"/>
              <a:gd name="csX4896" fmla="*/ 3096761 w 3760185"/>
              <a:gd name="csY4896" fmla="*/ 404220 h 793834"/>
              <a:gd name="csX4897" fmla="*/ 3096109 w 3760185"/>
              <a:gd name="csY4897" fmla="*/ 476440 h 793834"/>
              <a:gd name="csX4898" fmla="*/ 3096109 w 3760185"/>
              <a:gd name="csY4898" fmla="*/ 460326 h 793834"/>
              <a:gd name="csX4899" fmla="*/ 3096109 w 3760185"/>
              <a:gd name="csY4899" fmla="*/ 458924 h 793834"/>
              <a:gd name="csX4900" fmla="*/ 3096109 w 3760185"/>
              <a:gd name="csY4900" fmla="*/ 458224 h 793834"/>
              <a:gd name="csX4901" fmla="*/ 3095012 w 3760185"/>
              <a:gd name="csY4901" fmla="*/ 404221 h 793834"/>
              <a:gd name="csX4902" fmla="*/ 3097747 w 3760185"/>
              <a:gd name="csY4902" fmla="*/ 404220 h 793834"/>
              <a:gd name="csX4903" fmla="*/ 3097475 w 3760185"/>
              <a:gd name="csY4903" fmla="*/ 419688 h 793834"/>
              <a:gd name="csX4904" fmla="*/ 3097475 w 3760185"/>
              <a:gd name="csY4904" fmla="*/ 404220 h 793834"/>
              <a:gd name="csX4905" fmla="*/ 3103898 w 3760185"/>
              <a:gd name="csY4905" fmla="*/ 404218 h 793834"/>
              <a:gd name="csX4906" fmla="*/ 3102937 w 3760185"/>
              <a:gd name="csY4906" fmla="*/ 495358 h 793834"/>
              <a:gd name="csX4907" fmla="*/ 3102937 w 3760185"/>
              <a:gd name="csY4907" fmla="*/ 405675 h 793834"/>
              <a:gd name="csX4908" fmla="*/ 3101572 w 3760185"/>
              <a:gd name="csY4908" fmla="*/ 409178 h 793834"/>
              <a:gd name="csX4909" fmla="*/ 3101572 w 3760185"/>
              <a:gd name="csY4909" fmla="*/ 457523 h 793834"/>
              <a:gd name="csX4910" fmla="*/ 3100206 w 3760185"/>
              <a:gd name="csY4910" fmla="*/ 544403 h 793834"/>
              <a:gd name="csX4911" fmla="*/ 3100206 w 3760185"/>
              <a:gd name="csY4911" fmla="*/ 496059 h 793834"/>
              <a:gd name="csX4912" fmla="*/ 3098841 w 3760185"/>
              <a:gd name="csY4912" fmla="*/ 507269 h 793834"/>
              <a:gd name="csX4913" fmla="*/ 3098841 w 3760185"/>
              <a:gd name="csY4913" fmla="*/ 404220 h 793834"/>
              <a:gd name="csX4914" fmla="*/ 3106894 w 3760185"/>
              <a:gd name="csY4914" fmla="*/ 404218 h 793834"/>
              <a:gd name="csX4915" fmla="*/ 3105669 w 3760185"/>
              <a:gd name="csY4915" fmla="*/ 519180 h 793834"/>
              <a:gd name="csX4916" fmla="*/ 3105669 w 3760185"/>
              <a:gd name="csY4916" fmla="*/ 404218 h 793834"/>
              <a:gd name="csX4917" fmla="*/ 3107667 w 3760185"/>
              <a:gd name="csY4917" fmla="*/ 404217 h 793834"/>
              <a:gd name="csX4918" fmla="*/ 3107035 w 3760185"/>
              <a:gd name="csY4918" fmla="*/ 429497 h 793834"/>
              <a:gd name="csX4919" fmla="*/ 3107035 w 3760185"/>
              <a:gd name="csY4919" fmla="*/ 404218 h 793834"/>
              <a:gd name="csX4920" fmla="*/ 3109766 w 3760185"/>
              <a:gd name="csY4920" fmla="*/ 404217 h 793834"/>
              <a:gd name="csX4921" fmla="*/ 3109766 w 3760185"/>
              <a:gd name="csY4921" fmla="*/ 453319 h 793834"/>
              <a:gd name="csX4922" fmla="*/ 3108524 w 3760185"/>
              <a:gd name="csY4922" fmla="*/ 404217 h 793834"/>
              <a:gd name="csX4923" fmla="*/ 3111132 w 3760185"/>
              <a:gd name="csY4923" fmla="*/ 404217 h 793834"/>
              <a:gd name="csX4924" fmla="*/ 3111132 w 3760185"/>
              <a:gd name="csY4924" fmla="*/ 491154 h 793834"/>
              <a:gd name="csX4925" fmla="*/ 3109787 w 3760185"/>
              <a:gd name="csY4925" fmla="*/ 404217 h 793834"/>
              <a:gd name="csX4926" fmla="*/ 3114392 w 3760185"/>
              <a:gd name="csY4926" fmla="*/ 404216 h 793834"/>
              <a:gd name="csX4927" fmla="*/ 3113863 w 3760185"/>
              <a:gd name="csY4927" fmla="*/ 441408 h 793834"/>
              <a:gd name="csX4928" fmla="*/ 3113863 w 3760185"/>
              <a:gd name="csY4928" fmla="*/ 428096 h 793834"/>
              <a:gd name="csX4929" fmla="*/ 3112498 w 3760185"/>
              <a:gd name="csY4929" fmla="*/ 428796 h 793834"/>
              <a:gd name="csX4930" fmla="*/ 3112498 w 3760185"/>
              <a:gd name="csY4930" fmla="*/ 411981 h 793834"/>
              <a:gd name="csX4931" fmla="*/ 3112360 w 3760185"/>
              <a:gd name="csY4931" fmla="*/ 404216 h 793834"/>
              <a:gd name="csX4932" fmla="*/ 3112498 w 3760185"/>
              <a:gd name="csY4932" fmla="*/ 404216 h 793834"/>
              <a:gd name="csX4933" fmla="*/ 3115786 w 3760185"/>
              <a:gd name="csY4933" fmla="*/ 404215 h 793834"/>
              <a:gd name="csX4934" fmla="*/ 3115229 w 3760185"/>
              <a:gd name="csY4934" fmla="*/ 436504 h 793834"/>
              <a:gd name="csX4935" fmla="*/ 3115229 w 3760185"/>
              <a:gd name="csY4935" fmla="*/ 404216 h 793834"/>
              <a:gd name="csX4936" fmla="*/ 3119033 w 3760185"/>
              <a:gd name="csY4936" fmla="*/ 404215 h 793834"/>
              <a:gd name="csX4937" fmla="*/ 3117961 w 3760185"/>
              <a:gd name="csY4937" fmla="*/ 460326 h 793834"/>
              <a:gd name="csX4938" fmla="*/ 3117961 w 3760185"/>
              <a:gd name="csY4938" fmla="*/ 425293 h 793834"/>
              <a:gd name="csX4939" fmla="*/ 3116595 w 3760185"/>
              <a:gd name="csY4939" fmla="*/ 507970 h 793834"/>
              <a:gd name="csX4940" fmla="*/ 3116595 w 3760185"/>
              <a:gd name="csY4940" fmla="*/ 416185 h 793834"/>
              <a:gd name="csX4941" fmla="*/ 3116595 w 3760185"/>
              <a:gd name="csY4941" fmla="*/ 404215 h 793834"/>
              <a:gd name="csX4942" fmla="*/ 3119936 w 3760185"/>
              <a:gd name="csY4942" fmla="*/ 404214 h 793834"/>
              <a:gd name="csX4943" fmla="*/ 3119326 w 3760185"/>
              <a:gd name="csY4943" fmla="*/ 459625 h 793834"/>
              <a:gd name="csX4944" fmla="*/ 3119326 w 3760185"/>
              <a:gd name="csY4944" fmla="*/ 404215 h 793834"/>
              <a:gd name="csX4945" fmla="*/ 3126155 w 3760185"/>
              <a:gd name="csY4945" fmla="*/ 404213 h 793834"/>
              <a:gd name="csX4946" fmla="*/ 3126155 w 3760185"/>
              <a:gd name="csY4946" fmla="*/ 419688 h 793834"/>
              <a:gd name="csX4947" fmla="*/ 3124789 w 3760185"/>
              <a:gd name="csY4947" fmla="*/ 424593 h 793834"/>
              <a:gd name="csX4948" fmla="*/ 3124789 w 3760185"/>
              <a:gd name="csY4948" fmla="*/ 487651 h 793834"/>
              <a:gd name="csX4949" fmla="*/ 3123423 w 3760185"/>
              <a:gd name="csY4949" fmla="*/ 430198 h 793834"/>
              <a:gd name="csX4950" fmla="*/ 3123423 w 3760185"/>
              <a:gd name="csY4950" fmla="*/ 404214 h 793834"/>
              <a:gd name="csX4951" fmla="*/ 3128088 w 3760185"/>
              <a:gd name="csY4951" fmla="*/ 404212 h 793834"/>
              <a:gd name="csX4952" fmla="*/ 3127521 w 3760185"/>
              <a:gd name="csY4952" fmla="*/ 417586 h 793834"/>
              <a:gd name="csX4953" fmla="*/ 3127521 w 3760185"/>
              <a:gd name="csY4953" fmla="*/ 404213 h 793834"/>
              <a:gd name="csX4954" fmla="*/ 3131618 w 3760185"/>
              <a:gd name="csY4954" fmla="*/ 404212 h 793834"/>
              <a:gd name="csX4955" fmla="*/ 3131618 w 3760185"/>
              <a:gd name="csY4955" fmla="*/ 410580 h 793834"/>
              <a:gd name="csX4956" fmla="*/ 3130252 w 3760185"/>
              <a:gd name="csY4956" fmla="*/ 428796 h 793834"/>
              <a:gd name="csX4957" fmla="*/ 3130252 w 3760185"/>
              <a:gd name="csY4957" fmla="*/ 416885 h 793834"/>
              <a:gd name="csX4958" fmla="*/ 3130252 w 3760185"/>
              <a:gd name="csY4958" fmla="*/ 415484 h 793834"/>
              <a:gd name="csX4959" fmla="*/ 3129764 w 3760185"/>
              <a:gd name="csY4959" fmla="*/ 404212 h 793834"/>
              <a:gd name="csX4960" fmla="*/ 3133390 w 3760185"/>
              <a:gd name="csY4960" fmla="*/ 404211 h 793834"/>
              <a:gd name="csX4961" fmla="*/ 3132984 w 3760185"/>
              <a:gd name="csY4961" fmla="*/ 458224 h 793834"/>
              <a:gd name="csX4962" fmla="*/ 3132984 w 3760185"/>
              <a:gd name="csY4962" fmla="*/ 404211 h 793834"/>
              <a:gd name="csX4963" fmla="*/ 3135715 w 3760185"/>
              <a:gd name="csY4963" fmla="*/ 404211 h 793834"/>
              <a:gd name="csX4964" fmla="*/ 3135715 w 3760185"/>
              <a:gd name="csY4964" fmla="*/ 404974 h 793834"/>
              <a:gd name="csX4965" fmla="*/ 3134349 w 3760185"/>
              <a:gd name="csY4965" fmla="*/ 461026 h 793834"/>
              <a:gd name="csX4966" fmla="*/ 3134349 w 3760185"/>
              <a:gd name="csY4966" fmla="*/ 404211 h 793834"/>
              <a:gd name="csX4967" fmla="*/ 3137532 w 3760185"/>
              <a:gd name="csY4967" fmla="*/ 404210 h 793834"/>
              <a:gd name="csX4968" fmla="*/ 3137081 w 3760185"/>
              <a:gd name="csY4968" fmla="*/ 444211 h 793834"/>
              <a:gd name="csX4969" fmla="*/ 3137081 w 3760185"/>
              <a:gd name="csY4969" fmla="*/ 404210 h 793834"/>
              <a:gd name="csX4970" fmla="*/ 3140843 w 3760185"/>
              <a:gd name="csY4970" fmla="*/ 404209 h 793834"/>
              <a:gd name="csX4971" fmla="*/ 3139812 w 3760185"/>
              <a:gd name="csY4971" fmla="*/ 440707 h 793834"/>
              <a:gd name="csX4972" fmla="*/ 3139812 w 3760185"/>
              <a:gd name="csY4972" fmla="*/ 416185 h 793834"/>
              <a:gd name="csX4973" fmla="*/ 3139673 w 3760185"/>
              <a:gd name="csY4973" fmla="*/ 404210 h 793834"/>
              <a:gd name="csX4974" fmla="*/ 3139812 w 3760185"/>
              <a:gd name="csY4974" fmla="*/ 404210 h 793834"/>
              <a:gd name="csX4975" fmla="*/ 3145028 w 3760185"/>
              <a:gd name="csY4975" fmla="*/ 404208 h 793834"/>
              <a:gd name="csX4976" fmla="*/ 3143909 w 3760185"/>
              <a:gd name="csY4976" fmla="*/ 496059 h 793834"/>
              <a:gd name="csX4977" fmla="*/ 3143909 w 3760185"/>
              <a:gd name="csY4977" fmla="*/ 425293 h 793834"/>
              <a:gd name="csX4978" fmla="*/ 3143641 w 3760185"/>
              <a:gd name="csY4978" fmla="*/ 404209 h 793834"/>
              <a:gd name="csX4979" fmla="*/ 3149373 w 3760185"/>
              <a:gd name="csY4979" fmla="*/ 404207 h 793834"/>
              <a:gd name="csX4980" fmla="*/ 3149373 w 3760185"/>
              <a:gd name="csY4980" fmla="*/ 407777 h 793834"/>
              <a:gd name="csX4981" fmla="*/ 3149264 w 3760185"/>
              <a:gd name="csY4981" fmla="*/ 404207 h 793834"/>
              <a:gd name="csX4982" fmla="*/ 3152314 w 3760185"/>
              <a:gd name="csY4982" fmla="*/ 404207 h 793834"/>
              <a:gd name="csX4983" fmla="*/ 3152104 w 3760185"/>
              <a:gd name="csY4983" fmla="*/ 418287 h 793834"/>
              <a:gd name="csX4984" fmla="*/ 3152104 w 3760185"/>
              <a:gd name="csY4984" fmla="*/ 404207 h 793834"/>
              <a:gd name="csX4985" fmla="*/ 3156201 w 3760185"/>
              <a:gd name="csY4985" fmla="*/ 404206 h 793834"/>
              <a:gd name="csX4986" fmla="*/ 3156201 w 3760185"/>
              <a:gd name="csY4986" fmla="*/ 532492 h 793834"/>
              <a:gd name="csX4987" fmla="*/ 3154951 w 3760185"/>
              <a:gd name="csY4987" fmla="*/ 404206 h 793834"/>
              <a:gd name="csX4988" fmla="*/ 3159261 w 3760185"/>
              <a:gd name="csY4988" fmla="*/ 404205 h 793834"/>
              <a:gd name="csX4989" fmla="*/ 3158933 w 3760185"/>
              <a:gd name="csY4989" fmla="*/ 423892 h 793834"/>
              <a:gd name="csX4990" fmla="*/ 3158933 w 3760185"/>
              <a:gd name="csY4990" fmla="*/ 439306 h 793834"/>
              <a:gd name="csX4991" fmla="*/ 3158213 w 3760185"/>
              <a:gd name="csY4991" fmla="*/ 404205 h 793834"/>
              <a:gd name="csX4992" fmla="*/ 3160487 w 3760185"/>
              <a:gd name="csY4992" fmla="*/ 404205 h 793834"/>
              <a:gd name="csX4993" fmla="*/ 3160298 w 3760185"/>
              <a:gd name="csY4993" fmla="*/ 423892 h 793834"/>
              <a:gd name="csX4994" fmla="*/ 3160298 w 3760185"/>
              <a:gd name="csY4994" fmla="*/ 404205 h 793834"/>
              <a:gd name="csX4995" fmla="*/ 3163030 w 3760185"/>
              <a:gd name="csY4995" fmla="*/ 404204 h 793834"/>
              <a:gd name="csX4996" fmla="*/ 3163030 w 3760185"/>
              <a:gd name="csY4996" fmla="*/ 444211 h 793834"/>
              <a:gd name="csX4997" fmla="*/ 3161664 w 3760185"/>
              <a:gd name="csY4997" fmla="*/ 411981 h 793834"/>
              <a:gd name="csX4998" fmla="*/ 3161664 w 3760185"/>
              <a:gd name="csY4998" fmla="*/ 404204 h 793834"/>
              <a:gd name="csX4999" fmla="*/ 3170089 w 3760185"/>
              <a:gd name="csY4999" fmla="*/ 404202 h 793834"/>
              <a:gd name="csX5000" fmla="*/ 3169858 w 3760185"/>
              <a:gd name="csY5000" fmla="*/ 409879 h 793834"/>
              <a:gd name="csX5001" fmla="*/ 3169858 w 3760185"/>
              <a:gd name="csY5001" fmla="*/ 425293 h 793834"/>
              <a:gd name="csX5002" fmla="*/ 3168493 w 3760185"/>
              <a:gd name="csY5002" fmla="*/ 428796 h 793834"/>
              <a:gd name="csX5003" fmla="*/ 3168493 w 3760185"/>
              <a:gd name="csY5003" fmla="*/ 561919 h 793834"/>
              <a:gd name="csX5004" fmla="*/ 3167127 w 3760185"/>
              <a:gd name="csY5004" fmla="*/ 475039 h 793834"/>
              <a:gd name="csX5005" fmla="*/ 3167127 w 3760185"/>
              <a:gd name="csY5005" fmla="*/ 440707 h 793834"/>
              <a:gd name="csX5006" fmla="*/ 3165761 w 3760185"/>
              <a:gd name="csY5006" fmla="*/ 491855 h 793834"/>
              <a:gd name="csX5007" fmla="*/ 3165761 w 3760185"/>
              <a:gd name="csY5007" fmla="*/ 404203 h 793834"/>
              <a:gd name="csX5008" fmla="*/ 3167127 w 3760185"/>
              <a:gd name="csY5008" fmla="*/ 404203 h 793834"/>
              <a:gd name="csX5009" fmla="*/ 3173833 w 3760185"/>
              <a:gd name="csY5009" fmla="*/ 404201 h 793834"/>
              <a:gd name="csX5010" fmla="*/ 3172590 w 3760185"/>
              <a:gd name="csY5010" fmla="*/ 510071 h 793834"/>
              <a:gd name="csX5011" fmla="*/ 3172590 w 3760185"/>
              <a:gd name="csY5011" fmla="*/ 404974 h 793834"/>
              <a:gd name="csX5012" fmla="*/ 3172543 w 3760185"/>
              <a:gd name="csY5012" fmla="*/ 404202 h 793834"/>
              <a:gd name="csX5013" fmla="*/ 3172590 w 3760185"/>
              <a:gd name="csY5013" fmla="*/ 404202 h 793834"/>
              <a:gd name="csX5014" fmla="*/ 3177701 w 3760185"/>
              <a:gd name="csY5014" fmla="*/ 404200 h 793834"/>
              <a:gd name="csX5015" fmla="*/ 3176687 w 3760185"/>
              <a:gd name="csY5015" fmla="*/ 464529 h 793834"/>
              <a:gd name="csX5016" fmla="*/ 3176687 w 3760185"/>
              <a:gd name="csY5016" fmla="*/ 468733 h 793834"/>
              <a:gd name="csX5017" fmla="*/ 3175321 w 3760185"/>
              <a:gd name="csY5017" fmla="*/ 512173 h 793834"/>
              <a:gd name="csX5018" fmla="*/ 3175321 w 3760185"/>
              <a:gd name="csY5018" fmla="*/ 496059 h 793834"/>
              <a:gd name="csX5019" fmla="*/ 3174166 w 3760185"/>
              <a:gd name="csY5019" fmla="*/ 404201 h 793834"/>
              <a:gd name="csX5020" fmla="*/ 3179419 w 3760185"/>
              <a:gd name="csY5020" fmla="*/ 404200 h 793834"/>
              <a:gd name="csX5021" fmla="*/ 3179419 w 3760185"/>
              <a:gd name="csY5021" fmla="*/ 464529 h 793834"/>
              <a:gd name="csX5022" fmla="*/ 3178053 w 3760185"/>
              <a:gd name="csY5022" fmla="*/ 478542 h 793834"/>
              <a:gd name="csX5023" fmla="*/ 3178053 w 3760185"/>
              <a:gd name="csY5023" fmla="*/ 463128 h 793834"/>
              <a:gd name="csX5024" fmla="*/ 3178053 w 3760185"/>
              <a:gd name="csY5024" fmla="*/ 404200 h 793834"/>
              <a:gd name="csX5025" fmla="*/ 3182974 w 3760185"/>
              <a:gd name="csY5025" fmla="*/ 404199 h 793834"/>
              <a:gd name="csX5026" fmla="*/ 3182150 w 3760185"/>
              <a:gd name="csY5026" fmla="*/ 476440 h 793834"/>
              <a:gd name="csX5027" fmla="*/ 3182150 w 3760185"/>
              <a:gd name="csY5027" fmla="*/ 437905 h 793834"/>
              <a:gd name="csX5028" fmla="*/ 3180784 w 3760185"/>
              <a:gd name="csY5028" fmla="*/ 441408 h 793834"/>
              <a:gd name="csX5029" fmla="*/ 3180784 w 3760185"/>
              <a:gd name="csY5029" fmla="*/ 429497 h 793834"/>
              <a:gd name="csX5030" fmla="*/ 3180254 w 3760185"/>
              <a:gd name="csY5030" fmla="*/ 404200 h 793834"/>
              <a:gd name="csX5031" fmla="*/ 3182150 w 3760185"/>
              <a:gd name="csY5031" fmla="*/ 404199 h 793834"/>
              <a:gd name="csX5032" fmla="*/ 3184881 w 3760185"/>
              <a:gd name="csY5032" fmla="*/ 404199 h 793834"/>
              <a:gd name="csX5033" fmla="*/ 3184881 w 3760185"/>
              <a:gd name="csY5033" fmla="*/ 443510 h 793834"/>
              <a:gd name="csX5034" fmla="*/ 3183516 w 3760185"/>
              <a:gd name="csY5034" fmla="*/ 421089 h 793834"/>
              <a:gd name="csX5035" fmla="*/ 3183516 w 3760185"/>
              <a:gd name="csY5035" fmla="*/ 404199 h 793834"/>
              <a:gd name="csX5036" fmla="*/ 3187613 w 3760185"/>
              <a:gd name="csY5036" fmla="*/ 404198 h 793834"/>
              <a:gd name="csX5037" fmla="*/ 3187613 w 3760185"/>
              <a:gd name="csY5037" fmla="*/ 507269 h 793834"/>
              <a:gd name="csX5038" fmla="*/ 3186247 w 3760185"/>
              <a:gd name="csY5038" fmla="*/ 455421 h 793834"/>
              <a:gd name="csX5039" fmla="*/ 3186247 w 3760185"/>
              <a:gd name="csY5039" fmla="*/ 496059 h 793834"/>
              <a:gd name="csX5040" fmla="*/ 3185640 w 3760185"/>
              <a:gd name="csY5040" fmla="*/ 404198 h 793834"/>
              <a:gd name="csX5041" fmla="*/ 3193076 w 3760185"/>
              <a:gd name="csY5041" fmla="*/ 404197 h 793834"/>
              <a:gd name="csX5042" fmla="*/ 3193076 w 3760185"/>
              <a:gd name="csY5042" fmla="*/ 465230 h 793834"/>
              <a:gd name="csX5043" fmla="*/ 3191710 w 3760185"/>
              <a:gd name="csY5043" fmla="*/ 410580 h 793834"/>
              <a:gd name="csX5044" fmla="*/ 3191710 w 3760185"/>
              <a:gd name="csY5044" fmla="*/ 533893 h 793834"/>
              <a:gd name="csX5045" fmla="*/ 3190344 w 3760185"/>
              <a:gd name="csY5045" fmla="*/ 458224 h 793834"/>
              <a:gd name="csX5046" fmla="*/ 3190344 w 3760185"/>
              <a:gd name="csY5046" fmla="*/ 447714 h 793834"/>
              <a:gd name="csX5047" fmla="*/ 3189626 w 3760185"/>
              <a:gd name="csY5047" fmla="*/ 404197 h 793834"/>
              <a:gd name="csX5048" fmla="*/ 3191710 w 3760185"/>
              <a:gd name="csY5048" fmla="*/ 404197 h 793834"/>
              <a:gd name="csX5049" fmla="*/ 3194441 w 3760185"/>
              <a:gd name="csY5049" fmla="*/ 404196 h 793834"/>
              <a:gd name="csX5050" fmla="*/ 3194441 w 3760185"/>
              <a:gd name="csY5050" fmla="*/ 413382 h 793834"/>
              <a:gd name="csX5051" fmla="*/ 3194441 w 3760185"/>
              <a:gd name="csY5051" fmla="*/ 447013 h 793834"/>
              <a:gd name="csX5052" fmla="*/ 3194441 w 3760185"/>
              <a:gd name="csY5052" fmla="*/ 493957 h 793834"/>
              <a:gd name="csX5053" fmla="*/ 3193526 w 3760185"/>
              <a:gd name="csY5053" fmla="*/ 404197 h 793834"/>
              <a:gd name="csX5054" fmla="*/ 3196484 w 3760185"/>
              <a:gd name="csY5054" fmla="*/ 404196 h 793834"/>
              <a:gd name="csX5055" fmla="*/ 3195807 w 3760185"/>
              <a:gd name="csY5055" fmla="*/ 432300 h 793834"/>
              <a:gd name="csX5056" fmla="*/ 3195807 w 3760185"/>
              <a:gd name="csY5056" fmla="*/ 440707 h 793834"/>
              <a:gd name="csX5057" fmla="*/ 3194580 w 3760185"/>
              <a:gd name="csY5057" fmla="*/ 404196 h 793834"/>
              <a:gd name="csX5058" fmla="*/ 3198154 w 3760185"/>
              <a:gd name="csY5058" fmla="*/ 404195 h 793834"/>
              <a:gd name="csX5059" fmla="*/ 3197173 w 3760185"/>
              <a:gd name="csY5059" fmla="*/ 437905 h 793834"/>
              <a:gd name="csX5060" fmla="*/ 3197173 w 3760185"/>
              <a:gd name="csY5060" fmla="*/ 404196 h 793834"/>
              <a:gd name="csX5061" fmla="*/ 3199905 w 3760185"/>
              <a:gd name="csY5061" fmla="*/ 404195 h 793834"/>
              <a:gd name="csX5062" fmla="*/ 3199905 w 3760185"/>
              <a:gd name="csY5062" fmla="*/ 437204 h 793834"/>
              <a:gd name="csX5063" fmla="*/ 3198539 w 3760185"/>
              <a:gd name="csY5063" fmla="*/ 496059 h 793834"/>
              <a:gd name="csX5064" fmla="*/ 3198539 w 3760185"/>
              <a:gd name="csY5064" fmla="*/ 404195 h 793834"/>
              <a:gd name="csX5065" fmla="*/ 3201270 w 3760185"/>
              <a:gd name="csY5065" fmla="*/ 404195 h 793834"/>
              <a:gd name="csX5066" fmla="*/ 3201270 w 3760185"/>
              <a:gd name="csY5066" fmla="*/ 432300 h 793834"/>
              <a:gd name="csX5067" fmla="*/ 3200326 w 3760185"/>
              <a:gd name="csY5067" fmla="*/ 404195 h 793834"/>
              <a:gd name="csX5068" fmla="*/ 3210830 w 3760185"/>
              <a:gd name="csY5068" fmla="*/ 404192 h 793834"/>
              <a:gd name="csX5069" fmla="*/ 3210830 w 3760185"/>
              <a:gd name="csY5069" fmla="*/ 424593 h 793834"/>
              <a:gd name="csX5070" fmla="*/ 3209465 w 3760185"/>
              <a:gd name="csY5070" fmla="*/ 504466 h 793834"/>
              <a:gd name="csX5071" fmla="*/ 3209465 w 3760185"/>
              <a:gd name="csY5071" fmla="*/ 415484 h 793834"/>
              <a:gd name="csX5072" fmla="*/ 3208099 w 3760185"/>
              <a:gd name="csY5072" fmla="*/ 466631 h 793834"/>
              <a:gd name="csX5073" fmla="*/ 3208099 w 3760185"/>
              <a:gd name="csY5073" fmla="*/ 542301 h 793834"/>
              <a:gd name="csX5074" fmla="*/ 3206733 w 3760185"/>
              <a:gd name="csY5074" fmla="*/ 485549 h 793834"/>
              <a:gd name="csX5075" fmla="*/ 3206733 w 3760185"/>
              <a:gd name="csY5075" fmla="*/ 451217 h 793834"/>
              <a:gd name="csX5076" fmla="*/ 3205367 w 3760185"/>
              <a:gd name="csY5076" fmla="*/ 449816 h 793834"/>
              <a:gd name="csX5077" fmla="*/ 3205367 w 3760185"/>
              <a:gd name="csY5077" fmla="*/ 431599 h 793834"/>
              <a:gd name="csX5078" fmla="*/ 3204001 w 3760185"/>
              <a:gd name="csY5078" fmla="*/ 489753 h 793834"/>
              <a:gd name="csX5079" fmla="*/ 3204001 w 3760185"/>
              <a:gd name="csY5079" fmla="*/ 416185 h 793834"/>
              <a:gd name="csX5080" fmla="*/ 3203293 w 3760185"/>
              <a:gd name="csY5080" fmla="*/ 404194 h 793834"/>
              <a:gd name="csX5081" fmla="*/ 3214927 w 3760185"/>
              <a:gd name="csY5081" fmla="*/ 404191 h 793834"/>
              <a:gd name="csX5082" fmla="*/ 3214927 w 3760185"/>
              <a:gd name="csY5082" fmla="*/ 457523 h 793834"/>
              <a:gd name="csX5083" fmla="*/ 3213562 w 3760185"/>
              <a:gd name="csY5083" fmla="*/ 462427 h 793834"/>
              <a:gd name="csX5084" fmla="*/ 3213562 w 3760185"/>
              <a:gd name="csY5084" fmla="*/ 404192 h 793834"/>
              <a:gd name="csX5085" fmla="*/ 3218782 w 3760185"/>
              <a:gd name="csY5085" fmla="*/ 404190 h 793834"/>
              <a:gd name="csX5086" fmla="*/ 3217659 w 3760185"/>
              <a:gd name="csY5086" fmla="*/ 458924 h 793834"/>
              <a:gd name="csX5087" fmla="*/ 3217659 w 3760185"/>
              <a:gd name="csY5087" fmla="*/ 430198 h 793834"/>
              <a:gd name="csX5088" fmla="*/ 3216293 w 3760185"/>
              <a:gd name="csY5088" fmla="*/ 448415 h 793834"/>
              <a:gd name="csX5089" fmla="*/ 3216293 w 3760185"/>
              <a:gd name="csY5089" fmla="*/ 404191 h 793834"/>
              <a:gd name="csX5090" fmla="*/ 3221681 w 3760185"/>
              <a:gd name="csY5090" fmla="*/ 404190 h 793834"/>
              <a:gd name="csX5091" fmla="*/ 3220390 w 3760185"/>
              <a:gd name="csY5091" fmla="*/ 426694 h 793834"/>
              <a:gd name="csX5092" fmla="*/ 3220390 w 3760185"/>
              <a:gd name="csY5092" fmla="*/ 512874 h 793834"/>
              <a:gd name="csX5093" fmla="*/ 3219493 w 3760185"/>
              <a:gd name="csY5093" fmla="*/ 404190 h 793834"/>
              <a:gd name="csX5094" fmla="*/ 3220390 w 3760185"/>
              <a:gd name="csY5094" fmla="*/ 404190 h 793834"/>
              <a:gd name="csX5095" fmla="*/ 3224487 w 3760185"/>
              <a:gd name="csY5095" fmla="*/ 404189 h 793834"/>
              <a:gd name="csX5096" fmla="*/ 3224487 w 3760185"/>
              <a:gd name="csY5096" fmla="*/ 418287 h 793834"/>
              <a:gd name="csX5097" fmla="*/ 3223122 w 3760185"/>
              <a:gd name="csY5097" fmla="*/ 412682 h 793834"/>
              <a:gd name="csX5098" fmla="*/ 3223122 w 3760185"/>
              <a:gd name="csY5098" fmla="*/ 418287 h 793834"/>
              <a:gd name="csX5099" fmla="*/ 3222594 w 3760185"/>
              <a:gd name="csY5099" fmla="*/ 404189 h 793834"/>
              <a:gd name="csX5100" fmla="*/ 3227219 w 3760185"/>
              <a:gd name="csY5100" fmla="*/ 404188 h 793834"/>
              <a:gd name="csX5101" fmla="*/ 3227219 w 3760185"/>
              <a:gd name="csY5101" fmla="*/ 423191 h 793834"/>
              <a:gd name="csX5102" fmla="*/ 3225853 w 3760185"/>
              <a:gd name="csY5102" fmla="*/ 476440 h 793834"/>
              <a:gd name="csX5103" fmla="*/ 3225853 w 3760185"/>
              <a:gd name="csY5103" fmla="*/ 404189 h 793834"/>
              <a:gd name="csX5104" fmla="*/ 3231310 w 3760185"/>
              <a:gd name="csY5104" fmla="*/ 404187 h 793834"/>
              <a:gd name="csX5105" fmla="*/ 3229951 w 3760185"/>
              <a:gd name="csY5105" fmla="*/ 543002 h 793834"/>
              <a:gd name="csX5106" fmla="*/ 3229951 w 3760185"/>
              <a:gd name="csY5106" fmla="*/ 425293 h 793834"/>
              <a:gd name="csX5107" fmla="*/ 3229111 w 3760185"/>
              <a:gd name="csY5107" fmla="*/ 404188 h 793834"/>
              <a:gd name="csX5108" fmla="*/ 3231569 w 3760185"/>
              <a:gd name="csY5108" fmla="*/ 404187 h 793834"/>
              <a:gd name="csX5109" fmla="*/ 3231316 w 3760185"/>
              <a:gd name="csY5109" fmla="*/ 411981 h 793834"/>
              <a:gd name="csX5110" fmla="*/ 3231316 w 3760185"/>
              <a:gd name="csY5110" fmla="*/ 404187 h 793834"/>
              <a:gd name="csX5111" fmla="*/ 3234703 w 3760185"/>
              <a:gd name="csY5111" fmla="*/ 404186 h 793834"/>
              <a:gd name="csX5112" fmla="*/ 3234048 w 3760185"/>
              <a:gd name="csY5112" fmla="*/ 444211 h 793834"/>
              <a:gd name="csX5113" fmla="*/ 3234048 w 3760185"/>
              <a:gd name="csY5113" fmla="*/ 409879 h 793834"/>
              <a:gd name="csX5114" fmla="*/ 3233255 w 3760185"/>
              <a:gd name="csY5114" fmla="*/ 404187 h 793834"/>
              <a:gd name="csX5115" fmla="*/ 3239511 w 3760185"/>
              <a:gd name="csY5115" fmla="*/ 404185 h 793834"/>
              <a:gd name="csX5116" fmla="*/ 3239511 w 3760185"/>
              <a:gd name="csY5116" fmla="*/ 427395 h 793834"/>
              <a:gd name="csX5117" fmla="*/ 3239014 w 3760185"/>
              <a:gd name="csY5117" fmla="*/ 404185 h 793834"/>
              <a:gd name="csX5118" fmla="*/ 3242242 w 3760185"/>
              <a:gd name="csY5118" fmla="*/ 404185 h 793834"/>
              <a:gd name="csX5119" fmla="*/ 3242242 w 3760185"/>
              <a:gd name="csY5119" fmla="*/ 427395 h 793834"/>
              <a:gd name="csX5120" fmla="*/ 3241728 w 3760185"/>
              <a:gd name="csY5120" fmla="*/ 404185 h 793834"/>
              <a:gd name="csX5121" fmla="*/ 3247127 w 3760185"/>
              <a:gd name="csY5121" fmla="*/ 404183 h 793834"/>
              <a:gd name="csX5122" fmla="*/ 3246339 w 3760185"/>
              <a:gd name="csY5122" fmla="*/ 544403 h 793834"/>
              <a:gd name="csX5123" fmla="*/ 3246339 w 3760185"/>
              <a:gd name="csY5123" fmla="*/ 412682 h 793834"/>
              <a:gd name="csX5124" fmla="*/ 3246190 w 3760185"/>
              <a:gd name="csY5124" fmla="*/ 404184 h 793834"/>
              <a:gd name="csX5125" fmla="*/ 3249071 w 3760185"/>
              <a:gd name="csY5125" fmla="*/ 404183 h 793834"/>
              <a:gd name="csX5126" fmla="*/ 3249071 w 3760185"/>
              <a:gd name="csY5126" fmla="*/ 414783 h 793834"/>
              <a:gd name="csX5127" fmla="*/ 3247705 w 3760185"/>
              <a:gd name="csY5127" fmla="*/ 480644 h 793834"/>
              <a:gd name="csX5128" fmla="*/ 3247705 w 3760185"/>
              <a:gd name="csY5128" fmla="*/ 404183 h 793834"/>
              <a:gd name="csX5129" fmla="*/ 3254533 w 3760185"/>
              <a:gd name="csY5129" fmla="*/ 404182 h 793834"/>
              <a:gd name="csX5130" fmla="*/ 3254533 w 3760185"/>
              <a:gd name="csY5130" fmla="*/ 426694 h 793834"/>
              <a:gd name="csX5131" fmla="*/ 3253168 w 3760185"/>
              <a:gd name="csY5131" fmla="*/ 430198 h 793834"/>
              <a:gd name="csX5132" fmla="*/ 3253168 w 3760185"/>
              <a:gd name="csY5132" fmla="*/ 404182 h 793834"/>
              <a:gd name="csX5133" fmla="*/ 3258040 w 3760185"/>
              <a:gd name="csY5133" fmla="*/ 404181 h 793834"/>
              <a:gd name="csX5134" fmla="*/ 3257265 w 3760185"/>
              <a:gd name="csY5134" fmla="*/ 434402 h 793834"/>
              <a:gd name="csX5135" fmla="*/ 3257265 w 3760185"/>
              <a:gd name="csY5135" fmla="*/ 419688 h 793834"/>
              <a:gd name="csX5136" fmla="*/ 3257087 w 3760185"/>
              <a:gd name="csY5136" fmla="*/ 404181 h 793834"/>
              <a:gd name="csX5137" fmla="*/ 3257265 w 3760185"/>
              <a:gd name="csY5137" fmla="*/ 404181 h 793834"/>
              <a:gd name="csX5138" fmla="*/ 3260681 w 3760185"/>
              <a:gd name="csY5138" fmla="*/ 404180 h 793834"/>
              <a:gd name="csX5139" fmla="*/ 3259997 w 3760185"/>
              <a:gd name="csY5139" fmla="*/ 465931 h 793834"/>
              <a:gd name="csX5140" fmla="*/ 3259997 w 3760185"/>
              <a:gd name="csY5140" fmla="*/ 410580 h 793834"/>
              <a:gd name="csX5141" fmla="*/ 3258631 w 3760185"/>
              <a:gd name="csY5141" fmla="*/ 467332 h 793834"/>
              <a:gd name="csX5142" fmla="*/ 3258631 w 3760185"/>
              <a:gd name="csY5142" fmla="*/ 404181 h 793834"/>
              <a:gd name="csX5143" fmla="*/ 3262862 w 3760185"/>
              <a:gd name="csY5143" fmla="*/ 404180 h 793834"/>
              <a:gd name="csX5144" fmla="*/ 3262728 w 3760185"/>
              <a:gd name="csY5144" fmla="*/ 423892 h 793834"/>
              <a:gd name="csX5145" fmla="*/ 3262728 w 3760185"/>
              <a:gd name="csY5145" fmla="*/ 404180 h 793834"/>
              <a:gd name="csX5146" fmla="*/ 3265151 w 3760185"/>
              <a:gd name="csY5146" fmla="*/ 404179 h 793834"/>
              <a:gd name="csX5147" fmla="*/ 3264094 w 3760185"/>
              <a:gd name="csY5147" fmla="*/ 463829 h 793834"/>
              <a:gd name="csX5148" fmla="*/ 3264094 w 3760185"/>
              <a:gd name="csY5148" fmla="*/ 404179 h 793834"/>
              <a:gd name="csX5149" fmla="*/ 3269557 w 3760185"/>
              <a:gd name="csY5149" fmla="*/ 404178 h 793834"/>
              <a:gd name="csX5150" fmla="*/ 3269557 w 3760185"/>
              <a:gd name="csY5150" fmla="*/ 451217 h 793834"/>
              <a:gd name="csX5151" fmla="*/ 3268191 w 3760185"/>
              <a:gd name="csY5151" fmla="*/ 411981 h 793834"/>
              <a:gd name="csX5152" fmla="*/ 3268191 w 3760185"/>
              <a:gd name="csY5152" fmla="*/ 446313 h 793834"/>
              <a:gd name="csX5153" fmla="*/ 3266825 w 3760185"/>
              <a:gd name="csY5153" fmla="*/ 419688 h 793834"/>
              <a:gd name="csX5154" fmla="*/ 3266825 w 3760185"/>
              <a:gd name="csY5154" fmla="*/ 404179 h 793834"/>
              <a:gd name="csX5155" fmla="*/ 3270922 w 3760185"/>
              <a:gd name="csY5155" fmla="*/ 404178 h 793834"/>
              <a:gd name="csX5156" fmla="*/ 3270922 w 3760185"/>
              <a:gd name="csY5156" fmla="*/ 427395 h 793834"/>
              <a:gd name="csX5157" fmla="*/ 3270035 w 3760185"/>
              <a:gd name="csY5157" fmla="*/ 404178 h 793834"/>
              <a:gd name="csX5158" fmla="*/ 3273654 w 3760185"/>
              <a:gd name="csY5158" fmla="*/ 404177 h 793834"/>
              <a:gd name="csX5159" fmla="*/ 3273654 w 3760185"/>
              <a:gd name="csY5159" fmla="*/ 409178 h 793834"/>
              <a:gd name="csX5160" fmla="*/ 3272288 w 3760185"/>
              <a:gd name="csY5160" fmla="*/ 471536 h 793834"/>
              <a:gd name="csX5161" fmla="*/ 3272288 w 3760185"/>
              <a:gd name="csY5161" fmla="*/ 425994 h 793834"/>
              <a:gd name="csX5162" fmla="*/ 3271997 w 3760185"/>
              <a:gd name="csY5162" fmla="*/ 404177 h 793834"/>
              <a:gd name="csX5163" fmla="*/ 3275019 w 3760185"/>
              <a:gd name="csY5163" fmla="*/ 404177 h 793834"/>
              <a:gd name="csX5164" fmla="*/ 3275019 w 3760185"/>
              <a:gd name="csY5164" fmla="*/ 501664 h 793834"/>
              <a:gd name="csX5165" fmla="*/ 3273761 w 3760185"/>
              <a:gd name="csY5165" fmla="*/ 404177 h 793834"/>
              <a:gd name="csX5166" fmla="*/ 3276385 w 3760185"/>
              <a:gd name="csY5166" fmla="*/ 404176 h 793834"/>
              <a:gd name="csX5167" fmla="*/ 3276385 w 3760185"/>
              <a:gd name="csY5167" fmla="*/ 463128 h 793834"/>
              <a:gd name="csX5168" fmla="*/ 3275394 w 3760185"/>
              <a:gd name="csY5168" fmla="*/ 404177 h 793834"/>
              <a:gd name="csX5169" fmla="*/ 3279117 w 3760185"/>
              <a:gd name="csY5169" fmla="*/ 404176 h 793834"/>
              <a:gd name="csX5170" fmla="*/ 3279117 w 3760185"/>
              <a:gd name="csY5170" fmla="*/ 412682 h 793834"/>
              <a:gd name="csX5171" fmla="*/ 3277751 w 3760185"/>
              <a:gd name="csY5171" fmla="*/ 449115 h 793834"/>
              <a:gd name="csX5172" fmla="*/ 3277751 w 3760185"/>
              <a:gd name="csY5172" fmla="*/ 428096 h 793834"/>
              <a:gd name="csX5173" fmla="*/ 3277145 w 3760185"/>
              <a:gd name="csY5173" fmla="*/ 404176 h 793834"/>
              <a:gd name="csX5174" fmla="*/ 3283214 w 3760185"/>
              <a:gd name="csY5174" fmla="*/ 404175 h 793834"/>
              <a:gd name="csX5175" fmla="*/ 3283214 w 3760185"/>
              <a:gd name="csY5175" fmla="*/ 533893 h 793834"/>
              <a:gd name="csX5176" fmla="*/ 3281848 w 3760185"/>
              <a:gd name="csY5176" fmla="*/ 432300 h 793834"/>
              <a:gd name="csX5177" fmla="*/ 3281848 w 3760185"/>
              <a:gd name="csY5177" fmla="*/ 446313 h 793834"/>
              <a:gd name="csX5178" fmla="*/ 3280483 w 3760185"/>
              <a:gd name="csY5178" fmla="*/ 407076 h 793834"/>
              <a:gd name="csX5179" fmla="*/ 3280483 w 3760185"/>
              <a:gd name="csY5179" fmla="*/ 410580 h 793834"/>
              <a:gd name="csX5180" fmla="*/ 3280252 w 3760185"/>
              <a:gd name="csY5180" fmla="*/ 404175 h 793834"/>
              <a:gd name="csX5181" fmla="*/ 3285084 w 3760185"/>
              <a:gd name="csY5181" fmla="*/ 404174 h 793834"/>
              <a:gd name="csX5182" fmla="*/ 3284580 w 3760185"/>
              <a:gd name="csY5182" fmla="*/ 461026 h 793834"/>
              <a:gd name="csX5183" fmla="*/ 3284580 w 3760185"/>
              <a:gd name="csY5183" fmla="*/ 404174 h 793834"/>
              <a:gd name="csX5184" fmla="*/ 3286881 w 3760185"/>
              <a:gd name="csY5184" fmla="*/ 404174 h 793834"/>
              <a:gd name="csX5185" fmla="*/ 3285945 w 3760185"/>
              <a:gd name="csY5185" fmla="*/ 478542 h 793834"/>
              <a:gd name="csX5186" fmla="*/ 3285945 w 3760185"/>
              <a:gd name="csY5186" fmla="*/ 412682 h 793834"/>
              <a:gd name="csX5187" fmla="*/ 3285945 w 3760185"/>
              <a:gd name="csY5187" fmla="*/ 404174 h 793834"/>
              <a:gd name="csX5188" fmla="*/ 3289834 w 3760185"/>
              <a:gd name="csY5188" fmla="*/ 404173 h 793834"/>
              <a:gd name="csX5189" fmla="*/ 3288677 w 3760185"/>
              <a:gd name="csY5189" fmla="*/ 446313 h 793834"/>
              <a:gd name="csX5190" fmla="*/ 3288677 w 3760185"/>
              <a:gd name="csY5190" fmla="*/ 404173 h 793834"/>
              <a:gd name="csX5191" fmla="*/ 3291919 w 3760185"/>
              <a:gd name="csY5191" fmla="*/ 404173 h 793834"/>
              <a:gd name="csX5192" fmla="*/ 3291408 w 3760185"/>
              <a:gd name="csY5192" fmla="*/ 450516 h 793834"/>
              <a:gd name="csX5193" fmla="*/ 3291408 w 3760185"/>
              <a:gd name="csY5193" fmla="*/ 535295 h 793834"/>
              <a:gd name="csX5194" fmla="*/ 3290156 w 3760185"/>
              <a:gd name="csY5194" fmla="*/ 404173 h 793834"/>
              <a:gd name="csX5195" fmla="*/ 3297496 w 3760185"/>
              <a:gd name="csY5195" fmla="*/ 404171 h 793834"/>
              <a:gd name="csX5196" fmla="*/ 3296871 w 3760185"/>
              <a:gd name="csY5196" fmla="*/ 429497 h 793834"/>
              <a:gd name="csX5197" fmla="*/ 3296871 w 3760185"/>
              <a:gd name="csY5197" fmla="*/ 440707 h 793834"/>
              <a:gd name="csX5198" fmla="*/ 3295505 w 3760185"/>
              <a:gd name="csY5198" fmla="*/ 434402 h 793834"/>
              <a:gd name="csX5199" fmla="*/ 3295505 w 3760185"/>
              <a:gd name="csY5199" fmla="*/ 423191 h 793834"/>
              <a:gd name="csX5200" fmla="*/ 3294140 w 3760185"/>
              <a:gd name="csY5200" fmla="*/ 444211 h 793834"/>
              <a:gd name="csX5201" fmla="*/ 3294140 w 3760185"/>
              <a:gd name="csY5201" fmla="*/ 454720 h 793834"/>
              <a:gd name="csX5202" fmla="*/ 3294140 w 3760185"/>
              <a:gd name="csY5202" fmla="*/ 462427 h 793834"/>
              <a:gd name="csX5203" fmla="*/ 3292774 w 3760185"/>
              <a:gd name="csY5203" fmla="*/ 471536 h 793834"/>
              <a:gd name="csX5204" fmla="*/ 3292774 w 3760185"/>
              <a:gd name="csY5204" fmla="*/ 404172 h 793834"/>
              <a:gd name="csX5205" fmla="*/ 3299603 w 3760185"/>
              <a:gd name="csY5205" fmla="*/ 404171 h 793834"/>
              <a:gd name="csX5206" fmla="*/ 3299603 w 3760185"/>
              <a:gd name="csY5206" fmla="*/ 450516 h 793834"/>
              <a:gd name="csX5207" fmla="*/ 3299603 w 3760185"/>
              <a:gd name="csY5207" fmla="*/ 467332 h 793834"/>
              <a:gd name="csX5208" fmla="*/ 3298237 w 3760185"/>
              <a:gd name="csY5208" fmla="*/ 444911 h 793834"/>
              <a:gd name="csX5209" fmla="*/ 3298237 w 3760185"/>
              <a:gd name="csY5209" fmla="*/ 404171 h 793834"/>
              <a:gd name="csX5210" fmla="*/ 3309163 w 3760185"/>
              <a:gd name="csY5210" fmla="*/ 404168 h 793834"/>
              <a:gd name="csX5211" fmla="*/ 3309163 w 3760185"/>
              <a:gd name="csY5211" fmla="*/ 440007 h 793834"/>
              <a:gd name="csX5212" fmla="*/ 3307797 w 3760185"/>
              <a:gd name="csY5212" fmla="*/ 493957 h 793834"/>
              <a:gd name="csX5213" fmla="*/ 3307797 w 3760185"/>
              <a:gd name="csY5213" fmla="*/ 438605 h 793834"/>
              <a:gd name="csX5214" fmla="*/ 3306431 w 3760185"/>
              <a:gd name="csY5214" fmla="*/ 425994 h 793834"/>
              <a:gd name="csX5215" fmla="*/ 3306431 w 3760185"/>
              <a:gd name="csY5215" fmla="*/ 459625 h 793834"/>
              <a:gd name="csX5216" fmla="*/ 3305065 w 3760185"/>
              <a:gd name="csY5216" fmla="*/ 415484 h 793834"/>
              <a:gd name="csX5217" fmla="*/ 3305065 w 3760185"/>
              <a:gd name="csY5217" fmla="*/ 539499 h 793834"/>
              <a:gd name="csX5218" fmla="*/ 3303700 w 3760185"/>
              <a:gd name="csY5218" fmla="*/ 521982 h 793834"/>
              <a:gd name="csX5219" fmla="*/ 3303700 w 3760185"/>
              <a:gd name="csY5219" fmla="*/ 493957 h 793834"/>
              <a:gd name="csX5220" fmla="*/ 3302334 w 3760185"/>
              <a:gd name="csY5220" fmla="*/ 416185 h 793834"/>
              <a:gd name="csX5221" fmla="*/ 3302334 w 3760185"/>
              <a:gd name="csY5221" fmla="*/ 429497 h 793834"/>
              <a:gd name="csX5222" fmla="*/ 3300969 w 3760185"/>
              <a:gd name="csY5222" fmla="*/ 472237 h 793834"/>
              <a:gd name="csX5223" fmla="*/ 3300969 w 3760185"/>
              <a:gd name="csY5223" fmla="*/ 404170 h 793834"/>
              <a:gd name="csX5224" fmla="*/ 3311894 w 3760185"/>
              <a:gd name="csY5224" fmla="*/ 404168 h 793834"/>
              <a:gd name="csX5225" fmla="*/ 3311894 w 3760185"/>
              <a:gd name="csY5225" fmla="*/ 496759 h 793834"/>
              <a:gd name="csX5226" fmla="*/ 3310529 w 3760185"/>
              <a:gd name="csY5226" fmla="*/ 448415 h 793834"/>
              <a:gd name="csX5227" fmla="*/ 3310529 w 3760185"/>
              <a:gd name="csY5227" fmla="*/ 515677 h 793834"/>
              <a:gd name="csX5228" fmla="*/ 3309571 w 3760185"/>
              <a:gd name="csY5228" fmla="*/ 404168 h 793834"/>
              <a:gd name="csX5229" fmla="*/ 3313260 w 3760185"/>
              <a:gd name="csY5229" fmla="*/ 404167 h 793834"/>
              <a:gd name="csX5230" fmla="*/ 3313260 w 3760185"/>
              <a:gd name="csY5230" fmla="*/ 455421 h 793834"/>
              <a:gd name="csX5231" fmla="*/ 3311910 w 3760185"/>
              <a:gd name="csY5231" fmla="*/ 404168 h 793834"/>
              <a:gd name="csX5232" fmla="*/ 3318538 w 3760185"/>
              <a:gd name="csY5232" fmla="*/ 404166 h 793834"/>
              <a:gd name="csX5233" fmla="*/ 3317357 w 3760185"/>
              <a:gd name="csY5233" fmla="*/ 452618 h 793834"/>
              <a:gd name="csX5234" fmla="*/ 3317357 w 3760185"/>
              <a:gd name="csY5234" fmla="*/ 427395 h 793834"/>
              <a:gd name="csX5235" fmla="*/ 3315991 w 3760185"/>
              <a:gd name="csY5235" fmla="*/ 515677 h 793834"/>
              <a:gd name="csX5236" fmla="*/ 3315991 w 3760185"/>
              <a:gd name="csY5236" fmla="*/ 491855 h 793834"/>
              <a:gd name="csX5237" fmla="*/ 3314626 w 3760185"/>
              <a:gd name="csY5237" fmla="*/ 405675 h 793834"/>
              <a:gd name="csX5238" fmla="*/ 3314626 w 3760185"/>
              <a:gd name="csY5238" fmla="*/ 433701 h 793834"/>
              <a:gd name="csX5239" fmla="*/ 3313767 w 3760185"/>
              <a:gd name="csY5239" fmla="*/ 404167 h 793834"/>
              <a:gd name="csX5240" fmla="*/ 3320089 w 3760185"/>
              <a:gd name="csY5240" fmla="*/ 404166 h 793834"/>
              <a:gd name="csX5241" fmla="*/ 3320089 w 3760185"/>
              <a:gd name="csY5241" fmla="*/ 526186 h 793834"/>
              <a:gd name="csX5242" fmla="*/ 3318723 w 3760185"/>
              <a:gd name="csY5242" fmla="*/ 420389 h 793834"/>
              <a:gd name="csX5243" fmla="*/ 3318723 w 3760185"/>
              <a:gd name="csY5243" fmla="*/ 404166 h 793834"/>
              <a:gd name="csX5244" fmla="*/ 3321454 w 3760185"/>
              <a:gd name="csY5244" fmla="*/ 404165 h 793834"/>
              <a:gd name="csX5245" fmla="*/ 3321454 w 3760185"/>
              <a:gd name="csY5245" fmla="*/ 440707 h 793834"/>
              <a:gd name="csX5246" fmla="*/ 3321033 w 3760185"/>
              <a:gd name="csY5246" fmla="*/ 404165 h 793834"/>
              <a:gd name="csX5247" fmla="*/ 3324150 w 3760185"/>
              <a:gd name="csY5247" fmla="*/ 404165 h 793834"/>
              <a:gd name="csX5248" fmla="*/ 3322820 w 3760185"/>
              <a:gd name="csY5248" fmla="*/ 503766 h 793834"/>
              <a:gd name="csX5249" fmla="*/ 3322820 w 3760185"/>
              <a:gd name="csY5249" fmla="*/ 478542 h 793834"/>
              <a:gd name="csX5250" fmla="*/ 3321669 w 3760185"/>
              <a:gd name="csY5250" fmla="*/ 404165 h 793834"/>
              <a:gd name="csX5251" fmla="*/ 3325551 w 3760185"/>
              <a:gd name="csY5251" fmla="*/ 404164 h 793834"/>
              <a:gd name="csX5252" fmla="*/ 3325551 w 3760185"/>
              <a:gd name="csY5252" fmla="*/ 424593 h 793834"/>
              <a:gd name="csX5253" fmla="*/ 3324186 w 3760185"/>
              <a:gd name="csY5253" fmla="*/ 447714 h 793834"/>
              <a:gd name="csX5254" fmla="*/ 3324186 w 3760185"/>
              <a:gd name="csY5254" fmla="*/ 404165 h 793834"/>
              <a:gd name="csX5255" fmla="*/ 3327727 w 3760185"/>
              <a:gd name="csY5255" fmla="*/ 404164 h 793834"/>
              <a:gd name="csX5256" fmla="*/ 3326917 w 3760185"/>
              <a:gd name="csY5256" fmla="*/ 429497 h 793834"/>
              <a:gd name="csX5257" fmla="*/ 3326917 w 3760185"/>
              <a:gd name="csY5257" fmla="*/ 463829 h 793834"/>
              <a:gd name="csX5258" fmla="*/ 3326917 w 3760185"/>
              <a:gd name="csY5258" fmla="*/ 496059 h 793834"/>
              <a:gd name="csX5259" fmla="*/ 3325783 w 3760185"/>
              <a:gd name="csY5259" fmla="*/ 404164 h 793834"/>
              <a:gd name="csX5260" fmla="*/ 3326917 w 3760185"/>
              <a:gd name="csY5260" fmla="*/ 404164 h 793834"/>
              <a:gd name="csX5261" fmla="*/ 3328540 w 3760185"/>
              <a:gd name="csY5261" fmla="*/ 404164 h 793834"/>
              <a:gd name="csX5262" fmla="*/ 3328283 w 3760185"/>
              <a:gd name="csY5262" fmla="*/ 426694 h 793834"/>
              <a:gd name="csX5263" fmla="*/ 3328283 w 3760185"/>
              <a:gd name="csY5263" fmla="*/ 404164 h 793834"/>
              <a:gd name="csX5264" fmla="*/ 3333849 w 3760185"/>
              <a:gd name="csY5264" fmla="*/ 404162 h 793834"/>
              <a:gd name="csX5265" fmla="*/ 3333746 w 3760185"/>
              <a:gd name="csY5265" fmla="*/ 418287 h 793834"/>
              <a:gd name="csX5266" fmla="*/ 3333746 w 3760185"/>
              <a:gd name="csY5266" fmla="*/ 429497 h 793834"/>
              <a:gd name="csX5267" fmla="*/ 3332380 w 3760185"/>
              <a:gd name="csY5267" fmla="*/ 406376 h 793834"/>
              <a:gd name="csX5268" fmla="*/ 3332380 w 3760185"/>
              <a:gd name="csY5268" fmla="*/ 561219 h 793834"/>
              <a:gd name="csX5269" fmla="*/ 3331015 w 3760185"/>
              <a:gd name="csY5269" fmla="*/ 511473 h 793834"/>
              <a:gd name="csX5270" fmla="*/ 3331015 w 3760185"/>
              <a:gd name="csY5270" fmla="*/ 411981 h 793834"/>
              <a:gd name="csX5271" fmla="*/ 3329649 w 3760185"/>
              <a:gd name="csY5271" fmla="*/ 519881 h 793834"/>
              <a:gd name="csX5272" fmla="*/ 3329649 w 3760185"/>
              <a:gd name="csY5272" fmla="*/ 404163 h 793834"/>
              <a:gd name="csX5273" fmla="*/ 3332380 w 3760185"/>
              <a:gd name="csY5273" fmla="*/ 404163 h 793834"/>
              <a:gd name="csX5274" fmla="*/ 3335757 w 3760185"/>
              <a:gd name="csY5274" fmla="*/ 404162 h 793834"/>
              <a:gd name="csX5275" fmla="*/ 3335112 w 3760185"/>
              <a:gd name="csY5275" fmla="*/ 425994 h 793834"/>
              <a:gd name="csX5276" fmla="*/ 3335112 w 3760185"/>
              <a:gd name="csY5276" fmla="*/ 404162 h 793834"/>
              <a:gd name="csX5277" fmla="*/ 3338109 w 3760185"/>
              <a:gd name="csY5277" fmla="*/ 404161 h 793834"/>
              <a:gd name="csX5278" fmla="*/ 3337843 w 3760185"/>
              <a:gd name="csY5278" fmla="*/ 429497 h 793834"/>
              <a:gd name="csX5279" fmla="*/ 3337843 w 3760185"/>
              <a:gd name="csY5279" fmla="*/ 420389 h 793834"/>
              <a:gd name="csX5280" fmla="*/ 3337090 w 3760185"/>
              <a:gd name="csY5280" fmla="*/ 404162 h 793834"/>
              <a:gd name="csX5281" fmla="*/ 3342090 w 3760185"/>
              <a:gd name="csY5281" fmla="*/ 404160 h 793834"/>
              <a:gd name="csX5282" fmla="*/ 3341940 w 3760185"/>
              <a:gd name="csY5282" fmla="*/ 412682 h 793834"/>
              <a:gd name="csX5283" fmla="*/ 3341940 w 3760185"/>
              <a:gd name="csY5283" fmla="*/ 422491 h 793834"/>
              <a:gd name="csX5284" fmla="*/ 3340575 w 3760185"/>
              <a:gd name="csY5284" fmla="*/ 535995 h 793834"/>
              <a:gd name="csX5285" fmla="*/ 3340575 w 3760185"/>
              <a:gd name="csY5285" fmla="*/ 404161 h 793834"/>
              <a:gd name="csX5286" fmla="*/ 3341940 w 3760185"/>
              <a:gd name="csY5286" fmla="*/ 404160 h 793834"/>
              <a:gd name="csX5287" fmla="*/ 3346902 w 3760185"/>
              <a:gd name="csY5287" fmla="*/ 404159 h 793834"/>
              <a:gd name="csX5288" fmla="*/ 3346037 w 3760185"/>
              <a:gd name="csY5288" fmla="*/ 441408 h 793834"/>
              <a:gd name="csX5289" fmla="*/ 3346037 w 3760185"/>
              <a:gd name="csY5289" fmla="*/ 536696 h 793834"/>
              <a:gd name="csX5290" fmla="*/ 3344672 w 3760185"/>
              <a:gd name="csY5290" fmla="*/ 444911 h 793834"/>
              <a:gd name="csX5291" fmla="*/ 3344672 w 3760185"/>
              <a:gd name="csY5291" fmla="*/ 404160 h 793834"/>
              <a:gd name="csX5292" fmla="*/ 3346037 w 3760185"/>
              <a:gd name="csY5292" fmla="*/ 404159 h 793834"/>
              <a:gd name="csX5293" fmla="*/ 3348769 w 3760185"/>
              <a:gd name="csY5293" fmla="*/ 404159 h 793834"/>
              <a:gd name="csX5294" fmla="*/ 3348769 w 3760185"/>
              <a:gd name="csY5294" fmla="*/ 407076 h 793834"/>
              <a:gd name="csX5295" fmla="*/ 3347403 w 3760185"/>
              <a:gd name="csY5295" fmla="*/ 464529 h 793834"/>
              <a:gd name="csX5296" fmla="*/ 3347403 w 3760185"/>
              <a:gd name="csY5296" fmla="*/ 404159 h 793834"/>
              <a:gd name="csX5297" fmla="*/ 3350641 w 3760185"/>
              <a:gd name="csY5297" fmla="*/ 404158 h 793834"/>
              <a:gd name="csX5298" fmla="*/ 3350135 w 3760185"/>
              <a:gd name="csY5298" fmla="*/ 454020 h 793834"/>
              <a:gd name="csX5299" fmla="*/ 3350135 w 3760185"/>
              <a:gd name="csY5299" fmla="*/ 404158 h 793834"/>
              <a:gd name="csX5300" fmla="*/ 3352700 w 3760185"/>
              <a:gd name="csY5300" fmla="*/ 404158 h 793834"/>
              <a:gd name="csX5301" fmla="*/ 3351501 w 3760185"/>
              <a:gd name="csY5301" fmla="*/ 484148 h 793834"/>
              <a:gd name="csX5302" fmla="*/ 3351501 w 3760185"/>
              <a:gd name="csY5302" fmla="*/ 422491 h 793834"/>
              <a:gd name="csX5303" fmla="*/ 3351501 w 3760185"/>
              <a:gd name="csY5303" fmla="*/ 404158 h 793834"/>
              <a:gd name="csX5304" fmla="*/ 3356123 w 3760185"/>
              <a:gd name="csY5304" fmla="*/ 404157 h 793834"/>
              <a:gd name="csX5305" fmla="*/ 3355597 w 3760185"/>
              <a:gd name="csY5305" fmla="*/ 447013 h 793834"/>
              <a:gd name="csX5306" fmla="*/ 3355597 w 3760185"/>
              <a:gd name="csY5306" fmla="*/ 404157 h 793834"/>
              <a:gd name="csX5307" fmla="*/ 3358949 w 3760185"/>
              <a:gd name="csY5307" fmla="*/ 404156 h 793834"/>
              <a:gd name="csX5308" fmla="*/ 3358329 w 3760185"/>
              <a:gd name="csY5308" fmla="*/ 492555 h 793834"/>
              <a:gd name="csX5309" fmla="*/ 3358329 w 3760185"/>
              <a:gd name="csY5309" fmla="*/ 406376 h 793834"/>
              <a:gd name="csX5310" fmla="*/ 3358241 w 3760185"/>
              <a:gd name="csY5310" fmla="*/ 404156 h 793834"/>
              <a:gd name="csX5311" fmla="*/ 3361878 w 3760185"/>
              <a:gd name="csY5311" fmla="*/ 404156 h 793834"/>
              <a:gd name="csX5312" fmla="*/ 3361061 w 3760185"/>
              <a:gd name="csY5312" fmla="*/ 503065 h 793834"/>
              <a:gd name="csX5313" fmla="*/ 3361061 w 3760185"/>
              <a:gd name="csY5313" fmla="*/ 466631 h 793834"/>
              <a:gd name="csX5314" fmla="*/ 3359695 w 3760185"/>
              <a:gd name="csY5314" fmla="*/ 449816 h 793834"/>
              <a:gd name="csX5315" fmla="*/ 3359695 w 3760185"/>
              <a:gd name="csY5315" fmla="*/ 414783 h 793834"/>
              <a:gd name="csX5316" fmla="*/ 3359695 w 3760185"/>
              <a:gd name="csY5316" fmla="*/ 404156 h 793834"/>
              <a:gd name="csX5317" fmla="*/ 3362470 w 3760185"/>
              <a:gd name="csY5317" fmla="*/ 404155 h 793834"/>
              <a:gd name="csX5318" fmla="*/ 3362426 w 3760185"/>
              <a:gd name="csY5318" fmla="*/ 410580 h 793834"/>
              <a:gd name="csX5319" fmla="*/ 3362426 w 3760185"/>
              <a:gd name="csY5319" fmla="*/ 404155 h 793834"/>
              <a:gd name="csX5320" fmla="*/ 3365158 w 3760185"/>
              <a:gd name="csY5320" fmla="*/ 404155 h 793834"/>
              <a:gd name="csX5321" fmla="*/ 3365158 w 3760185"/>
              <a:gd name="csY5321" fmla="*/ 411981 h 793834"/>
              <a:gd name="csX5322" fmla="*/ 3365158 w 3760185"/>
              <a:gd name="csY5322" fmla="*/ 432300 h 793834"/>
              <a:gd name="csX5323" fmla="*/ 3363792 w 3760185"/>
              <a:gd name="csY5323" fmla="*/ 437204 h 793834"/>
              <a:gd name="csX5324" fmla="*/ 3363792 w 3760185"/>
              <a:gd name="csY5324" fmla="*/ 404155 h 793834"/>
              <a:gd name="csX5325" fmla="*/ 3366523 w 3760185"/>
              <a:gd name="csY5325" fmla="*/ 404154 h 793834"/>
              <a:gd name="csX5326" fmla="*/ 3366523 w 3760185"/>
              <a:gd name="csY5326" fmla="*/ 406376 h 793834"/>
              <a:gd name="csX5327" fmla="*/ 3366450 w 3760185"/>
              <a:gd name="csY5327" fmla="*/ 404154 h 793834"/>
              <a:gd name="csX5328" fmla="*/ 3369915 w 3760185"/>
              <a:gd name="csY5328" fmla="*/ 404154 h 793834"/>
              <a:gd name="csX5329" fmla="*/ 3369255 w 3760185"/>
              <a:gd name="csY5329" fmla="*/ 410580 h 793834"/>
              <a:gd name="csX5330" fmla="*/ 3369255 w 3760185"/>
              <a:gd name="csY5330" fmla="*/ 484148 h 793834"/>
              <a:gd name="csX5331" fmla="*/ 3367889 w 3760185"/>
              <a:gd name="csY5331" fmla="*/ 459625 h 793834"/>
              <a:gd name="csX5332" fmla="*/ 3367889 w 3760185"/>
              <a:gd name="csY5332" fmla="*/ 436504 h 793834"/>
              <a:gd name="csX5333" fmla="*/ 3367415 w 3760185"/>
              <a:gd name="csY5333" fmla="*/ 404154 h 793834"/>
              <a:gd name="csX5334" fmla="*/ 3370781 w 3760185"/>
              <a:gd name="csY5334" fmla="*/ 404153 h 793834"/>
              <a:gd name="csX5335" fmla="*/ 3370621 w 3760185"/>
              <a:gd name="csY5335" fmla="*/ 416885 h 793834"/>
              <a:gd name="csX5336" fmla="*/ 3370621 w 3760185"/>
              <a:gd name="csY5336" fmla="*/ 404153 h 793834"/>
              <a:gd name="csX5337" fmla="*/ 3377948 w 3760185"/>
              <a:gd name="csY5337" fmla="*/ 404152 h 793834"/>
              <a:gd name="csX5338" fmla="*/ 3377449 w 3760185"/>
              <a:gd name="csY5338" fmla="*/ 421790 h 793834"/>
              <a:gd name="csX5339" fmla="*/ 3377449 w 3760185"/>
              <a:gd name="csY5339" fmla="*/ 407076 h 793834"/>
              <a:gd name="csX5340" fmla="*/ 3376083 w 3760185"/>
              <a:gd name="csY5340" fmla="*/ 421790 h 793834"/>
              <a:gd name="csX5341" fmla="*/ 3376083 w 3760185"/>
              <a:gd name="csY5341" fmla="*/ 423892 h 793834"/>
              <a:gd name="csX5342" fmla="*/ 3374718 w 3760185"/>
              <a:gd name="csY5342" fmla="*/ 421089 h 793834"/>
              <a:gd name="csX5343" fmla="*/ 3374718 w 3760185"/>
              <a:gd name="csY5343" fmla="*/ 417586 h 793834"/>
              <a:gd name="csX5344" fmla="*/ 3374718 w 3760185"/>
              <a:gd name="csY5344" fmla="*/ 414783 h 793834"/>
              <a:gd name="csX5345" fmla="*/ 3373352 w 3760185"/>
              <a:gd name="csY5345" fmla="*/ 485549 h 793834"/>
              <a:gd name="csX5346" fmla="*/ 3373352 w 3760185"/>
              <a:gd name="csY5346" fmla="*/ 404153 h 793834"/>
              <a:gd name="csX5347" fmla="*/ 3379204 w 3760185"/>
              <a:gd name="csY5347" fmla="*/ 404151 h 793834"/>
              <a:gd name="csX5348" fmla="*/ 3378815 w 3760185"/>
              <a:gd name="csY5348" fmla="*/ 440007 h 793834"/>
              <a:gd name="csX5349" fmla="*/ 3378815 w 3760185"/>
              <a:gd name="csY5349" fmla="*/ 404151 h 793834"/>
              <a:gd name="csX5350" fmla="*/ 3381547 w 3760185"/>
              <a:gd name="csY5350" fmla="*/ 404151 h 793834"/>
              <a:gd name="csX5351" fmla="*/ 3381547 w 3760185"/>
              <a:gd name="csY5351" fmla="*/ 481345 h 793834"/>
              <a:gd name="csX5352" fmla="*/ 3380181 w 3760185"/>
              <a:gd name="csY5352" fmla="*/ 444911 h 793834"/>
              <a:gd name="csX5353" fmla="*/ 3380181 w 3760185"/>
              <a:gd name="csY5353" fmla="*/ 404151 h 793834"/>
              <a:gd name="csX5354" fmla="*/ 3382912 w 3760185"/>
              <a:gd name="csY5354" fmla="*/ 404150 h 793834"/>
              <a:gd name="csX5355" fmla="*/ 3382912 w 3760185"/>
              <a:gd name="csY5355" fmla="*/ 436504 h 793834"/>
              <a:gd name="csX5356" fmla="*/ 3382262 w 3760185"/>
              <a:gd name="csY5356" fmla="*/ 404151 h 793834"/>
              <a:gd name="csX5357" fmla="*/ 3384278 w 3760185"/>
              <a:gd name="csY5357" fmla="*/ 404150 h 793834"/>
              <a:gd name="csX5358" fmla="*/ 3384278 w 3760185"/>
              <a:gd name="csY5358" fmla="*/ 521982 h 793834"/>
              <a:gd name="csX5359" fmla="*/ 3383184 w 3760185"/>
              <a:gd name="csY5359" fmla="*/ 404150 h 793834"/>
              <a:gd name="csX5360" fmla="*/ 3386227 w 3760185"/>
              <a:gd name="csY5360" fmla="*/ 404150 h 793834"/>
              <a:gd name="csX5361" fmla="*/ 3385644 w 3760185"/>
              <a:gd name="csY5361" fmla="*/ 470835 h 793834"/>
              <a:gd name="csX5362" fmla="*/ 3385644 w 3760185"/>
              <a:gd name="csY5362" fmla="*/ 472237 h 793834"/>
              <a:gd name="csX5363" fmla="*/ 3384820 w 3760185"/>
              <a:gd name="csY5363" fmla="*/ 404150 h 793834"/>
              <a:gd name="csX5364" fmla="*/ 3389741 w 3760185"/>
              <a:gd name="csY5364" fmla="*/ 404149 h 793834"/>
              <a:gd name="csX5365" fmla="*/ 3389741 w 3760185"/>
              <a:gd name="csY5365" fmla="*/ 411280 h 793834"/>
              <a:gd name="csX5366" fmla="*/ 3388375 w 3760185"/>
              <a:gd name="csY5366" fmla="*/ 416885 h 793834"/>
              <a:gd name="csX5367" fmla="*/ 3388375 w 3760185"/>
              <a:gd name="csY5367" fmla="*/ 439306 h 793834"/>
              <a:gd name="csX5368" fmla="*/ 3387009 w 3760185"/>
              <a:gd name="csY5368" fmla="*/ 433701 h 793834"/>
              <a:gd name="csX5369" fmla="*/ 3387009 w 3760185"/>
              <a:gd name="csY5369" fmla="*/ 404149 h 793834"/>
              <a:gd name="csX5370" fmla="*/ 3392171 w 3760185"/>
              <a:gd name="csY5370" fmla="*/ 404148 h 793834"/>
              <a:gd name="csX5371" fmla="*/ 3391107 w 3760185"/>
              <a:gd name="csY5371" fmla="*/ 468033 h 793834"/>
              <a:gd name="csX5372" fmla="*/ 3391107 w 3760185"/>
              <a:gd name="csY5372" fmla="*/ 463128 h 793834"/>
              <a:gd name="csX5373" fmla="*/ 3390229 w 3760185"/>
              <a:gd name="csY5373" fmla="*/ 404149 h 793834"/>
              <a:gd name="csX5374" fmla="*/ 3392550 w 3760185"/>
              <a:gd name="csY5374" fmla="*/ 404148 h 793834"/>
              <a:gd name="csX5375" fmla="*/ 3392472 w 3760185"/>
              <a:gd name="csY5375" fmla="*/ 406376 h 793834"/>
              <a:gd name="csX5376" fmla="*/ 3392472 w 3760185"/>
              <a:gd name="csY5376" fmla="*/ 404148 h 793834"/>
              <a:gd name="csX5377" fmla="*/ 3395568 w 3760185"/>
              <a:gd name="csY5377" fmla="*/ 404147 h 793834"/>
              <a:gd name="csX5378" fmla="*/ 3395204 w 3760185"/>
              <a:gd name="csY5378" fmla="*/ 414783 h 793834"/>
              <a:gd name="csX5379" fmla="*/ 3395204 w 3760185"/>
              <a:gd name="csY5379" fmla="*/ 498160 h 793834"/>
              <a:gd name="csX5380" fmla="*/ 3393838 w 3760185"/>
              <a:gd name="csY5380" fmla="*/ 410580 h 793834"/>
              <a:gd name="csX5381" fmla="*/ 3393838 w 3760185"/>
              <a:gd name="csY5381" fmla="*/ 404148 h 793834"/>
              <a:gd name="csX5382" fmla="*/ 3398887 w 3760185"/>
              <a:gd name="csY5382" fmla="*/ 404147 h 793834"/>
              <a:gd name="csX5383" fmla="*/ 3397935 w 3760185"/>
              <a:gd name="csY5383" fmla="*/ 498861 h 793834"/>
              <a:gd name="csX5384" fmla="*/ 3397935 w 3760185"/>
              <a:gd name="csY5384" fmla="*/ 423892 h 793834"/>
              <a:gd name="csX5385" fmla="*/ 3396569 w 3760185"/>
              <a:gd name="csY5385" fmla="*/ 440007 h 793834"/>
              <a:gd name="csX5386" fmla="*/ 3396569 w 3760185"/>
              <a:gd name="csY5386" fmla="*/ 404147 h 793834"/>
              <a:gd name="csX5387" fmla="*/ 3400476 w 3760185"/>
              <a:gd name="csY5387" fmla="*/ 404146 h 793834"/>
              <a:gd name="csX5388" fmla="*/ 3399301 w 3760185"/>
              <a:gd name="csY5388" fmla="*/ 437905 h 793834"/>
              <a:gd name="csX5389" fmla="*/ 3399301 w 3760185"/>
              <a:gd name="csY5389" fmla="*/ 404146 h 793834"/>
              <a:gd name="csX5390" fmla="*/ 3401109 w 3760185"/>
              <a:gd name="csY5390" fmla="*/ 404146 h 793834"/>
              <a:gd name="csX5391" fmla="*/ 3400667 w 3760185"/>
              <a:gd name="csY5391" fmla="*/ 415484 h 793834"/>
              <a:gd name="csX5392" fmla="*/ 3400667 w 3760185"/>
              <a:gd name="csY5392" fmla="*/ 404146 h 793834"/>
              <a:gd name="csX5393" fmla="*/ 3403398 w 3760185"/>
              <a:gd name="csY5393" fmla="*/ 404145 h 793834"/>
              <a:gd name="csX5394" fmla="*/ 3403398 w 3760185"/>
              <a:gd name="csY5394" fmla="*/ 434402 h 793834"/>
              <a:gd name="csX5395" fmla="*/ 3402033 w 3760185"/>
              <a:gd name="csY5395" fmla="*/ 418987 h 793834"/>
              <a:gd name="csX5396" fmla="*/ 3402033 w 3760185"/>
              <a:gd name="csY5396" fmla="*/ 404146 h 793834"/>
              <a:gd name="csX5397" fmla="*/ 3404764 w 3760185"/>
              <a:gd name="csY5397" fmla="*/ 404145 h 793834"/>
              <a:gd name="csX5398" fmla="*/ 3404764 w 3760185"/>
              <a:gd name="csY5398" fmla="*/ 454020 h 793834"/>
              <a:gd name="csX5399" fmla="*/ 3403593 w 3760185"/>
              <a:gd name="csY5399" fmla="*/ 404145 h 793834"/>
              <a:gd name="csX5400" fmla="*/ 3406129 w 3760185"/>
              <a:gd name="csY5400" fmla="*/ 404145 h 793834"/>
              <a:gd name="csX5401" fmla="*/ 3406129 w 3760185"/>
              <a:gd name="csY5401" fmla="*/ 435803 h 793834"/>
              <a:gd name="csX5402" fmla="*/ 3404896 w 3760185"/>
              <a:gd name="csY5402" fmla="*/ 404145 h 793834"/>
              <a:gd name="csX5403" fmla="*/ 3410192 w 3760185"/>
              <a:gd name="csY5403" fmla="*/ 404144 h 793834"/>
              <a:gd name="csX5404" fmla="*/ 3408861 w 3760185"/>
              <a:gd name="csY5404" fmla="*/ 425994 h 793834"/>
              <a:gd name="csX5405" fmla="*/ 3408861 w 3760185"/>
              <a:gd name="csY5405" fmla="*/ 440707 h 793834"/>
              <a:gd name="csX5406" fmla="*/ 3407495 w 3760185"/>
              <a:gd name="csY5406" fmla="*/ 411981 h 793834"/>
              <a:gd name="csX5407" fmla="*/ 3407495 w 3760185"/>
              <a:gd name="csY5407" fmla="*/ 410580 h 793834"/>
              <a:gd name="csX5408" fmla="*/ 3407062 w 3760185"/>
              <a:gd name="csY5408" fmla="*/ 404145 h 793834"/>
              <a:gd name="csX5409" fmla="*/ 3407495 w 3760185"/>
              <a:gd name="csY5409" fmla="*/ 404144 h 793834"/>
              <a:gd name="csX5410" fmla="*/ 3410890 w 3760185"/>
              <a:gd name="csY5410" fmla="*/ 404144 h 793834"/>
              <a:gd name="csX5411" fmla="*/ 3410227 w 3760185"/>
              <a:gd name="csY5411" fmla="*/ 411280 h 793834"/>
              <a:gd name="csX5412" fmla="*/ 3410227 w 3760185"/>
              <a:gd name="csY5412" fmla="*/ 404144 h 793834"/>
              <a:gd name="csX5413" fmla="*/ 3414324 w 3760185"/>
              <a:gd name="csY5413" fmla="*/ 404143 h 793834"/>
              <a:gd name="csX5414" fmla="*/ 3414324 w 3760185"/>
              <a:gd name="csY5414" fmla="*/ 447714 h 793834"/>
              <a:gd name="csX5415" fmla="*/ 3412958 w 3760185"/>
              <a:gd name="csY5415" fmla="*/ 412682 h 793834"/>
              <a:gd name="csX5416" fmla="*/ 3412958 w 3760185"/>
              <a:gd name="csY5416" fmla="*/ 425994 h 793834"/>
              <a:gd name="csX5417" fmla="*/ 3411593 w 3760185"/>
              <a:gd name="csY5417" fmla="*/ 428096 h 793834"/>
              <a:gd name="csX5418" fmla="*/ 3411593 w 3760185"/>
              <a:gd name="csY5418" fmla="*/ 408478 h 793834"/>
              <a:gd name="csX5419" fmla="*/ 3411593 w 3760185"/>
              <a:gd name="csY5419" fmla="*/ 404143 h 793834"/>
              <a:gd name="csX5420" fmla="*/ 3415690 w 3760185"/>
              <a:gd name="csY5420" fmla="*/ 404142 h 793834"/>
              <a:gd name="csX5421" fmla="*/ 3415690 w 3760185"/>
              <a:gd name="csY5421" fmla="*/ 408478 h 793834"/>
              <a:gd name="csX5422" fmla="*/ 3415365 w 3760185"/>
              <a:gd name="csY5422" fmla="*/ 404142 h 793834"/>
              <a:gd name="csX5423" fmla="*/ 3417055 w 3760185"/>
              <a:gd name="csY5423" fmla="*/ 404142 h 793834"/>
              <a:gd name="csX5424" fmla="*/ 3417055 w 3760185"/>
              <a:gd name="csY5424" fmla="*/ 437905 h 793834"/>
              <a:gd name="csX5425" fmla="*/ 3415940 w 3760185"/>
              <a:gd name="csY5425" fmla="*/ 404142 h 793834"/>
              <a:gd name="csX5426" fmla="*/ 3422230 w 3760185"/>
              <a:gd name="csY5426" fmla="*/ 404141 h 793834"/>
              <a:gd name="csX5427" fmla="*/ 3421153 w 3760185"/>
              <a:gd name="csY5427" fmla="*/ 424593 h 793834"/>
              <a:gd name="csX5428" fmla="*/ 3421153 w 3760185"/>
              <a:gd name="csY5428" fmla="*/ 408478 h 793834"/>
              <a:gd name="csX5429" fmla="*/ 3419787 w 3760185"/>
              <a:gd name="csY5429" fmla="*/ 437905 h 793834"/>
              <a:gd name="csX5430" fmla="*/ 3419787 w 3760185"/>
              <a:gd name="csY5430" fmla="*/ 414783 h 793834"/>
              <a:gd name="csX5431" fmla="*/ 3418421 w 3760185"/>
              <a:gd name="csY5431" fmla="*/ 404274 h 793834"/>
              <a:gd name="csX5432" fmla="*/ 3418421 w 3760185"/>
              <a:gd name="csY5432" fmla="*/ 434402 h 793834"/>
              <a:gd name="csX5433" fmla="*/ 3417624 w 3760185"/>
              <a:gd name="csY5433" fmla="*/ 404142 h 793834"/>
              <a:gd name="csX5434" fmla="*/ 3421153 w 3760185"/>
              <a:gd name="csY5434" fmla="*/ 404141 h 793834"/>
              <a:gd name="csX5435" fmla="*/ 3425250 w 3760185"/>
              <a:gd name="csY5435" fmla="*/ 404140 h 793834"/>
              <a:gd name="csX5436" fmla="*/ 3425250 w 3760185"/>
              <a:gd name="csY5436" fmla="*/ 407777 h 793834"/>
              <a:gd name="csX5437" fmla="*/ 3425250 w 3760185"/>
              <a:gd name="csY5437" fmla="*/ 414783 h 793834"/>
              <a:gd name="csX5438" fmla="*/ 3423884 w 3760185"/>
              <a:gd name="csY5438" fmla="*/ 413382 h 793834"/>
              <a:gd name="csX5439" fmla="*/ 3423884 w 3760185"/>
              <a:gd name="csY5439" fmla="*/ 437204 h 793834"/>
              <a:gd name="csX5440" fmla="*/ 3422518 w 3760185"/>
              <a:gd name="csY5440" fmla="*/ 440007 h 793834"/>
              <a:gd name="csX5441" fmla="*/ 3422518 w 3760185"/>
              <a:gd name="csY5441" fmla="*/ 404141 h 793834"/>
              <a:gd name="csX5442" fmla="*/ 3427981 w 3760185"/>
              <a:gd name="csY5442" fmla="*/ 404139 h 793834"/>
              <a:gd name="csX5443" fmla="*/ 3427981 w 3760185"/>
              <a:gd name="csY5443" fmla="*/ 421790 h 793834"/>
              <a:gd name="csX5444" fmla="*/ 3426615 w 3760185"/>
              <a:gd name="csY5444" fmla="*/ 406376 h 793834"/>
              <a:gd name="csX5445" fmla="*/ 3426615 w 3760185"/>
              <a:gd name="csY5445" fmla="*/ 416885 h 793834"/>
              <a:gd name="csX5446" fmla="*/ 3425374 w 3760185"/>
              <a:gd name="csY5446" fmla="*/ 404140 h 793834"/>
              <a:gd name="csX5447" fmla="*/ 3429347 w 3760185"/>
              <a:gd name="csY5447" fmla="*/ 404139 h 793834"/>
              <a:gd name="csX5448" fmla="*/ 3429347 w 3760185"/>
              <a:gd name="csY5448" fmla="*/ 427395 h 793834"/>
              <a:gd name="csX5449" fmla="*/ 3428591 w 3760185"/>
              <a:gd name="csY5449" fmla="*/ 404139 h 793834"/>
              <a:gd name="csX5450" fmla="*/ 3430713 w 3760185"/>
              <a:gd name="csY5450" fmla="*/ 404139 h 793834"/>
              <a:gd name="csX5451" fmla="*/ 3430713 w 3760185"/>
              <a:gd name="csY5451" fmla="*/ 414083 h 793834"/>
              <a:gd name="csX5452" fmla="*/ 3430252 w 3760185"/>
              <a:gd name="csY5452" fmla="*/ 404139 h 793834"/>
              <a:gd name="csX5453" fmla="*/ 3432079 w 3760185"/>
              <a:gd name="csY5453" fmla="*/ 404138 h 793834"/>
              <a:gd name="csX5454" fmla="*/ 3432079 w 3760185"/>
              <a:gd name="csY5454" fmla="*/ 412682 h 793834"/>
              <a:gd name="csX5455" fmla="*/ 3431439 w 3760185"/>
              <a:gd name="csY5455" fmla="*/ 404139 h 793834"/>
              <a:gd name="csX5456" fmla="*/ 3436098 w 3760185"/>
              <a:gd name="csY5456" fmla="*/ 404137 h 793834"/>
              <a:gd name="csX5457" fmla="*/ 3434810 w 3760185"/>
              <a:gd name="csY5457" fmla="*/ 413382 h 793834"/>
              <a:gd name="csX5458" fmla="*/ 3434810 w 3760185"/>
              <a:gd name="csY5458" fmla="*/ 423191 h 793834"/>
              <a:gd name="csX5459" fmla="*/ 3433444 w 3760185"/>
              <a:gd name="csY5459" fmla="*/ 409879 h 793834"/>
              <a:gd name="csX5460" fmla="*/ 3433444 w 3760185"/>
              <a:gd name="csY5460" fmla="*/ 404138 h 793834"/>
              <a:gd name="csX5461" fmla="*/ 3434810 w 3760185"/>
              <a:gd name="csY5461" fmla="*/ 404138 h 793834"/>
              <a:gd name="csX5462" fmla="*/ 3438302 w 3760185"/>
              <a:gd name="csY5462" fmla="*/ 404137 h 793834"/>
              <a:gd name="csX5463" fmla="*/ 3437541 w 3760185"/>
              <a:gd name="csY5463" fmla="*/ 422491 h 793834"/>
              <a:gd name="csX5464" fmla="*/ 3437541 w 3760185"/>
              <a:gd name="csY5464" fmla="*/ 407076 h 793834"/>
              <a:gd name="csX5465" fmla="*/ 3436176 w 3760185"/>
              <a:gd name="csY5465" fmla="*/ 444911 h 793834"/>
              <a:gd name="csX5466" fmla="*/ 3436176 w 3760185"/>
              <a:gd name="csY5466" fmla="*/ 404137 h 793834"/>
              <a:gd name="csX5467" fmla="*/ 3441098 w 3760185"/>
              <a:gd name="csY5467" fmla="*/ 404136 h 793834"/>
              <a:gd name="csX5468" fmla="*/ 3440273 w 3760185"/>
              <a:gd name="csY5468" fmla="*/ 427395 h 793834"/>
              <a:gd name="csX5469" fmla="*/ 3440273 w 3760185"/>
              <a:gd name="csY5469" fmla="*/ 409879 h 793834"/>
              <a:gd name="csX5470" fmla="*/ 3438907 w 3760185"/>
              <a:gd name="csY5470" fmla="*/ 404274 h 793834"/>
              <a:gd name="csX5471" fmla="*/ 3438907 w 3760185"/>
              <a:gd name="csY5471" fmla="*/ 404137 h 793834"/>
              <a:gd name="csX5472" fmla="*/ 3443004 w 3760185"/>
              <a:gd name="csY5472" fmla="*/ 404136 h 793834"/>
              <a:gd name="csX5473" fmla="*/ 3443004 w 3760185"/>
              <a:gd name="csY5473" fmla="*/ 406376 h 793834"/>
              <a:gd name="csX5474" fmla="*/ 3442872 w 3760185"/>
              <a:gd name="csY5474" fmla="*/ 404136 h 793834"/>
              <a:gd name="csX5475" fmla="*/ 3446972 w 3760185"/>
              <a:gd name="csY5475" fmla="*/ 404135 h 793834"/>
              <a:gd name="csX5476" fmla="*/ 3445736 w 3760185"/>
              <a:gd name="csY5476" fmla="*/ 416185 h 793834"/>
              <a:gd name="csX5477" fmla="*/ 3445736 w 3760185"/>
              <a:gd name="csY5477" fmla="*/ 404274 h 793834"/>
              <a:gd name="csX5478" fmla="*/ 3444370 w 3760185"/>
              <a:gd name="csY5478" fmla="*/ 410580 h 793834"/>
              <a:gd name="csX5479" fmla="*/ 3444370 w 3760185"/>
              <a:gd name="csY5479" fmla="*/ 419688 h 793834"/>
              <a:gd name="csX5480" fmla="*/ 3443681 w 3760185"/>
              <a:gd name="csY5480" fmla="*/ 404136 h 793834"/>
              <a:gd name="csX5481" fmla="*/ 3448467 w 3760185"/>
              <a:gd name="csY5481" fmla="*/ 404134 h 793834"/>
              <a:gd name="csX5482" fmla="*/ 3448467 w 3760185"/>
              <a:gd name="csY5482" fmla="*/ 424593 h 793834"/>
              <a:gd name="csX5483" fmla="*/ 3447101 w 3760185"/>
              <a:gd name="csY5483" fmla="*/ 405675 h 793834"/>
              <a:gd name="csX5484" fmla="*/ 3447101 w 3760185"/>
              <a:gd name="csY5484" fmla="*/ 404135 h 793834"/>
              <a:gd name="csX5485" fmla="*/ 3451199 w 3760185"/>
              <a:gd name="csY5485" fmla="*/ 404134 h 793834"/>
              <a:gd name="csX5486" fmla="*/ 3451199 w 3760185"/>
              <a:gd name="csY5486" fmla="*/ 426694 h 793834"/>
              <a:gd name="csX5487" fmla="*/ 3450301 w 3760185"/>
              <a:gd name="csY5487" fmla="*/ 404134 h 793834"/>
              <a:gd name="csX5488" fmla="*/ 3455296 w 3760185"/>
              <a:gd name="csY5488" fmla="*/ 404133 h 793834"/>
              <a:gd name="csX5489" fmla="*/ 3455296 w 3760185"/>
              <a:gd name="csY5489" fmla="*/ 410580 h 793834"/>
              <a:gd name="csX5490" fmla="*/ 3455296 w 3760185"/>
              <a:gd name="csY5490" fmla="*/ 415484 h 793834"/>
              <a:gd name="csX5491" fmla="*/ 3453930 w 3760185"/>
              <a:gd name="csY5491" fmla="*/ 421089 h 793834"/>
              <a:gd name="csX5492" fmla="*/ 3453930 w 3760185"/>
              <a:gd name="csY5492" fmla="*/ 416885 h 793834"/>
              <a:gd name="csX5493" fmla="*/ 3452565 w 3760185"/>
              <a:gd name="csY5493" fmla="*/ 424593 h 793834"/>
              <a:gd name="csX5494" fmla="*/ 3452565 w 3760185"/>
              <a:gd name="csY5494" fmla="*/ 425293 h 793834"/>
              <a:gd name="csX5495" fmla="*/ 3451352 w 3760185"/>
              <a:gd name="csY5495" fmla="*/ 404134 h 793834"/>
              <a:gd name="csX5496" fmla="*/ 3457544 w 3760185"/>
              <a:gd name="csY5496" fmla="*/ 404132 h 793834"/>
              <a:gd name="csX5497" fmla="*/ 3456661 w 3760185"/>
              <a:gd name="csY5497" fmla="*/ 429497 h 793834"/>
              <a:gd name="csX5498" fmla="*/ 3456661 w 3760185"/>
              <a:gd name="csY5498" fmla="*/ 411280 h 793834"/>
              <a:gd name="csX5499" fmla="*/ 3456081 w 3760185"/>
              <a:gd name="csY5499" fmla="*/ 404133 h 793834"/>
              <a:gd name="csX5500" fmla="*/ 3460759 w 3760185"/>
              <a:gd name="csY5500" fmla="*/ 404131 h 793834"/>
              <a:gd name="csX5501" fmla="*/ 3460759 w 3760185"/>
              <a:gd name="csY5501" fmla="*/ 416885 h 793834"/>
              <a:gd name="csX5502" fmla="*/ 3459838 w 3760185"/>
              <a:gd name="csY5502" fmla="*/ 404132 h 793834"/>
              <a:gd name="csX5503" fmla="*/ 3462315 w 3760185"/>
              <a:gd name="csY5503" fmla="*/ 404131 h 793834"/>
              <a:gd name="csX5504" fmla="*/ 3462125 w 3760185"/>
              <a:gd name="csY5504" fmla="*/ 406376 h 793834"/>
              <a:gd name="csX5505" fmla="*/ 3462125 w 3760185"/>
              <a:gd name="csY5505" fmla="*/ 404131 h 793834"/>
              <a:gd name="csX5506" fmla="*/ 3466222 w 3760185"/>
              <a:gd name="csY5506" fmla="*/ 404130 h 793834"/>
              <a:gd name="csX5507" fmla="*/ 3466222 w 3760185"/>
              <a:gd name="csY5507" fmla="*/ 407777 h 793834"/>
              <a:gd name="csX5508" fmla="*/ 3464856 w 3760185"/>
              <a:gd name="csY5508" fmla="*/ 407777 h 793834"/>
              <a:gd name="csX5509" fmla="*/ 3464856 w 3760185"/>
              <a:gd name="csY5509" fmla="*/ 404130 h 793834"/>
              <a:gd name="csX5510" fmla="*/ 3470319 w 3760185"/>
              <a:gd name="csY5510" fmla="*/ 404129 h 793834"/>
              <a:gd name="csX5511" fmla="*/ 3470319 w 3760185"/>
              <a:gd name="csY5511" fmla="*/ 408478 h 793834"/>
              <a:gd name="csX5512" fmla="*/ 3468953 w 3760185"/>
              <a:gd name="csY5512" fmla="*/ 425994 h 793834"/>
              <a:gd name="csX5513" fmla="*/ 3468953 w 3760185"/>
              <a:gd name="csY5513" fmla="*/ 410580 h 793834"/>
              <a:gd name="csX5514" fmla="*/ 3467587 w 3760185"/>
              <a:gd name="csY5514" fmla="*/ 430898 h 793834"/>
              <a:gd name="csX5515" fmla="*/ 3467587 w 3760185"/>
              <a:gd name="csY5515" fmla="*/ 424593 h 793834"/>
              <a:gd name="csX5516" fmla="*/ 3467587 w 3760185"/>
              <a:gd name="csY5516" fmla="*/ 404130 h 793834"/>
              <a:gd name="csX5517" fmla="*/ 3472839 w 3760185"/>
              <a:gd name="csY5517" fmla="*/ 404128 h 793834"/>
              <a:gd name="csX5518" fmla="*/ 3471685 w 3760185"/>
              <a:gd name="csY5518" fmla="*/ 422491 h 793834"/>
              <a:gd name="csX5519" fmla="*/ 3471685 w 3760185"/>
              <a:gd name="csY5519" fmla="*/ 414783 h 793834"/>
              <a:gd name="csX5520" fmla="*/ 3470969 w 3760185"/>
              <a:gd name="csY5520" fmla="*/ 404129 h 793834"/>
              <a:gd name="csX5521" fmla="*/ 3473880 w 3760185"/>
              <a:gd name="csY5521" fmla="*/ 404128 h 793834"/>
              <a:gd name="csX5522" fmla="*/ 3473050 w 3760185"/>
              <a:gd name="csY5522" fmla="*/ 426694 h 793834"/>
              <a:gd name="csX5523" fmla="*/ 3473050 w 3760185"/>
              <a:gd name="csY5523" fmla="*/ 404128 h 793834"/>
              <a:gd name="csX5524" fmla="*/ 3478513 w 3760185"/>
              <a:gd name="csY5524" fmla="*/ 404127 h 793834"/>
              <a:gd name="csX5525" fmla="*/ 3478513 w 3760185"/>
              <a:gd name="csY5525" fmla="*/ 407076 h 793834"/>
              <a:gd name="csX5526" fmla="*/ 3477990 w 3760185"/>
              <a:gd name="csY5526" fmla="*/ 404127 h 793834"/>
              <a:gd name="csX5527" fmla="*/ 3481245 w 3760185"/>
              <a:gd name="csY5527" fmla="*/ 404126 h 793834"/>
              <a:gd name="csX5528" fmla="*/ 3481245 w 3760185"/>
              <a:gd name="csY5528" fmla="*/ 413382 h 793834"/>
              <a:gd name="csX5529" fmla="*/ 3479879 w 3760185"/>
              <a:gd name="csY5529" fmla="*/ 420389 h 793834"/>
              <a:gd name="csX5530" fmla="*/ 3479879 w 3760185"/>
              <a:gd name="csY5530" fmla="*/ 404127 h 793834"/>
              <a:gd name="csX5531" fmla="*/ 3488174 w 3760185"/>
              <a:gd name="csY5531" fmla="*/ 404125 h 793834"/>
              <a:gd name="csX5532" fmla="*/ 3488073 w 3760185"/>
              <a:gd name="csY5532" fmla="*/ 407076 h 793834"/>
              <a:gd name="csX5533" fmla="*/ 3488073 w 3760185"/>
              <a:gd name="csY5533" fmla="*/ 404125 h 793834"/>
              <a:gd name="csX5534" fmla="*/ 3491293 w 3760185"/>
              <a:gd name="csY5534" fmla="*/ 404124 h 793834"/>
              <a:gd name="csX5535" fmla="*/ 3490805 w 3760185"/>
              <a:gd name="csY5535" fmla="*/ 409879 h 793834"/>
              <a:gd name="csX5536" fmla="*/ 3490805 w 3760185"/>
              <a:gd name="csY5536" fmla="*/ 405675 h 793834"/>
              <a:gd name="csX5537" fmla="*/ 3490503 w 3760185"/>
              <a:gd name="csY5537" fmla="*/ 404124 h 793834"/>
              <a:gd name="csX5538" fmla="*/ 3490805 w 3760185"/>
              <a:gd name="csY5538" fmla="*/ 404124 h 793834"/>
              <a:gd name="csX5539" fmla="*/ 3493310 w 3760185"/>
              <a:gd name="csY5539" fmla="*/ 404124 h 793834"/>
              <a:gd name="csX5540" fmla="*/ 3492171 w 3760185"/>
              <a:gd name="csY5540" fmla="*/ 424593 h 793834"/>
              <a:gd name="csX5541" fmla="*/ 3492171 w 3760185"/>
              <a:gd name="csY5541" fmla="*/ 404124 h 793834"/>
              <a:gd name="csX5542" fmla="*/ 3496944 w 3760185"/>
              <a:gd name="csY5542" fmla="*/ 404123 h 793834"/>
              <a:gd name="csX5543" fmla="*/ 3496268 w 3760185"/>
              <a:gd name="csY5543" fmla="*/ 423191 h 793834"/>
              <a:gd name="csX5544" fmla="*/ 3496268 w 3760185"/>
              <a:gd name="csY5544" fmla="*/ 421790 h 793834"/>
              <a:gd name="csX5545" fmla="*/ 3494902 w 3760185"/>
              <a:gd name="csY5545" fmla="*/ 414083 h 793834"/>
              <a:gd name="csX5546" fmla="*/ 3494902 w 3760185"/>
              <a:gd name="csY5546" fmla="*/ 404123 h 793834"/>
              <a:gd name="csX5547" fmla="*/ 3502992 w 3760185"/>
              <a:gd name="csY5547" fmla="*/ 404121 h 793834"/>
              <a:gd name="csX5548" fmla="*/ 3501731 w 3760185"/>
              <a:gd name="csY5548" fmla="*/ 427395 h 793834"/>
              <a:gd name="csX5549" fmla="*/ 3501731 w 3760185"/>
              <a:gd name="csY5549" fmla="*/ 409879 h 793834"/>
              <a:gd name="csX5550" fmla="*/ 3500365 w 3760185"/>
              <a:gd name="csY5550" fmla="*/ 409879 h 793834"/>
              <a:gd name="csX5551" fmla="*/ 3500365 w 3760185"/>
              <a:gd name="csY5551" fmla="*/ 406376 h 793834"/>
              <a:gd name="csX5552" fmla="*/ 3500365 w 3760185"/>
              <a:gd name="csY5552" fmla="*/ 404122 h 793834"/>
              <a:gd name="csX5553" fmla="*/ 3503372 w 3760185"/>
              <a:gd name="csY5553" fmla="*/ 404121 h 793834"/>
              <a:gd name="csX5554" fmla="*/ 3503097 w 3760185"/>
              <a:gd name="csY5554" fmla="*/ 406376 h 793834"/>
              <a:gd name="csX5555" fmla="*/ 3503097 w 3760185"/>
              <a:gd name="csY5555" fmla="*/ 404121 h 793834"/>
              <a:gd name="csX5556" fmla="*/ 3506142 w 3760185"/>
              <a:gd name="csY5556" fmla="*/ 404120 h 793834"/>
              <a:gd name="csX5557" fmla="*/ 3505828 w 3760185"/>
              <a:gd name="csY5557" fmla="*/ 406376 h 793834"/>
              <a:gd name="csX5558" fmla="*/ 3505828 w 3760185"/>
              <a:gd name="csY5558" fmla="*/ 409178 h 793834"/>
              <a:gd name="csX5559" fmla="*/ 3504462 w 3760185"/>
              <a:gd name="csY5559" fmla="*/ 404974 h 793834"/>
              <a:gd name="csX5560" fmla="*/ 3504462 w 3760185"/>
              <a:gd name="csY5560" fmla="*/ 404121 h 793834"/>
              <a:gd name="csX5561" fmla="*/ 3512657 w 3760185"/>
              <a:gd name="csY5561" fmla="*/ 404119 h 793834"/>
              <a:gd name="csX5562" fmla="*/ 3512657 w 3760185"/>
              <a:gd name="csY5562" fmla="*/ 422491 h 793834"/>
              <a:gd name="csX5563" fmla="*/ 3511291 w 3760185"/>
              <a:gd name="csY5563" fmla="*/ 404274 h 793834"/>
              <a:gd name="csX5564" fmla="*/ 3511291 w 3760185"/>
              <a:gd name="csY5564" fmla="*/ 425293 h 793834"/>
              <a:gd name="csX5565" fmla="*/ 3509925 w 3760185"/>
              <a:gd name="csY5565" fmla="*/ 405675 h 793834"/>
              <a:gd name="csX5566" fmla="*/ 3509925 w 3760185"/>
              <a:gd name="csY5566" fmla="*/ 416885 h 793834"/>
              <a:gd name="csX5567" fmla="*/ 3509925 w 3760185"/>
              <a:gd name="csY5567" fmla="*/ 418287 h 793834"/>
              <a:gd name="csX5568" fmla="*/ 3508559 w 3760185"/>
              <a:gd name="csY5568" fmla="*/ 404974 h 793834"/>
              <a:gd name="csX5569" fmla="*/ 3508559 w 3760185"/>
              <a:gd name="csY5569" fmla="*/ 406376 h 793834"/>
              <a:gd name="csX5570" fmla="*/ 3507193 w 3760185"/>
              <a:gd name="csY5570" fmla="*/ 423892 h 793834"/>
              <a:gd name="csX5571" fmla="*/ 3507193 w 3760185"/>
              <a:gd name="csY5571" fmla="*/ 404120 h 793834"/>
              <a:gd name="csX5572" fmla="*/ 3515257 w 3760185"/>
              <a:gd name="csY5572" fmla="*/ 404118 h 793834"/>
              <a:gd name="csX5573" fmla="*/ 3514022 w 3760185"/>
              <a:gd name="csY5573" fmla="*/ 422491 h 793834"/>
              <a:gd name="csX5574" fmla="*/ 3514022 w 3760185"/>
              <a:gd name="csY5574" fmla="*/ 404118 h 793834"/>
              <a:gd name="csX5575" fmla="*/ 3519485 w 3760185"/>
              <a:gd name="csY5575" fmla="*/ 404117 h 793834"/>
              <a:gd name="csX5576" fmla="*/ 3519485 w 3760185"/>
              <a:gd name="csY5576" fmla="*/ 426694 h 793834"/>
              <a:gd name="csX5577" fmla="*/ 3518119 w 3760185"/>
              <a:gd name="csY5577" fmla="*/ 414083 h 793834"/>
              <a:gd name="csX5578" fmla="*/ 3518119 w 3760185"/>
              <a:gd name="csY5578" fmla="*/ 423892 h 793834"/>
              <a:gd name="csX5579" fmla="*/ 3516754 w 3760185"/>
              <a:gd name="csY5579" fmla="*/ 404274 h 793834"/>
              <a:gd name="csX5580" fmla="*/ 3516754 w 3760185"/>
              <a:gd name="csY5580" fmla="*/ 428796 h 793834"/>
              <a:gd name="csX5581" fmla="*/ 3515752 w 3760185"/>
              <a:gd name="csY5581" fmla="*/ 404118 h 793834"/>
              <a:gd name="csX5582" fmla="*/ 3523582 w 3760185"/>
              <a:gd name="csY5582" fmla="*/ 404116 h 793834"/>
              <a:gd name="csX5583" fmla="*/ 3523582 w 3760185"/>
              <a:gd name="csY5583" fmla="*/ 410580 h 793834"/>
              <a:gd name="csX5584" fmla="*/ 3523582 w 3760185"/>
              <a:gd name="csY5584" fmla="*/ 423892 h 793834"/>
              <a:gd name="csX5585" fmla="*/ 3522217 w 3760185"/>
              <a:gd name="csY5585" fmla="*/ 410580 h 793834"/>
              <a:gd name="csX5586" fmla="*/ 3522217 w 3760185"/>
              <a:gd name="csY5586" fmla="*/ 414083 h 793834"/>
              <a:gd name="csX5587" fmla="*/ 3520851 w 3760185"/>
              <a:gd name="csY5587" fmla="*/ 417586 h 793834"/>
              <a:gd name="csX5588" fmla="*/ 3520851 w 3760185"/>
              <a:gd name="csY5588" fmla="*/ 424593 h 793834"/>
              <a:gd name="csX5589" fmla="*/ 3519711 w 3760185"/>
              <a:gd name="csY5589" fmla="*/ 404117 h 793834"/>
              <a:gd name="csX5590" fmla="*/ 3527679 w 3760185"/>
              <a:gd name="csY5590" fmla="*/ 404115 h 793834"/>
              <a:gd name="csX5591" fmla="*/ 3527679 w 3760185"/>
              <a:gd name="csY5591" fmla="*/ 422491 h 793834"/>
              <a:gd name="csX5592" fmla="*/ 3526314 w 3760185"/>
              <a:gd name="csY5592" fmla="*/ 409879 h 793834"/>
              <a:gd name="csX5593" fmla="*/ 3526314 w 3760185"/>
              <a:gd name="csY5593" fmla="*/ 435102 h 793834"/>
              <a:gd name="csX5594" fmla="*/ 3524948 w 3760185"/>
              <a:gd name="csY5594" fmla="*/ 425994 h 793834"/>
              <a:gd name="csX5595" fmla="*/ 3524948 w 3760185"/>
              <a:gd name="csY5595" fmla="*/ 404116 h 793834"/>
              <a:gd name="csX5596" fmla="*/ 3530180 w 3760185"/>
              <a:gd name="csY5596" fmla="*/ 404115 h 793834"/>
              <a:gd name="csX5597" fmla="*/ 3529045 w 3760185"/>
              <a:gd name="csY5597" fmla="*/ 430898 h 793834"/>
              <a:gd name="csX5598" fmla="*/ 3529045 w 3760185"/>
              <a:gd name="csY5598" fmla="*/ 426694 h 793834"/>
              <a:gd name="csX5599" fmla="*/ 3529045 w 3760185"/>
              <a:gd name="csY5599" fmla="*/ 414083 h 793834"/>
              <a:gd name="csX5600" fmla="*/ 3528534 w 3760185"/>
              <a:gd name="csY5600" fmla="*/ 404115 h 793834"/>
              <a:gd name="csX5601" fmla="*/ 3531777 w 3760185"/>
              <a:gd name="csY5601" fmla="*/ 404114 h 793834"/>
              <a:gd name="csX5602" fmla="*/ 3531777 w 3760185"/>
              <a:gd name="csY5602" fmla="*/ 414083 h 793834"/>
              <a:gd name="csX5603" fmla="*/ 3530411 w 3760185"/>
              <a:gd name="csY5603" fmla="*/ 423191 h 793834"/>
              <a:gd name="csX5604" fmla="*/ 3530411 w 3760185"/>
              <a:gd name="csY5604" fmla="*/ 404114 h 793834"/>
              <a:gd name="csX5605" fmla="*/ 3545182 w 3760185"/>
              <a:gd name="csY5605" fmla="*/ 404111 h 793834"/>
              <a:gd name="csX5606" fmla="*/ 3544068 w 3760185"/>
              <a:gd name="csY5606" fmla="*/ 412682 h 793834"/>
              <a:gd name="csX5607" fmla="*/ 3544068 w 3760185"/>
              <a:gd name="csY5607" fmla="*/ 437905 h 793834"/>
              <a:gd name="csX5608" fmla="*/ 3542703 w 3760185"/>
              <a:gd name="csY5608" fmla="*/ 413382 h 793834"/>
              <a:gd name="csX5609" fmla="*/ 3542703 w 3760185"/>
              <a:gd name="csY5609" fmla="*/ 417586 h 793834"/>
              <a:gd name="csX5610" fmla="*/ 3541337 w 3760185"/>
              <a:gd name="csY5610" fmla="*/ 409178 h 793834"/>
              <a:gd name="csX5611" fmla="*/ 3541337 w 3760185"/>
              <a:gd name="csY5611" fmla="*/ 404974 h 793834"/>
              <a:gd name="csX5612" fmla="*/ 3539971 w 3760185"/>
              <a:gd name="csY5612" fmla="*/ 427395 h 793834"/>
              <a:gd name="csX5613" fmla="*/ 3539971 w 3760185"/>
              <a:gd name="csY5613" fmla="*/ 426694 h 793834"/>
              <a:gd name="csX5614" fmla="*/ 3538605 w 3760185"/>
              <a:gd name="csY5614" fmla="*/ 428096 h 793834"/>
              <a:gd name="csX5615" fmla="*/ 3538605 w 3760185"/>
              <a:gd name="csY5615" fmla="*/ 411280 h 793834"/>
              <a:gd name="csX5616" fmla="*/ 3537239 w 3760185"/>
              <a:gd name="csY5616" fmla="*/ 437204 h 793834"/>
              <a:gd name="csX5617" fmla="*/ 3537239 w 3760185"/>
              <a:gd name="csY5617" fmla="*/ 421089 h 793834"/>
              <a:gd name="csX5618" fmla="*/ 3535874 w 3760185"/>
              <a:gd name="csY5618" fmla="*/ 414083 h 793834"/>
              <a:gd name="csX5619" fmla="*/ 3535874 w 3760185"/>
              <a:gd name="csY5619" fmla="*/ 418287 h 793834"/>
              <a:gd name="csX5620" fmla="*/ 3534508 w 3760185"/>
              <a:gd name="csY5620" fmla="*/ 407076 h 793834"/>
              <a:gd name="csX5621" fmla="*/ 3534508 w 3760185"/>
              <a:gd name="csY5621" fmla="*/ 405675 h 793834"/>
              <a:gd name="csX5622" fmla="*/ 3533143 w 3760185"/>
              <a:gd name="csY5622" fmla="*/ 415484 h 793834"/>
              <a:gd name="csX5623" fmla="*/ 3533143 w 3760185"/>
              <a:gd name="csY5623" fmla="*/ 422491 h 793834"/>
              <a:gd name="csX5624" fmla="*/ 3531949 w 3760185"/>
              <a:gd name="csY5624" fmla="*/ 404114 h 793834"/>
              <a:gd name="csX5625" fmla="*/ 3538605 w 3760185"/>
              <a:gd name="csY5625" fmla="*/ 404112 h 793834"/>
              <a:gd name="csX5626" fmla="*/ 3546800 w 3760185"/>
              <a:gd name="csY5626" fmla="*/ 404110 h 793834"/>
              <a:gd name="csX5627" fmla="*/ 3546800 w 3760185"/>
              <a:gd name="csY5627" fmla="*/ 437204 h 793834"/>
              <a:gd name="csX5628" fmla="*/ 3545434 w 3760185"/>
              <a:gd name="csY5628" fmla="*/ 433000 h 793834"/>
              <a:gd name="csX5629" fmla="*/ 3545434 w 3760185"/>
              <a:gd name="csY5629" fmla="*/ 404111 h 793834"/>
              <a:gd name="csX5630" fmla="*/ 3554994 w 3760185"/>
              <a:gd name="csY5630" fmla="*/ 404108 h 793834"/>
              <a:gd name="csX5631" fmla="*/ 3554994 w 3760185"/>
              <a:gd name="csY5631" fmla="*/ 430198 h 793834"/>
              <a:gd name="csX5632" fmla="*/ 3553628 w 3760185"/>
              <a:gd name="csY5632" fmla="*/ 415484 h 793834"/>
              <a:gd name="csX5633" fmla="*/ 3553628 w 3760185"/>
              <a:gd name="csY5633" fmla="*/ 408478 h 793834"/>
              <a:gd name="csX5634" fmla="*/ 3552263 w 3760185"/>
              <a:gd name="csY5634" fmla="*/ 432300 h 793834"/>
              <a:gd name="csX5635" fmla="*/ 3552263 w 3760185"/>
              <a:gd name="csY5635" fmla="*/ 418987 h 793834"/>
              <a:gd name="csX5636" fmla="*/ 3550897 w 3760185"/>
              <a:gd name="csY5636" fmla="*/ 411981 h 793834"/>
              <a:gd name="csX5637" fmla="*/ 3550897 w 3760185"/>
              <a:gd name="csY5637" fmla="*/ 427395 h 793834"/>
              <a:gd name="csX5638" fmla="*/ 3549531 w 3760185"/>
              <a:gd name="csY5638" fmla="*/ 407777 h 793834"/>
              <a:gd name="csX5639" fmla="*/ 3549531 w 3760185"/>
              <a:gd name="csY5639" fmla="*/ 416185 h 793834"/>
              <a:gd name="csX5640" fmla="*/ 3548165 w 3760185"/>
              <a:gd name="csY5640" fmla="*/ 416185 h 793834"/>
              <a:gd name="csX5641" fmla="*/ 3548165 w 3760185"/>
              <a:gd name="csY5641" fmla="*/ 423892 h 793834"/>
              <a:gd name="csX5642" fmla="*/ 3547309 w 3760185"/>
              <a:gd name="csY5642" fmla="*/ 404110 h 793834"/>
              <a:gd name="csX5643" fmla="*/ 3548165 w 3760185"/>
              <a:gd name="csY5643" fmla="*/ 404110 h 793834"/>
              <a:gd name="csX5644" fmla="*/ 3559091 w 3760185"/>
              <a:gd name="csY5644" fmla="*/ 404107 h 793834"/>
              <a:gd name="csX5645" fmla="*/ 3559091 w 3760185"/>
              <a:gd name="csY5645" fmla="*/ 404974 h 793834"/>
              <a:gd name="csX5646" fmla="*/ 3557725 w 3760185"/>
              <a:gd name="csY5646" fmla="*/ 422491 h 793834"/>
              <a:gd name="csX5647" fmla="*/ 3557725 w 3760185"/>
              <a:gd name="csY5647" fmla="*/ 416185 h 793834"/>
              <a:gd name="csX5648" fmla="*/ 3556820 w 3760185"/>
              <a:gd name="csY5648" fmla="*/ 404108 h 793834"/>
              <a:gd name="csX5649" fmla="*/ 3557725 w 3760185"/>
              <a:gd name="csY5649" fmla="*/ 404108 h 793834"/>
              <a:gd name="csX5650" fmla="*/ 3560457 w 3760185"/>
              <a:gd name="csY5650" fmla="*/ 404107 h 793834"/>
              <a:gd name="csX5651" fmla="*/ 3560457 w 3760185"/>
              <a:gd name="csY5651" fmla="*/ 410580 h 793834"/>
              <a:gd name="csX5652" fmla="*/ 3559931 w 3760185"/>
              <a:gd name="csY5652" fmla="*/ 404107 h 793834"/>
              <a:gd name="csX5653" fmla="*/ 3562717 w 3760185"/>
              <a:gd name="csY5653" fmla="*/ 404107 h 793834"/>
              <a:gd name="csX5654" fmla="*/ 3561823 w 3760185"/>
              <a:gd name="csY5654" fmla="*/ 419688 h 793834"/>
              <a:gd name="csX5655" fmla="*/ 3561823 w 3760185"/>
              <a:gd name="csY5655" fmla="*/ 404107 h 793834"/>
              <a:gd name="csX5656" fmla="*/ 3567837 w 3760185"/>
              <a:gd name="csY5656" fmla="*/ 404105 h 793834"/>
              <a:gd name="csX5657" fmla="*/ 3567286 w 3760185"/>
              <a:gd name="csY5657" fmla="*/ 423892 h 793834"/>
              <a:gd name="csX5658" fmla="*/ 3567286 w 3760185"/>
              <a:gd name="csY5658" fmla="*/ 416185 h 793834"/>
              <a:gd name="csX5659" fmla="*/ 3565920 w 3760185"/>
              <a:gd name="csY5659" fmla="*/ 413382 h 793834"/>
              <a:gd name="csX5660" fmla="*/ 3565920 w 3760185"/>
              <a:gd name="csY5660" fmla="*/ 415484 h 793834"/>
              <a:gd name="csX5661" fmla="*/ 3564554 w 3760185"/>
              <a:gd name="csY5661" fmla="*/ 429497 h 793834"/>
              <a:gd name="csX5662" fmla="*/ 3564554 w 3760185"/>
              <a:gd name="csY5662" fmla="*/ 411280 h 793834"/>
              <a:gd name="csX5663" fmla="*/ 3563189 w 3760185"/>
              <a:gd name="csY5663" fmla="*/ 448415 h 793834"/>
              <a:gd name="csX5664" fmla="*/ 3563189 w 3760185"/>
              <a:gd name="csY5664" fmla="*/ 404106 h 793834"/>
              <a:gd name="csX5665" fmla="*/ 3570017 w 3760185"/>
              <a:gd name="csY5665" fmla="*/ 404105 h 793834"/>
              <a:gd name="csX5666" fmla="*/ 3570017 w 3760185"/>
              <a:gd name="csY5666" fmla="*/ 423892 h 793834"/>
              <a:gd name="csX5667" fmla="*/ 3569395 w 3760185"/>
              <a:gd name="csY5667" fmla="*/ 404105 h 793834"/>
              <a:gd name="csX5668" fmla="*/ 3572749 w 3760185"/>
              <a:gd name="csY5668" fmla="*/ 404104 h 793834"/>
              <a:gd name="csX5669" fmla="*/ 3572749 w 3760185"/>
              <a:gd name="csY5669" fmla="*/ 415484 h 793834"/>
              <a:gd name="csX5670" fmla="*/ 3571383 w 3760185"/>
              <a:gd name="csY5670" fmla="*/ 407076 h 793834"/>
              <a:gd name="csX5671" fmla="*/ 3571383 w 3760185"/>
              <a:gd name="csY5671" fmla="*/ 411981 h 793834"/>
              <a:gd name="csX5672" fmla="*/ 3570999 w 3760185"/>
              <a:gd name="csY5672" fmla="*/ 404105 h 793834"/>
              <a:gd name="csX5673" fmla="*/ 3578211 w 3760185"/>
              <a:gd name="csY5673" fmla="*/ 404103 h 793834"/>
              <a:gd name="csX5674" fmla="*/ 3578211 w 3760185"/>
              <a:gd name="csY5674" fmla="*/ 408478 h 793834"/>
              <a:gd name="csX5675" fmla="*/ 3576846 w 3760185"/>
              <a:gd name="csY5675" fmla="*/ 421790 h 793834"/>
              <a:gd name="csX5676" fmla="*/ 3576846 w 3760185"/>
              <a:gd name="csY5676" fmla="*/ 404274 h 793834"/>
              <a:gd name="csX5677" fmla="*/ 3575480 w 3760185"/>
              <a:gd name="csY5677" fmla="*/ 428096 h 793834"/>
              <a:gd name="csX5678" fmla="*/ 3575480 w 3760185"/>
              <a:gd name="csY5678" fmla="*/ 424593 h 793834"/>
              <a:gd name="csX5679" fmla="*/ 3574114 w 3760185"/>
              <a:gd name="csY5679" fmla="*/ 411981 h 793834"/>
              <a:gd name="csX5680" fmla="*/ 3574114 w 3760185"/>
              <a:gd name="csY5680" fmla="*/ 404104 h 793834"/>
              <a:gd name="csX5681" fmla="*/ 3580943 w 3760185"/>
              <a:gd name="csY5681" fmla="*/ 404102 h 793834"/>
              <a:gd name="csX5682" fmla="*/ 3580943 w 3760185"/>
              <a:gd name="csY5682" fmla="*/ 404974 h 793834"/>
              <a:gd name="csX5683" fmla="*/ 3579577 w 3760185"/>
              <a:gd name="csY5683" fmla="*/ 404274 h 793834"/>
              <a:gd name="csX5684" fmla="*/ 3579577 w 3760185"/>
              <a:gd name="csY5684" fmla="*/ 404103 h 793834"/>
              <a:gd name="csX5685" fmla="*/ 3583298 w 3760185"/>
              <a:gd name="csY5685" fmla="*/ 404102 h 793834"/>
              <a:gd name="csX5686" fmla="*/ 3582309 w 3760185"/>
              <a:gd name="csY5686" fmla="*/ 423892 h 793834"/>
              <a:gd name="csX5687" fmla="*/ 3582309 w 3760185"/>
              <a:gd name="csY5687" fmla="*/ 407777 h 793834"/>
              <a:gd name="csX5688" fmla="*/ 3581911 w 3760185"/>
              <a:gd name="csY5688" fmla="*/ 404102 h 793834"/>
              <a:gd name="csX5689" fmla="*/ 3585040 w 3760185"/>
              <a:gd name="csY5689" fmla="*/ 404101 h 793834"/>
              <a:gd name="csX5690" fmla="*/ 3585040 w 3760185"/>
              <a:gd name="csY5690" fmla="*/ 411280 h 793834"/>
              <a:gd name="csX5691" fmla="*/ 3584558 w 3760185"/>
              <a:gd name="csY5691" fmla="*/ 404101 h 793834"/>
              <a:gd name="csX5692" fmla="*/ 3587771 w 3760185"/>
              <a:gd name="csY5692" fmla="*/ 404101 h 793834"/>
              <a:gd name="csX5693" fmla="*/ 3587771 w 3760185"/>
              <a:gd name="csY5693" fmla="*/ 404974 h 793834"/>
              <a:gd name="csX5694" fmla="*/ 3586406 w 3760185"/>
              <a:gd name="csY5694" fmla="*/ 437905 h 793834"/>
              <a:gd name="csX5695" fmla="*/ 3586406 w 3760185"/>
              <a:gd name="csY5695" fmla="*/ 407777 h 793834"/>
              <a:gd name="csX5696" fmla="*/ 3585894 w 3760185"/>
              <a:gd name="csY5696" fmla="*/ 404101 h 793834"/>
              <a:gd name="csX5697" fmla="*/ 3589137 w 3760185"/>
              <a:gd name="csY5697" fmla="*/ 404100 h 793834"/>
              <a:gd name="csX5698" fmla="*/ 3589137 w 3760185"/>
              <a:gd name="csY5698" fmla="*/ 410580 h 793834"/>
              <a:gd name="csX5699" fmla="*/ 3588754 w 3760185"/>
              <a:gd name="csY5699" fmla="*/ 404100 h 793834"/>
              <a:gd name="csX5700" fmla="*/ 3590503 w 3760185"/>
              <a:gd name="csY5700" fmla="*/ 404100 h 793834"/>
              <a:gd name="csX5701" fmla="*/ 3590503 w 3760185"/>
              <a:gd name="csY5701" fmla="*/ 404274 h 793834"/>
              <a:gd name="csX5702" fmla="*/ 3590503 w 3760185"/>
              <a:gd name="csY5702" fmla="*/ 411981 h 793834"/>
              <a:gd name="csX5703" fmla="*/ 3589543 w 3760185"/>
              <a:gd name="csY5703" fmla="*/ 404100 h 793834"/>
              <a:gd name="csX5704" fmla="*/ 3592359 w 3760185"/>
              <a:gd name="csY5704" fmla="*/ 404099 h 793834"/>
              <a:gd name="csX5705" fmla="*/ 3591869 w 3760185"/>
              <a:gd name="csY5705" fmla="*/ 409879 h 793834"/>
              <a:gd name="csX5706" fmla="*/ 3591869 w 3760185"/>
              <a:gd name="csY5706" fmla="*/ 404100 h 793834"/>
              <a:gd name="csX5707" fmla="*/ 3596037 w 3760185"/>
              <a:gd name="csY5707" fmla="*/ 404098 h 793834"/>
              <a:gd name="csX5708" fmla="*/ 3595966 w 3760185"/>
              <a:gd name="csY5708" fmla="*/ 406376 h 793834"/>
              <a:gd name="csX5709" fmla="*/ 3595966 w 3760185"/>
              <a:gd name="csY5709" fmla="*/ 409879 h 793834"/>
              <a:gd name="csX5710" fmla="*/ 3595625 w 3760185"/>
              <a:gd name="csY5710" fmla="*/ 404099 h 793834"/>
              <a:gd name="csX5711" fmla="*/ 3598697 w 3760185"/>
              <a:gd name="csY5711" fmla="*/ 404098 h 793834"/>
              <a:gd name="csX5712" fmla="*/ 3598697 w 3760185"/>
              <a:gd name="csY5712" fmla="*/ 407076 h 793834"/>
              <a:gd name="csX5713" fmla="*/ 3598310 w 3760185"/>
              <a:gd name="csY5713" fmla="*/ 404098 h 793834"/>
              <a:gd name="csX5714" fmla="*/ 3601429 w 3760185"/>
              <a:gd name="csY5714" fmla="*/ 404097 h 793834"/>
              <a:gd name="csX5715" fmla="*/ 3601429 w 3760185"/>
              <a:gd name="csY5715" fmla="*/ 406376 h 793834"/>
              <a:gd name="csX5716" fmla="*/ 3600063 w 3760185"/>
              <a:gd name="csY5716" fmla="*/ 415484 h 793834"/>
              <a:gd name="csX5717" fmla="*/ 3600063 w 3760185"/>
              <a:gd name="csY5717" fmla="*/ 421089 h 793834"/>
              <a:gd name="csX5718" fmla="*/ 3599492 w 3760185"/>
              <a:gd name="csY5718" fmla="*/ 404098 h 793834"/>
              <a:gd name="csX5719" fmla="*/ 3610614 w 3760185"/>
              <a:gd name="csY5719" fmla="*/ 404095 h 793834"/>
              <a:gd name="csX5720" fmla="*/ 3609623 w 3760185"/>
              <a:gd name="csY5720" fmla="*/ 409178 h 793834"/>
              <a:gd name="csX5721" fmla="*/ 3609623 w 3760185"/>
              <a:gd name="csY5721" fmla="*/ 418287 h 793834"/>
              <a:gd name="csX5722" fmla="*/ 3608257 w 3760185"/>
              <a:gd name="csY5722" fmla="*/ 404274 h 793834"/>
              <a:gd name="csX5723" fmla="*/ 3608257 w 3760185"/>
              <a:gd name="csY5723" fmla="*/ 407777 h 793834"/>
              <a:gd name="csX5724" fmla="*/ 3607859 w 3760185"/>
              <a:gd name="csY5724" fmla="*/ 404096 h 793834"/>
              <a:gd name="csX5725" fmla="*/ 3608257 w 3760185"/>
              <a:gd name="csY5725" fmla="*/ 404096 h 793834"/>
              <a:gd name="csX5726" fmla="*/ 3613630 w 3760185"/>
              <a:gd name="csY5726" fmla="*/ 404094 h 793834"/>
              <a:gd name="csX5727" fmla="*/ 3612355 w 3760185"/>
              <a:gd name="csY5727" fmla="*/ 421089 h 793834"/>
              <a:gd name="csX5728" fmla="*/ 3612355 w 3760185"/>
              <a:gd name="csY5728" fmla="*/ 406376 h 793834"/>
              <a:gd name="csX5729" fmla="*/ 3612162 w 3760185"/>
              <a:gd name="csY5729" fmla="*/ 404095 h 793834"/>
              <a:gd name="csX5730" fmla="*/ 3617818 w 3760185"/>
              <a:gd name="csY5730" fmla="*/ 404093 h 793834"/>
              <a:gd name="csX5731" fmla="*/ 3617818 w 3760185"/>
              <a:gd name="csY5731" fmla="*/ 420389 h 793834"/>
              <a:gd name="csX5732" fmla="*/ 3616452 w 3760185"/>
              <a:gd name="csY5732" fmla="*/ 414083 h 793834"/>
              <a:gd name="csX5733" fmla="*/ 3616452 w 3760185"/>
              <a:gd name="csY5733" fmla="*/ 413382 h 793834"/>
              <a:gd name="csX5734" fmla="*/ 3615903 w 3760185"/>
              <a:gd name="csY5734" fmla="*/ 404094 h 793834"/>
              <a:gd name="csX5735" fmla="*/ 3619505 w 3760185"/>
              <a:gd name="csY5735" fmla="*/ 404093 h 793834"/>
              <a:gd name="csX5736" fmla="*/ 3619183 w 3760185"/>
              <a:gd name="csY5736" fmla="*/ 409879 h 793834"/>
              <a:gd name="csX5737" fmla="*/ 3619183 w 3760185"/>
              <a:gd name="csY5737" fmla="*/ 404093 h 793834"/>
              <a:gd name="csX5738" fmla="*/ 3622940 w 3760185"/>
              <a:gd name="csY5738" fmla="*/ 404092 h 793834"/>
              <a:gd name="csX5739" fmla="*/ 3621915 w 3760185"/>
              <a:gd name="csY5739" fmla="*/ 424593 h 793834"/>
              <a:gd name="csX5740" fmla="*/ 3621915 w 3760185"/>
              <a:gd name="csY5740" fmla="*/ 404092 h 793834"/>
              <a:gd name="csX5741" fmla="*/ 3625637 w 3760185"/>
              <a:gd name="csY5741" fmla="*/ 404091 h 793834"/>
              <a:gd name="csX5742" fmla="*/ 3624646 w 3760185"/>
              <a:gd name="csY5742" fmla="*/ 429497 h 793834"/>
              <a:gd name="csX5743" fmla="*/ 3624646 w 3760185"/>
              <a:gd name="csY5743" fmla="*/ 411280 h 793834"/>
              <a:gd name="csX5744" fmla="*/ 3623281 w 3760185"/>
              <a:gd name="csY5744" fmla="*/ 416885 h 793834"/>
              <a:gd name="csX5745" fmla="*/ 3623281 w 3760185"/>
              <a:gd name="csY5745" fmla="*/ 412682 h 793834"/>
              <a:gd name="csX5746" fmla="*/ 3623281 w 3760185"/>
              <a:gd name="csY5746" fmla="*/ 404092 h 793834"/>
              <a:gd name="csX5747" fmla="*/ 3628363 w 3760185"/>
              <a:gd name="csY5747" fmla="*/ 404091 h 793834"/>
              <a:gd name="csX5748" fmla="*/ 3627378 w 3760185"/>
              <a:gd name="csY5748" fmla="*/ 421790 h 793834"/>
              <a:gd name="csX5749" fmla="*/ 3627378 w 3760185"/>
              <a:gd name="csY5749" fmla="*/ 437905 h 793834"/>
              <a:gd name="csX5750" fmla="*/ 3626348 w 3760185"/>
              <a:gd name="csY5750" fmla="*/ 404091 h 793834"/>
              <a:gd name="csX5751" fmla="*/ 3627378 w 3760185"/>
              <a:gd name="csY5751" fmla="*/ 404091 h 793834"/>
              <a:gd name="csX5752" fmla="*/ 3630756 w 3760185"/>
              <a:gd name="csY5752" fmla="*/ 404090 h 793834"/>
              <a:gd name="csX5753" fmla="*/ 3630109 w 3760185"/>
              <a:gd name="csY5753" fmla="*/ 413382 h 793834"/>
              <a:gd name="csX5754" fmla="*/ 3630109 w 3760185"/>
              <a:gd name="csY5754" fmla="*/ 410580 h 793834"/>
              <a:gd name="csX5755" fmla="*/ 3628743 w 3760185"/>
              <a:gd name="csY5755" fmla="*/ 410580 h 793834"/>
              <a:gd name="csX5756" fmla="*/ 3628743 w 3760185"/>
              <a:gd name="csY5756" fmla="*/ 404091 h 793834"/>
              <a:gd name="csX5757" fmla="*/ 3635187 w 3760185"/>
              <a:gd name="csY5757" fmla="*/ 404089 h 793834"/>
              <a:gd name="csX5758" fmla="*/ 3634207 w 3760185"/>
              <a:gd name="csY5758" fmla="*/ 419688 h 793834"/>
              <a:gd name="csX5759" fmla="*/ 3634207 w 3760185"/>
              <a:gd name="csY5759" fmla="*/ 404089 h 793834"/>
              <a:gd name="csX5760" fmla="*/ 3636268 w 3760185"/>
              <a:gd name="csY5760" fmla="*/ 404089 h 793834"/>
              <a:gd name="csX5761" fmla="*/ 3635572 w 3760185"/>
              <a:gd name="csY5761" fmla="*/ 414083 h 793834"/>
              <a:gd name="csX5762" fmla="*/ 3635572 w 3760185"/>
              <a:gd name="csY5762" fmla="*/ 404089 h 793834"/>
              <a:gd name="csX5763" fmla="*/ 3637728 w 3760185"/>
              <a:gd name="csY5763" fmla="*/ 404088 h 793834"/>
              <a:gd name="csX5764" fmla="*/ 3636938 w 3760185"/>
              <a:gd name="csY5764" fmla="*/ 418287 h 793834"/>
              <a:gd name="csX5765" fmla="*/ 3636938 w 3760185"/>
              <a:gd name="csY5765" fmla="*/ 412682 h 793834"/>
              <a:gd name="csX5766" fmla="*/ 3636938 w 3760185"/>
              <a:gd name="csY5766" fmla="*/ 404089 h 793834"/>
              <a:gd name="csX5767" fmla="*/ 3641035 w 3760185"/>
              <a:gd name="csY5767" fmla="*/ 404088 h 793834"/>
              <a:gd name="csX5768" fmla="*/ 3641035 w 3760185"/>
              <a:gd name="csY5768" fmla="*/ 404974 h 793834"/>
              <a:gd name="csX5769" fmla="*/ 3639669 w 3760185"/>
              <a:gd name="csY5769" fmla="*/ 421089 h 793834"/>
              <a:gd name="csX5770" fmla="*/ 3639669 w 3760185"/>
              <a:gd name="csY5770" fmla="*/ 433701 h 793834"/>
              <a:gd name="csX5771" fmla="*/ 3638303 w 3760185"/>
              <a:gd name="csY5771" fmla="*/ 420389 h 793834"/>
              <a:gd name="csX5772" fmla="*/ 3638303 w 3760185"/>
              <a:gd name="csY5772" fmla="*/ 404088 h 793834"/>
              <a:gd name="csX5773" fmla="*/ 3651961 w 3760185"/>
              <a:gd name="csY5773" fmla="*/ 404085 h 793834"/>
              <a:gd name="csX5774" fmla="*/ 3651961 w 3760185"/>
              <a:gd name="csY5774" fmla="*/ 414083 h 793834"/>
              <a:gd name="csX5775" fmla="*/ 3650595 w 3760185"/>
              <a:gd name="csY5775" fmla="*/ 414783 h 793834"/>
              <a:gd name="csX5776" fmla="*/ 3650595 w 3760185"/>
              <a:gd name="csY5776" fmla="*/ 417586 h 793834"/>
              <a:gd name="csX5777" fmla="*/ 3649229 w 3760185"/>
              <a:gd name="csY5777" fmla="*/ 417586 h 793834"/>
              <a:gd name="csX5778" fmla="*/ 3649229 w 3760185"/>
              <a:gd name="csY5778" fmla="*/ 416885 h 793834"/>
              <a:gd name="csX5779" fmla="*/ 3647864 w 3760185"/>
              <a:gd name="csY5779" fmla="*/ 428096 h 793834"/>
              <a:gd name="csX5780" fmla="*/ 3647864 w 3760185"/>
              <a:gd name="csY5780" fmla="*/ 415484 h 793834"/>
              <a:gd name="csX5781" fmla="*/ 3646498 w 3760185"/>
              <a:gd name="csY5781" fmla="*/ 412682 h 793834"/>
              <a:gd name="csX5782" fmla="*/ 3646498 w 3760185"/>
              <a:gd name="csY5782" fmla="*/ 404974 h 793834"/>
              <a:gd name="csX5783" fmla="*/ 3645132 w 3760185"/>
              <a:gd name="csY5783" fmla="*/ 413382 h 793834"/>
              <a:gd name="csX5784" fmla="*/ 3645132 w 3760185"/>
              <a:gd name="csY5784" fmla="*/ 416185 h 793834"/>
              <a:gd name="csX5785" fmla="*/ 3643767 w 3760185"/>
              <a:gd name="csY5785" fmla="*/ 418987 h 793834"/>
              <a:gd name="csX5786" fmla="*/ 3643767 w 3760185"/>
              <a:gd name="csY5786" fmla="*/ 421089 h 793834"/>
              <a:gd name="csX5787" fmla="*/ 3642401 w 3760185"/>
              <a:gd name="csY5787" fmla="*/ 433701 h 793834"/>
              <a:gd name="csX5788" fmla="*/ 3642401 w 3760185"/>
              <a:gd name="csY5788" fmla="*/ 411981 h 793834"/>
              <a:gd name="csX5789" fmla="*/ 3641809 w 3760185"/>
              <a:gd name="csY5789" fmla="*/ 404087 h 793834"/>
              <a:gd name="csX5790" fmla="*/ 3642401 w 3760185"/>
              <a:gd name="csY5790" fmla="*/ 404087 h 793834"/>
              <a:gd name="csX5791" fmla="*/ 3653920 w 3760185"/>
              <a:gd name="csY5791" fmla="*/ 404084 h 793834"/>
              <a:gd name="csX5792" fmla="*/ 3653327 w 3760185"/>
              <a:gd name="csY5792" fmla="*/ 425994 h 793834"/>
              <a:gd name="csX5793" fmla="*/ 3653327 w 3760185"/>
              <a:gd name="csY5793" fmla="*/ 432300 h 793834"/>
              <a:gd name="csX5794" fmla="*/ 3652249 w 3760185"/>
              <a:gd name="csY5794" fmla="*/ 404085 h 793834"/>
              <a:gd name="csX5795" fmla="*/ 3656058 w 3760185"/>
              <a:gd name="csY5795" fmla="*/ 404084 h 793834"/>
              <a:gd name="csX5796" fmla="*/ 3656058 w 3760185"/>
              <a:gd name="csY5796" fmla="*/ 404974 h 793834"/>
              <a:gd name="csX5797" fmla="*/ 3656058 w 3760185"/>
              <a:gd name="csY5797" fmla="*/ 418987 h 793834"/>
              <a:gd name="csX5798" fmla="*/ 3656058 w 3760185"/>
              <a:gd name="csY5798" fmla="*/ 435102 h 793834"/>
              <a:gd name="csX5799" fmla="*/ 3654692 w 3760185"/>
              <a:gd name="csY5799" fmla="*/ 430198 h 793834"/>
              <a:gd name="csX5800" fmla="*/ 3654692 w 3760185"/>
              <a:gd name="csY5800" fmla="*/ 404084 h 793834"/>
              <a:gd name="csX5801" fmla="*/ 3658789 w 3760185"/>
              <a:gd name="csY5801" fmla="*/ 404083 h 793834"/>
              <a:gd name="csX5802" fmla="*/ 3658789 w 3760185"/>
              <a:gd name="csY5802" fmla="*/ 437204 h 793834"/>
              <a:gd name="csX5803" fmla="*/ 3657424 w 3760185"/>
              <a:gd name="csY5803" fmla="*/ 444211 h 793834"/>
              <a:gd name="csX5804" fmla="*/ 3657424 w 3760185"/>
              <a:gd name="csY5804" fmla="*/ 437905 h 793834"/>
              <a:gd name="csX5805" fmla="*/ 3656568 w 3760185"/>
              <a:gd name="csY5805" fmla="*/ 404084 h 793834"/>
              <a:gd name="csX5806" fmla="*/ 3660271 w 3760185"/>
              <a:gd name="csY5806" fmla="*/ 404083 h 793834"/>
              <a:gd name="csX5807" fmla="*/ 3660155 w 3760185"/>
              <a:gd name="csY5807" fmla="*/ 404974 h 793834"/>
              <a:gd name="csX5808" fmla="*/ 3660155 w 3760185"/>
              <a:gd name="csY5808" fmla="*/ 404083 h 793834"/>
              <a:gd name="csX5809" fmla="*/ 3665618 w 3760185"/>
              <a:gd name="csY5809" fmla="*/ 404082 h 793834"/>
              <a:gd name="csX5810" fmla="*/ 3665618 w 3760185"/>
              <a:gd name="csY5810" fmla="*/ 416185 h 793834"/>
              <a:gd name="csX5811" fmla="*/ 3664253 w 3760185"/>
              <a:gd name="csY5811" fmla="*/ 417586 h 793834"/>
              <a:gd name="csX5812" fmla="*/ 3664253 w 3760185"/>
              <a:gd name="csY5812" fmla="*/ 420389 h 793834"/>
              <a:gd name="csX5813" fmla="*/ 3664253 w 3760185"/>
              <a:gd name="csY5813" fmla="*/ 426694 h 793834"/>
              <a:gd name="csX5814" fmla="*/ 3662887 w 3760185"/>
              <a:gd name="csY5814" fmla="*/ 447714 h 793834"/>
              <a:gd name="csX5815" fmla="*/ 3662887 w 3760185"/>
              <a:gd name="csY5815" fmla="*/ 418287 h 793834"/>
              <a:gd name="csX5816" fmla="*/ 3662228 w 3760185"/>
              <a:gd name="csY5816" fmla="*/ 404082 h 793834"/>
              <a:gd name="csX5817" fmla="*/ 3667839 w 3760185"/>
              <a:gd name="csY5817" fmla="*/ 404081 h 793834"/>
              <a:gd name="csX5818" fmla="*/ 3666984 w 3760185"/>
              <a:gd name="csY5818" fmla="*/ 415484 h 793834"/>
              <a:gd name="csX5819" fmla="*/ 3666984 w 3760185"/>
              <a:gd name="csY5819" fmla="*/ 404081 h 793834"/>
              <a:gd name="csX5820" fmla="*/ 3670057 w 3760185"/>
              <a:gd name="csY5820" fmla="*/ 404080 h 793834"/>
              <a:gd name="csX5821" fmla="*/ 3669715 w 3760185"/>
              <a:gd name="csY5821" fmla="*/ 411280 h 793834"/>
              <a:gd name="csX5822" fmla="*/ 3669715 w 3760185"/>
              <a:gd name="csY5822" fmla="*/ 411981 h 793834"/>
              <a:gd name="csX5823" fmla="*/ 3668350 w 3760185"/>
              <a:gd name="csY5823" fmla="*/ 408478 h 793834"/>
              <a:gd name="csX5824" fmla="*/ 3668350 w 3760185"/>
              <a:gd name="csY5824" fmla="*/ 404081 h 793834"/>
              <a:gd name="csX5825" fmla="*/ 3669715 w 3760185"/>
              <a:gd name="csY5825" fmla="*/ 404081 h 793834"/>
              <a:gd name="csX5826" fmla="*/ 3673813 w 3760185"/>
              <a:gd name="csY5826" fmla="*/ 404080 h 793834"/>
              <a:gd name="csX5827" fmla="*/ 3673813 w 3760185"/>
              <a:gd name="csY5827" fmla="*/ 405675 h 793834"/>
              <a:gd name="csX5828" fmla="*/ 3672447 w 3760185"/>
              <a:gd name="csY5828" fmla="*/ 413382 h 793834"/>
              <a:gd name="csX5829" fmla="*/ 3672447 w 3760185"/>
              <a:gd name="csY5829" fmla="*/ 419688 h 793834"/>
              <a:gd name="csX5830" fmla="*/ 3671081 w 3760185"/>
              <a:gd name="csY5830" fmla="*/ 433000 h 793834"/>
              <a:gd name="csX5831" fmla="*/ 3671081 w 3760185"/>
              <a:gd name="csY5831" fmla="*/ 404080 h 793834"/>
              <a:gd name="csX5832" fmla="*/ 3675178 w 3760185"/>
              <a:gd name="csY5832" fmla="*/ 404079 h 793834"/>
              <a:gd name="csX5833" fmla="*/ 3675178 w 3760185"/>
              <a:gd name="csY5833" fmla="*/ 411280 h 793834"/>
              <a:gd name="csX5834" fmla="*/ 3674639 w 3760185"/>
              <a:gd name="csY5834" fmla="*/ 404079 h 793834"/>
              <a:gd name="csX5835" fmla="*/ 3679275 w 3760185"/>
              <a:gd name="csY5835" fmla="*/ 404078 h 793834"/>
              <a:gd name="csX5836" fmla="*/ 3679275 w 3760185"/>
              <a:gd name="csY5836" fmla="*/ 418987 h 793834"/>
              <a:gd name="csX5837" fmla="*/ 3677910 w 3760185"/>
              <a:gd name="csY5837" fmla="*/ 433000 h 793834"/>
              <a:gd name="csX5838" fmla="*/ 3677910 w 3760185"/>
              <a:gd name="csY5838" fmla="*/ 410580 h 793834"/>
              <a:gd name="csX5839" fmla="*/ 3676544 w 3760185"/>
              <a:gd name="csY5839" fmla="*/ 438605 h 793834"/>
              <a:gd name="csX5840" fmla="*/ 3676544 w 3760185"/>
              <a:gd name="csY5840" fmla="*/ 404079 h 793834"/>
              <a:gd name="csX5841" fmla="*/ 3681629 w 3760185"/>
              <a:gd name="csY5841" fmla="*/ 404078 h 793834"/>
              <a:gd name="csX5842" fmla="*/ 3680641 w 3760185"/>
              <a:gd name="csY5842" fmla="*/ 427395 h 793834"/>
              <a:gd name="csX5843" fmla="*/ 3680641 w 3760185"/>
              <a:gd name="csY5843" fmla="*/ 407777 h 793834"/>
              <a:gd name="csX5844" fmla="*/ 3680160 w 3760185"/>
              <a:gd name="csY5844" fmla="*/ 404078 h 793834"/>
              <a:gd name="csX5845" fmla="*/ 3683346 w 3760185"/>
              <a:gd name="csY5845" fmla="*/ 404077 h 793834"/>
              <a:gd name="csX5846" fmla="*/ 3682007 w 3760185"/>
              <a:gd name="csY5846" fmla="*/ 428796 h 793834"/>
              <a:gd name="csX5847" fmla="*/ 3682007 w 3760185"/>
              <a:gd name="csY5847" fmla="*/ 404078 h 793834"/>
              <a:gd name="csX5848" fmla="*/ 3684739 w 3760185"/>
              <a:gd name="csY5848" fmla="*/ 404077 h 793834"/>
              <a:gd name="csX5849" fmla="*/ 3684739 w 3760185"/>
              <a:gd name="csY5849" fmla="*/ 412682 h 793834"/>
              <a:gd name="csX5850" fmla="*/ 3683373 w 3760185"/>
              <a:gd name="csY5850" fmla="*/ 419688 h 793834"/>
              <a:gd name="csX5851" fmla="*/ 3683373 w 3760185"/>
              <a:gd name="csY5851" fmla="*/ 404077 h 793834"/>
              <a:gd name="csX5852" fmla="*/ 3687058 w 3760185"/>
              <a:gd name="csY5852" fmla="*/ 404076 h 793834"/>
              <a:gd name="csX5853" fmla="*/ 3686104 w 3760185"/>
              <a:gd name="csY5853" fmla="*/ 408478 h 793834"/>
              <a:gd name="csX5854" fmla="*/ 3686104 w 3760185"/>
              <a:gd name="csY5854" fmla="*/ 404077 h 793834"/>
              <a:gd name="csX5855" fmla="*/ 3688760 w 3760185"/>
              <a:gd name="csY5855" fmla="*/ 404076 h 793834"/>
              <a:gd name="csX5856" fmla="*/ 3687470 w 3760185"/>
              <a:gd name="csY5856" fmla="*/ 412682 h 793834"/>
              <a:gd name="csX5857" fmla="*/ 3687470 w 3760185"/>
              <a:gd name="csY5857" fmla="*/ 404076 h 793834"/>
              <a:gd name="csX5858" fmla="*/ 3691567 w 3760185"/>
              <a:gd name="csY5858" fmla="*/ 404075 h 793834"/>
              <a:gd name="csX5859" fmla="*/ 3691567 w 3760185"/>
              <a:gd name="csY5859" fmla="*/ 423191 h 793834"/>
              <a:gd name="csX5860" fmla="*/ 3690201 w 3760185"/>
              <a:gd name="csY5860" fmla="*/ 414783 h 793834"/>
              <a:gd name="csX5861" fmla="*/ 3690201 w 3760185"/>
              <a:gd name="csY5861" fmla="*/ 404076 h 793834"/>
              <a:gd name="csX5862" fmla="*/ 3694299 w 3760185"/>
              <a:gd name="csY5862" fmla="*/ 404075 h 793834"/>
              <a:gd name="csX5863" fmla="*/ 3694299 w 3760185"/>
              <a:gd name="csY5863" fmla="*/ 415484 h 793834"/>
              <a:gd name="csX5864" fmla="*/ 3692933 w 3760185"/>
              <a:gd name="csY5864" fmla="*/ 420389 h 793834"/>
              <a:gd name="csX5865" fmla="*/ 3692933 w 3760185"/>
              <a:gd name="csY5865" fmla="*/ 407777 h 793834"/>
              <a:gd name="csX5866" fmla="*/ 3692933 w 3760185"/>
              <a:gd name="csY5866" fmla="*/ 404075 h 793834"/>
              <a:gd name="csX5867" fmla="*/ 3696241 w 3760185"/>
              <a:gd name="csY5867" fmla="*/ 404074 h 793834"/>
              <a:gd name="csX5868" fmla="*/ 3695664 w 3760185"/>
              <a:gd name="csY5868" fmla="*/ 410580 h 793834"/>
              <a:gd name="csX5869" fmla="*/ 3695664 w 3760185"/>
              <a:gd name="csY5869" fmla="*/ 404074 h 793834"/>
              <a:gd name="csX5870" fmla="*/ 3702233 w 3760185"/>
              <a:gd name="csY5870" fmla="*/ 404073 h 793834"/>
              <a:gd name="csX5871" fmla="*/ 3701127 w 3760185"/>
              <a:gd name="csY5871" fmla="*/ 421089 h 793834"/>
              <a:gd name="csX5872" fmla="*/ 3701127 w 3760185"/>
              <a:gd name="csY5872" fmla="*/ 423892 h 793834"/>
              <a:gd name="csX5873" fmla="*/ 3699761 w 3760185"/>
              <a:gd name="csY5873" fmla="*/ 440007 h 793834"/>
              <a:gd name="csX5874" fmla="*/ 3699761 w 3760185"/>
              <a:gd name="csY5874" fmla="*/ 411280 h 793834"/>
              <a:gd name="csX5875" fmla="*/ 3698396 w 3760185"/>
              <a:gd name="csY5875" fmla="*/ 409178 h 793834"/>
              <a:gd name="csX5876" fmla="*/ 3698396 w 3760185"/>
              <a:gd name="csY5876" fmla="*/ 404074 h 793834"/>
              <a:gd name="csX5877" fmla="*/ 3703859 w 3760185"/>
              <a:gd name="csY5877" fmla="*/ 404072 h 793834"/>
              <a:gd name="csX5878" fmla="*/ 3703859 w 3760185"/>
              <a:gd name="csY5878" fmla="*/ 405675 h 793834"/>
              <a:gd name="csX5879" fmla="*/ 3702493 w 3760185"/>
              <a:gd name="csY5879" fmla="*/ 421089 h 793834"/>
              <a:gd name="csX5880" fmla="*/ 3702493 w 3760185"/>
              <a:gd name="csY5880" fmla="*/ 406376 h 793834"/>
              <a:gd name="csX5881" fmla="*/ 3702493 w 3760185"/>
              <a:gd name="csY5881" fmla="*/ 404073 h 793834"/>
              <a:gd name="csX5882" fmla="*/ 3706527 w 3760185"/>
              <a:gd name="csY5882" fmla="*/ 404072 h 793834"/>
              <a:gd name="csX5883" fmla="*/ 3705224 w 3760185"/>
              <a:gd name="csY5883" fmla="*/ 428796 h 793834"/>
              <a:gd name="csX5884" fmla="*/ 3705224 w 3760185"/>
              <a:gd name="csY5884" fmla="*/ 404072 h 793834"/>
              <a:gd name="csX5885" fmla="*/ 3707296 w 3760185"/>
              <a:gd name="csY5885" fmla="*/ 404071 h 793834"/>
              <a:gd name="csX5886" fmla="*/ 3706590 w 3760185"/>
              <a:gd name="csY5886" fmla="*/ 421089 h 793834"/>
              <a:gd name="csX5887" fmla="*/ 3706590 w 3760185"/>
              <a:gd name="csY5887" fmla="*/ 404072 h 793834"/>
              <a:gd name="csX5888" fmla="*/ 3710687 w 3760185"/>
              <a:gd name="csY5888" fmla="*/ 404071 h 793834"/>
              <a:gd name="csX5889" fmla="*/ 3710687 w 3760185"/>
              <a:gd name="csY5889" fmla="*/ 433701 h 793834"/>
              <a:gd name="csX5890" fmla="*/ 3709321 w 3760185"/>
              <a:gd name="csY5890" fmla="*/ 407777 h 793834"/>
              <a:gd name="csX5891" fmla="*/ 3709321 w 3760185"/>
              <a:gd name="csY5891" fmla="*/ 411981 h 793834"/>
              <a:gd name="csX5892" fmla="*/ 3707956 w 3760185"/>
              <a:gd name="csY5892" fmla="*/ 414083 h 793834"/>
              <a:gd name="csX5893" fmla="*/ 3707956 w 3760185"/>
              <a:gd name="csY5893" fmla="*/ 404071 h 793834"/>
              <a:gd name="csX5894" fmla="*/ 3715401 w 3760185"/>
              <a:gd name="csY5894" fmla="*/ 404069 h 793834"/>
              <a:gd name="csX5895" fmla="*/ 3714785 w 3760185"/>
              <a:gd name="csY5895" fmla="*/ 418287 h 793834"/>
              <a:gd name="csX5896" fmla="*/ 3714785 w 3760185"/>
              <a:gd name="csY5896" fmla="*/ 415484 h 793834"/>
              <a:gd name="csX5897" fmla="*/ 3713419 w 3760185"/>
              <a:gd name="csY5897" fmla="*/ 423191 h 793834"/>
              <a:gd name="csX5898" fmla="*/ 3713419 w 3760185"/>
              <a:gd name="csY5898" fmla="*/ 410580 h 793834"/>
              <a:gd name="csX5899" fmla="*/ 3712053 w 3760185"/>
              <a:gd name="csY5899" fmla="*/ 416885 h 793834"/>
              <a:gd name="csX5900" fmla="*/ 3712053 w 3760185"/>
              <a:gd name="csY5900" fmla="*/ 404974 h 793834"/>
              <a:gd name="csX5901" fmla="*/ 3711918 w 3760185"/>
              <a:gd name="csY5901" fmla="*/ 404070 h 793834"/>
              <a:gd name="csX5902" fmla="*/ 3712053 w 3760185"/>
              <a:gd name="csY5902" fmla="*/ 404070 h 793834"/>
              <a:gd name="csX5903" fmla="*/ 3716977 w 3760185"/>
              <a:gd name="csY5903" fmla="*/ 404069 h 793834"/>
              <a:gd name="csX5904" fmla="*/ 3716150 w 3760185"/>
              <a:gd name="csY5904" fmla="*/ 411280 h 793834"/>
              <a:gd name="csX5905" fmla="*/ 3716150 w 3760185"/>
              <a:gd name="csY5905" fmla="*/ 404069 h 793834"/>
              <a:gd name="csX5906" fmla="*/ 3718882 w 3760185"/>
              <a:gd name="csY5906" fmla="*/ 404069 h 793834"/>
              <a:gd name="csX5907" fmla="*/ 3718882 w 3760185"/>
              <a:gd name="csY5907" fmla="*/ 404274 h 793834"/>
              <a:gd name="csX5908" fmla="*/ 3717516 w 3760185"/>
              <a:gd name="csY5908" fmla="*/ 419688 h 793834"/>
              <a:gd name="csX5909" fmla="*/ 3717516 w 3760185"/>
              <a:gd name="csY5909" fmla="*/ 407076 h 793834"/>
              <a:gd name="csX5910" fmla="*/ 3717516 w 3760185"/>
              <a:gd name="csY5910" fmla="*/ 404069 h 793834"/>
              <a:gd name="csX5911" fmla="*/ 3720247 w 3760185"/>
              <a:gd name="csY5911" fmla="*/ 404068 h 793834"/>
              <a:gd name="csX5912" fmla="*/ 3720247 w 3760185"/>
              <a:gd name="csY5912" fmla="*/ 418987 h 793834"/>
              <a:gd name="csX5913" fmla="*/ 3719462 w 3760185"/>
              <a:gd name="csY5913" fmla="*/ 404068 h 793834"/>
              <a:gd name="csX5914" fmla="*/ 3721613 w 3760185"/>
              <a:gd name="csY5914" fmla="*/ 404068 h 793834"/>
              <a:gd name="csX5915" fmla="*/ 3721613 w 3760185"/>
              <a:gd name="csY5915" fmla="*/ 409178 h 793834"/>
              <a:gd name="csX5916" fmla="*/ 3721613 w 3760185"/>
              <a:gd name="csY5916" fmla="*/ 411981 h 793834"/>
              <a:gd name="csX5917" fmla="*/ 3721613 w 3760185"/>
              <a:gd name="csY5917" fmla="*/ 414083 h 793834"/>
              <a:gd name="csX5918" fmla="*/ 3721039 w 3760185"/>
              <a:gd name="csY5918" fmla="*/ 404068 h 793834"/>
              <a:gd name="csX5919" fmla="*/ 3722979 w 3760185"/>
              <a:gd name="csY5919" fmla="*/ 404068 h 793834"/>
              <a:gd name="csX5920" fmla="*/ 3722979 w 3760185"/>
              <a:gd name="csY5920" fmla="*/ 407076 h 793834"/>
              <a:gd name="csX5921" fmla="*/ 3722141 w 3760185"/>
              <a:gd name="csY5921" fmla="*/ 404068 h 793834"/>
              <a:gd name="csX5922" fmla="*/ 3725317 w 3760185"/>
              <a:gd name="csY5922" fmla="*/ 404067 h 793834"/>
              <a:gd name="csX5923" fmla="*/ 3724345 w 3760185"/>
              <a:gd name="csY5923" fmla="*/ 429497 h 793834"/>
              <a:gd name="csX5924" fmla="*/ 3724345 w 3760185"/>
              <a:gd name="csY5924" fmla="*/ 437204 h 793834"/>
              <a:gd name="csX5925" fmla="*/ 3723103 w 3760185"/>
              <a:gd name="csY5925" fmla="*/ 404068 h 793834"/>
              <a:gd name="csX5926" fmla="*/ 3727076 w 3760185"/>
              <a:gd name="csY5926" fmla="*/ 404067 h 793834"/>
              <a:gd name="csX5927" fmla="*/ 3727076 w 3760185"/>
              <a:gd name="csY5927" fmla="*/ 407777 h 793834"/>
              <a:gd name="csX5928" fmla="*/ 3725710 w 3760185"/>
              <a:gd name="csY5928" fmla="*/ 416885 h 793834"/>
              <a:gd name="csX5929" fmla="*/ 3725710 w 3760185"/>
              <a:gd name="csY5929" fmla="*/ 404067 h 793834"/>
              <a:gd name="csX5930" fmla="*/ 3729807 w 3760185"/>
              <a:gd name="csY5930" fmla="*/ 404066 h 793834"/>
              <a:gd name="csX5931" fmla="*/ 3729807 w 3760185"/>
              <a:gd name="csY5931" fmla="*/ 409879 h 793834"/>
              <a:gd name="csX5932" fmla="*/ 3729807 w 3760185"/>
              <a:gd name="csY5932" fmla="*/ 417586 h 793834"/>
              <a:gd name="csX5933" fmla="*/ 3728442 w 3760185"/>
              <a:gd name="csY5933" fmla="*/ 433701 h 793834"/>
              <a:gd name="csX5934" fmla="*/ 3728442 w 3760185"/>
              <a:gd name="csY5934" fmla="*/ 404066 h 793834"/>
              <a:gd name="csX5935" fmla="*/ 3732539 w 3760185"/>
              <a:gd name="csY5935" fmla="*/ 404065 h 793834"/>
              <a:gd name="csX5936" fmla="*/ 3732539 w 3760185"/>
              <a:gd name="csY5936" fmla="*/ 425994 h 793834"/>
              <a:gd name="csX5937" fmla="*/ 3731173 w 3760185"/>
              <a:gd name="csY5937" fmla="*/ 409178 h 793834"/>
              <a:gd name="csX5938" fmla="*/ 3731173 w 3760185"/>
              <a:gd name="csY5938" fmla="*/ 404066 h 793834"/>
              <a:gd name="csX5939" fmla="*/ 3735271 w 3760185"/>
              <a:gd name="csY5939" fmla="*/ 404065 h 793834"/>
              <a:gd name="csX5940" fmla="*/ 3735271 w 3760185"/>
              <a:gd name="csY5940" fmla="*/ 419688 h 793834"/>
              <a:gd name="csX5941" fmla="*/ 3733905 w 3760185"/>
              <a:gd name="csY5941" fmla="*/ 404974 h 793834"/>
              <a:gd name="csX5942" fmla="*/ 3733905 w 3760185"/>
              <a:gd name="csY5942" fmla="*/ 404065 h 793834"/>
              <a:gd name="csX5943" fmla="*/ 3736636 w 3760185"/>
              <a:gd name="csY5943" fmla="*/ 404064 h 793834"/>
              <a:gd name="csX5944" fmla="*/ 3736636 w 3760185"/>
              <a:gd name="csY5944" fmla="*/ 421790 h 793834"/>
              <a:gd name="csX5945" fmla="*/ 3735649 w 3760185"/>
              <a:gd name="csY5945" fmla="*/ 404064 h 793834"/>
              <a:gd name="csX5946" fmla="*/ 3739935 w 3760185"/>
              <a:gd name="csY5946" fmla="*/ 404063 h 793834"/>
              <a:gd name="csX5947" fmla="*/ 3739367 w 3760185"/>
              <a:gd name="csY5947" fmla="*/ 413382 h 793834"/>
              <a:gd name="csX5948" fmla="*/ 3739367 w 3760185"/>
              <a:gd name="csY5948" fmla="*/ 409178 h 793834"/>
              <a:gd name="csX5949" fmla="*/ 3738984 w 3760185"/>
              <a:gd name="csY5949" fmla="*/ 404064 h 793834"/>
              <a:gd name="csX5950" fmla="*/ 3742099 w 3760185"/>
              <a:gd name="csY5950" fmla="*/ 404063 h 793834"/>
              <a:gd name="csX5951" fmla="*/ 3742099 w 3760185"/>
              <a:gd name="csY5951" fmla="*/ 428796 h 793834"/>
              <a:gd name="csX5952" fmla="*/ 3740830 w 3760185"/>
              <a:gd name="csY5952" fmla="*/ 404063 h 793834"/>
              <a:gd name="csX5953" fmla="*/ 3743465 w 3760185"/>
              <a:gd name="csY5953" fmla="*/ 404063 h 793834"/>
              <a:gd name="csX5954" fmla="*/ 3743465 w 3760185"/>
              <a:gd name="csY5954" fmla="*/ 412682 h 793834"/>
              <a:gd name="csX5955" fmla="*/ 3742843 w 3760185"/>
              <a:gd name="csY5955" fmla="*/ 404063 h 793834"/>
              <a:gd name="csX5956" fmla="*/ 3749633 w 3760185"/>
              <a:gd name="csY5956" fmla="*/ 404061 h 793834"/>
              <a:gd name="csX5957" fmla="*/ 3748928 w 3760185"/>
              <a:gd name="csY5957" fmla="*/ 421790 h 793834"/>
              <a:gd name="csX5958" fmla="*/ 3748928 w 3760185"/>
              <a:gd name="csY5958" fmla="*/ 409879 h 793834"/>
              <a:gd name="csX5959" fmla="*/ 3747562 w 3760185"/>
              <a:gd name="csY5959" fmla="*/ 415484 h 793834"/>
              <a:gd name="csX5960" fmla="*/ 3747562 w 3760185"/>
              <a:gd name="csY5960" fmla="*/ 422491 h 793834"/>
              <a:gd name="csX5961" fmla="*/ 3746535 w 3760185"/>
              <a:gd name="csY5961" fmla="*/ 404062 h 793834"/>
              <a:gd name="csX5962" fmla="*/ 3754181 w 3760185"/>
              <a:gd name="csY5962" fmla="*/ 404060 h 793834"/>
              <a:gd name="csX5963" fmla="*/ 3753025 w 3760185"/>
              <a:gd name="csY5963" fmla="*/ 418287 h 793834"/>
              <a:gd name="csX5964" fmla="*/ 3753025 w 3760185"/>
              <a:gd name="csY5964" fmla="*/ 413382 h 793834"/>
              <a:gd name="csX5965" fmla="*/ 3751659 w 3760185"/>
              <a:gd name="csY5965" fmla="*/ 417586 h 793834"/>
              <a:gd name="csX5966" fmla="*/ 3751659 w 3760185"/>
              <a:gd name="csY5966" fmla="*/ 407777 h 793834"/>
              <a:gd name="csX5967" fmla="*/ 3750293 w 3760185"/>
              <a:gd name="csY5967" fmla="*/ 451217 h 793834"/>
              <a:gd name="csX5968" fmla="*/ 3750293 w 3760185"/>
              <a:gd name="csY5968" fmla="*/ 410580 h 793834"/>
              <a:gd name="csX5969" fmla="*/ 3750293 w 3760185"/>
              <a:gd name="csY5969" fmla="*/ 404061 h 793834"/>
              <a:gd name="csX5970" fmla="*/ 3757451 w 3760185"/>
              <a:gd name="csY5970" fmla="*/ 404059 h 793834"/>
              <a:gd name="csX5971" fmla="*/ 3757122 w 3760185"/>
              <a:gd name="csY5971" fmla="*/ 407777 h 793834"/>
              <a:gd name="csX5972" fmla="*/ 3757122 w 3760185"/>
              <a:gd name="csY5972" fmla="*/ 405675 h 793834"/>
              <a:gd name="csX5973" fmla="*/ 3755756 w 3760185"/>
              <a:gd name="csY5973" fmla="*/ 425994 h 793834"/>
              <a:gd name="csX5974" fmla="*/ 3755756 w 3760185"/>
              <a:gd name="csY5974" fmla="*/ 413382 h 793834"/>
              <a:gd name="csX5975" fmla="*/ 3754391 w 3760185"/>
              <a:gd name="csY5975" fmla="*/ 414083 h 793834"/>
              <a:gd name="csX5976" fmla="*/ 3754391 w 3760185"/>
              <a:gd name="csY5976" fmla="*/ 409879 h 793834"/>
              <a:gd name="csX5977" fmla="*/ 3754391 w 3760185"/>
              <a:gd name="csY5977" fmla="*/ 404060 h 793834"/>
              <a:gd name="csX5978" fmla="*/ 3759778 w 3760185"/>
              <a:gd name="csY5978" fmla="*/ 404059 h 793834"/>
              <a:gd name="csX5979" fmla="*/ 3758488 w 3760185"/>
              <a:gd name="csY5979" fmla="*/ 424593 h 793834"/>
              <a:gd name="csX5980" fmla="*/ 3758488 w 3760185"/>
              <a:gd name="csY5980" fmla="*/ 404059 h 793834"/>
              <a:gd name="csX5981" fmla="*/ 3760185 w 3760185"/>
              <a:gd name="csY5981" fmla="*/ 404059 h 793834"/>
              <a:gd name="csX5982" fmla="*/ 3760185 w 3760185"/>
              <a:gd name="csY5982" fmla="*/ 422475 h 793834"/>
              <a:gd name="csX5983" fmla="*/ 3759853 w 3760185"/>
              <a:gd name="csY5983" fmla="*/ 428096 h 793834"/>
              <a:gd name="csX5984" fmla="*/ 3759853 w 3760185"/>
              <a:gd name="csY5984" fmla="*/ 404059 h 793834"/>
              <a:gd name="csX5985" fmla="*/ 3683373 w 3760185"/>
              <a:gd name="csY5985" fmla="*/ 403573 h 793834"/>
              <a:gd name="csX5986" fmla="*/ 3683373 w 3760185"/>
              <a:gd name="csY5986" fmla="*/ 404077 h 793834"/>
              <a:gd name="csX5987" fmla="*/ 3683346 w 3760185"/>
              <a:gd name="csY5987" fmla="*/ 404077 h 793834"/>
              <a:gd name="csX5988" fmla="*/ 3436176 w 3760185"/>
              <a:gd name="csY5988" fmla="*/ 403573 h 793834"/>
              <a:gd name="csX5989" fmla="*/ 3436176 w 3760185"/>
              <a:gd name="csY5989" fmla="*/ 404137 h 793834"/>
              <a:gd name="csX5990" fmla="*/ 3436098 w 3760185"/>
              <a:gd name="csY5990" fmla="*/ 404137 h 793834"/>
              <a:gd name="csX5991" fmla="*/ 3410227 w 3760185"/>
              <a:gd name="csY5991" fmla="*/ 403573 h 793834"/>
              <a:gd name="csX5992" fmla="*/ 3410227 w 3760185"/>
              <a:gd name="csY5992" fmla="*/ 404144 h 793834"/>
              <a:gd name="csX5993" fmla="*/ 3410192 w 3760185"/>
              <a:gd name="csY5993" fmla="*/ 404144 h 793834"/>
              <a:gd name="csX5994" fmla="*/ 3311894 w 3760185"/>
              <a:gd name="csY5994" fmla="*/ 403573 h 793834"/>
              <a:gd name="csX5995" fmla="*/ 3311910 w 3760185"/>
              <a:gd name="csY5995" fmla="*/ 404168 h 793834"/>
              <a:gd name="csX5996" fmla="*/ 3311894 w 3760185"/>
              <a:gd name="csY5996" fmla="*/ 404168 h 793834"/>
              <a:gd name="csX5997" fmla="*/ 3231316 w 3760185"/>
              <a:gd name="csY5997" fmla="*/ 403573 h 793834"/>
              <a:gd name="csX5998" fmla="*/ 3231316 w 3760185"/>
              <a:gd name="csY5998" fmla="*/ 404187 h 793834"/>
              <a:gd name="csX5999" fmla="*/ 3231310 w 3760185"/>
              <a:gd name="csY5999" fmla="*/ 404187 h 793834"/>
              <a:gd name="csX6000" fmla="*/ 3064697 w 3760185"/>
              <a:gd name="csY6000" fmla="*/ 403573 h 793834"/>
              <a:gd name="csX6001" fmla="*/ 3064704 w 3760185"/>
              <a:gd name="csY6001" fmla="*/ 404228 h 793834"/>
              <a:gd name="csX6002" fmla="*/ 3064697 w 3760185"/>
              <a:gd name="csY6002" fmla="*/ 404228 h 793834"/>
              <a:gd name="csX6003" fmla="*/ 3025091 w 3760185"/>
              <a:gd name="csY6003" fmla="*/ 403573 h 793834"/>
              <a:gd name="csX6004" fmla="*/ 3025091 w 3760185"/>
              <a:gd name="csY6004" fmla="*/ 404238 h 793834"/>
              <a:gd name="csX6005" fmla="*/ 3025069 w 3760185"/>
              <a:gd name="csY6005" fmla="*/ 404238 h 793834"/>
              <a:gd name="csX6006" fmla="*/ 2868032 w 3760185"/>
              <a:gd name="csY6006" fmla="*/ 403573 h 793834"/>
              <a:gd name="csX6007" fmla="*/ 2868032 w 3760185"/>
              <a:gd name="csY6007" fmla="*/ 404276 h 793834"/>
              <a:gd name="csX6008" fmla="*/ 2867941 w 3760185"/>
              <a:gd name="csY6008" fmla="*/ 404276 h 793834"/>
              <a:gd name="csX6009" fmla="*/ 2626298 w 3760185"/>
              <a:gd name="csY6009" fmla="*/ 403573 h 793834"/>
              <a:gd name="csX6010" fmla="*/ 2626351 w 3760185"/>
              <a:gd name="csY6010" fmla="*/ 404335 h 793834"/>
              <a:gd name="csX6011" fmla="*/ 2626298 w 3760185"/>
              <a:gd name="csY6011" fmla="*/ 404335 h 793834"/>
              <a:gd name="csX6012" fmla="*/ 2493822 w 3760185"/>
              <a:gd name="csY6012" fmla="*/ 403573 h 793834"/>
              <a:gd name="csX6013" fmla="*/ 2493822 w 3760185"/>
              <a:gd name="csY6013" fmla="*/ 404367 h 793834"/>
              <a:gd name="csX6014" fmla="*/ 2493782 w 3760185"/>
              <a:gd name="csY6014" fmla="*/ 404367 h 793834"/>
              <a:gd name="csX6015" fmla="*/ 2481531 w 3760185"/>
              <a:gd name="csY6015" fmla="*/ 403573 h 793834"/>
              <a:gd name="csX6016" fmla="*/ 2481531 w 3760185"/>
              <a:gd name="csY6016" fmla="*/ 404370 h 793834"/>
              <a:gd name="csX6017" fmla="*/ 2481497 w 3760185"/>
              <a:gd name="csY6017" fmla="*/ 404370 h 793834"/>
              <a:gd name="csX6018" fmla="*/ 2391393 w 3760185"/>
              <a:gd name="csY6018" fmla="*/ 403573 h 793834"/>
              <a:gd name="csX6019" fmla="*/ 2391402 w 3760185"/>
              <a:gd name="csY6019" fmla="*/ 404392 h 793834"/>
              <a:gd name="csX6020" fmla="*/ 2391393 w 3760185"/>
              <a:gd name="csY6020" fmla="*/ 404392 h 793834"/>
              <a:gd name="csX6021" fmla="*/ 2316277 w 3760185"/>
              <a:gd name="csY6021" fmla="*/ 403573 h 793834"/>
              <a:gd name="csX6022" fmla="*/ 2316277 w 3760185"/>
              <a:gd name="csY6022" fmla="*/ 404410 h 793834"/>
              <a:gd name="csX6023" fmla="*/ 2316252 w 3760185"/>
              <a:gd name="csY6023" fmla="*/ 404410 h 793834"/>
              <a:gd name="csX6024" fmla="*/ 1724917 w 3760185"/>
              <a:gd name="csY6024" fmla="*/ 403573 h 793834"/>
              <a:gd name="csX6025" fmla="*/ 1725108 w 3760185"/>
              <a:gd name="csY6025" fmla="*/ 404554 h 793834"/>
              <a:gd name="csX6026" fmla="*/ 1724917 w 3760185"/>
              <a:gd name="csY6026" fmla="*/ 404554 h 793834"/>
              <a:gd name="csX6027" fmla="*/ 1580149 w 3760185"/>
              <a:gd name="csY6027" fmla="*/ 403573 h 793834"/>
              <a:gd name="csX6028" fmla="*/ 1580149 w 3760185"/>
              <a:gd name="csY6028" fmla="*/ 404589 h 793834"/>
              <a:gd name="csX6029" fmla="*/ 1580108 w 3760185"/>
              <a:gd name="csY6029" fmla="*/ 404589 h 793834"/>
              <a:gd name="csX6030" fmla="*/ 464348 w 3760185"/>
              <a:gd name="csY6030" fmla="*/ 403573 h 793834"/>
              <a:gd name="csX6031" fmla="*/ 464348 w 3760185"/>
              <a:gd name="csY6031" fmla="*/ 404861 h 793834"/>
              <a:gd name="csX6032" fmla="*/ 464120 w 3760185"/>
              <a:gd name="csY6032" fmla="*/ 404861 h 793834"/>
              <a:gd name="csX6033" fmla="*/ 113356 w 3760185"/>
              <a:gd name="csY6033" fmla="*/ 403573 h 793834"/>
              <a:gd name="csX6034" fmla="*/ 113356 w 3760185"/>
              <a:gd name="csY6034" fmla="*/ 404947 h 793834"/>
              <a:gd name="csX6035" fmla="*/ 112821 w 3760185"/>
              <a:gd name="csY6035" fmla="*/ 404947 h 793834"/>
              <a:gd name="csX6036" fmla="*/ 8194 w 3760185"/>
              <a:gd name="csY6036" fmla="*/ 403573 h 793834"/>
              <a:gd name="csX6037" fmla="*/ 8194 w 3760185"/>
              <a:gd name="csY6037" fmla="*/ 404972 h 793834"/>
              <a:gd name="csX6038" fmla="*/ 7946 w 3760185"/>
              <a:gd name="csY6038" fmla="*/ 404972 h 793834"/>
              <a:gd name="csX6039" fmla="*/ 3759853 w 3760185"/>
              <a:gd name="csY6039" fmla="*/ 402872 h 793834"/>
              <a:gd name="csX6040" fmla="*/ 3759853 w 3760185"/>
              <a:gd name="csY6040" fmla="*/ 404059 h 793834"/>
              <a:gd name="csX6041" fmla="*/ 3759778 w 3760185"/>
              <a:gd name="csY6041" fmla="*/ 404059 h 793834"/>
              <a:gd name="csX6042" fmla="*/ 3706590 w 3760185"/>
              <a:gd name="csY6042" fmla="*/ 402872 h 793834"/>
              <a:gd name="csX6043" fmla="*/ 3706590 w 3760185"/>
              <a:gd name="csY6043" fmla="*/ 404072 h 793834"/>
              <a:gd name="csX6044" fmla="*/ 3706527 w 3760185"/>
              <a:gd name="csY6044" fmla="*/ 404072 h 793834"/>
              <a:gd name="csX6045" fmla="*/ 3447101 w 3760185"/>
              <a:gd name="csY6045" fmla="*/ 402872 h 793834"/>
              <a:gd name="csX6046" fmla="*/ 3447101 w 3760185"/>
              <a:gd name="csY6046" fmla="*/ 404135 h 793834"/>
              <a:gd name="csX6047" fmla="*/ 3446972 w 3760185"/>
              <a:gd name="csY6047" fmla="*/ 404135 h 793834"/>
              <a:gd name="csX6048" fmla="*/ 3425250 w 3760185"/>
              <a:gd name="csY6048" fmla="*/ 402872 h 793834"/>
              <a:gd name="csX6049" fmla="*/ 3425374 w 3760185"/>
              <a:gd name="csY6049" fmla="*/ 404140 h 793834"/>
              <a:gd name="csX6050" fmla="*/ 3425250 w 3760185"/>
              <a:gd name="csY6050" fmla="*/ 404140 h 793834"/>
              <a:gd name="csX6051" fmla="*/ 3425250 w 3760185"/>
              <a:gd name="csY6051" fmla="*/ 403573 h 793834"/>
              <a:gd name="csX6052" fmla="*/ 3109766 w 3760185"/>
              <a:gd name="csY6052" fmla="*/ 402872 h 793834"/>
              <a:gd name="csX6053" fmla="*/ 3109787 w 3760185"/>
              <a:gd name="csY6053" fmla="*/ 404217 h 793834"/>
              <a:gd name="csX6054" fmla="*/ 3109766 w 3760185"/>
              <a:gd name="csY6054" fmla="*/ 404217 h 793834"/>
              <a:gd name="csX6055" fmla="*/ 2166047 w 3760185"/>
              <a:gd name="csY6055" fmla="*/ 402872 h 793834"/>
              <a:gd name="csX6056" fmla="*/ 2166047 w 3760185"/>
              <a:gd name="csY6056" fmla="*/ 404447 h 793834"/>
              <a:gd name="csX6057" fmla="*/ 2165957 w 3760185"/>
              <a:gd name="csY6057" fmla="*/ 404447 h 793834"/>
              <a:gd name="csX6058" fmla="*/ 2148293 w 3760185"/>
              <a:gd name="csY6058" fmla="*/ 402872 h 793834"/>
              <a:gd name="csX6059" fmla="*/ 2148455 w 3760185"/>
              <a:gd name="csY6059" fmla="*/ 404451 h 793834"/>
              <a:gd name="csX6060" fmla="*/ 2148293 w 3760185"/>
              <a:gd name="csY6060" fmla="*/ 404451 h 793834"/>
              <a:gd name="csX6061" fmla="*/ 2085469 w 3760185"/>
              <a:gd name="csY6061" fmla="*/ 402872 h 793834"/>
              <a:gd name="csX6062" fmla="*/ 2085469 w 3760185"/>
              <a:gd name="csY6062" fmla="*/ 404466 h 793834"/>
              <a:gd name="csX6063" fmla="*/ 2085395 w 3760185"/>
              <a:gd name="csY6063" fmla="*/ 404466 h 793834"/>
              <a:gd name="csX6064" fmla="*/ 1987137 w 3760185"/>
              <a:gd name="csY6064" fmla="*/ 402872 h 793834"/>
              <a:gd name="csX6065" fmla="*/ 1987137 w 3760185"/>
              <a:gd name="csY6065" fmla="*/ 404490 h 793834"/>
              <a:gd name="csX6066" fmla="*/ 1987000 w 3760185"/>
              <a:gd name="csY6066" fmla="*/ 404490 h 793834"/>
              <a:gd name="csX6067" fmla="*/ 1983039 w 3760185"/>
              <a:gd name="csY6067" fmla="*/ 402872 h 793834"/>
              <a:gd name="csX6068" fmla="*/ 1983039 w 3760185"/>
              <a:gd name="csY6068" fmla="*/ 404491 h 793834"/>
              <a:gd name="csX6069" fmla="*/ 1982889 w 3760185"/>
              <a:gd name="csY6069" fmla="*/ 404491 h 793834"/>
              <a:gd name="csX6070" fmla="*/ 1808226 w 3760185"/>
              <a:gd name="csY6070" fmla="*/ 402872 h 793834"/>
              <a:gd name="csX6071" fmla="*/ 1808226 w 3760185"/>
              <a:gd name="csY6071" fmla="*/ 404534 h 793834"/>
              <a:gd name="csX6072" fmla="*/ 1808085 w 3760185"/>
              <a:gd name="csY6072" fmla="*/ 404534 h 793834"/>
              <a:gd name="csX6073" fmla="*/ 1798666 w 3760185"/>
              <a:gd name="csY6073" fmla="*/ 402872 h 793834"/>
              <a:gd name="csX6074" fmla="*/ 1798725 w 3760185"/>
              <a:gd name="csY6074" fmla="*/ 404536 h 793834"/>
              <a:gd name="csX6075" fmla="*/ 1798666 w 3760185"/>
              <a:gd name="csY6075" fmla="*/ 404536 h 793834"/>
              <a:gd name="csX6076" fmla="*/ 1371193 w 3760185"/>
              <a:gd name="csY6076" fmla="*/ 402872 h 793834"/>
              <a:gd name="csX6077" fmla="*/ 1371292 w 3760185"/>
              <a:gd name="csY6077" fmla="*/ 404640 h 793834"/>
              <a:gd name="csX6078" fmla="*/ 1371193 w 3760185"/>
              <a:gd name="csY6078" fmla="*/ 404640 h 793834"/>
              <a:gd name="csX6079" fmla="*/ 1208671 w 3760185"/>
              <a:gd name="csY6079" fmla="*/ 402872 h 793834"/>
              <a:gd name="csX6080" fmla="*/ 1208802 w 3760185"/>
              <a:gd name="csY6080" fmla="*/ 404680 h 793834"/>
              <a:gd name="csX6081" fmla="*/ 1208671 w 3760185"/>
              <a:gd name="csY6081" fmla="*/ 404680 h 793834"/>
              <a:gd name="csX6082" fmla="*/ 1096681 w 3760185"/>
              <a:gd name="csY6082" fmla="*/ 402872 h 793834"/>
              <a:gd name="csX6083" fmla="*/ 1096681 w 3760185"/>
              <a:gd name="csY6083" fmla="*/ 404707 h 793834"/>
              <a:gd name="csX6084" fmla="*/ 1096356 w 3760185"/>
              <a:gd name="csY6084" fmla="*/ 404707 h 793834"/>
              <a:gd name="csX6085" fmla="*/ 1048880 w 3760185"/>
              <a:gd name="csY6085" fmla="*/ 402872 h 793834"/>
              <a:gd name="csX6086" fmla="*/ 1049480 w 3760185"/>
              <a:gd name="csY6086" fmla="*/ 404719 h 793834"/>
              <a:gd name="csX6087" fmla="*/ 1048880 w 3760185"/>
              <a:gd name="csY6087" fmla="*/ 404719 h 793834"/>
              <a:gd name="csX6088" fmla="*/ 1040686 w 3760185"/>
              <a:gd name="csY6088" fmla="*/ 402872 h 793834"/>
              <a:gd name="csX6089" fmla="*/ 1040686 w 3760185"/>
              <a:gd name="csY6089" fmla="*/ 404721 h 793834"/>
              <a:gd name="csX6090" fmla="*/ 1040591 w 3760185"/>
              <a:gd name="csY6090" fmla="*/ 404721 h 793834"/>
              <a:gd name="csX6091" fmla="*/ 998348 w 3760185"/>
              <a:gd name="csY6091" fmla="*/ 402872 h 793834"/>
              <a:gd name="csX6092" fmla="*/ 998348 w 3760185"/>
              <a:gd name="csY6092" fmla="*/ 404731 h 793834"/>
              <a:gd name="csX6093" fmla="*/ 998191 w 3760185"/>
              <a:gd name="csY6093" fmla="*/ 404731 h 793834"/>
              <a:gd name="csX6094" fmla="*/ 518977 w 3760185"/>
              <a:gd name="csY6094" fmla="*/ 402872 h 793834"/>
              <a:gd name="csX6095" fmla="*/ 519218 w 3760185"/>
              <a:gd name="csY6095" fmla="*/ 404848 h 793834"/>
              <a:gd name="csX6096" fmla="*/ 518977 w 3760185"/>
              <a:gd name="csY6096" fmla="*/ 404848 h 793834"/>
              <a:gd name="csX6097" fmla="*/ 335969 w 3760185"/>
              <a:gd name="csY6097" fmla="*/ 402872 h 793834"/>
              <a:gd name="csX6098" fmla="*/ 335969 w 3760185"/>
              <a:gd name="csY6098" fmla="*/ 404892 h 793834"/>
              <a:gd name="csX6099" fmla="*/ 335790 w 3760185"/>
              <a:gd name="csY6099" fmla="*/ 404893 h 793834"/>
              <a:gd name="csX6100" fmla="*/ 311386 w 3760185"/>
              <a:gd name="csY6100" fmla="*/ 402872 h 793834"/>
              <a:gd name="csX6101" fmla="*/ 311482 w 3760185"/>
              <a:gd name="csY6101" fmla="*/ 404898 h 793834"/>
              <a:gd name="csX6102" fmla="*/ 311386 w 3760185"/>
              <a:gd name="csY6102" fmla="*/ 404898 h 793834"/>
              <a:gd name="csX6103" fmla="*/ 226711 w 3760185"/>
              <a:gd name="csY6103" fmla="*/ 402872 h 793834"/>
              <a:gd name="csX6104" fmla="*/ 226711 w 3760185"/>
              <a:gd name="csY6104" fmla="*/ 404919 h 793834"/>
              <a:gd name="csX6105" fmla="*/ 226578 w 3760185"/>
              <a:gd name="csY6105" fmla="*/ 404919 h 793834"/>
              <a:gd name="csX6106" fmla="*/ 161156 w 3760185"/>
              <a:gd name="csY6106" fmla="*/ 402872 h 793834"/>
              <a:gd name="csX6107" fmla="*/ 161558 w 3760185"/>
              <a:gd name="csY6107" fmla="*/ 404935 h 793834"/>
              <a:gd name="csX6108" fmla="*/ 161156 w 3760185"/>
              <a:gd name="csY6108" fmla="*/ 404935 h 793834"/>
              <a:gd name="csX6109" fmla="*/ 80578 w 3760185"/>
              <a:gd name="csY6109" fmla="*/ 402872 h 793834"/>
              <a:gd name="csX6110" fmla="*/ 80578 w 3760185"/>
              <a:gd name="csY6110" fmla="*/ 404955 h 793834"/>
              <a:gd name="csX6111" fmla="*/ 80409 w 3760185"/>
              <a:gd name="csY6111" fmla="*/ 404955 h 793834"/>
              <a:gd name="csX6112" fmla="*/ 55995 w 3760185"/>
              <a:gd name="csY6112" fmla="*/ 402872 h 793834"/>
              <a:gd name="csX6113" fmla="*/ 57361 w 3760185"/>
              <a:gd name="csY6113" fmla="*/ 403573 h 793834"/>
              <a:gd name="csX6114" fmla="*/ 57361 w 3760185"/>
              <a:gd name="csY6114" fmla="*/ 404960 h 793834"/>
              <a:gd name="csX6115" fmla="*/ 55995 w 3760185"/>
              <a:gd name="csY6115" fmla="*/ 404961 h 793834"/>
              <a:gd name="csX6116" fmla="*/ 3721613 w 3760185"/>
              <a:gd name="csY6116" fmla="*/ 402172 h 793834"/>
              <a:gd name="csX6117" fmla="*/ 3722141 w 3760185"/>
              <a:gd name="csY6117" fmla="*/ 404068 h 793834"/>
              <a:gd name="csX6118" fmla="*/ 3721613 w 3760185"/>
              <a:gd name="csY6118" fmla="*/ 404068 h 793834"/>
              <a:gd name="csX6119" fmla="*/ 3687470 w 3760185"/>
              <a:gd name="csY6119" fmla="*/ 402172 h 793834"/>
              <a:gd name="csX6120" fmla="*/ 3687470 w 3760185"/>
              <a:gd name="csY6120" fmla="*/ 404076 h 793834"/>
              <a:gd name="csX6121" fmla="*/ 3687058 w 3760185"/>
              <a:gd name="csY6121" fmla="*/ 404076 h 793834"/>
              <a:gd name="csX6122" fmla="*/ 3545434 w 3760185"/>
              <a:gd name="csY6122" fmla="*/ 402172 h 793834"/>
              <a:gd name="csX6123" fmla="*/ 3545434 w 3760185"/>
              <a:gd name="csY6123" fmla="*/ 404111 h 793834"/>
              <a:gd name="csX6124" fmla="*/ 3545182 w 3760185"/>
              <a:gd name="csY6124" fmla="*/ 404111 h 793834"/>
              <a:gd name="csX6125" fmla="*/ 3503097 w 3760185"/>
              <a:gd name="csY6125" fmla="*/ 402172 h 793834"/>
              <a:gd name="csX6126" fmla="*/ 3503097 w 3760185"/>
              <a:gd name="csY6126" fmla="*/ 404121 h 793834"/>
              <a:gd name="csX6127" fmla="*/ 3502992 w 3760185"/>
              <a:gd name="csY6127" fmla="*/ 404121 h 793834"/>
              <a:gd name="csX6128" fmla="*/ 2773797 w 3760185"/>
              <a:gd name="csY6128" fmla="*/ 402172 h 793834"/>
              <a:gd name="csX6129" fmla="*/ 2773797 w 3760185"/>
              <a:gd name="csY6129" fmla="*/ 402872 h 793834"/>
              <a:gd name="csX6130" fmla="*/ 2773797 w 3760185"/>
              <a:gd name="csY6130" fmla="*/ 404299 h 793834"/>
              <a:gd name="csX6131" fmla="*/ 2773279 w 3760185"/>
              <a:gd name="csY6131" fmla="*/ 404299 h 793834"/>
              <a:gd name="csX6132" fmla="*/ 2747848 w 3760185"/>
              <a:gd name="csY6132" fmla="*/ 402172 h 793834"/>
              <a:gd name="csX6133" fmla="*/ 2747848 w 3760185"/>
              <a:gd name="csY6133" fmla="*/ 404305 h 793834"/>
              <a:gd name="csX6134" fmla="*/ 2747783 w 3760185"/>
              <a:gd name="csY6134" fmla="*/ 404305 h 793834"/>
              <a:gd name="csX6135" fmla="*/ 2710973 w 3760185"/>
              <a:gd name="csY6135" fmla="*/ 402172 h 793834"/>
              <a:gd name="csX6136" fmla="*/ 2710973 w 3760185"/>
              <a:gd name="csY6136" fmla="*/ 404314 h 793834"/>
              <a:gd name="csX6137" fmla="*/ 2710806 w 3760185"/>
              <a:gd name="csY6137" fmla="*/ 404314 h 793834"/>
              <a:gd name="csX6138" fmla="*/ 2642687 w 3760185"/>
              <a:gd name="csY6138" fmla="*/ 402172 h 793834"/>
              <a:gd name="csX6139" fmla="*/ 2642687 w 3760185"/>
              <a:gd name="csY6139" fmla="*/ 404331 h 793834"/>
              <a:gd name="csX6140" fmla="*/ 2642161 w 3760185"/>
              <a:gd name="csY6140" fmla="*/ 404331 h 793834"/>
              <a:gd name="csX6141" fmla="*/ 2631761 w 3760185"/>
              <a:gd name="csY6141" fmla="*/ 402172 h 793834"/>
              <a:gd name="csX6142" fmla="*/ 2631761 w 3760185"/>
              <a:gd name="csY6142" fmla="*/ 404333 h 793834"/>
              <a:gd name="csX6143" fmla="*/ 2631578 w 3760185"/>
              <a:gd name="csY6143" fmla="*/ 404333 h 793834"/>
              <a:gd name="csX6144" fmla="*/ 2627664 w 3760185"/>
              <a:gd name="csY6144" fmla="*/ 402172 h 793834"/>
              <a:gd name="csX6145" fmla="*/ 2627762 w 3760185"/>
              <a:gd name="csY6145" fmla="*/ 404334 h 793834"/>
              <a:gd name="csX6146" fmla="*/ 2627664 w 3760185"/>
              <a:gd name="csY6146" fmla="*/ 404334 h 793834"/>
              <a:gd name="csX6147" fmla="*/ 2534794 w 3760185"/>
              <a:gd name="csY6147" fmla="*/ 402172 h 793834"/>
              <a:gd name="csX6148" fmla="*/ 2534794 w 3760185"/>
              <a:gd name="csY6148" fmla="*/ 404357 h 793834"/>
              <a:gd name="csX6149" fmla="*/ 2534630 w 3760185"/>
              <a:gd name="csY6149" fmla="*/ 404357 h 793834"/>
              <a:gd name="csX6150" fmla="*/ 2466508 w 3760185"/>
              <a:gd name="csY6150" fmla="*/ 402172 h 793834"/>
              <a:gd name="csX6151" fmla="*/ 2466508 w 3760185"/>
              <a:gd name="csY6151" fmla="*/ 404374 h 793834"/>
              <a:gd name="csX6152" fmla="*/ 2466293 w 3760185"/>
              <a:gd name="csY6152" fmla="*/ 404374 h 793834"/>
              <a:gd name="csX6153" fmla="*/ 1998062 w 3760185"/>
              <a:gd name="csY6153" fmla="*/ 402172 h 793834"/>
              <a:gd name="csX6154" fmla="*/ 1998258 w 3760185"/>
              <a:gd name="csY6154" fmla="*/ 404488 h 793834"/>
              <a:gd name="csX6155" fmla="*/ 1996697 w 3760185"/>
              <a:gd name="csY6155" fmla="*/ 404488 h 793834"/>
              <a:gd name="csX6156" fmla="*/ 1996697 w 3760185"/>
              <a:gd name="csY6156" fmla="*/ 403573 h 793834"/>
              <a:gd name="csX6157" fmla="*/ 1998062 w 3760185"/>
              <a:gd name="csY6157" fmla="*/ 403573 h 793834"/>
              <a:gd name="csX6158" fmla="*/ 1916119 w 3760185"/>
              <a:gd name="csY6158" fmla="*/ 402172 h 793834"/>
              <a:gd name="csX6159" fmla="*/ 1916119 w 3760185"/>
              <a:gd name="csY6159" fmla="*/ 404508 h 793834"/>
              <a:gd name="csX6160" fmla="*/ 1916002 w 3760185"/>
              <a:gd name="csY6160" fmla="*/ 404508 h 793834"/>
              <a:gd name="csX6161" fmla="*/ 1825981 w 3760185"/>
              <a:gd name="csY6161" fmla="*/ 402172 h 793834"/>
              <a:gd name="csX6162" fmla="*/ 1826109 w 3760185"/>
              <a:gd name="csY6162" fmla="*/ 404530 h 793834"/>
              <a:gd name="csX6163" fmla="*/ 1825981 w 3760185"/>
              <a:gd name="csY6163" fmla="*/ 404530 h 793834"/>
              <a:gd name="csX6164" fmla="*/ 1681213 w 3760185"/>
              <a:gd name="csY6164" fmla="*/ 402172 h 793834"/>
              <a:gd name="csX6165" fmla="*/ 1681213 w 3760185"/>
              <a:gd name="csY6165" fmla="*/ 404565 h 793834"/>
              <a:gd name="csX6166" fmla="*/ 1681058 w 3760185"/>
              <a:gd name="csY6166" fmla="*/ 404565 h 793834"/>
              <a:gd name="csX6167" fmla="*/ 1679847 w 3760185"/>
              <a:gd name="csY6167" fmla="*/ 402172 h 793834"/>
              <a:gd name="csX6168" fmla="*/ 1679847 w 3760185"/>
              <a:gd name="csY6168" fmla="*/ 404565 h 793834"/>
              <a:gd name="csX6169" fmla="*/ 1679573 w 3760185"/>
              <a:gd name="csY6169" fmla="*/ 404565 h 793834"/>
              <a:gd name="csX6170" fmla="*/ 1449039 w 3760185"/>
              <a:gd name="csY6170" fmla="*/ 402172 h 793834"/>
              <a:gd name="csX6171" fmla="*/ 1449039 w 3760185"/>
              <a:gd name="csY6171" fmla="*/ 404621 h 793834"/>
              <a:gd name="csX6172" fmla="*/ 1448920 w 3760185"/>
              <a:gd name="csY6172" fmla="*/ 404621 h 793834"/>
              <a:gd name="csX6173" fmla="*/ 1173162 w 3760185"/>
              <a:gd name="csY6173" fmla="*/ 402172 h 793834"/>
              <a:gd name="csX6174" fmla="*/ 1173298 w 3760185"/>
              <a:gd name="csY6174" fmla="*/ 404689 h 793834"/>
              <a:gd name="csX6175" fmla="*/ 1173162 w 3760185"/>
              <a:gd name="csY6175" fmla="*/ 404689 h 793834"/>
              <a:gd name="csX6176" fmla="*/ 994251 w 3760185"/>
              <a:gd name="csY6176" fmla="*/ 402172 h 793834"/>
              <a:gd name="csX6177" fmla="*/ 994251 w 3760185"/>
              <a:gd name="csY6177" fmla="*/ 404732 h 793834"/>
              <a:gd name="csX6178" fmla="*/ 994066 w 3760185"/>
              <a:gd name="csY6178" fmla="*/ 404732 h 793834"/>
              <a:gd name="csX6179" fmla="*/ 991520 w 3760185"/>
              <a:gd name="csY6179" fmla="*/ 402172 h 793834"/>
              <a:gd name="csX6180" fmla="*/ 991520 w 3760185"/>
              <a:gd name="csY6180" fmla="*/ 404274 h 793834"/>
              <a:gd name="csX6181" fmla="*/ 991547 w 3760185"/>
              <a:gd name="csY6181" fmla="*/ 404733 h 793834"/>
              <a:gd name="csX6182" fmla="*/ 991270 w 3760185"/>
              <a:gd name="csY6182" fmla="*/ 404733 h 793834"/>
              <a:gd name="csX6183" fmla="*/ 900016 w 3760185"/>
              <a:gd name="csY6183" fmla="*/ 402172 h 793834"/>
              <a:gd name="csX6184" fmla="*/ 900016 w 3760185"/>
              <a:gd name="csY6184" fmla="*/ 404274 h 793834"/>
              <a:gd name="csX6185" fmla="*/ 900061 w 3760185"/>
              <a:gd name="csY6185" fmla="*/ 404755 h 793834"/>
              <a:gd name="csX6186" fmla="*/ 899942 w 3760185"/>
              <a:gd name="csY6186" fmla="*/ 404755 h 793834"/>
              <a:gd name="csX6187" fmla="*/ 895919 w 3760185"/>
              <a:gd name="csY6187" fmla="*/ 402172 h 793834"/>
              <a:gd name="csX6188" fmla="*/ 895919 w 3760185"/>
              <a:gd name="csY6188" fmla="*/ 404756 h 793834"/>
              <a:gd name="csX6189" fmla="*/ 895499 w 3760185"/>
              <a:gd name="csY6189" fmla="*/ 404756 h 793834"/>
              <a:gd name="csX6190" fmla="*/ 416548 w 3760185"/>
              <a:gd name="csY6190" fmla="*/ 402172 h 793834"/>
              <a:gd name="csX6191" fmla="*/ 416987 w 3760185"/>
              <a:gd name="csY6191" fmla="*/ 404873 h 793834"/>
              <a:gd name="csX6192" fmla="*/ 416548 w 3760185"/>
              <a:gd name="csY6192" fmla="*/ 404873 h 793834"/>
              <a:gd name="csX6193" fmla="*/ 382404 w 3760185"/>
              <a:gd name="csY6193" fmla="*/ 402172 h 793834"/>
              <a:gd name="csX6194" fmla="*/ 382404 w 3760185"/>
              <a:gd name="csY6194" fmla="*/ 404881 h 793834"/>
              <a:gd name="csX6195" fmla="*/ 381924 w 3760185"/>
              <a:gd name="csY6195" fmla="*/ 404881 h 793834"/>
              <a:gd name="csX6196" fmla="*/ 256757 w 3760185"/>
              <a:gd name="csY6196" fmla="*/ 402172 h 793834"/>
              <a:gd name="csX6197" fmla="*/ 256757 w 3760185"/>
              <a:gd name="csY6197" fmla="*/ 404912 h 793834"/>
              <a:gd name="csX6198" fmla="*/ 256627 w 3760185"/>
              <a:gd name="csY6198" fmla="*/ 404912 h 793834"/>
              <a:gd name="csX6199" fmla="*/ 183008 w 3760185"/>
              <a:gd name="csY6199" fmla="*/ 402172 h 793834"/>
              <a:gd name="csX6200" fmla="*/ 183008 w 3760185"/>
              <a:gd name="csY6200" fmla="*/ 404930 h 793834"/>
              <a:gd name="csX6201" fmla="*/ 182560 w 3760185"/>
              <a:gd name="csY6201" fmla="*/ 404930 h 793834"/>
              <a:gd name="csX6202" fmla="*/ 151596 w 3760185"/>
              <a:gd name="csY6202" fmla="*/ 402172 h 793834"/>
              <a:gd name="csX6203" fmla="*/ 151596 w 3760185"/>
              <a:gd name="csY6203" fmla="*/ 404937 h 793834"/>
              <a:gd name="csX6204" fmla="*/ 151297 w 3760185"/>
              <a:gd name="csY6204" fmla="*/ 404937 h 793834"/>
              <a:gd name="csX6205" fmla="*/ 131110 w 3760185"/>
              <a:gd name="csY6205" fmla="*/ 402172 h 793834"/>
              <a:gd name="csX6206" fmla="*/ 131345 w 3760185"/>
              <a:gd name="csY6206" fmla="*/ 404942 h 793834"/>
              <a:gd name="csX6207" fmla="*/ 131110 w 3760185"/>
              <a:gd name="csY6207" fmla="*/ 404942 h 793834"/>
              <a:gd name="csX6208" fmla="*/ 46435 w 3760185"/>
              <a:gd name="csY6208" fmla="*/ 402172 h 793834"/>
              <a:gd name="csX6209" fmla="*/ 46435 w 3760185"/>
              <a:gd name="csY6209" fmla="*/ 404963 h 793834"/>
              <a:gd name="csX6210" fmla="*/ 45755 w 3760185"/>
              <a:gd name="csY6210" fmla="*/ 404963 h 793834"/>
              <a:gd name="csX6211" fmla="*/ 3754391 w 3760185"/>
              <a:gd name="csY6211" fmla="*/ 401471 h 793834"/>
              <a:gd name="csX6212" fmla="*/ 3754391 w 3760185"/>
              <a:gd name="csY6212" fmla="*/ 404060 h 793834"/>
              <a:gd name="csX6213" fmla="*/ 3754181 w 3760185"/>
              <a:gd name="csY6213" fmla="*/ 404060 h 793834"/>
              <a:gd name="csX6214" fmla="*/ 3531777 w 3760185"/>
              <a:gd name="csY6214" fmla="*/ 401471 h 793834"/>
              <a:gd name="csX6215" fmla="*/ 3531949 w 3760185"/>
              <a:gd name="csY6215" fmla="*/ 404114 h 793834"/>
              <a:gd name="csX6216" fmla="*/ 3531777 w 3760185"/>
              <a:gd name="csY6216" fmla="*/ 404114 h 793834"/>
              <a:gd name="csX6217" fmla="*/ 3451199 w 3760185"/>
              <a:gd name="csY6217" fmla="*/ 401471 h 793834"/>
              <a:gd name="csX6218" fmla="*/ 3451352 w 3760185"/>
              <a:gd name="csY6218" fmla="*/ 404134 h 793834"/>
              <a:gd name="csX6219" fmla="*/ 3451199 w 3760185"/>
              <a:gd name="csY6219" fmla="*/ 404134 h 793834"/>
              <a:gd name="csX6220" fmla="*/ 3324186 w 3760185"/>
              <a:gd name="csY6220" fmla="*/ 401471 h 793834"/>
              <a:gd name="csX6221" fmla="*/ 3324186 w 3760185"/>
              <a:gd name="csY6221" fmla="*/ 404165 h 793834"/>
              <a:gd name="csX6222" fmla="*/ 3324150 w 3760185"/>
              <a:gd name="csY6222" fmla="*/ 404165 h 793834"/>
              <a:gd name="csX6223" fmla="*/ 3078355 w 3760185"/>
              <a:gd name="csY6223" fmla="*/ 401471 h 793834"/>
              <a:gd name="csX6224" fmla="*/ 3078623 w 3760185"/>
              <a:gd name="csY6224" fmla="*/ 404225 h 793834"/>
              <a:gd name="csX6225" fmla="*/ 3078355 w 3760185"/>
              <a:gd name="csY6225" fmla="*/ 404225 h 793834"/>
              <a:gd name="csX6226" fmla="*/ 2850278 w 3760185"/>
              <a:gd name="csY6226" fmla="*/ 401471 h 793834"/>
              <a:gd name="csX6227" fmla="*/ 2850278 w 3760185"/>
              <a:gd name="csY6227" fmla="*/ 404280 h 793834"/>
              <a:gd name="csX6228" fmla="*/ 2848912 w 3760185"/>
              <a:gd name="csY6228" fmla="*/ 404280 h 793834"/>
              <a:gd name="csX6229" fmla="*/ 2848912 w 3760185"/>
              <a:gd name="csY6229" fmla="*/ 404274 h 793834"/>
              <a:gd name="csX6230" fmla="*/ 2674099 w 3760185"/>
              <a:gd name="csY6230" fmla="*/ 401471 h 793834"/>
              <a:gd name="csX6231" fmla="*/ 2674099 w 3760185"/>
              <a:gd name="csY6231" fmla="*/ 404323 h 793834"/>
              <a:gd name="csX6232" fmla="*/ 2673901 w 3760185"/>
              <a:gd name="csY6232" fmla="*/ 404323 h 793834"/>
              <a:gd name="csX6233" fmla="*/ 2145561 w 3760185"/>
              <a:gd name="csY6233" fmla="*/ 401471 h 793834"/>
              <a:gd name="csX6234" fmla="*/ 2145722 w 3760185"/>
              <a:gd name="csY6234" fmla="*/ 404452 h 793834"/>
              <a:gd name="csX6235" fmla="*/ 2145561 w 3760185"/>
              <a:gd name="csY6235" fmla="*/ 404452 h 793834"/>
              <a:gd name="csX6236" fmla="*/ 2096395 w 3760185"/>
              <a:gd name="csY6236" fmla="*/ 401471 h 793834"/>
              <a:gd name="csX6237" fmla="*/ 2096760 w 3760185"/>
              <a:gd name="csY6237" fmla="*/ 404464 h 793834"/>
              <a:gd name="csX6238" fmla="*/ 2096395 w 3760185"/>
              <a:gd name="csY6238" fmla="*/ 404464 h 793834"/>
              <a:gd name="csX6239" fmla="*/ 2004891 w 3760185"/>
              <a:gd name="csY6239" fmla="*/ 401471 h 793834"/>
              <a:gd name="csX6240" fmla="*/ 2004998 w 3760185"/>
              <a:gd name="csY6240" fmla="*/ 404486 h 793834"/>
              <a:gd name="csX6241" fmla="*/ 2004891 w 3760185"/>
              <a:gd name="csY6241" fmla="*/ 404486 h 793834"/>
              <a:gd name="csX6242" fmla="*/ 1787740 w 3760185"/>
              <a:gd name="csY6242" fmla="*/ 401471 h 793834"/>
              <a:gd name="csX6243" fmla="*/ 1789106 w 3760185"/>
              <a:gd name="csY6243" fmla="*/ 403573 h 793834"/>
              <a:gd name="csX6244" fmla="*/ 1789106 w 3760185"/>
              <a:gd name="csY6244" fmla="*/ 404539 h 793834"/>
              <a:gd name="csX6245" fmla="*/ 1787740 w 3760185"/>
              <a:gd name="csY6245" fmla="*/ 404539 h 793834"/>
              <a:gd name="csX6246" fmla="*/ 1271494 w 3760185"/>
              <a:gd name="csY6246" fmla="*/ 401471 h 793834"/>
              <a:gd name="csX6247" fmla="*/ 1271566 w 3760185"/>
              <a:gd name="csY6247" fmla="*/ 404665 h 793834"/>
              <a:gd name="csX6248" fmla="*/ 1271494 w 3760185"/>
              <a:gd name="csY6248" fmla="*/ 404665 h 793834"/>
              <a:gd name="csX6249" fmla="*/ 1005177 w 3760185"/>
              <a:gd name="csY6249" fmla="*/ 401471 h 793834"/>
              <a:gd name="csX6250" fmla="*/ 1005812 w 3760185"/>
              <a:gd name="csY6250" fmla="*/ 404729 h 793834"/>
              <a:gd name="csX6251" fmla="*/ 1005177 w 3760185"/>
              <a:gd name="csY6251" fmla="*/ 404729 h 793834"/>
              <a:gd name="csX6252" fmla="*/ 972399 w 3760185"/>
              <a:gd name="csY6252" fmla="*/ 401471 h 793834"/>
              <a:gd name="csX6253" fmla="*/ 972399 w 3760185"/>
              <a:gd name="csY6253" fmla="*/ 404737 h 793834"/>
              <a:gd name="csX6254" fmla="*/ 971034 w 3760185"/>
              <a:gd name="csY6254" fmla="*/ 404738 h 793834"/>
              <a:gd name="csX6255" fmla="*/ 971034 w 3760185"/>
              <a:gd name="csY6255" fmla="*/ 402172 h 793834"/>
              <a:gd name="csX6256" fmla="*/ 913673 w 3760185"/>
              <a:gd name="csY6256" fmla="*/ 401471 h 793834"/>
              <a:gd name="csX6257" fmla="*/ 913673 w 3760185"/>
              <a:gd name="csY6257" fmla="*/ 404752 h 793834"/>
              <a:gd name="csX6258" fmla="*/ 912607 w 3760185"/>
              <a:gd name="csY6258" fmla="*/ 404752 h 793834"/>
              <a:gd name="csX6259" fmla="*/ 848118 w 3760185"/>
              <a:gd name="csY6259" fmla="*/ 401471 h 793834"/>
              <a:gd name="csX6260" fmla="*/ 848456 w 3760185"/>
              <a:gd name="csY6260" fmla="*/ 404768 h 793834"/>
              <a:gd name="csX6261" fmla="*/ 848118 w 3760185"/>
              <a:gd name="csY6261" fmla="*/ 404768 h 793834"/>
              <a:gd name="csX6262" fmla="*/ 848118 w 3760185"/>
              <a:gd name="csY6262" fmla="*/ 403573 h 793834"/>
              <a:gd name="csX6263" fmla="*/ 353724 w 3760185"/>
              <a:gd name="csY6263" fmla="*/ 401471 h 793834"/>
              <a:gd name="csX6264" fmla="*/ 353724 w 3760185"/>
              <a:gd name="csY6264" fmla="*/ 404888 h 793834"/>
              <a:gd name="csX6265" fmla="*/ 352891 w 3760185"/>
              <a:gd name="csY6265" fmla="*/ 404888 h 793834"/>
              <a:gd name="csX6266" fmla="*/ 331872 w 3760185"/>
              <a:gd name="csY6266" fmla="*/ 401471 h 793834"/>
              <a:gd name="csX6267" fmla="*/ 332014 w 3760185"/>
              <a:gd name="csY6267" fmla="*/ 404893 h 793834"/>
              <a:gd name="csX6268" fmla="*/ 331872 w 3760185"/>
              <a:gd name="csY6268" fmla="*/ 404893 h 793834"/>
              <a:gd name="csX6269" fmla="*/ 330507 w 3760185"/>
              <a:gd name="csY6269" fmla="*/ 401471 h 793834"/>
              <a:gd name="csX6270" fmla="*/ 330615 w 3760185"/>
              <a:gd name="csY6270" fmla="*/ 404894 h 793834"/>
              <a:gd name="csX6271" fmla="*/ 330507 w 3760185"/>
              <a:gd name="csY6271" fmla="*/ 404894 h 793834"/>
              <a:gd name="csX6272" fmla="*/ 278609 w 3760185"/>
              <a:gd name="csY6272" fmla="*/ 401471 h 793834"/>
              <a:gd name="csX6273" fmla="*/ 278944 w 3760185"/>
              <a:gd name="csY6273" fmla="*/ 404906 h 793834"/>
              <a:gd name="csX6274" fmla="*/ 278609 w 3760185"/>
              <a:gd name="csY6274" fmla="*/ 404906 h 793834"/>
              <a:gd name="csX6275" fmla="*/ 101064 w 3760185"/>
              <a:gd name="csY6275" fmla="*/ 401471 h 793834"/>
              <a:gd name="csX6276" fmla="*/ 101488 w 3760185"/>
              <a:gd name="csY6276" fmla="*/ 404950 h 793834"/>
              <a:gd name="csX6277" fmla="*/ 101064 w 3760185"/>
              <a:gd name="csY6277" fmla="*/ 404950 h 793834"/>
              <a:gd name="csX6278" fmla="*/ 15023 w 3760185"/>
              <a:gd name="csY6278" fmla="*/ 401471 h 793834"/>
              <a:gd name="csX6279" fmla="*/ 15285 w 3760185"/>
              <a:gd name="csY6279" fmla="*/ 404971 h 793834"/>
              <a:gd name="csX6280" fmla="*/ 15023 w 3760185"/>
              <a:gd name="csY6280" fmla="*/ 404971 h 793834"/>
              <a:gd name="csX6281" fmla="*/ 10926 w 3760185"/>
              <a:gd name="csY6281" fmla="*/ 401471 h 793834"/>
              <a:gd name="csX6282" fmla="*/ 10926 w 3760185"/>
              <a:gd name="csY6282" fmla="*/ 404972 h 793834"/>
              <a:gd name="csX6283" fmla="*/ 10629 w 3760185"/>
              <a:gd name="csY6283" fmla="*/ 404972 h 793834"/>
              <a:gd name="csX6284" fmla="*/ 5463 w 3760185"/>
              <a:gd name="csY6284" fmla="*/ 401471 h 793834"/>
              <a:gd name="csX6285" fmla="*/ 5951 w 3760185"/>
              <a:gd name="csY6285" fmla="*/ 404973 h 793834"/>
              <a:gd name="csX6286" fmla="*/ 5463 w 3760185"/>
              <a:gd name="csY6286" fmla="*/ 404973 h 793834"/>
              <a:gd name="csX6287" fmla="*/ 3722979 w 3760185"/>
              <a:gd name="csY6287" fmla="*/ 400770 h 793834"/>
              <a:gd name="csX6288" fmla="*/ 3723103 w 3760185"/>
              <a:gd name="csY6288" fmla="*/ 404068 h 793834"/>
              <a:gd name="csX6289" fmla="*/ 3722979 w 3760185"/>
              <a:gd name="csY6289" fmla="*/ 404068 h 793834"/>
              <a:gd name="csX6290" fmla="*/ 3589137 w 3760185"/>
              <a:gd name="csY6290" fmla="*/ 400770 h 793834"/>
              <a:gd name="csX6291" fmla="*/ 3589543 w 3760185"/>
              <a:gd name="csY6291" fmla="*/ 404100 h 793834"/>
              <a:gd name="csX6292" fmla="*/ 3589137 w 3760185"/>
              <a:gd name="csY6292" fmla="*/ 404100 h 793834"/>
              <a:gd name="csX6293" fmla="*/ 3473050 w 3760185"/>
              <a:gd name="csY6293" fmla="*/ 400770 h 793834"/>
              <a:gd name="csX6294" fmla="*/ 3473050 w 3760185"/>
              <a:gd name="csY6294" fmla="*/ 404128 h 793834"/>
              <a:gd name="csX6295" fmla="*/ 3472839 w 3760185"/>
              <a:gd name="csY6295" fmla="*/ 404128 h 793834"/>
              <a:gd name="csX6296" fmla="*/ 3404764 w 3760185"/>
              <a:gd name="csY6296" fmla="*/ 400770 h 793834"/>
              <a:gd name="csX6297" fmla="*/ 3404896 w 3760185"/>
              <a:gd name="csY6297" fmla="*/ 404145 h 793834"/>
              <a:gd name="csX6298" fmla="*/ 3404764 w 3760185"/>
              <a:gd name="csY6298" fmla="*/ 404145 h 793834"/>
              <a:gd name="csX6299" fmla="*/ 2758774 w 3760185"/>
              <a:gd name="csY6299" fmla="*/ 400770 h 793834"/>
              <a:gd name="csX6300" fmla="*/ 2758774 w 3760185"/>
              <a:gd name="csY6300" fmla="*/ 404302 h 793834"/>
              <a:gd name="csX6301" fmla="*/ 2758499 w 3760185"/>
              <a:gd name="csY6301" fmla="*/ 404302 h 793834"/>
              <a:gd name="csX6302" fmla="*/ 2724631 w 3760185"/>
              <a:gd name="csY6302" fmla="*/ 400770 h 793834"/>
              <a:gd name="csX6303" fmla="*/ 2724818 w 3760185"/>
              <a:gd name="csY6303" fmla="*/ 404311 h 793834"/>
              <a:gd name="csX6304" fmla="*/ 2724631 w 3760185"/>
              <a:gd name="csY6304" fmla="*/ 404311 h 793834"/>
              <a:gd name="csX6305" fmla="*/ 2607178 w 3760185"/>
              <a:gd name="csY6305" fmla="*/ 400770 h 793834"/>
              <a:gd name="csX6306" fmla="*/ 2607178 w 3760185"/>
              <a:gd name="csY6306" fmla="*/ 404339 h 793834"/>
              <a:gd name="csX6307" fmla="*/ 2606714 w 3760185"/>
              <a:gd name="csY6307" fmla="*/ 404339 h 793834"/>
              <a:gd name="csX6308" fmla="*/ 2594886 w 3760185"/>
              <a:gd name="csY6308" fmla="*/ 400770 h 793834"/>
              <a:gd name="csX6309" fmla="*/ 2594886 w 3760185"/>
              <a:gd name="csY6309" fmla="*/ 404342 h 793834"/>
              <a:gd name="csX6310" fmla="*/ 2594016 w 3760185"/>
              <a:gd name="csY6310" fmla="*/ 404343 h 793834"/>
              <a:gd name="csX6311" fmla="*/ 2548451 w 3760185"/>
              <a:gd name="csY6311" fmla="*/ 400770 h 793834"/>
              <a:gd name="csX6312" fmla="*/ 2548451 w 3760185"/>
              <a:gd name="csY6312" fmla="*/ 404354 h 793834"/>
              <a:gd name="csX6313" fmla="*/ 2548102 w 3760185"/>
              <a:gd name="csY6313" fmla="*/ 404354 h 793834"/>
              <a:gd name="csX6314" fmla="*/ 2182436 w 3760185"/>
              <a:gd name="csY6314" fmla="*/ 400770 h 793834"/>
              <a:gd name="csX6315" fmla="*/ 2182436 w 3760185"/>
              <a:gd name="csY6315" fmla="*/ 404443 h 793834"/>
              <a:gd name="csX6316" fmla="*/ 2182290 w 3760185"/>
              <a:gd name="csY6316" fmla="*/ 404443 h 793834"/>
              <a:gd name="csX6317" fmla="*/ 2054057 w 3760185"/>
              <a:gd name="csY6317" fmla="*/ 400770 h 793834"/>
              <a:gd name="csX6318" fmla="*/ 2054057 w 3760185"/>
              <a:gd name="csY6318" fmla="*/ 404474 h 793834"/>
              <a:gd name="csX6319" fmla="*/ 2053541 w 3760185"/>
              <a:gd name="csY6319" fmla="*/ 404474 h 793834"/>
              <a:gd name="csX6320" fmla="*/ 1989868 w 3760185"/>
              <a:gd name="csY6320" fmla="*/ 400770 h 793834"/>
              <a:gd name="csX6321" fmla="*/ 1990158 w 3760185"/>
              <a:gd name="csY6321" fmla="*/ 404490 h 793834"/>
              <a:gd name="csX6322" fmla="*/ 1989868 w 3760185"/>
              <a:gd name="csY6322" fmla="*/ 404490 h 793834"/>
              <a:gd name="csX6323" fmla="*/ 1958456 w 3760185"/>
              <a:gd name="csY6323" fmla="*/ 400770 h 793834"/>
              <a:gd name="csX6324" fmla="*/ 1958573 w 3760185"/>
              <a:gd name="csY6324" fmla="*/ 404497 h 793834"/>
              <a:gd name="csX6325" fmla="*/ 1958456 w 3760185"/>
              <a:gd name="csY6325" fmla="*/ 404497 h 793834"/>
              <a:gd name="csX6326" fmla="*/ 1805495 w 3760185"/>
              <a:gd name="csY6326" fmla="*/ 400770 h 793834"/>
              <a:gd name="csX6327" fmla="*/ 1805495 w 3760185"/>
              <a:gd name="csY6327" fmla="*/ 404535 h 793834"/>
              <a:gd name="csX6328" fmla="*/ 1804828 w 3760185"/>
              <a:gd name="csY6328" fmla="*/ 404535 h 793834"/>
              <a:gd name="csX6329" fmla="*/ 1692139 w 3760185"/>
              <a:gd name="csY6329" fmla="*/ 400770 h 793834"/>
              <a:gd name="csX6330" fmla="*/ 1692139 w 3760185"/>
              <a:gd name="csY6330" fmla="*/ 404562 h 793834"/>
              <a:gd name="csX6331" fmla="*/ 1691884 w 3760185"/>
              <a:gd name="csY6331" fmla="*/ 404562 h 793834"/>
              <a:gd name="csX6332" fmla="*/ 1218231 w 3760185"/>
              <a:gd name="csY6332" fmla="*/ 400770 h 793834"/>
              <a:gd name="csX6333" fmla="*/ 1218231 w 3760185"/>
              <a:gd name="csY6333" fmla="*/ 404678 h 793834"/>
              <a:gd name="csX6334" fmla="*/ 1218019 w 3760185"/>
              <a:gd name="csY6334" fmla="*/ 404678 h 793834"/>
              <a:gd name="csX6335" fmla="*/ 1214134 w 3760185"/>
              <a:gd name="csY6335" fmla="*/ 400770 h 793834"/>
              <a:gd name="csX6336" fmla="*/ 1214134 w 3760185"/>
              <a:gd name="csY6336" fmla="*/ 401471 h 793834"/>
              <a:gd name="csX6337" fmla="*/ 1214394 w 3760185"/>
              <a:gd name="csY6337" fmla="*/ 404679 h 793834"/>
              <a:gd name="csX6338" fmla="*/ 1214134 w 3760185"/>
              <a:gd name="csY6338" fmla="*/ 404679 h 793834"/>
              <a:gd name="csX6339" fmla="*/ 1213896 w 3760185"/>
              <a:gd name="csY6339" fmla="*/ 404679 h 793834"/>
              <a:gd name="csX6340" fmla="*/ 1085755 w 3760185"/>
              <a:gd name="csY6340" fmla="*/ 400770 h 793834"/>
              <a:gd name="csX6341" fmla="*/ 1086089 w 3760185"/>
              <a:gd name="csY6341" fmla="*/ 404710 h 793834"/>
              <a:gd name="csX6342" fmla="*/ 1085755 w 3760185"/>
              <a:gd name="csY6342" fmla="*/ 404710 h 793834"/>
              <a:gd name="csX6343" fmla="*/ 1025663 w 3760185"/>
              <a:gd name="csY6343" fmla="*/ 400770 h 793834"/>
              <a:gd name="csX6344" fmla="*/ 1026214 w 3760185"/>
              <a:gd name="csY6344" fmla="*/ 404724 h 793834"/>
              <a:gd name="csX6345" fmla="*/ 1025663 w 3760185"/>
              <a:gd name="csY6345" fmla="*/ 404725 h 793834"/>
              <a:gd name="csX6346" fmla="*/ 1006543 w 3760185"/>
              <a:gd name="csY6346" fmla="*/ 400770 h 793834"/>
              <a:gd name="csX6347" fmla="*/ 1006643 w 3760185"/>
              <a:gd name="csY6347" fmla="*/ 404729 h 793834"/>
              <a:gd name="csX6348" fmla="*/ 1006543 w 3760185"/>
              <a:gd name="csY6348" fmla="*/ 404729 h 793834"/>
              <a:gd name="csX6349" fmla="*/ 842655 w 3760185"/>
              <a:gd name="csY6349" fmla="*/ 400770 h 793834"/>
              <a:gd name="csX6350" fmla="*/ 842655 w 3760185"/>
              <a:gd name="csY6350" fmla="*/ 404769 h 793834"/>
              <a:gd name="csX6351" fmla="*/ 842474 w 3760185"/>
              <a:gd name="csY6351" fmla="*/ 404769 h 793834"/>
              <a:gd name="csX6352" fmla="*/ 539463 w 3760185"/>
              <a:gd name="csY6352" fmla="*/ 400770 h 793834"/>
              <a:gd name="csX6353" fmla="*/ 539860 w 3760185"/>
              <a:gd name="csY6353" fmla="*/ 404843 h 793834"/>
              <a:gd name="csX6354" fmla="*/ 539463 w 3760185"/>
              <a:gd name="csY6354" fmla="*/ 404843 h 793834"/>
              <a:gd name="csX6355" fmla="*/ 296363 w 3760185"/>
              <a:gd name="csY6355" fmla="*/ 400770 h 793834"/>
              <a:gd name="csX6356" fmla="*/ 297729 w 3760185"/>
              <a:gd name="csY6356" fmla="*/ 404274 h 793834"/>
              <a:gd name="csX6357" fmla="*/ 297729 w 3760185"/>
              <a:gd name="csY6357" fmla="*/ 404902 h 793834"/>
              <a:gd name="csX6358" fmla="*/ 296363 w 3760185"/>
              <a:gd name="csY6358" fmla="*/ 404902 h 793834"/>
              <a:gd name="csX6359" fmla="*/ 217151 w 3760185"/>
              <a:gd name="csY6359" fmla="*/ 400770 h 793834"/>
              <a:gd name="csX6360" fmla="*/ 217729 w 3760185"/>
              <a:gd name="csY6360" fmla="*/ 404921 h 793834"/>
              <a:gd name="csX6361" fmla="*/ 217151 w 3760185"/>
              <a:gd name="csY6361" fmla="*/ 404921 h 793834"/>
              <a:gd name="csX6362" fmla="*/ 106527 w 3760185"/>
              <a:gd name="csY6362" fmla="*/ 400770 h 793834"/>
              <a:gd name="csX6363" fmla="*/ 107893 w 3760185"/>
              <a:gd name="csY6363" fmla="*/ 404274 h 793834"/>
              <a:gd name="csX6364" fmla="*/ 107893 w 3760185"/>
              <a:gd name="csY6364" fmla="*/ 404948 h 793834"/>
              <a:gd name="csX6365" fmla="*/ 106527 w 3760185"/>
              <a:gd name="csY6365" fmla="*/ 404948 h 793834"/>
              <a:gd name="csX6366" fmla="*/ 95601 w 3760185"/>
              <a:gd name="csY6366" fmla="*/ 400770 h 793834"/>
              <a:gd name="csX6367" fmla="*/ 96280 w 3760185"/>
              <a:gd name="csY6367" fmla="*/ 404951 h 793834"/>
              <a:gd name="csX6368" fmla="*/ 95601 w 3760185"/>
              <a:gd name="csY6368" fmla="*/ 404951 h 793834"/>
              <a:gd name="csX6369" fmla="*/ 50532 w 3760185"/>
              <a:gd name="csY6369" fmla="*/ 400770 h 793834"/>
              <a:gd name="csX6370" fmla="*/ 51013 w 3760185"/>
              <a:gd name="csY6370" fmla="*/ 404962 h 793834"/>
              <a:gd name="csX6371" fmla="*/ 50532 w 3760185"/>
              <a:gd name="csY6371" fmla="*/ 404962 h 793834"/>
              <a:gd name="csX6372" fmla="*/ 3702493 w 3760185"/>
              <a:gd name="csY6372" fmla="*/ 400070 h 793834"/>
              <a:gd name="csX6373" fmla="*/ 3702493 w 3760185"/>
              <a:gd name="csY6373" fmla="*/ 404073 h 793834"/>
              <a:gd name="csX6374" fmla="*/ 3702233 w 3760185"/>
              <a:gd name="csY6374" fmla="*/ 404073 h 793834"/>
              <a:gd name="csX6375" fmla="*/ 3519485 w 3760185"/>
              <a:gd name="csY6375" fmla="*/ 400070 h 793834"/>
              <a:gd name="csX6376" fmla="*/ 3519711 w 3760185"/>
              <a:gd name="csY6376" fmla="*/ 404117 h 793834"/>
              <a:gd name="csX6377" fmla="*/ 3519485 w 3760185"/>
              <a:gd name="csY6377" fmla="*/ 404117 h 793834"/>
              <a:gd name="csX6378" fmla="*/ 3194441 w 3760185"/>
              <a:gd name="csY6378" fmla="*/ 400070 h 793834"/>
              <a:gd name="csX6379" fmla="*/ 3194580 w 3760185"/>
              <a:gd name="csY6379" fmla="*/ 404196 h 793834"/>
              <a:gd name="csX6380" fmla="*/ 3194441 w 3760185"/>
              <a:gd name="csY6380" fmla="*/ 404196 h 793834"/>
              <a:gd name="csX6381" fmla="*/ 2872129 w 3760185"/>
              <a:gd name="csY6381" fmla="*/ 400070 h 793834"/>
              <a:gd name="csX6382" fmla="*/ 2872129 w 3760185"/>
              <a:gd name="csY6382" fmla="*/ 401471 h 793834"/>
              <a:gd name="csX6383" fmla="*/ 2872348 w 3760185"/>
              <a:gd name="csY6383" fmla="*/ 404275 h 793834"/>
              <a:gd name="csX6384" fmla="*/ 2872129 w 3760185"/>
              <a:gd name="csY6384" fmla="*/ 404275 h 793834"/>
              <a:gd name="csX6385" fmla="*/ 2871988 w 3760185"/>
              <a:gd name="csY6385" fmla="*/ 404275 h 793834"/>
              <a:gd name="csX6386" fmla="*/ 2853009 w 3760185"/>
              <a:gd name="csY6386" fmla="*/ 400070 h 793834"/>
              <a:gd name="csX6387" fmla="*/ 2853009 w 3760185"/>
              <a:gd name="csY6387" fmla="*/ 404279 h 793834"/>
              <a:gd name="csX6388" fmla="*/ 2852693 w 3760185"/>
              <a:gd name="csY6388" fmla="*/ 404280 h 793834"/>
              <a:gd name="csX6389" fmla="*/ 2844815 w 3760185"/>
              <a:gd name="csY6389" fmla="*/ 400070 h 793834"/>
              <a:gd name="csX6390" fmla="*/ 2845031 w 3760185"/>
              <a:gd name="csY6390" fmla="*/ 404281 h 793834"/>
              <a:gd name="csX6391" fmla="*/ 2844815 w 3760185"/>
              <a:gd name="csY6391" fmla="*/ 404281 h 793834"/>
              <a:gd name="csX6392" fmla="*/ 2801111 w 3760185"/>
              <a:gd name="csY6392" fmla="*/ 400070 h 793834"/>
              <a:gd name="csX6393" fmla="*/ 2801111 w 3760185"/>
              <a:gd name="csY6393" fmla="*/ 404292 h 793834"/>
              <a:gd name="csX6394" fmla="*/ 2799746 w 3760185"/>
              <a:gd name="csY6394" fmla="*/ 404292 h 793834"/>
              <a:gd name="csX6395" fmla="*/ 2799640 w 3760185"/>
              <a:gd name="csY6395" fmla="*/ 404292 h 793834"/>
              <a:gd name="csX6396" fmla="*/ 2799746 w 3760185"/>
              <a:gd name="csY6396" fmla="*/ 402872 h 793834"/>
              <a:gd name="csX6397" fmla="*/ 2781991 w 3760185"/>
              <a:gd name="csY6397" fmla="*/ 400070 h 793834"/>
              <a:gd name="csX6398" fmla="*/ 2782678 w 3760185"/>
              <a:gd name="csY6398" fmla="*/ 404297 h 793834"/>
              <a:gd name="csX6399" fmla="*/ 2781991 w 3760185"/>
              <a:gd name="csY6399" fmla="*/ 404297 h 793834"/>
              <a:gd name="csX6400" fmla="*/ 2637224 w 3760185"/>
              <a:gd name="csY6400" fmla="*/ 400070 h 793834"/>
              <a:gd name="csX6401" fmla="*/ 2637224 w 3760185"/>
              <a:gd name="csY6401" fmla="*/ 404332 h 793834"/>
              <a:gd name="csX6402" fmla="*/ 2636735 w 3760185"/>
              <a:gd name="csY6402" fmla="*/ 404332 h 793834"/>
              <a:gd name="csX6403" fmla="*/ 2583960 w 3760185"/>
              <a:gd name="csY6403" fmla="*/ 400070 h 793834"/>
              <a:gd name="csX6404" fmla="*/ 2583960 w 3760185"/>
              <a:gd name="csY6404" fmla="*/ 404345 h 793834"/>
              <a:gd name="csX6405" fmla="*/ 2582919 w 3760185"/>
              <a:gd name="csY6405" fmla="*/ 404345 h 793834"/>
              <a:gd name="csX6406" fmla="*/ 2578497 w 3760185"/>
              <a:gd name="csY6406" fmla="*/ 400070 h 793834"/>
              <a:gd name="csX6407" fmla="*/ 2578497 w 3760185"/>
              <a:gd name="csY6407" fmla="*/ 404346 h 793834"/>
              <a:gd name="csX6408" fmla="*/ 2578228 w 3760185"/>
              <a:gd name="csY6408" fmla="*/ 404346 h 793834"/>
              <a:gd name="csX6409" fmla="*/ 2176973 w 3760185"/>
              <a:gd name="csY6409" fmla="*/ 400070 h 793834"/>
              <a:gd name="csX6410" fmla="*/ 2177137 w 3760185"/>
              <a:gd name="csY6410" fmla="*/ 404444 h 793834"/>
              <a:gd name="csX6411" fmla="*/ 2176973 w 3760185"/>
              <a:gd name="csY6411" fmla="*/ 404444 h 793834"/>
              <a:gd name="csX6412" fmla="*/ 1995331 w 3760185"/>
              <a:gd name="csY6412" fmla="*/ 400070 h 793834"/>
              <a:gd name="csX6413" fmla="*/ 1995994 w 3760185"/>
              <a:gd name="csY6413" fmla="*/ 404488 h 793834"/>
              <a:gd name="csX6414" fmla="*/ 1995331 w 3760185"/>
              <a:gd name="csY6414" fmla="*/ 404488 h 793834"/>
              <a:gd name="csX6415" fmla="*/ 1677116 w 3760185"/>
              <a:gd name="csY6415" fmla="*/ 400070 h 793834"/>
              <a:gd name="csX6416" fmla="*/ 1678482 w 3760185"/>
              <a:gd name="csY6416" fmla="*/ 401471 h 793834"/>
              <a:gd name="csX6417" fmla="*/ 1678482 w 3760185"/>
              <a:gd name="csY6417" fmla="*/ 404566 h 793834"/>
              <a:gd name="csX6418" fmla="*/ 1677116 w 3760185"/>
              <a:gd name="csY6418" fmla="*/ 404566 h 793834"/>
              <a:gd name="csX6419" fmla="*/ 1663459 w 3760185"/>
              <a:gd name="csY6419" fmla="*/ 400070 h 793834"/>
              <a:gd name="csX6420" fmla="*/ 1663459 w 3760185"/>
              <a:gd name="csY6420" fmla="*/ 404274 h 793834"/>
              <a:gd name="csX6421" fmla="*/ 1663459 w 3760185"/>
              <a:gd name="csY6421" fmla="*/ 404569 h 793834"/>
              <a:gd name="csX6422" fmla="*/ 1662874 w 3760185"/>
              <a:gd name="csY6422" fmla="*/ 404569 h 793834"/>
              <a:gd name="csX6423" fmla="*/ 1057075 w 3760185"/>
              <a:gd name="csY6423" fmla="*/ 400070 h 793834"/>
              <a:gd name="csX6424" fmla="*/ 1058440 w 3760185"/>
              <a:gd name="csY6424" fmla="*/ 402172 h 793834"/>
              <a:gd name="csX6425" fmla="*/ 1058440 w 3760185"/>
              <a:gd name="csY6425" fmla="*/ 403573 h 793834"/>
              <a:gd name="csX6426" fmla="*/ 1058504 w 3760185"/>
              <a:gd name="csY6426" fmla="*/ 404717 h 793834"/>
              <a:gd name="csX6427" fmla="*/ 1057075 w 3760185"/>
              <a:gd name="csY6427" fmla="*/ 404717 h 793834"/>
              <a:gd name="csX6428" fmla="*/ 1032492 w 3760185"/>
              <a:gd name="csY6428" fmla="*/ 400070 h 793834"/>
              <a:gd name="csX6429" fmla="*/ 1032492 w 3760185"/>
              <a:gd name="csY6429" fmla="*/ 404723 h 793834"/>
              <a:gd name="csX6430" fmla="*/ 1031958 w 3760185"/>
              <a:gd name="csY6430" fmla="*/ 404723 h 793834"/>
              <a:gd name="csX6431" fmla="*/ 977862 w 3760185"/>
              <a:gd name="csY6431" fmla="*/ 400070 h 793834"/>
              <a:gd name="csX6432" fmla="*/ 978999 w 3760185"/>
              <a:gd name="csY6432" fmla="*/ 404736 h 793834"/>
              <a:gd name="csX6433" fmla="*/ 977862 w 3760185"/>
              <a:gd name="csY6433" fmla="*/ 404736 h 793834"/>
              <a:gd name="csX6434" fmla="*/ 803049 w 3760185"/>
              <a:gd name="csY6434" fmla="*/ 400070 h 793834"/>
              <a:gd name="csX6435" fmla="*/ 803107 w 3760185"/>
              <a:gd name="csY6435" fmla="*/ 404779 h 793834"/>
              <a:gd name="csX6436" fmla="*/ 803049 w 3760185"/>
              <a:gd name="csY6436" fmla="*/ 404779 h 793834"/>
              <a:gd name="csX6437" fmla="*/ 783929 w 3760185"/>
              <a:gd name="csY6437" fmla="*/ 400070 h 793834"/>
              <a:gd name="csX6438" fmla="*/ 784125 w 3760185"/>
              <a:gd name="csY6438" fmla="*/ 404783 h 793834"/>
              <a:gd name="csX6439" fmla="*/ 783929 w 3760185"/>
              <a:gd name="csY6439" fmla="*/ 404783 h 793834"/>
              <a:gd name="csX6440" fmla="*/ 426108 w 3760185"/>
              <a:gd name="csY6440" fmla="*/ 400070 h 793834"/>
              <a:gd name="csX6441" fmla="*/ 426264 w 3760185"/>
              <a:gd name="csY6441" fmla="*/ 404870 h 793834"/>
              <a:gd name="csX6442" fmla="*/ 425537 w 3760185"/>
              <a:gd name="csY6442" fmla="*/ 404871 h 793834"/>
              <a:gd name="csX6443" fmla="*/ 426108 w 3760185"/>
              <a:gd name="csY6443" fmla="*/ 400770 h 793834"/>
              <a:gd name="csX6444" fmla="*/ 310021 w 3760185"/>
              <a:gd name="csY6444" fmla="*/ 400070 h 793834"/>
              <a:gd name="csX6445" fmla="*/ 310298 w 3760185"/>
              <a:gd name="csY6445" fmla="*/ 404899 h 793834"/>
              <a:gd name="csX6446" fmla="*/ 310021 w 3760185"/>
              <a:gd name="csY6446" fmla="*/ 404899 h 793834"/>
              <a:gd name="csX6447" fmla="*/ 193934 w 3760185"/>
              <a:gd name="csY6447" fmla="*/ 400070 h 793834"/>
              <a:gd name="csX6448" fmla="*/ 193934 w 3760185"/>
              <a:gd name="csY6448" fmla="*/ 404927 h 793834"/>
              <a:gd name="csX6449" fmla="*/ 193664 w 3760185"/>
              <a:gd name="csY6449" fmla="*/ 404927 h 793834"/>
              <a:gd name="csX6450" fmla="*/ 3717516 w 3760185"/>
              <a:gd name="csY6450" fmla="*/ 399369 h 793834"/>
              <a:gd name="csX6451" fmla="*/ 3717516 w 3760185"/>
              <a:gd name="csY6451" fmla="*/ 404069 h 793834"/>
              <a:gd name="csX6452" fmla="*/ 3716977 w 3760185"/>
              <a:gd name="csY6452" fmla="*/ 404069 h 793834"/>
              <a:gd name="csX6453" fmla="*/ 3690201 w 3760185"/>
              <a:gd name="csY6453" fmla="*/ 399369 h 793834"/>
              <a:gd name="csX6454" fmla="*/ 3690201 w 3760185"/>
              <a:gd name="csY6454" fmla="*/ 404076 h 793834"/>
              <a:gd name="csX6455" fmla="*/ 3688835 w 3760185"/>
              <a:gd name="csY6455" fmla="*/ 404076 h 793834"/>
              <a:gd name="csX6456" fmla="*/ 3688760 w 3760185"/>
              <a:gd name="csY6456" fmla="*/ 404076 h 793834"/>
              <a:gd name="csX6457" fmla="*/ 3688835 w 3760185"/>
              <a:gd name="csY6457" fmla="*/ 403573 h 793834"/>
              <a:gd name="csX6458" fmla="*/ 3688835 w 3760185"/>
              <a:gd name="csY6458" fmla="*/ 400070 h 793834"/>
              <a:gd name="csX6459" fmla="*/ 2865301 w 3760185"/>
              <a:gd name="csY6459" fmla="*/ 399369 h 793834"/>
              <a:gd name="csX6460" fmla="*/ 2866098 w 3760185"/>
              <a:gd name="csY6460" fmla="*/ 404276 h 793834"/>
              <a:gd name="csX6461" fmla="*/ 2865301 w 3760185"/>
              <a:gd name="csY6461" fmla="*/ 404276 h 793834"/>
              <a:gd name="csX6462" fmla="*/ 2803843 w 3760185"/>
              <a:gd name="csY6462" fmla="*/ 399369 h 793834"/>
              <a:gd name="csX6463" fmla="*/ 2803843 w 3760185"/>
              <a:gd name="csY6463" fmla="*/ 404291 h 793834"/>
              <a:gd name="csX6464" fmla="*/ 2803534 w 3760185"/>
              <a:gd name="csY6464" fmla="*/ 404292 h 793834"/>
              <a:gd name="csX6465" fmla="*/ 2743751 w 3760185"/>
              <a:gd name="csY6465" fmla="*/ 399369 h 793834"/>
              <a:gd name="csX6466" fmla="*/ 2743751 w 3760185"/>
              <a:gd name="csY6466" fmla="*/ 402872 h 793834"/>
              <a:gd name="csX6467" fmla="*/ 2743937 w 3760185"/>
              <a:gd name="csY6467" fmla="*/ 404306 h 793834"/>
              <a:gd name="csX6468" fmla="*/ 2743395 w 3760185"/>
              <a:gd name="csY6468" fmla="*/ 404306 h 793834"/>
              <a:gd name="csX6469" fmla="*/ 2734191 w 3760185"/>
              <a:gd name="csY6469" fmla="*/ 399369 h 793834"/>
              <a:gd name="csX6470" fmla="*/ 2734191 w 3760185"/>
              <a:gd name="csY6470" fmla="*/ 404308 h 793834"/>
              <a:gd name="csX6471" fmla="*/ 2733733 w 3760185"/>
              <a:gd name="csY6471" fmla="*/ 404309 h 793834"/>
              <a:gd name="csX6472" fmla="*/ 2593521 w 3760185"/>
              <a:gd name="csY6472" fmla="*/ 399369 h 793834"/>
              <a:gd name="csX6473" fmla="*/ 2593521 w 3760185"/>
              <a:gd name="csY6473" fmla="*/ 404343 h 793834"/>
              <a:gd name="csX6474" fmla="*/ 2592155 w 3760185"/>
              <a:gd name="csY6474" fmla="*/ 404343 h 793834"/>
              <a:gd name="csX6475" fmla="*/ 2592085 w 3760185"/>
              <a:gd name="csY6475" fmla="*/ 404343 h 793834"/>
              <a:gd name="csX6476" fmla="*/ 2592155 w 3760185"/>
              <a:gd name="csY6476" fmla="*/ 402872 h 793834"/>
              <a:gd name="csX6477" fmla="*/ 2592155 w 3760185"/>
              <a:gd name="csY6477" fmla="*/ 404274 h 793834"/>
              <a:gd name="csX6478" fmla="*/ 2478799 w 3760185"/>
              <a:gd name="csY6478" fmla="*/ 399369 h 793834"/>
              <a:gd name="csX6479" fmla="*/ 2478799 w 3760185"/>
              <a:gd name="csY6479" fmla="*/ 404371 h 793834"/>
              <a:gd name="csX6480" fmla="*/ 2478451 w 3760185"/>
              <a:gd name="csY6480" fmla="*/ 404371 h 793834"/>
              <a:gd name="csX6481" fmla="*/ 2025377 w 3760185"/>
              <a:gd name="csY6481" fmla="*/ 399369 h 793834"/>
              <a:gd name="csX6482" fmla="*/ 2025430 w 3760185"/>
              <a:gd name="csY6482" fmla="*/ 404481 h 793834"/>
              <a:gd name="csX6483" fmla="*/ 2025377 w 3760185"/>
              <a:gd name="csY6483" fmla="*/ 404481 h 793834"/>
              <a:gd name="csX6484" fmla="*/ 1957091 w 3760185"/>
              <a:gd name="csY6484" fmla="*/ 399369 h 793834"/>
              <a:gd name="csX6485" fmla="*/ 1958340 w 3760185"/>
              <a:gd name="csY6485" fmla="*/ 404497 h 793834"/>
              <a:gd name="csX6486" fmla="*/ 1956709 w 3760185"/>
              <a:gd name="csY6486" fmla="*/ 404498 h 793834"/>
              <a:gd name="csX6487" fmla="*/ 1957091 w 3760185"/>
              <a:gd name="csY6487" fmla="*/ 400770 h 793834"/>
              <a:gd name="csX6488" fmla="*/ 1783643 w 3760185"/>
              <a:gd name="csY6488" fmla="*/ 399369 h 793834"/>
              <a:gd name="csX6489" fmla="*/ 1783643 w 3760185"/>
              <a:gd name="csY6489" fmla="*/ 404540 h 793834"/>
              <a:gd name="csX6490" fmla="*/ 1782971 w 3760185"/>
              <a:gd name="csY6490" fmla="*/ 404540 h 793834"/>
              <a:gd name="csX6491" fmla="*/ 1730379 w 3760185"/>
              <a:gd name="csY6491" fmla="*/ 399369 h 793834"/>
              <a:gd name="csX6492" fmla="*/ 1730379 w 3760185"/>
              <a:gd name="csY6492" fmla="*/ 404553 h 793834"/>
              <a:gd name="csX6493" fmla="*/ 1730120 w 3760185"/>
              <a:gd name="csY6493" fmla="*/ 404553 h 793834"/>
              <a:gd name="csX6494" fmla="*/ 1656630 w 3760185"/>
              <a:gd name="csY6494" fmla="*/ 399369 h 793834"/>
              <a:gd name="csX6495" fmla="*/ 1656630 w 3760185"/>
              <a:gd name="csY6495" fmla="*/ 404571 h 793834"/>
              <a:gd name="csX6496" fmla="*/ 1656096 w 3760185"/>
              <a:gd name="csY6496" fmla="*/ 404571 h 793834"/>
              <a:gd name="csX6497" fmla="*/ 1434016 w 3760185"/>
              <a:gd name="csY6497" fmla="*/ 399369 h 793834"/>
              <a:gd name="csX6498" fmla="*/ 1434016 w 3760185"/>
              <a:gd name="csY6498" fmla="*/ 404625 h 793834"/>
              <a:gd name="csX6499" fmla="*/ 1433958 w 3760185"/>
              <a:gd name="csY6499" fmla="*/ 404625 h 793834"/>
              <a:gd name="csX6500" fmla="*/ 1249643 w 3760185"/>
              <a:gd name="csY6500" fmla="*/ 399369 h 793834"/>
              <a:gd name="csX6501" fmla="*/ 1250113 w 3760185"/>
              <a:gd name="csY6501" fmla="*/ 404670 h 793834"/>
              <a:gd name="csX6502" fmla="*/ 1249643 w 3760185"/>
              <a:gd name="csY6502" fmla="*/ 404670 h 793834"/>
              <a:gd name="csX6503" fmla="*/ 1115801 w 3760185"/>
              <a:gd name="csY6503" fmla="*/ 399369 h 793834"/>
              <a:gd name="csX6504" fmla="*/ 1116321 w 3760185"/>
              <a:gd name="csY6504" fmla="*/ 404702 h 793834"/>
              <a:gd name="csX6505" fmla="*/ 1115801 w 3760185"/>
              <a:gd name="csY6505" fmla="*/ 404703 h 793834"/>
              <a:gd name="csX6506" fmla="*/ 445228 w 3760185"/>
              <a:gd name="csY6506" fmla="*/ 399369 h 793834"/>
              <a:gd name="csX6507" fmla="*/ 446594 w 3760185"/>
              <a:gd name="csY6507" fmla="*/ 404274 h 793834"/>
              <a:gd name="csX6508" fmla="*/ 446594 w 3760185"/>
              <a:gd name="csY6508" fmla="*/ 404866 h 793834"/>
              <a:gd name="csX6509" fmla="*/ 445228 w 3760185"/>
              <a:gd name="csY6509" fmla="*/ 404866 h 793834"/>
              <a:gd name="csX6510" fmla="*/ 423376 w 3760185"/>
              <a:gd name="csY6510" fmla="*/ 399369 h 793834"/>
              <a:gd name="csX6511" fmla="*/ 424270 w 3760185"/>
              <a:gd name="csY6511" fmla="*/ 404871 h 793834"/>
              <a:gd name="csX6512" fmla="*/ 423376 w 3760185"/>
              <a:gd name="csY6512" fmla="*/ 404871 h 793834"/>
              <a:gd name="csX6513" fmla="*/ 285437 w 3760185"/>
              <a:gd name="csY6513" fmla="*/ 399369 h 793834"/>
              <a:gd name="csX6514" fmla="*/ 285764 w 3760185"/>
              <a:gd name="csY6514" fmla="*/ 404905 h 793834"/>
              <a:gd name="csX6515" fmla="*/ 285437 w 3760185"/>
              <a:gd name="csY6515" fmla="*/ 404905 h 793834"/>
              <a:gd name="csX6516" fmla="*/ 3675178 w 3760185"/>
              <a:gd name="csY6516" fmla="*/ 398669 h 793834"/>
              <a:gd name="csX6517" fmla="*/ 3676544 w 3760185"/>
              <a:gd name="csY6517" fmla="*/ 399369 h 793834"/>
              <a:gd name="csX6518" fmla="*/ 3676544 w 3760185"/>
              <a:gd name="csY6518" fmla="*/ 404079 h 793834"/>
              <a:gd name="csX6519" fmla="*/ 3675178 w 3760185"/>
              <a:gd name="csY6519" fmla="*/ 404079 h 793834"/>
              <a:gd name="csX6520" fmla="*/ 3660155 w 3760185"/>
              <a:gd name="csY6520" fmla="*/ 398669 h 793834"/>
              <a:gd name="csX6521" fmla="*/ 3660155 w 3760185"/>
              <a:gd name="csY6521" fmla="*/ 404083 h 793834"/>
              <a:gd name="csX6522" fmla="*/ 3658789 w 3760185"/>
              <a:gd name="csY6522" fmla="*/ 404083 h 793834"/>
              <a:gd name="csX6523" fmla="*/ 3658789 w 3760185"/>
              <a:gd name="csY6523" fmla="*/ 402172 h 793834"/>
              <a:gd name="csX6524" fmla="*/ 3530411 w 3760185"/>
              <a:gd name="csY6524" fmla="*/ 398669 h 793834"/>
              <a:gd name="csX6525" fmla="*/ 3530411 w 3760185"/>
              <a:gd name="csY6525" fmla="*/ 404114 h 793834"/>
              <a:gd name="csX6526" fmla="*/ 3530180 w 3760185"/>
              <a:gd name="csY6526" fmla="*/ 404115 h 793834"/>
              <a:gd name="csX6527" fmla="*/ 3422518 w 3760185"/>
              <a:gd name="csY6527" fmla="*/ 398669 h 793834"/>
              <a:gd name="csX6528" fmla="*/ 3422518 w 3760185"/>
              <a:gd name="csY6528" fmla="*/ 404141 h 793834"/>
              <a:gd name="csX6529" fmla="*/ 3422230 w 3760185"/>
              <a:gd name="csY6529" fmla="*/ 404141 h 793834"/>
              <a:gd name="csX6530" fmla="*/ 3400667 w 3760185"/>
              <a:gd name="csY6530" fmla="*/ 398669 h 793834"/>
              <a:gd name="csX6531" fmla="*/ 3400667 w 3760185"/>
              <a:gd name="csY6531" fmla="*/ 404146 h 793834"/>
              <a:gd name="csX6532" fmla="*/ 3400476 w 3760185"/>
              <a:gd name="csY6532" fmla="*/ 404146 h 793834"/>
              <a:gd name="csX6533" fmla="*/ 2705510 w 3760185"/>
              <a:gd name="csY6533" fmla="*/ 398669 h 793834"/>
              <a:gd name="csX6534" fmla="*/ 2705510 w 3760185"/>
              <a:gd name="csY6534" fmla="*/ 400770 h 793834"/>
              <a:gd name="csX6535" fmla="*/ 2706876 w 3760185"/>
              <a:gd name="csY6535" fmla="*/ 400770 h 793834"/>
              <a:gd name="csX6536" fmla="*/ 2706876 w 3760185"/>
              <a:gd name="csY6536" fmla="*/ 404315 h 793834"/>
              <a:gd name="csX6537" fmla="*/ 2705260 w 3760185"/>
              <a:gd name="csY6537" fmla="*/ 404315 h 793834"/>
              <a:gd name="csX6538" fmla="*/ 2581229 w 3760185"/>
              <a:gd name="csY6538" fmla="*/ 398669 h 793834"/>
              <a:gd name="csX6539" fmla="*/ 2581756 w 3760185"/>
              <a:gd name="csY6539" fmla="*/ 404346 h 793834"/>
              <a:gd name="csX6540" fmla="*/ 2581229 w 3760185"/>
              <a:gd name="csY6540" fmla="*/ 404346 h 793834"/>
              <a:gd name="csX6541" fmla="*/ 2549817 w 3760185"/>
              <a:gd name="csY6541" fmla="*/ 398669 h 793834"/>
              <a:gd name="csX6542" fmla="*/ 2550469 w 3760185"/>
              <a:gd name="csY6542" fmla="*/ 404353 h 793834"/>
              <a:gd name="csX6543" fmla="*/ 2549817 w 3760185"/>
              <a:gd name="csY6543" fmla="*/ 404353 h 793834"/>
              <a:gd name="csX6544" fmla="*/ 2476068 w 3760185"/>
              <a:gd name="csY6544" fmla="*/ 398669 h 793834"/>
              <a:gd name="csX6545" fmla="*/ 2476068 w 3760185"/>
              <a:gd name="csY6545" fmla="*/ 404371 h 793834"/>
              <a:gd name="csX6546" fmla="*/ 2475750 w 3760185"/>
              <a:gd name="csY6546" fmla="*/ 404371 h 793834"/>
              <a:gd name="csX6547" fmla="*/ 2084103 w 3760185"/>
              <a:gd name="csY6547" fmla="*/ 398669 h 793834"/>
              <a:gd name="csX6548" fmla="*/ 2084103 w 3760185"/>
              <a:gd name="csY6548" fmla="*/ 404467 h 793834"/>
              <a:gd name="csX6549" fmla="*/ 2083789 w 3760185"/>
              <a:gd name="csY6549" fmla="*/ 404467 h 793834"/>
              <a:gd name="csX6550" fmla="*/ 2017183 w 3760185"/>
              <a:gd name="csY6550" fmla="*/ 398669 h 793834"/>
              <a:gd name="csX6551" fmla="*/ 2017655 w 3760185"/>
              <a:gd name="csY6551" fmla="*/ 404483 h 793834"/>
              <a:gd name="csX6552" fmla="*/ 2017183 w 3760185"/>
              <a:gd name="csY6552" fmla="*/ 404483 h 793834"/>
              <a:gd name="csX6553" fmla="*/ 1839638 w 3760185"/>
              <a:gd name="csY6553" fmla="*/ 398669 h 793834"/>
              <a:gd name="csX6554" fmla="*/ 1839853 w 3760185"/>
              <a:gd name="csY6554" fmla="*/ 404526 h 793834"/>
              <a:gd name="csX6555" fmla="*/ 1839638 w 3760185"/>
              <a:gd name="csY6555" fmla="*/ 404526 h 793834"/>
              <a:gd name="csX6556" fmla="*/ 1828712 w 3760185"/>
              <a:gd name="csY6556" fmla="*/ 398669 h 793834"/>
              <a:gd name="csX6557" fmla="*/ 1829982 w 3760185"/>
              <a:gd name="csY6557" fmla="*/ 404529 h 793834"/>
              <a:gd name="csX6558" fmla="*/ 1828712 w 3760185"/>
              <a:gd name="csY6558" fmla="*/ 404529 h 793834"/>
              <a:gd name="csX6559" fmla="*/ 1703065 w 3760185"/>
              <a:gd name="csY6559" fmla="*/ 398669 h 793834"/>
              <a:gd name="csX6560" fmla="*/ 1703065 w 3760185"/>
              <a:gd name="csY6560" fmla="*/ 404560 h 793834"/>
              <a:gd name="csX6561" fmla="*/ 1702669 w 3760185"/>
              <a:gd name="csY6561" fmla="*/ 404560 h 793834"/>
              <a:gd name="csX6562" fmla="*/ 1673019 w 3760185"/>
              <a:gd name="csY6562" fmla="*/ 398669 h 793834"/>
              <a:gd name="csX6563" fmla="*/ 1673019 w 3760185"/>
              <a:gd name="csY6563" fmla="*/ 404567 h 793834"/>
              <a:gd name="csX6564" fmla="*/ 1672769 w 3760185"/>
              <a:gd name="csY6564" fmla="*/ 404567 h 793834"/>
              <a:gd name="csX6565" fmla="*/ 1588343 w 3760185"/>
              <a:gd name="csY6565" fmla="*/ 398669 h 793834"/>
              <a:gd name="csX6566" fmla="*/ 1588343 w 3760185"/>
              <a:gd name="csY6566" fmla="*/ 404587 h 793834"/>
              <a:gd name="csX6567" fmla="*/ 1588273 w 3760185"/>
              <a:gd name="csY6567" fmla="*/ 404587 h 793834"/>
              <a:gd name="csX6568" fmla="*/ 1279689 w 3760185"/>
              <a:gd name="csY6568" fmla="*/ 398669 h 793834"/>
              <a:gd name="csX6569" fmla="*/ 1279974 w 3760185"/>
              <a:gd name="csY6569" fmla="*/ 404663 h 793834"/>
              <a:gd name="csX6570" fmla="*/ 1279689 w 3760185"/>
              <a:gd name="csY6570" fmla="*/ 404663 h 793834"/>
              <a:gd name="csX6571" fmla="*/ 1175893 w 3760185"/>
              <a:gd name="csY6571" fmla="*/ 398669 h 793834"/>
              <a:gd name="csX6572" fmla="*/ 1176480 w 3760185"/>
              <a:gd name="csY6572" fmla="*/ 404688 h 793834"/>
              <a:gd name="csX6573" fmla="*/ 1175893 w 3760185"/>
              <a:gd name="csY6573" fmla="*/ 404688 h 793834"/>
              <a:gd name="csX6574" fmla="*/ 1121264 w 3760185"/>
              <a:gd name="csY6574" fmla="*/ 398669 h 793834"/>
              <a:gd name="csX6575" fmla="*/ 1121264 w 3760185"/>
              <a:gd name="csY6575" fmla="*/ 404701 h 793834"/>
              <a:gd name="csX6576" fmla="*/ 1120774 w 3760185"/>
              <a:gd name="csY6576" fmla="*/ 404701 h 793834"/>
              <a:gd name="csX6577" fmla="*/ 1061172 w 3760185"/>
              <a:gd name="csY6577" fmla="*/ 398669 h 793834"/>
              <a:gd name="csX6578" fmla="*/ 1061663 w 3760185"/>
              <a:gd name="csY6578" fmla="*/ 404716 h 793834"/>
              <a:gd name="csX6579" fmla="*/ 1060428 w 3760185"/>
              <a:gd name="csY6579" fmla="*/ 404716 h 793834"/>
              <a:gd name="csX6580" fmla="*/ 1061172 w 3760185"/>
              <a:gd name="csY6580" fmla="*/ 399369 h 793834"/>
              <a:gd name="csX6581" fmla="*/ 987423 w 3760185"/>
              <a:gd name="csY6581" fmla="*/ 398669 h 793834"/>
              <a:gd name="csX6582" fmla="*/ 987423 w 3760185"/>
              <a:gd name="csY6582" fmla="*/ 404734 h 793834"/>
              <a:gd name="csX6583" fmla="*/ 987235 w 3760185"/>
              <a:gd name="csY6583" fmla="*/ 404734 h 793834"/>
              <a:gd name="csX6584" fmla="*/ 523074 w 3760185"/>
              <a:gd name="csY6584" fmla="*/ 398669 h 793834"/>
              <a:gd name="csX6585" fmla="*/ 524440 w 3760185"/>
              <a:gd name="csY6585" fmla="*/ 400770 h 793834"/>
              <a:gd name="csX6586" fmla="*/ 524440 w 3760185"/>
              <a:gd name="csY6586" fmla="*/ 404847 h 793834"/>
              <a:gd name="csX6587" fmla="*/ 523074 w 3760185"/>
              <a:gd name="csY6587" fmla="*/ 404847 h 793834"/>
              <a:gd name="csX6588" fmla="*/ 460251 w 3760185"/>
              <a:gd name="csY6588" fmla="*/ 398669 h 793834"/>
              <a:gd name="csX6589" fmla="*/ 460251 w 3760185"/>
              <a:gd name="csY6589" fmla="*/ 404862 h 793834"/>
              <a:gd name="csX6590" fmla="*/ 459496 w 3760185"/>
              <a:gd name="csY6590" fmla="*/ 404862 h 793834"/>
              <a:gd name="csX6591" fmla="*/ 338701 w 3760185"/>
              <a:gd name="csY6591" fmla="*/ 398669 h 793834"/>
              <a:gd name="csX6592" fmla="*/ 339048 w 3760185"/>
              <a:gd name="csY6592" fmla="*/ 404892 h 793834"/>
              <a:gd name="csX6593" fmla="*/ 338701 w 3760185"/>
              <a:gd name="csY6593" fmla="*/ 404892 h 793834"/>
              <a:gd name="csX6594" fmla="*/ 318215 w 3760185"/>
              <a:gd name="csY6594" fmla="*/ 398669 h 793834"/>
              <a:gd name="csX6595" fmla="*/ 318890 w 3760185"/>
              <a:gd name="csY6595" fmla="*/ 404897 h 793834"/>
              <a:gd name="csX6596" fmla="*/ 318215 w 3760185"/>
              <a:gd name="csY6596" fmla="*/ 404897 h 793834"/>
              <a:gd name="csX6597" fmla="*/ 136573 w 3760185"/>
              <a:gd name="csY6597" fmla="*/ 398669 h 793834"/>
              <a:gd name="csX6598" fmla="*/ 137292 w 3760185"/>
              <a:gd name="csY6598" fmla="*/ 404941 h 793834"/>
              <a:gd name="csX6599" fmla="*/ 136573 w 3760185"/>
              <a:gd name="csY6599" fmla="*/ 404941 h 793834"/>
              <a:gd name="csX6600" fmla="*/ 133841 w 3760185"/>
              <a:gd name="csY6600" fmla="*/ 398669 h 793834"/>
              <a:gd name="csX6601" fmla="*/ 133841 w 3760185"/>
              <a:gd name="csY6601" fmla="*/ 401471 h 793834"/>
              <a:gd name="csX6602" fmla="*/ 134324 w 3760185"/>
              <a:gd name="csY6602" fmla="*/ 404942 h 793834"/>
              <a:gd name="csX6603" fmla="*/ 133230 w 3760185"/>
              <a:gd name="csY6603" fmla="*/ 404942 h 793834"/>
              <a:gd name="csX6604" fmla="*/ 21852 w 3760185"/>
              <a:gd name="csY6604" fmla="*/ 398669 h 793834"/>
              <a:gd name="csX6605" fmla="*/ 22131 w 3760185"/>
              <a:gd name="csY6605" fmla="*/ 404969 h 793834"/>
              <a:gd name="csX6606" fmla="*/ 21852 w 3760185"/>
              <a:gd name="csY6606" fmla="*/ 404969 h 793834"/>
              <a:gd name="csX6607" fmla="*/ 3635572 w 3760185"/>
              <a:gd name="csY6607" fmla="*/ 397968 h 793834"/>
              <a:gd name="csX6608" fmla="*/ 3635572 w 3760185"/>
              <a:gd name="csY6608" fmla="*/ 404089 h 793834"/>
              <a:gd name="csX6609" fmla="*/ 3635187 w 3760185"/>
              <a:gd name="csY6609" fmla="*/ 404089 h 793834"/>
              <a:gd name="csX6610" fmla="*/ 3585040 w 3760185"/>
              <a:gd name="csY6610" fmla="*/ 397968 h 793834"/>
              <a:gd name="csX6611" fmla="*/ 3585894 w 3760185"/>
              <a:gd name="csY6611" fmla="*/ 404101 h 793834"/>
              <a:gd name="csX6612" fmla="*/ 3585040 w 3760185"/>
              <a:gd name="csY6612" fmla="*/ 404101 h 793834"/>
              <a:gd name="csX6613" fmla="*/ 2888518 w 3760185"/>
              <a:gd name="csY6613" fmla="*/ 397968 h 793834"/>
              <a:gd name="csX6614" fmla="*/ 2888518 w 3760185"/>
              <a:gd name="csY6614" fmla="*/ 404271 h 793834"/>
              <a:gd name="csX6615" fmla="*/ 2887152 w 3760185"/>
              <a:gd name="csY6615" fmla="*/ 404271 h 793834"/>
              <a:gd name="csX6616" fmla="*/ 2887152 w 3760185"/>
              <a:gd name="csY6616" fmla="*/ 402172 h 793834"/>
              <a:gd name="csX6617" fmla="*/ 2858472 w 3760185"/>
              <a:gd name="csY6617" fmla="*/ 397968 h 793834"/>
              <a:gd name="csX6618" fmla="*/ 2858896 w 3760185"/>
              <a:gd name="csY6618" fmla="*/ 404278 h 793834"/>
              <a:gd name="csX6619" fmla="*/ 2858472 w 3760185"/>
              <a:gd name="csY6619" fmla="*/ 404278 h 793834"/>
              <a:gd name="csX6620" fmla="*/ 2836620 w 3760185"/>
              <a:gd name="csY6620" fmla="*/ 397968 h 793834"/>
              <a:gd name="csX6621" fmla="*/ 2836620 w 3760185"/>
              <a:gd name="csY6621" fmla="*/ 404283 h 793834"/>
              <a:gd name="csX6622" fmla="*/ 2836147 w 3760185"/>
              <a:gd name="csY6622" fmla="*/ 404284 h 793834"/>
              <a:gd name="csX6623" fmla="*/ 2818866 w 3760185"/>
              <a:gd name="csY6623" fmla="*/ 397968 h 793834"/>
              <a:gd name="csX6624" fmla="*/ 2818866 w 3760185"/>
              <a:gd name="csY6624" fmla="*/ 399369 h 793834"/>
              <a:gd name="csX6625" fmla="*/ 2819322 w 3760185"/>
              <a:gd name="csY6625" fmla="*/ 404288 h 793834"/>
              <a:gd name="csX6626" fmla="*/ 2818533 w 3760185"/>
              <a:gd name="csY6626" fmla="*/ 404288 h 793834"/>
              <a:gd name="csX6627" fmla="*/ 2716436 w 3760185"/>
              <a:gd name="csY6627" fmla="*/ 397968 h 793834"/>
              <a:gd name="csX6628" fmla="*/ 2716436 w 3760185"/>
              <a:gd name="csY6628" fmla="*/ 404313 h 793834"/>
              <a:gd name="csX6629" fmla="*/ 2715749 w 3760185"/>
              <a:gd name="csY6629" fmla="*/ 404313 h 793834"/>
              <a:gd name="csX6630" fmla="*/ 2526600 w 3760185"/>
              <a:gd name="csY6630" fmla="*/ 397968 h 793834"/>
              <a:gd name="csX6631" fmla="*/ 2527732 w 3760185"/>
              <a:gd name="csY6631" fmla="*/ 404359 h 793834"/>
              <a:gd name="csX6632" fmla="*/ 2526174 w 3760185"/>
              <a:gd name="csY6632" fmla="*/ 404359 h 793834"/>
              <a:gd name="csX6633" fmla="*/ 2526600 w 3760185"/>
              <a:gd name="csY6633" fmla="*/ 402172 h 793834"/>
              <a:gd name="csX6634" fmla="*/ 2488359 w 3760185"/>
              <a:gd name="csY6634" fmla="*/ 397968 h 793834"/>
              <a:gd name="csX6635" fmla="*/ 2488716 w 3760185"/>
              <a:gd name="csY6635" fmla="*/ 404368 h 793834"/>
              <a:gd name="csX6636" fmla="*/ 2488359 w 3760185"/>
              <a:gd name="csY6636" fmla="*/ 404368 h 793834"/>
              <a:gd name="csX6637" fmla="*/ 2358615 w 3760185"/>
              <a:gd name="csY6637" fmla="*/ 397968 h 793834"/>
              <a:gd name="csX6638" fmla="*/ 2358660 w 3760185"/>
              <a:gd name="csY6638" fmla="*/ 404400 h 793834"/>
              <a:gd name="csX6639" fmla="*/ 2358615 w 3760185"/>
              <a:gd name="csY6639" fmla="*/ 404400 h 793834"/>
              <a:gd name="csX6640" fmla="*/ 2144195 w 3760185"/>
              <a:gd name="csY6640" fmla="*/ 397968 h 793834"/>
              <a:gd name="csX6641" fmla="*/ 2144464 w 3760185"/>
              <a:gd name="csY6641" fmla="*/ 404452 h 793834"/>
              <a:gd name="csX6642" fmla="*/ 2144195 w 3760185"/>
              <a:gd name="csY6642" fmla="*/ 404452 h 793834"/>
              <a:gd name="csX6643" fmla="*/ 1948896 w 3760185"/>
              <a:gd name="csY6643" fmla="*/ 397968 h 793834"/>
              <a:gd name="csX6644" fmla="*/ 1949692 w 3760185"/>
              <a:gd name="csY6644" fmla="*/ 404499 h 793834"/>
              <a:gd name="csX6645" fmla="*/ 1948896 w 3760185"/>
              <a:gd name="csY6645" fmla="*/ 404500 h 793834"/>
              <a:gd name="csX6646" fmla="*/ 1830078 w 3760185"/>
              <a:gd name="csY6646" fmla="*/ 397968 h 793834"/>
              <a:gd name="csX6647" fmla="*/ 1831356 w 3760185"/>
              <a:gd name="csY6647" fmla="*/ 404528 h 793834"/>
              <a:gd name="csX6648" fmla="*/ 1830078 w 3760185"/>
              <a:gd name="csY6648" fmla="*/ 404529 h 793834"/>
              <a:gd name="csX6649" fmla="*/ 1759060 w 3760185"/>
              <a:gd name="csY6649" fmla="*/ 397968 h 793834"/>
              <a:gd name="csX6650" fmla="*/ 1759487 w 3760185"/>
              <a:gd name="csY6650" fmla="*/ 404546 h 793834"/>
              <a:gd name="csX6651" fmla="*/ 1759060 w 3760185"/>
              <a:gd name="csY6651" fmla="*/ 404546 h 793834"/>
              <a:gd name="csX6652" fmla="*/ 1697602 w 3760185"/>
              <a:gd name="csY6652" fmla="*/ 397968 h 793834"/>
              <a:gd name="csX6653" fmla="*/ 1698968 w 3760185"/>
              <a:gd name="csY6653" fmla="*/ 404274 h 793834"/>
              <a:gd name="csX6654" fmla="*/ 1698968 w 3760185"/>
              <a:gd name="csY6654" fmla="*/ 404561 h 793834"/>
              <a:gd name="csX6655" fmla="*/ 1697602 w 3760185"/>
              <a:gd name="csY6655" fmla="*/ 404561 h 793834"/>
              <a:gd name="csX6656" fmla="*/ 1659361 w 3760185"/>
              <a:gd name="csY6656" fmla="*/ 397968 h 793834"/>
              <a:gd name="csX6657" fmla="*/ 1659361 w 3760185"/>
              <a:gd name="csY6657" fmla="*/ 404570 h 793834"/>
              <a:gd name="csX6658" fmla="*/ 1658749 w 3760185"/>
              <a:gd name="csY6658" fmla="*/ 404570 h 793834"/>
              <a:gd name="csX6659" fmla="*/ 1645704 w 3760185"/>
              <a:gd name="csY6659" fmla="*/ 397968 h 793834"/>
              <a:gd name="csX6660" fmla="*/ 1646509 w 3760185"/>
              <a:gd name="csY6660" fmla="*/ 404573 h 793834"/>
              <a:gd name="csX6661" fmla="*/ 1645646 w 3760185"/>
              <a:gd name="csY6661" fmla="*/ 404574 h 793834"/>
              <a:gd name="csX6662" fmla="*/ 1645704 w 3760185"/>
              <a:gd name="csY6662" fmla="*/ 404274 h 793834"/>
              <a:gd name="csX6663" fmla="*/ 1637510 w 3760185"/>
              <a:gd name="csY6663" fmla="*/ 397968 h 793834"/>
              <a:gd name="csX6664" fmla="*/ 1637510 w 3760185"/>
              <a:gd name="csY6664" fmla="*/ 404575 h 793834"/>
              <a:gd name="csX6665" fmla="*/ 1637066 w 3760185"/>
              <a:gd name="csY6665" fmla="*/ 404576 h 793834"/>
              <a:gd name="csX6666" fmla="*/ 1562395 w 3760185"/>
              <a:gd name="csY6666" fmla="*/ 397968 h 793834"/>
              <a:gd name="csX6667" fmla="*/ 1562395 w 3760185"/>
              <a:gd name="csY6667" fmla="*/ 404594 h 793834"/>
              <a:gd name="csX6668" fmla="*/ 1562316 w 3760185"/>
              <a:gd name="csY6668" fmla="*/ 404594 h 793834"/>
              <a:gd name="csX6669" fmla="*/ 1143116 w 3760185"/>
              <a:gd name="csY6669" fmla="*/ 397968 h 793834"/>
              <a:gd name="csX6670" fmla="*/ 1143116 w 3760185"/>
              <a:gd name="csY6670" fmla="*/ 400770 h 793834"/>
              <a:gd name="csX6671" fmla="*/ 1144481 w 3760185"/>
              <a:gd name="csY6671" fmla="*/ 403573 h 793834"/>
              <a:gd name="csX6672" fmla="*/ 1144481 w 3760185"/>
              <a:gd name="csY6672" fmla="*/ 404696 h 793834"/>
              <a:gd name="csX6673" fmla="*/ 1141750 w 3760185"/>
              <a:gd name="csY6673" fmla="*/ 404696 h 793834"/>
              <a:gd name="csX6674" fmla="*/ 1141750 w 3760185"/>
              <a:gd name="csY6674" fmla="*/ 399369 h 793834"/>
              <a:gd name="csX6675" fmla="*/ 1093949 w 3760185"/>
              <a:gd name="csY6675" fmla="*/ 397968 h 793834"/>
              <a:gd name="csX6676" fmla="*/ 1093949 w 3760185"/>
              <a:gd name="csY6676" fmla="*/ 404708 h 793834"/>
              <a:gd name="csX6677" fmla="*/ 1093293 w 3760185"/>
              <a:gd name="csY6677" fmla="*/ 404708 h 793834"/>
              <a:gd name="csX6678" fmla="*/ 1087121 w 3760185"/>
              <a:gd name="csY6678" fmla="*/ 397968 h 793834"/>
              <a:gd name="csX6679" fmla="*/ 1088216 w 3760185"/>
              <a:gd name="csY6679" fmla="*/ 404709 h 793834"/>
              <a:gd name="csX6680" fmla="*/ 1087121 w 3760185"/>
              <a:gd name="csY6680" fmla="*/ 404710 h 793834"/>
              <a:gd name="csX6681" fmla="*/ 1087121 w 3760185"/>
              <a:gd name="csY6681" fmla="*/ 399369 h 793834"/>
              <a:gd name="csX6682" fmla="*/ 1003811 w 3760185"/>
              <a:gd name="csY6682" fmla="*/ 397968 h 793834"/>
              <a:gd name="csX6683" fmla="*/ 1003811 w 3760185"/>
              <a:gd name="csY6683" fmla="*/ 404730 h 793834"/>
              <a:gd name="csX6684" fmla="*/ 1003238 w 3760185"/>
              <a:gd name="csY6684" fmla="*/ 404730 h 793834"/>
              <a:gd name="csX6685" fmla="*/ 966937 w 3760185"/>
              <a:gd name="csY6685" fmla="*/ 397968 h 793834"/>
              <a:gd name="csX6686" fmla="*/ 968256 w 3760185"/>
              <a:gd name="csY6686" fmla="*/ 404738 h 793834"/>
              <a:gd name="csX6687" fmla="*/ 966937 w 3760185"/>
              <a:gd name="csY6687" fmla="*/ 404739 h 793834"/>
              <a:gd name="csX6688" fmla="*/ 482103 w 3760185"/>
              <a:gd name="csY6688" fmla="*/ 397968 h 793834"/>
              <a:gd name="csX6689" fmla="*/ 482103 w 3760185"/>
              <a:gd name="csY6689" fmla="*/ 404857 h 793834"/>
              <a:gd name="csX6690" fmla="*/ 480737 w 3760185"/>
              <a:gd name="csY6690" fmla="*/ 404857 h 793834"/>
              <a:gd name="csX6691" fmla="*/ 480737 w 3760185"/>
              <a:gd name="csY6691" fmla="*/ 402172 h 793834"/>
              <a:gd name="csX6692" fmla="*/ 174813 w 3760185"/>
              <a:gd name="csY6692" fmla="*/ 397968 h 793834"/>
              <a:gd name="csX6693" fmla="*/ 174813 w 3760185"/>
              <a:gd name="csY6693" fmla="*/ 400070 h 793834"/>
              <a:gd name="csX6694" fmla="*/ 175490 w 3760185"/>
              <a:gd name="csY6694" fmla="*/ 404932 h 793834"/>
              <a:gd name="csX6695" fmla="*/ 174291 w 3760185"/>
              <a:gd name="csY6695" fmla="*/ 404932 h 793834"/>
              <a:gd name="csX6696" fmla="*/ 110624 w 3760185"/>
              <a:gd name="csY6696" fmla="*/ 397968 h 793834"/>
              <a:gd name="csX6697" fmla="*/ 111671 w 3760185"/>
              <a:gd name="csY6697" fmla="*/ 404947 h 793834"/>
              <a:gd name="csX6698" fmla="*/ 110624 w 3760185"/>
              <a:gd name="csY6698" fmla="*/ 404947 h 793834"/>
              <a:gd name="csX6699" fmla="*/ 94235 w 3760185"/>
              <a:gd name="csY6699" fmla="*/ 397968 h 793834"/>
              <a:gd name="csX6700" fmla="*/ 94559 w 3760185"/>
              <a:gd name="csY6700" fmla="*/ 404951 h 793834"/>
              <a:gd name="csX6701" fmla="*/ 94161 w 3760185"/>
              <a:gd name="csY6701" fmla="*/ 404951 h 793834"/>
              <a:gd name="csX6702" fmla="*/ 94235 w 3760185"/>
              <a:gd name="csY6702" fmla="*/ 403573 h 793834"/>
              <a:gd name="csX6703" fmla="*/ 51898 w 3760185"/>
              <a:gd name="csY6703" fmla="*/ 397968 h 793834"/>
              <a:gd name="csX6704" fmla="*/ 53261 w 3760185"/>
              <a:gd name="csY6704" fmla="*/ 404961 h 793834"/>
              <a:gd name="csX6705" fmla="*/ 51898 w 3760185"/>
              <a:gd name="csY6705" fmla="*/ 404962 h 793834"/>
              <a:gd name="csX6706" fmla="*/ 3735271 w 3760185"/>
              <a:gd name="csY6706" fmla="*/ 397267 h 793834"/>
              <a:gd name="csX6707" fmla="*/ 3735649 w 3760185"/>
              <a:gd name="csY6707" fmla="*/ 404064 h 793834"/>
              <a:gd name="csX6708" fmla="*/ 3735271 w 3760185"/>
              <a:gd name="csY6708" fmla="*/ 404065 h 793834"/>
              <a:gd name="csX6709" fmla="*/ 3679275 w 3760185"/>
              <a:gd name="csY6709" fmla="*/ 397267 h 793834"/>
              <a:gd name="csX6710" fmla="*/ 3680160 w 3760185"/>
              <a:gd name="csY6710" fmla="*/ 404078 h 793834"/>
              <a:gd name="csX6711" fmla="*/ 3679275 w 3760185"/>
              <a:gd name="csY6711" fmla="*/ 404078 h 793834"/>
              <a:gd name="csX6712" fmla="*/ 3668350 w 3760185"/>
              <a:gd name="csY6712" fmla="*/ 397267 h 793834"/>
              <a:gd name="csX6713" fmla="*/ 3668350 w 3760185"/>
              <a:gd name="csY6713" fmla="*/ 404081 h 793834"/>
              <a:gd name="csX6714" fmla="*/ 3667839 w 3760185"/>
              <a:gd name="csY6714" fmla="*/ 404081 h 793834"/>
              <a:gd name="csX6715" fmla="*/ 3628743 w 3760185"/>
              <a:gd name="csY6715" fmla="*/ 397267 h 793834"/>
              <a:gd name="csX6716" fmla="*/ 3628743 w 3760185"/>
              <a:gd name="csY6716" fmla="*/ 404091 h 793834"/>
              <a:gd name="csX6717" fmla="*/ 3628363 w 3760185"/>
              <a:gd name="csY6717" fmla="*/ 404091 h 793834"/>
              <a:gd name="csX6718" fmla="*/ 3623281 w 3760185"/>
              <a:gd name="csY6718" fmla="*/ 397267 h 793834"/>
              <a:gd name="csX6719" fmla="*/ 3623281 w 3760185"/>
              <a:gd name="csY6719" fmla="*/ 404092 h 793834"/>
              <a:gd name="csX6720" fmla="*/ 3622940 w 3760185"/>
              <a:gd name="csY6720" fmla="*/ 404092 h 793834"/>
              <a:gd name="csX6721" fmla="*/ 3370621 w 3760185"/>
              <a:gd name="csY6721" fmla="*/ 397267 h 793834"/>
              <a:gd name="csX6722" fmla="*/ 3370621 w 3760185"/>
              <a:gd name="csY6722" fmla="*/ 404153 h 793834"/>
              <a:gd name="csX6723" fmla="*/ 3369915 w 3760185"/>
              <a:gd name="csY6723" fmla="*/ 404154 h 793834"/>
              <a:gd name="csX6724" fmla="*/ 2547086 w 3760185"/>
              <a:gd name="csY6724" fmla="*/ 397267 h 793834"/>
              <a:gd name="csX6725" fmla="*/ 2547086 w 3760185"/>
              <a:gd name="csY6725" fmla="*/ 404354 h 793834"/>
              <a:gd name="csX6726" fmla="*/ 2546654 w 3760185"/>
              <a:gd name="csY6726" fmla="*/ 404354 h 793834"/>
              <a:gd name="csX6727" fmla="*/ 2529331 w 3760185"/>
              <a:gd name="csY6727" fmla="*/ 397267 h 793834"/>
              <a:gd name="csX6728" fmla="*/ 2529331 w 3760185"/>
              <a:gd name="csY6728" fmla="*/ 404358 h 793834"/>
              <a:gd name="csX6729" fmla="*/ 2528854 w 3760185"/>
              <a:gd name="csY6729" fmla="*/ 404358 h 793834"/>
              <a:gd name="csX6730" fmla="*/ 2510211 w 3760185"/>
              <a:gd name="csY6730" fmla="*/ 397267 h 793834"/>
              <a:gd name="csX6731" fmla="*/ 2510575 w 3760185"/>
              <a:gd name="csY6731" fmla="*/ 404363 h 793834"/>
              <a:gd name="csX6732" fmla="*/ 2510211 w 3760185"/>
              <a:gd name="csY6732" fmla="*/ 404363 h 793834"/>
              <a:gd name="csX6733" fmla="*/ 2418707 w 3760185"/>
              <a:gd name="csY6733" fmla="*/ 397267 h 793834"/>
              <a:gd name="csX6734" fmla="*/ 2418935 w 3760185"/>
              <a:gd name="csY6734" fmla="*/ 404385 h 793834"/>
              <a:gd name="csX6735" fmla="*/ 2418707 w 3760185"/>
              <a:gd name="csY6735" fmla="*/ 404385 h 793834"/>
              <a:gd name="csX6736" fmla="*/ 2185167 w 3760185"/>
              <a:gd name="csY6736" fmla="*/ 397267 h 793834"/>
              <a:gd name="csX6737" fmla="*/ 2185167 w 3760185"/>
              <a:gd name="csY6737" fmla="*/ 404442 h 793834"/>
              <a:gd name="csX6738" fmla="*/ 2184767 w 3760185"/>
              <a:gd name="csY6738" fmla="*/ 404442 h 793834"/>
              <a:gd name="csX6739" fmla="*/ 2159219 w 3760185"/>
              <a:gd name="csY6739" fmla="*/ 397267 h 793834"/>
              <a:gd name="csX6740" fmla="*/ 2159619 w 3760185"/>
              <a:gd name="csY6740" fmla="*/ 404448 h 793834"/>
              <a:gd name="csX6741" fmla="*/ 2159219 w 3760185"/>
              <a:gd name="csY6741" fmla="*/ 404448 h 793834"/>
              <a:gd name="csX6742" fmla="*/ 2049960 w 3760185"/>
              <a:gd name="csY6742" fmla="*/ 397267 h 793834"/>
              <a:gd name="csX6743" fmla="*/ 2051326 w 3760185"/>
              <a:gd name="csY6743" fmla="*/ 400770 h 793834"/>
              <a:gd name="csX6744" fmla="*/ 2051326 w 3760185"/>
              <a:gd name="csY6744" fmla="*/ 404475 h 793834"/>
              <a:gd name="csX6745" fmla="*/ 2049960 w 3760185"/>
              <a:gd name="csY6745" fmla="*/ 404475 h 793834"/>
              <a:gd name="csX6746" fmla="*/ 2022645 w 3760185"/>
              <a:gd name="csY6746" fmla="*/ 397267 h 793834"/>
              <a:gd name="csX6747" fmla="*/ 2022821 w 3760185"/>
              <a:gd name="csY6747" fmla="*/ 404482 h 793834"/>
              <a:gd name="csX6748" fmla="*/ 2022561 w 3760185"/>
              <a:gd name="csY6748" fmla="*/ 404482 h 793834"/>
              <a:gd name="csX6749" fmla="*/ 2022645 w 3760185"/>
              <a:gd name="csY6749" fmla="*/ 398669 h 793834"/>
              <a:gd name="csX6750" fmla="*/ 1978942 w 3760185"/>
              <a:gd name="csY6750" fmla="*/ 397267 h 793834"/>
              <a:gd name="csX6751" fmla="*/ 1978942 w 3760185"/>
              <a:gd name="csY6751" fmla="*/ 399369 h 793834"/>
              <a:gd name="csX6752" fmla="*/ 1979566 w 3760185"/>
              <a:gd name="csY6752" fmla="*/ 404492 h 793834"/>
              <a:gd name="csX6753" fmla="*/ 1978515 w 3760185"/>
              <a:gd name="csY6753" fmla="*/ 404492 h 793834"/>
              <a:gd name="csX6754" fmla="*/ 1969382 w 3760185"/>
              <a:gd name="csY6754" fmla="*/ 397267 h 793834"/>
              <a:gd name="csX6755" fmla="*/ 1970748 w 3760185"/>
              <a:gd name="csY6755" fmla="*/ 397267 h 793834"/>
              <a:gd name="csX6756" fmla="*/ 1970748 w 3760185"/>
              <a:gd name="csY6756" fmla="*/ 404494 h 793834"/>
              <a:gd name="csX6757" fmla="*/ 1969382 w 3760185"/>
              <a:gd name="csY6757" fmla="*/ 404495 h 793834"/>
              <a:gd name="csX6758" fmla="*/ 1924313 w 3760185"/>
              <a:gd name="csY6758" fmla="*/ 397267 h 793834"/>
              <a:gd name="csX6759" fmla="*/ 1924313 w 3760185"/>
              <a:gd name="csY6759" fmla="*/ 404506 h 793834"/>
              <a:gd name="csX6760" fmla="*/ 1924013 w 3760185"/>
              <a:gd name="csY6760" fmla="*/ 404506 h 793834"/>
              <a:gd name="csX6761" fmla="*/ 1912021 w 3760185"/>
              <a:gd name="csY6761" fmla="*/ 397267 h 793834"/>
              <a:gd name="csX6762" fmla="*/ 1913107 w 3760185"/>
              <a:gd name="csY6762" fmla="*/ 404508 h 793834"/>
              <a:gd name="csX6763" fmla="*/ 1912021 w 3760185"/>
              <a:gd name="csY6763" fmla="*/ 404509 h 793834"/>
              <a:gd name="csX6764" fmla="*/ 1223694 w 3760185"/>
              <a:gd name="csY6764" fmla="*/ 397267 h 793834"/>
              <a:gd name="csX6765" fmla="*/ 1225059 w 3760185"/>
              <a:gd name="csY6765" fmla="*/ 403573 h 793834"/>
              <a:gd name="csX6766" fmla="*/ 1225417 w 3760185"/>
              <a:gd name="csY6766" fmla="*/ 404676 h 793834"/>
              <a:gd name="csX6767" fmla="*/ 1223694 w 3760185"/>
              <a:gd name="csY6767" fmla="*/ 404676 h 793834"/>
              <a:gd name="csX6768" fmla="*/ 1207305 w 3760185"/>
              <a:gd name="csY6768" fmla="*/ 397267 h 793834"/>
              <a:gd name="csX6769" fmla="*/ 1207305 w 3760185"/>
              <a:gd name="csY6769" fmla="*/ 404680 h 793834"/>
              <a:gd name="csX6770" fmla="*/ 1206402 w 3760185"/>
              <a:gd name="csY6770" fmla="*/ 404680 h 793834"/>
              <a:gd name="csX6771" fmla="*/ 1122630 w 3760185"/>
              <a:gd name="csY6771" fmla="*/ 397267 h 793834"/>
              <a:gd name="csX6772" fmla="*/ 1122959 w 3760185"/>
              <a:gd name="csY6772" fmla="*/ 404701 h 793834"/>
              <a:gd name="csX6773" fmla="*/ 1122630 w 3760185"/>
              <a:gd name="csY6773" fmla="*/ 404701 h 793834"/>
              <a:gd name="csX6774" fmla="*/ 891821 w 3760185"/>
              <a:gd name="csY6774" fmla="*/ 397267 h 793834"/>
              <a:gd name="csX6775" fmla="*/ 891821 w 3760185"/>
              <a:gd name="csY6775" fmla="*/ 404757 h 793834"/>
              <a:gd name="csX6776" fmla="*/ 890456 w 3760185"/>
              <a:gd name="csY6776" fmla="*/ 404757 h 793834"/>
              <a:gd name="csX6777" fmla="*/ 890456 w 3760185"/>
              <a:gd name="csY6777" fmla="*/ 404274 h 793834"/>
              <a:gd name="csX6778" fmla="*/ 850849 w 3760185"/>
              <a:gd name="csY6778" fmla="*/ 397267 h 793834"/>
              <a:gd name="csX6779" fmla="*/ 851391 w 3760185"/>
              <a:gd name="csY6779" fmla="*/ 404767 h 793834"/>
              <a:gd name="csX6780" fmla="*/ 850849 w 3760185"/>
              <a:gd name="csY6780" fmla="*/ 404767 h 793834"/>
              <a:gd name="csX6781" fmla="*/ 398793 w 3760185"/>
              <a:gd name="csY6781" fmla="*/ 397267 h 793834"/>
              <a:gd name="csX6782" fmla="*/ 400159 w 3760185"/>
              <a:gd name="csY6782" fmla="*/ 397968 h 793834"/>
              <a:gd name="csX6783" fmla="*/ 400159 w 3760185"/>
              <a:gd name="csY6783" fmla="*/ 404877 h 793834"/>
              <a:gd name="csX6784" fmla="*/ 398793 w 3760185"/>
              <a:gd name="csY6784" fmla="*/ 404877 h 793834"/>
              <a:gd name="csX6785" fmla="*/ 394696 w 3760185"/>
              <a:gd name="csY6785" fmla="*/ 397267 h 793834"/>
              <a:gd name="csX6786" fmla="*/ 394696 w 3760185"/>
              <a:gd name="csY6786" fmla="*/ 404878 h 793834"/>
              <a:gd name="csX6787" fmla="*/ 393990 w 3760185"/>
              <a:gd name="csY6787" fmla="*/ 404878 h 793834"/>
              <a:gd name="csX6788" fmla="*/ 345530 w 3760185"/>
              <a:gd name="csY6788" fmla="*/ 397267 h 793834"/>
              <a:gd name="csX6789" fmla="*/ 345954 w 3760185"/>
              <a:gd name="csY6789" fmla="*/ 404890 h 793834"/>
              <a:gd name="csX6790" fmla="*/ 345530 w 3760185"/>
              <a:gd name="csY6790" fmla="*/ 404890 h 793834"/>
              <a:gd name="csX6791" fmla="*/ 345530 w 3760185"/>
              <a:gd name="csY6791" fmla="*/ 402872 h 793834"/>
              <a:gd name="csX6792" fmla="*/ 326409 w 3760185"/>
              <a:gd name="csY6792" fmla="*/ 397267 h 793834"/>
              <a:gd name="csX6793" fmla="*/ 326409 w 3760185"/>
              <a:gd name="csY6793" fmla="*/ 404895 h 793834"/>
              <a:gd name="csX6794" fmla="*/ 325945 w 3760185"/>
              <a:gd name="csY6794" fmla="*/ 404895 h 793834"/>
              <a:gd name="csX6795" fmla="*/ 16389 w 3760185"/>
              <a:gd name="csY6795" fmla="*/ 397267 h 793834"/>
              <a:gd name="csX6796" fmla="*/ 17139 w 3760185"/>
              <a:gd name="csY6796" fmla="*/ 404970 h 793834"/>
              <a:gd name="csX6797" fmla="*/ 16389 w 3760185"/>
              <a:gd name="csY6797" fmla="*/ 404970 h 793834"/>
              <a:gd name="csX6798" fmla="*/ 3651961 w 3760185"/>
              <a:gd name="csY6798" fmla="*/ 396567 h 793834"/>
              <a:gd name="csX6799" fmla="*/ 3652249 w 3760185"/>
              <a:gd name="csY6799" fmla="*/ 404085 h 793834"/>
              <a:gd name="csX6800" fmla="*/ 3651961 w 3760185"/>
              <a:gd name="csY6800" fmla="*/ 404085 h 793834"/>
              <a:gd name="csX6801" fmla="*/ 3507193 w 3760185"/>
              <a:gd name="csY6801" fmla="*/ 396567 h 793834"/>
              <a:gd name="csX6802" fmla="*/ 3507193 w 3760185"/>
              <a:gd name="csY6802" fmla="*/ 404120 h 793834"/>
              <a:gd name="csX6803" fmla="*/ 3506142 w 3760185"/>
              <a:gd name="csY6803" fmla="*/ 404120 h 793834"/>
              <a:gd name="csX6804" fmla="*/ 3433444 w 3760185"/>
              <a:gd name="csY6804" fmla="*/ 396567 h 793834"/>
              <a:gd name="csX6805" fmla="*/ 3433444 w 3760185"/>
              <a:gd name="csY6805" fmla="*/ 404138 h 793834"/>
              <a:gd name="csX6806" fmla="*/ 3432079 w 3760185"/>
              <a:gd name="csY6806" fmla="*/ 404138 h 793834"/>
              <a:gd name="csX6807" fmla="*/ 3432079 w 3760185"/>
              <a:gd name="csY6807" fmla="*/ 402172 h 793834"/>
              <a:gd name="csX6808" fmla="*/ 3415690 w 3760185"/>
              <a:gd name="csY6808" fmla="*/ 396567 h 793834"/>
              <a:gd name="csX6809" fmla="*/ 3415940 w 3760185"/>
              <a:gd name="csY6809" fmla="*/ 404142 h 793834"/>
              <a:gd name="csX6810" fmla="*/ 3415690 w 3760185"/>
              <a:gd name="csY6810" fmla="*/ 404142 h 793834"/>
              <a:gd name="csX6811" fmla="*/ 3411593 w 3760185"/>
              <a:gd name="csY6811" fmla="*/ 396567 h 793834"/>
              <a:gd name="csX6812" fmla="*/ 3411593 w 3760185"/>
              <a:gd name="csY6812" fmla="*/ 404143 h 793834"/>
              <a:gd name="csX6813" fmla="*/ 3410890 w 3760185"/>
              <a:gd name="csY6813" fmla="*/ 404144 h 793834"/>
              <a:gd name="csX6814" fmla="*/ 3318723 w 3760185"/>
              <a:gd name="csY6814" fmla="*/ 396567 h 793834"/>
              <a:gd name="csX6815" fmla="*/ 3318723 w 3760185"/>
              <a:gd name="csY6815" fmla="*/ 404166 h 793834"/>
              <a:gd name="csX6816" fmla="*/ 3318538 w 3760185"/>
              <a:gd name="csY6816" fmla="*/ 404166 h 793834"/>
              <a:gd name="csX6817" fmla="*/ 2878958 w 3760185"/>
              <a:gd name="csY6817" fmla="*/ 396567 h 793834"/>
              <a:gd name="csX6818" fmla="*/ 2879316 w 3760185"/>
              <a:gd name="csY6818" fmla="*/ 404273 h 793834"/>
              <a:gd name="csX6819" fmla="*/ 2878958 w 3760185"/>
              <a:gd name="csY6819" fmla="*/ 404273 h 793834"/>
              <a:gd name="csX6820" fmla="*/ 2840717 w 3760185"/>
              <a:gd name="csY6820" fmla="*/ 396567 h 793834"/>
              <a:gd name="csX6821" fmla="*/ 2840717 w 3760185"/>
              <a:gd name="csY6821" fmla="*/ 400770 h 793834"/>
              <a:gd name="csX6822" fmla="*/ 2840857 w 3760185"/>
              <a:gd name="csY6822" fmla="*/ 404282 h 793834"/>
              <a:gd name="csX6823" fmla="*/ 2840139 w 3760185"/>
              <a:gd name="csY6823" fmla="*/ 404283 h 793834"/>
              <a:gd name="csX6824" fmla="*/ 2813403 w 3760185"/>
              <a:gd name="csY6824" fmla="*/ 396567 h 793834"/>
              <a:gd name="csX6825" fmla="*/ 2813403 w 3760185"/>
              <a:gd name="csY6825" fmla="*/ 404289 h 793834"/>
              <a:gd name="csX6826" fmla="*/ 2812037 w 3760185"/>
              <a:gd name="csY6826" fmla="*/ 404289 h 793834"/>
              <a:gd name="csX6827" fmla="*/ 2812037 w 3760185"/>
              <a:gd name="csY6827" fmla="*/ 402172 h 793834"/>
              <a:gd name="csX6828" fmla="*/ 2579863 w 3760185"/>
              <a:gd name="csY6828" fmla="*/ 396567 h 793834"/>
              <a:gd name="csX6829" fmla="*/ 2579863 w 3760185"/>
              <a:gd name="csY6829" fmla="*/ 404346 h 793834"/>
              <a:gd name="csX6830" fmla="*/ 2579340 w 3760185"/>
              <a:gd name="csY6830" fmla="*/ 404346 h 793834"/>
              <a:gd name="csX6831" fmla="*/ 2482897 w 3760185"/>
              <a:gd name="csY6831" fmla="*/ 396567 h 793834"/>
              <a:gd name="csX6832" fmla="*/ 2483235 w 3760185"/>
              <a:gd name="csY6832" fmla="*/ 404370 h 793834"/>
              <a:gd name="csX6833" fmla="*/ 2482897 w 3760185"/>
              <a:gd name="csY6833" fmla="*/ 404370 h 793834"/>
              <a:gd name="csX6834" fmla="*/ 2137367 w 3760185"/>
              <a:gd name="csY6834" fmla="*/ 396567 h 793834"/>
              <a:gd name="csX6835" fmla="*/ 2138008 w 3760185"/>
              <a:gd name="csY6835" fmla="*/ 404454 h 793834"/>
              <a:gd name="csX6836" fmla="*/ 2137367 w 3760185"/>
              <a:gd name="csY6836" fmla="*/ 404454 h 793834"/>
              <a:gd name="csX6837" fmla="*/ 1959822 w 3760185"/>
              <a:gd name="csY6837" fmla="*/ 396567 h 793834"/>
              <a:gd name="csX6838" fmla="*/ 1961110 w 3760185"/>
              <a:gd name="csY6838" fmla="*/ 404497 h 793834"/>
              <a:gd name="csX6839" fmla="*/ 1959822 w 3760185"/>
              <a:gd name="csY6839" fmla="*/ 404497 h 793834"/>
              <a:gd name="csX6840" fmla="*/ 1761791 w 3760185"/>
              <a:gd name="csY6840" fmla="*/ 396567 h 793834"/>
              <a:gd name="csX6841" fmla="*/ 1761791 w 3760185"/>
              <a:gd name="csY6841" fmla="*/ 402872 h 793834"/>
              <a:gd name="csX6842" fmla="*/ 1762117 w 3760185"/>
              <a:gd name="csY6842" fmla="*/ 404545 h 793834"/>
              <a:gd name="csX6843" fmla="*/ 1761791 w 3760185"/>
              <a:gd name="csY6843" fmla="*/ 404545 h 793834"/>
              <a:gd name="csX6844" fmla="*/ 1760754 w 3760185"/>
              <a:gd name="csY6844" fmla="*/ 404545 h 793834"/>
              <a:gd name="csX6845" fmla="*/ 1705796 w 3760185"/>
              <a:gd name="csY6845" fmla="*/ 396567 h 793834"/>
              <a:gd name="csX6846" fmla="*/ 1706299 w 3760185"/>
              <a:gd name="csY6846" fmla="*/ 404559 h 793834"/>
              <a:gd name="csX6847" fmla="*/ 1705796 w 3760185"/>
              <a:gd name="csY6847" fmla="*/ 404559 h 793834"/>
              <a:gd name="csX6848" fmla="*/ 1242814 w 3760185"/>
              <a:gd name="csY6848" fmla="*/ 396567 h 793834"/>
              <a:gd name="csX6849" fmla="*/ 1242814 w 3760185"/>
              <a:gd name="csY6849" fmla="*/ 404672 h 793834"/>
              <a:gd name="csX6850" fmla="*/ 1242335 w 3760185"/>
              <a:gd name="csY6850" fmla="*/ 404672 h 793834"/>
              <a:gd name="csX6851" fmla="*/ 1137653 w 3760185"/>
              <a:gd name="csY6851" fmla="*/ 396567 h 793834"/>
              <a:gd name="csX6852" fmla="*/ 1139019 w 3760185"/>
              <a:gd name="csY6852" fmla="*/ 399369 h 793834"/>
              <a:gd name="csX6853" fmla="*/ 1139019 w 3760185"/>
              <a:gd name="csY6853" fmla="*/ 404697 h 793834"/>
              <a:gd name="csX6854" fmla="*/ 1137653 w 3760185"/>
              <a:gd name="csY6854" fmla="*/ 404697 h 793834"/>
              <a:gd name="csX6855" fmla="*/ 1055709 w 3760185"/>
              <a:gd name="csY6855" fmla="*/ 396567 h 793834"/>
              <a:gd name="csX6856" fmla="*/ 1056222 w 3760185"/>
              <a:gd name="csY6856" fmla="*/ 404717 h 793834"/>
              <a:gd name="csX6857" fmla="*/ 1055709 w 3760185"/>
              <a:gd name="csY6857" fmla="*/ 404717 h 793834"/>
              <a:gd name="csX6858" fmla="*/ 1051612 w 3760185"/>
              <a:gd name="csY6858" fmla="*/ 396567 h 793834"/>
              <a:gd name="csX6859" fmla="*/ 1051612 w 3760185"/>
              <a:gd name="csY6859" fmla="*/ 404718 h 793834"/>
              <a:gd name="csX6860" fmla="*/ 1050246 w 3760185"/>
              <a:gd name="csY6860" fmla="*/ 404719 h 793834"/>
              <a:gd name="csX6861" fmla="*/ 1050246 w 3760185"/>
              <a:gd name="csY6861" fmla="*/ 400770 h 793834"/>
              <a:gd name="csX6862" fmla="*/ 917770 w 3760185"/>
              <a:gd name="csY6862" fmla="*/ 396567 h 793834"/>
              <a:gd name="csX6863" fmla="*/ 918005 w 3760185"/>
              <a:gd name="csY6863" fmla="*/ 404751 h 793834"/>
              <a:gd name="csX6864" fmla="*/ 917737 w 3760185"/>
              <a:gd name="csY6864" fmla="*/ 404751 h 793834"/>
              <a:gd name="csX6865" fmla="*/ 917770 w 3760185"/>
              <a:gd name="csY6865" fmla="*/ 403573 h 793834"/>
              <a:gd name="csX6866" fmla="*/ 762077 w 3760185"/>
              <a:gd name="csY6866" fmla="*/ 396567 h 793834"/>
              <a:gd name="csX6867" fmla="*/ 762077 w 3760185"/>
              <a:gd name="csY6867" fmla="*/ 404789 h 793834"/>
              <a:gd name="csX6868" fmla="*/ 761796 w 3760185"/>
              <a:gd name="csY6868" fmla="*/ 404789 h 793834"/>
              <a:gd name="csX6869" fmla="*/ 529903 w 3760185"/>
              <a:gd name="csY6869" fmla="*/ 396567 h 793834"/>
              <a:gd name="csX6870" fmla="*/ 529903 w 3760185"/>
              <a:gd name="csY6870" fmla="*/ 404845 h 793834"/>
              <a:gd name="csX6871" fmla="*/ 529054 w 3760185"/>
              <a:gd name="csY6871" fmla="*/ 404845 h 793834"/>
              <a:gd name="csX6872" fmla="*/ 188471 w 3760185"/>
              <a:gd name="csY6872" fmla="*/ 396567 h 793834"/>
              <a:gd name="csX6873" fmla="*/ 189836 w 3760185"/>
              <a:gd name="csY6873" fmla="*/ 402172 h 793834"/>
              <a:gd name="csX6874" fmla="*/ 189836 w 3760185"/>
              <a:gd name="csY6874" fmla="*/ 404928 h 793834"/>
              <a:gd name="csX6875" fmla="*/ 188471 w 3760185"/>
              <a:gd name="csY6875" fmla="*/ 404928 h 793834"/>
              <a:gd name="csX6876" fmla="*/ 3710687 w 3760185"/>
              <a:gd name="csY6876" fmla="*/ 395866 h 793834"/>
              <a:gd name="csX6877" fmla="*/ 3711918 w 3760185"/>
              <a:gd name="csY6877" fmla="*/ 404070 h 793834"/>
              <a:gd name="csX6878" fmla="*/ 3710687 w 3760185"/>
              <a:gd name="csY6878" fmla="*/ 404071 h 793834"/>
              <a:gd name="csX6879" fmla="*/ 3563189 w 3760185"/>
              <a:gd name="csY6879" fmla="*/ 395866 h 793834"/>
              <a:gd name="csX6880" fmla="*/ 3563189 w 3760185"/>
              <a:gd name="csY6880" fmla="*/ 404106 h 793834"/>
              <a:gd name="csX6881" fmla="*/ 3562717 w 3760185"/>
              <a:gd name="csY6881" fmla="*/ 404107 h 793834"/>
              <a:gd name="csX6882" fmla="*/ 3403398 w 3760185"/>
              <a:gd name="csY6882" fmla="*/ 395866 h 793834"/>
              <a:gd name="csX6883" fmla="*/ 3403593 w 3760185"/>
              <a:gd name="csY6883" fmla="*/ 404145 h 793834"/>
              <a:gd name="csX6884" fmla="*/ 3403398 w 3760185"/>
              <a:gd name="csY6884" fmla="*/ 404145 h 793834"/>
              <a:gd name="csX6885" fmla="*/ 3273654 w 3760185"/>
              <a:gd name="csY6885" fmla="*/ 395866 h 793834"/>
              <a:gd name="csX6886" fmla="*/ 3273761 w 3760185"/>
              <a:gd name="csY6886" fmla="*/ 404177 h 793834"/>
              <a:gd name="csX6887" fmla="*/ 3273654 w 3760185"/>
              <a:gd name="csY6887" fmla="*/ 404177 h 793834"/>
              <a:gd name="csX6888" fmla="*/ 2829792 w 3760185"/>
              <a:gd name="csY6888" fmla="*/ 395866 h 793834"/>
              <a:gd name="csX6889" fmla="*/ 2829792 w 3760185"/>
              <a:gd name="csY6889" fmla="*/ 404285 h 793834"/>
              <a:gd name="csX6890" fmla="*/ 2828880 w 3760185"/>
              <a:gd name="csY6890" fmla="*/ 404285 h 793834"/>
              <a:gd name="csX6891" fmla="*/ 2822963 w 3760185"/>
              <a:gd name="csY6891" fmla="*/ 395866 h 793834"/>
              <a:gd name="csX6892" fmla="*/ 2822963 w 3760185"/>
              <a:gd name="csY6892" fmla="*/ 404287 h 793834"/>
              <a:gd name="csX6893" fmla="*/ 2821597 w 3760185"/>
              <a:gd name="csY6893" fmla="*/ 404287 h 793834"/>
              <a:gd name="csX6894" fmla="*/ 2821597 w 3760185"/>
              <a:gd name="csY6894" fmla="*/ 400070 h 793834"/>
              <a:gd name="csX6895" fmla="*/ 2652247 w 3760185"/>
              <a:gd name="csY6895" fmla="*/ 395866 h 793834"/>
              <a:gd name="csX6896" fmla="*/ 2652247 w 3760185"/>
              <a:gd name="csY6896" fmla="*/ 404328 h 793834"/>
              <a:gd name="csX6897" fmla="*/ 2650881 w 3760185"/>
              <a:gd name="csY6897" fmla="*/ 404329 h 793834"/>
              <a:gd name="csX6898" fmla="*/ 2650881 w 3760185"/>
              <a:gd name="csY6898" fmla="*/ 399369 h 793834"/>
              <a:gd name="csX6899" fmla="*/ 2540257 w 3760185"/>
              <a:gd name="csY6899" fmla="*/ 395866 h 793834"/>
              <a:gd name="csX6900" fmla="*/ 2540257 w 3760185"/>
              <a:gd name="csY6900" fmla="*/ 400770 h 793834"/>
              <a:gd name="csX6901" fmla="*/ 2540412 w 3760185"/>
              <a:gd name="csY6901" fmla="*/ 404356 h 793834"/>
              <a:gd name="csX6902" fmla="*/ 2538891 w 3760185"/>
              <a:gd name="csY6902" fmla="*/ 404356 h 793834"/>
              <a:gd name="csX6903" fmla="*/ 2538891 w 3760185"/>
              <a:gd name="csY6903" fmla="*/ 402172 h 793834"/>
              <a:gd name="csX6904" fmla="*/ 2104589 w 3760185"/>
              <a:gd name="csY6904" fmla="*/ 395866 h 793834"/>
              <a:gd name="csX6905" fmla="*/ 2104589 w 3760185"/>
              <a:gd name="csY6905" fmla="*/ 400770 h 793834"/>
              <a:gd name="csX6906" fmla="*/ 2104589 w 3760185"/>
              <a:gd name="csY6906" fmla="*/ 404462 h 793834"/>
              <a:gd name="csX6907" fmla="*/ 2103223 w 3760185"/>
              <a:gd name="csY6907" fmla="*/ 404462 h 793834"/>
              <a:gd name="csX6908" fmla="*/ 2103223 w 3760185"/>
              <a:gd name="csY6908" fmla="*/ 398669 h 793834"/>
              <a:gd name="csX6909" fmla="*/ 1910656 w 3760185"/>
              <a:gd name="csY6909" fmla="*/ 395866 h 793834"/>
              <a:gd name="csX6910" fmla="*/ 1910656 w 3760185"/>
              <a:gd name="csY6910" fmla="*/ 404509 h 793834"/>
              <a:gd name="csX6911" fmla="*/ 1910273 w 3760185"/>
              <a:gd name="csY6911" fmla="*/ 404509 h 793834"/>
              <a:gd name="csX6912" fmla="*/ 1817786 w 3760185"/>
              <a:gd name="csY6912" fmla="*/ 395866 h 793834"/>
              <a:gd name="csX6913" fmla="*/ 1817786 w 3760185"/>
              <a:gd name="csY6913" fmla="*/ 404532 h 793834"/>
              <a:gd name="csX6914" fmla="*/ 1817110 w 3760185"/>
              <a:gd name="csY6914" fmla="*/ 404532 h 793834"/>
              <a:gd name="csX6915" fmla="*/ 1742671 w 3760185"/>
              <a:gd name="csY6915" fmla="*/ 395866 h 793834"/>
              <a:gd name="csX6916" fmla="*/ 1743477 w 3760185"/>
              <a:gd name="csY6916" fmla="*/ 404550 h 793834"/>
              <a:gd name="csX6917" fmla="*/ 1741999 w 3760185"/>
              <a:gd name="csY6917" fmla="*/ 404550 h 793834"/>
              <a:gd name="csX6918" fmla="*/ 1742671 w 3760185"/>
              <a:gd name="csY6918" fmla="*/ 400070 h 793834"/>
              <a:gd name="csX6919" fmla="*/ 1738574 w 3760185"/>
              <a:gd name="csY6919" fmla="*/ 395866 h 793834"/>
              <a:gd name="csX6920" fmla="*/ 1738574 w 3760185"/>
              <a:gd name="csY6920" fmla="*/ 404551 h 793834"/>
              <a:gd name="csX6921" fmla="*/ 1737768 w 3760185"/>
              <a:gd name="csY6921" fmla="*/ 404551 h 793834"/>
              <a:gd name="csX6922" fmla="*/ 1652533 w 3760185"/>
              <a:gd name="csY6922" fmla="*/ 395866 h 793834"/>
              <a:gd name="csX6923" fmla="*/ 1652533 w 3760185"/>
              <a:gd name="csY6923" fmla="*/ 404572 h 793834"/>
              <a:gd name="csX6924" fmla="*/ 1651762 w 3760185"/>
              <a:gd name="csY6924" fmla="*/ 404572 h 793834"/>
              <a:gd name="csX6925" fmla="*/ 953279 w 3760185"/>
              <a:gd name="csY6925" fmla="*/ 395866 h 793834"/>
              <a:gd name="csX6926" fmla="*/ 953279 w 3760185"/>
              <a:gd name="csY6926" fmla="*/ 404742 h 793834"/>
              <a:gd name="csX6927" fmla="*/ 952125 w 3760185"/>
              <a:gd name="csY6927" fmla="*/ 404742 h 793834"/>
              <a:gd name="csX6928" fmla="*/ 867238 w 3760185"/>
              <a:gd name="csY6928" fmla="*/ 395866 h 793834"/>
              <a:gd name="csX6929" fmla="*/ 868151 w 3760185"/>
              <a:gd name="csY6929" fmla="*/ 404763 h 793834"/>
              <a:gd name="csX6930" fmla="*/ 866800 w 3760185"/>
              <a:gd name="csY6930" fmla="*/ 404763 h 793834"/>
              <a:gd name="csX6931" fmla="*/ 867238 w 3760185"/>
              <a:gd name="csY6931" fmla="*/ 399369 h 793834"/>
              <a:gd name="csX6932" fmla="*/ 532635 w 3760185"/>
              <a:gd name="csY6932" fmla="*/ 395866 h 793834"/>
              <a:gd name="csX6933" fmla="*/ 532635 w 3760185"/>
              <a:gd name="csY6933" fmla="*/ 404845 h 793834"/>
              <a:gd name="csX6934" fmla="*/ 532186 w 3760185"/>
              <a:gd name="csY6934" fmla="*/ 404845 h 793834"/>
              <a:gd name="csX6935" fmla="*/ 453422 w 3760185"/>
              <a:gd name="csY6935" fmla="*/ 395866 h 793834"/>
              <a:gd name="csX6936" fmla="*/ 453422 w 3760185"/>
              <a:gd name="csY6936" fmla="*/ 399369 h 793834"/>
              <a:gd name="csX6937" fmla="*/ 454788 w 3760185"/>
              <a:gd name="csY6937" fmla="*/ 404274 h 793834"/>
              <a:gd name="csX6938" fmla="*/ 454788 w 3760185"/>
              <a:gd name="csY6938" fmla="*/ 404864 h 793834"/>
              <a:gd name="csX6939" fmla="*/ 451410 w 3760185"/>
              <a:gd name="csY6939" fmla="*/ 404864 h 793834"/>
              <a:gd name="csX6940" fmla="*/ 452057 w 3760185"/>
              <a:gd name="csY6940" fmla="*/ 402872 h 793834"/>
              <a:gd name="csX6941" fmla="*/ 452057 w 3760185"/>
              <a:gd name="csY6941" fmla="*/ 403573 h 793834"/>
              <a:gd name="csX6942" fmla="*/ 333238 w 3760185"/>
              <a:gd name="csY6942" fmla="*/ 395866 h 793834"/>
              <a:gd name="csX6943" fmla="*/ 334273 w 3760185"/>
              <a:gd name="csY6943" fmla="*/ 404893 h 793834"/>
              <a:gd name="csX6944" fmla="*/ 333238 w 3760185"/>
              <a:gd name="csY6944" fmla="*/ 404893 h 793834"/>
              <a:gd name="csX6945" fmla="*/ 159790 w 3760185"/>
              <a:gd name="csY6945" fmla="*/ 395866 h 793834"/>
              <a:gd name="csX6946" fmla="*/ 159790 w 3760185"/>
              <a:gd name="csY6946" fmla="*/ 400070 h 793834"/>
              <a:gd name="csX6947" fmla="*/ 160348 w 3760185"/>
              <a:gd name="csY6947" fmla="*/ 404935 h 793834"/>
              <a:gd name="csX6948" fmla="*/ 159201 w 3760185"/>
              <a:gd name="csY6948" fmla="*/ 404936 h 793834"/>
              <a:gd name="csX6949" fmla="*/ 81944 w 3760185"/>
              <a:gd name="csY6949" fmla="*/ 395866 h 793834"/>
              <a:gd name="csX6950" fmla="*/ 82235 w 3760185"/>
              <a:gd name="csY6950" fmla="*/ 404954 h 793834"/>
              <a:gd name="csX6951" fmla="*/ 81944 w 3760185"/>
              <a:gd name="csY6951" fmla="*/ 404954 h 793834"/>
              <a:gd name="csX6952" fmla="*/ 30046 w 3760185"/>
              <a:gd name="csY6952" fmla="*/ 395866 h 793834"/>
              <a:gd name="csX6953" fmla="*/ 31155 w 3760185"/>
              <a:gd name="csY6953" fmla="*/ 404967 h 793834"/>
              <a:gd name="csX6954" fmla="*/ 30046 w 3760185"/>
              <a:gd name="csY6954" fmla="*/ 404967 h 793834"/>
              <a:gd name="csX6955" fmla="*/ 3682007 w 3760185"/>
              <a:gd name="csY6955" fmla="*/ 395165 h 793834"/>
              <a:gd name="csX6956" fmla="*/ 3682007 w 3760185"/>
              <a:gd name="csY6956" fmla="*/ 404078 h 793834"/>
              <a:gd name="csX6957" fmla="*/ 3681629 w 3760185"/>
              <a:gd name="csY6957" fmla="*/ 404078 h 793834"/>
              <a:gd name="csX6958" fmla="*/ 3580943 w 3760185"/>
              <a:gd name="csY6958" fmla="*/ 395165 h 793834"/>
              <a:gd name="csX6959" fmla="*/ 3581911 w 3760185"/>
              <a:gd name="csY6959" fmla="*/ 404102 h 793834"/>
              <a:gd name="csX6960" fmla="*/ 3580943 w 3760185"/>
              <a:gd name="csY6960" fmla="*/ 404102 h 793834"/>
              <a:gd name="csX6961" fmla="*/ 3515388 w 3760185"/>
              <a:gd name="csY6961" fmla="*/ 395165 h 793834"/>
              <a:gd name="csX6962" fmla="*/ 3515752 w 3760185"/>
              <a:gd name="csY6962" fmla="*/ 404118 h 793834"/>
              <a:gd name="csX6963" fmla="*/ 3515388 w 3760185"/>
              <a:gd name="csY6963" fmla="*/ 404118 h 793834"/>
              <a:gd name="csX6964" fmla="*/ 3515257 w 3760185"/>
              <a:gd name="csY6964" fmla="*/ 404118 h 793834"/>
              <a:gd name="csX6965" fmla="*/ 3515388 w 3760185"/>
              <a:gd name="csY6965" fmla="*/ 402172 h 793834"/>
              <a:gd name="csX6966" fmla="*/ 3504462 w 3760185"/>
              <a:gd name="csY6966" fmla="*/ 395165 h 793834"/>
              <a:gd name="csX6967" fmla="*/ 3504462 w 3760185"/>
              <a:gd name="csY6967" fmla="*/ 404121 h 793834"/>
              <a:gd name="csX6968" fmla="*/ 3503372 w 3760185"/>
              <a:gd name="csY6968" fmla="*/ 404121 h 793834"/>
              <a:gd name="csX6969" fmla="*/ 2936319 w 3760185"/>
              <a:gd name="csY6969" fmla="*/ 395165 h 793834"/>
              <a:gd name="csX6970" fmla="*/ 2937684 w 3760185"/>
              <a:gd name="csY6970" fmla="*/ 403573 h 793834"/>
              <a:gd name="csX6971" fmla="*/ 2937684 w 3760185"/>
              <a:gd name="csY6971" fmla="*/ 404259 h 793834"/>
              <a:gd name="csX6972" fmla="*/ 2936319 w 3760185"/>
              <a:gd name="csY6972" fmla="*/ 404259 h 793834"/>
              <a:gd name="csX6973" fmla="*/ 2810671 w 3760185"/>
              <a:gd name="csY6973" fmla="*/ 395165 h 793834"/>
              <a:gd name="csX6974" fmla="*/ 2810671 w 3760185"/>
              <a:gd name="csY6974" fmla="*/ 404290 h 793834"/>
              <a:gd name="csX6975" fmla="*/ 2809306 w 3760185"/>
              <a:gd name="csY6975" fmla="*/ 404290 h 793834"/>
              <a:gd name="csX6976" fmla="*/ 2809306 w 3760185"/>
              <a:gd name="csY6976" fmla="*/ 397267 h 793834"/>
              <a:gd name="csX6977" fmla="*/ 2695950 w 3760185"/>
              <a:gd name="csY6977" fmla="*/ 395165 h 793834"/>
              <a:gd name="csX6978" fmla="*/ 2696526 w 3760185"/>
              <a:gd name="csY6978" fmla="*/ 404318 h 793834"/>
              <a:gd name="csX6979" fmla="*/ 2695950 w 3760185"/>
              <a:gd name="csY6979" fmla="*/ 404318 h 793834"/>
              <a:gd name="csX6980" fmla="*/ 2689121 w 3760185"/>
              <a:gd name="csY6980" fmla="*/ 395165 h 793834"/>
              <a:gd name="csX6981" fmla="*/ 2689121 w 3760185"/>
              <a:gd name="csY6981" fmla="*/ 404319 h 793834"/>
              <a:gd name="csX6982" fmla="*/ 2688725 w 3760185"/>
              <a:gd name="csY6982" fmla="*/ 404319 h 793834"/>
              <a:gd name="csX6983" fmla="*/ 2618103 w 3760185"/>
              <a:gd name="csY6983" fmla="*/ 395165 h 793834"/>
              <a:gd name="csX6984" fmla="*/ 2619469 w 3760185"/>
              <a:gd name="csY6984" fmla="*/ 403573 h 793834"/>
              <a:gd name="csX6985" fmla="*/ 2619469 w 3760185"/>
              <a:gd name="csY6985" fmla="*/ 404336 h 793834"/>
              <a:gd name="csX6986" fmla="*/ 2618103 w 3760185"/>
              <a:gd name="csY6986" fmla="*/ 404337 h 793834"/>
              <a:gd name="csX6987" fmla="*/ 2486993 w 3760185"/>
              <a:gd name="csY6987" fmla="*/ 395165 h 793834"/>
              <a:gd name="csX6988" fmla="*/ 2487375 w 3760185"/>
              <a:gd name="csY6988" fmla="*/ 404369 h 793834"/>
              <a:gd name="csX6989" fmla="*/ 2486993 w 3760185"/>
              <a:gd name="csY6989" fmla="*/ 404369 h 793834"/>
              <a:gd name="csX6990" fmla="*/ 2432365 w 3760185"/>
              <a:gd name="csY6990" fmla="*/ 395165 h 793834"/>
              <a:gd name="csX6991" fmla="*/ 2432365 w 3760185"/>
              <a:gd name="csY6991" fmla="*/ 396567 h 793834"/>
              <a:gd name="csX6992" fmla="*/ 2433730 w 3760185"/>
              <a:gd name="csY6992" fmla="*/ 398669 h 793834"/>
              <a:gd name="csX6993" fmla="*/ 2433730 w 3760185"/>
              <a:gd name="csY6993" fmla="*/ 402172 h 793834"/>
              <a:gd name="csX6994" fmla="*/ 2433861 w 3760185"/>
              <a:gd name="csY6994" fmla="*/ 404382 h 793834"/>
              <a:gd name="csX6995" fmla="*/ 2431947 w 3760185"/>
              <a:gd name="csY6995" fmla="*/ 404382 h 793834"/>
              <a:gd name="csX6996" fmla="*/ 2168779 w 3760185"/>
              <a:gd name="csY6996" fmla="*/ 395165 h 793834"/>
              <a:gd name="csX6997" fmla="*/ 2168779 w 3760185"/>
              <a:gd name="csY6997" fmla="*/ 404446 h 793834"/>
              <a:gd name="csX6998" fmla="*/ 2168394 w 3760185"/>
              <a:gd name="csY6998" fmla="*/ 404446 h 793834"/>
              <a:gd name="csX6999" fmla="*/ 2040400 w 3760185"/>
              <a:gd name="csY6999" fmla="*/ 395165 h 793834"/>
              <a:gd name="csX7000" fmla="*/ 2040400 w 3760185"/>
              <a:gd name="csY7000" fmla="*/ 404477 h 793834"/>
              <a:gd name="csX7001" fmla="*/ 2040044 w 3760185"/>
              <a:gd name="csY7001" fmla="*/ 404477 h 793834"/>
              <a:gd name="csX7002" fmla="*/ 1947530 w 3760185"/>
              <a:gd name="csY7002" fmla="*/ 395165 h 793834"/>
              <a:gd name="csX7003" fmla="*/ 1947530 w 3760185"/>
              <a:gd name="csY7003" fmla="*/ 404500 h 793834"/>
              <a:gd name="csX7004" fmla="*/ 1946165 w 3760185"/>
              <a:gd name="csY7004" fmla="*/ 404500 h 793834"/>
              <a:gd name="csX7005" fmla="*/ 1946165 w 3760185"/>
              <a:gd name="csY7005" fmla="*/ 396567 h 793834"/>
              <a:gd name="csX7006" fmla="*/ 1778180 w 3760185"/>
              <a:gd name="csY7006" fmla="*/ 395165 h 793834"/>
              <a:gd name="csX7007" fmla="*/ 1779196 w 3760185"/>
              <a:gd name="csY7007" fmla="*/ 404541 h 793834"/>
              <a:gd name="csX7008" fmla="*/ 1778180 w 3760185"/>
              <a:gd name="csY7008" fmla="*/ 404541 h 793834"/>
              <a:gd name="csX7009" fmla="*/ 1778180 w 3760185"/>
              <a:gd name="csY7009" fmla="*/ 403573 h 793834"/>
              <a:gd name="csX7010" fmla="*/ 1746768 w 3760185"/>
              <a:gd name="csY7010" fmla="*/ 395165 h 793834"/>
              <a:gd name="csX7011" fmla="*/ 1746768 w 3760185"/>
              <a:gd name="csY7011" fmla="*/ 398669 h 793834"/>
              <a:gd name="csX7012" fmla="*/ 1747246 w 3760185"/>
              <a:gd name="csY7012" fmla="*/ 404549 h 793834"/>
              <a:gd name="csX7013" fmla="*/ 1746768 w 3760185"/>
              <a:gd name="csY7013" fmla="*/ 404549 h 793834"/>
              <a:gd name="csX7014" fmla="*/ 1745402 w 3760185"/>
              <a:gd name="csY7014" fmla="*/ 404549 h 793834"/>
              <a:gd name="csX7015" fmla="*/ 1745402 w 3760185"/>
              <a:gd name="csY7015" fmla="*/ 400770 h 793834"/>
              <a:gd name="csX7016" fmla="*/ 1382118 w 3760185"/>
              <a:gd name="csY7016" fmla="*/ 395165 h 793834"/>
              <a:gd name="csX7017" fmla="*/ 1382394 w 3760185"/>
              <a:gd name="csY7017" fmla="*/ 404638 h 793834"/>
              <a:gd name="csX7018" fmla="*/ 1382118 w 3760185"/>
              <a:gd name="csY7018" fmla="*/ 404638 h 793834"/>
              <a:gd name="csX7019" fmla="*/ 1380753 w 3760185"/>
              <a:gd name="csY7019" fmla="*/ 404638 h 793834"/>
              <a:gd name="csX7020" fmla="*/ 1380753 w 3760185"/>
              <a:gd name="csY7020" fmla="*/ 396567 h 793834"/>
              <a:gd name="csX7021" fmla="*/ 1382118 w 3760185"/>
              <a:gd name="csY7021" fmla="*/ 404274 h 793834"/>
              <a:gd name="csX7022" fmla="*/ 1197745 w 3760185"/>
              <a:gd name="csY7022" fmla="*/ 395165 h 793834"/>
              <a:gd name="csX7023" fmla="*/ 1198177 w 3760185"/>
              <a:gd name="csY7023" fmla="*/ 404682 h 793834"/>
              <a:gd name="csX7024" fmla="*/ 1197657 w 3760185"/>
              <a:gd name="csY7024" fmla="*/ 404683 h 793834"/>
              <a:gd name="csX7025" fmla="*/ 1197745 w 3760185"/>
              <a:gd name="csY7025" fmla="*/ 404274 h 793834"/>
              <a:gd name="csX7026" fmla="*/ 1125361 w 3760185"/>
              <a:gd name="csY7026" fmla="*/ 395165 h 793834"/>
              <a:gd name="csX7027" fmla="*/ 1125361 w 3760185"/>
              <a:gd name="csY7027" fmla="*/ 404700 h 793834"/>
              <a:gd name="csX7028" fmla="*/ 1124919 w 3760185"/>
              <a:gd name="csY7028" fmla="*/ 404700 h 793834"/>
              <a:gd name="csX7029" fmla="*/ 1010640 w 3760185"/>
              <a:gd name="csY7029" fmla="*/ 395165 h 793834"/>
              <a:gd name="csX7030" fmla="*/ 1011223 w 3760185"/>
              <a:gd name="csY7030" fmla="*/ 404728 h 793834"/>
              <a:gd name="csX7031" fmla="*/ 1010640 w 3760185"/>
              <a:gd name="csY7031" fmla="*/ 404728 h 793834"/>
              <a:gd name="csX7032" fmla="*/ 910942 w 3760185"/>
              <a:gd name="csY7032" fmla="*/ 395165 h 793834"/>
              <a:gd name="csX7033" fmla="*/ 910942 w 3760185"/>
              <a:gd name="csY7033" fmla="*/ 404752 h 793834"/>
              <a:gd name="csX7034" fmla="*/ 910052 w 3760185"/>
              <a:gd name="csY7034" fmla="*/ 404753 h 793834"/>
              <a:gd name="csX7035" fmla="*/ 254026 w 3760185"/>
              <a:gd name="csY7035" fmla="*/ 395165 h 793834"/>
              <a:gd name="csX7036" fmla="*/ 255391 w 3760185"/>
              <a:gd name="csY7036" fmla="*/ 401471 h 793834"/>
              <a:gd name="csX7037" fmla="*/ 255391 w 3760185"/>
              <a:gd name="csY7037" fmla="*/ 404912 h 793834"/>
              <a:gd name="csX7038" fmla="*/ 253873 w 3760185"/>
              <a:gd name="csY7038" fmla="*/ 404912 h 793834"/>
              <a:gd name="csX7039" fmla="*/ 254026 w 3760185"/>
              <a:gd name="csY7039" fmla="*/ 402172 h 793834"/>
              <a:gd name="csX7040" fmla="*/ 236271 w 3760185"/>
              <a:gd name="csY7040" fmla="*/ 395165 h 793834"/>
              <a:gd name="csX7041" fmla="*/ 236759 w 3760185"/>
              <a:gd name="csY7041" fmla="*/ 404917 h 793834"/>
              <a:gd name="csX7042" fmla="*/ 234918 w 3760185"/>
              <a:gd name="csY7042" fmla="*/ 404917 h 793834"/>
              <a:gd name="csX7043" fmla="*/ 236271 w 3760185"/>
              <a:gd name="csY7043" fmla="*/ 398669 h 793834"/>
              <a:gd name="csX7044" fmla="*/ 68286 w 3760185"/>
              <a:gd name="csY7044" fmla="*/ 395165 h 793834"/>
              <a:gd name="csX7045" fmla="*/ 69652 w 3760185"/>
              <a:gd name="csY7045" fmla="*/ 401471 h 793834"/>
              <a:gd name="csX7046" fmla="*/ 69652 w 3760185"/>
              <a:gd name="csY7046" fmla="*/ 404957 h 793834"/>
              <a:gd name="csX7047" fmla="*/ 68286 w 3760185"/>
              <a:gd name="csY7047" fmla="*/ 404958 h 793834"/>
              <a:gd name="csX7048" fmla="*/ 2731 w 3760185"/>
              <a:gd name="csY7048" fmla="*/ 395165 h 793834"/>
              <a:gd name="csX7049" fmla="*/ 2731 w 3760185"/>
              <a:gd name="csY7049" fmla="*/ 404974 h 793834"/>
              <a:gd name="csX7050" fmla="*/ 1366 w 3760185"/>
              <a:gd name="csY7050" fmla="*/ 404974 h 793834"/>
              <a:gd name="csX7051" fmla="*/ 1366 w 3760185"/>
              <a:gd name="csY7051" fmla="*/ 402872 h 793834"/>
              <a:gd name="csX7052" fmla="*/ 3666984 w 3760185"/>
              <a:gd name="csY7052" fmla="*/ 394465 h 793834"/>
              <a:gd name="csX7053" fmla="*/ 3666984 w 3760185"/>
              <a:gd name="csY7053" fmla="*/ 404081 h 793834"/>
              <a:gd name="csX7054" fmla="*/ 3665618 w 3760185"/>
              <a:gd name="csY7054" fmla="*/ 404082 h 793834"/>
              <a:gd name="csX7055" fmla="*/ 3665618 w 3760185"/>
              <a:gd name="csY7055" fmla="*/ 397267 h 793834"/>
              <a:gd name="csX7056" fmla="*/ 3636938 w 3760185"/>
              <a:gd name="csY7056" fmla="*/ 394465 h 793834"/>
              <a:gd name="csX7057" fmla="*/ 3636938 w 3760185"/>
              <a:gd name="csY7057" fmla="*/ 404089 h 793834"/>
              <a:gd name="csX7058" fmla="*/ 3636268 w 3760185"/>
              <a:gd name="csY7058" fmla="*/ 404089 h 793834"/>
              <a:gd name="csX7059" fmla="*/ 3470319 w 3760185"/>
              <a:gd name="csY7059" fmla="*/ 394465 h 793834"/>
              <a:gd name="csX7060" fmla="*/ 3470969 w 3760185"/>
              <a:gd name="csY7060" fmla="*/ 404129 h 793834"/>
              <a:gd name="csX7061" fmla="*/ 3470319 w 3760185"/>
              <a:gd name="csY7061" fmla="*/ 404129 h 793834"/>
              <a:gd name="csX7062" fmla="*/ 3455296 w 3760185"/>
              <a:gd name="csY7062" fmla="*/ 394465 h 793834"/>
              <a:gd name="csX7063" fmla="*/ 3456081 w 3760185"/>
              <a:gd name="csY7063" fmla="*/ 404133 h 793834"/>
              <a:gd name="csX7064" fmla="*/ 3455296 w 3760185"/>
              <a:gd name="csY7064" fmla="*/ 404133 h 793834"/>
              <a:gd name="csX7065" fmla="*/ 3430713 w 3760185"/>
              <a:gd name="csY7065" fmla="*/ 394465 h 793834"/>
              <a:gd name="csX7066" fmla="*/ 3431439 w 3760185"/>
              <a:gd name="csY7066" fmla="*/ 404139 h 793834"/>
              <a:gd name="csX7067" fmla="*/ 3430713 w 3760185"/>
              <a:gd name="csY7067" fmla="*/ 404139 h 793834"/>
              <a:gd name="csX7068" fmla="*/ 2713705 w 3760185"/>
              <a:gd name="csY7068" fmla="*/ 394465 h 793834"/>
              <a:gd name="csX7069" fmla="*/ 2715071 w 3760185"/>
              <a:gd name="csY7069" fmla="*/ 401471 h 793834"/>
              <a:gd name="csX7070" fmla="*/ 2715071 w 3760185"/>
              <a:gd name="csY7070" fmla="*/ 404313 h 793834"/>
              <a:gd name="csX7071" fmla="*/ 2713705 w 3760185"/>
              <a:gd name="csY7071" fmla="*/ 404313 h 793834"/>
              <a:gd name="csX7072" fmla="*/ 2586692 w 3760185"/>
              <a:gd name="csY7072" fmla="*/ 394465 h 793834"/>
              <a:gd name="csX7073" fmla="*/ 2586692 w 3760185"/>
              <a:gd name="csY7073" fmla="*/ 404344 h 793834"/>
              <a:gd name="csX7074" fmla="*/ 2585979 w 3760185"/>
              <a:gd name="csY7074" fmla="*/ 404344 h 793834"/>
              <a:gd name="csX7075" fmla="*/ 2454216 w 3760185"/>
              <a:gd name="csY7075" fmla="*/ 394465 h 793834"/>
              <a:gd name="csX7076" fmla="*/ 2455582 w 3760185"/>
              <a:gd name="csY7076" fmla="*/ 397267 h 793834"/>
              <a:gd name="csX7077" fmla="*/ 2455582 w 3760185"/>
              <a:gd name="csY7077" fmla="*/ 404376 h 793834"/>
              <a:gd name="csX7078" fmla="*/ 2453483 w 3760185"/>
              <a:gd name="csY7078" fmla="*/ 404377 h 793834"/>
              <a:gd name="csX7079" fmla="*/ 2454216 w 3760185"/>
              <a:gd name="csY7079" fmla="*/ 402872 h 793834"/>
              <a:gd name="csX7080" fmla="*/ 2436461 w 3760185"/>
              <a:gd name="csY7080" fmla="*/ 394465 h 793834"/>
              <a:gd name="csX7081" fmla="*/ 2436911 w 3760185"/>
              <a:gd name="csY7081" fmla="*/ 404381 h 793834"/>
              <a:gd name="csX7082" fmla="*/ 2436461 w 3760185"/>
              <a:gd name="csY7082" fmla="*/ 404381 h 793834"/>
              <a:gd name="csX7083" fmla="*/ 2156487 w 3760185"/>
              <a:gd name="csY7083" fmla="*/ 394465 h 793834"/>
              <a:gd name="csX7084" fmla="*/ 2156806 w 3760185"/>
              <a:gd name="csY7084" fmla="*/ 404449 h 793834"/>
              <a:gd name="csX7085" fmla="*/ 2156487 w 3760185"/>
              <a:gd name="csY7085" fmla="*/ 404449 h 793834"/>
              <a:gd name="csX7086" fmla="*/ 2095029 w 3760185"/>
              <a:gd name="csY7086" fmla="*/ 394465 h 793834"/>
              <a:gd name="csX7087" fmla="*/ 2095029 w 3760185"/>
              <a:gd name="csY7087" fmla="*/ 404274 h 793834"/>
              <a:gd name="csX7088" fmla="*/ 2095052 w 3760185"/>
              <a:gd name="csY7088" fmla="*/ 404464 h 793834"/>
              <a:gd name="csX7089" fmla="*/ 2095029 w 3760185"/>
              <a:gd name="csY7089" fmla="*/ 404464 h 793834"/>
              <a:gd name="csX7090" fmla="*/ 2092616 w 3760185"/>
              <a:gd name="csY7090" fmla="*/ 404465 h 793834"/>
              <a:gd name="csX7091" fmla="*/ 2093663 w 3760185"/>
              <a:gd name="csY7091" fmla="*/ 395866 h 793834"/>
              <a:gd name="csX7092" fmla="*/ 2093663 w 3760185"/>
              <a:gd name="csY7092" fmla="*/ 403573 h 793834"/>
              <a:gd name="csX7093" fmla="*/ 2080006 w 3760185"/>
              <a:gd name="csY7093" fmla="*/ 394465 h 793834"/>
              <a:gd name="csX7094" fmla="*/ 2080006 w 3760185"/>
              <a:gd name="csY7094" fmla="*/ 404468 h 793834"/>
              <a:gd name="csX7095" fmla="*/ 2078640 w 3760185"/>
              <a:gd name="csY7095" fmla="*/ 404468 h 793834"/>
              <a:gd name="csX7096" fmla="*/ 2078640 w 3760185"/>
              <a:gd name="csY7096" fmla="*/ 399369 h 793834"/>
              <a:gd name="csX7097" fmla="*/ 2055423 w 3760185"/>
              <a:gd name="csY7097" fmla="*/ 394465 h 793834"/>
              <a:gd name="csX7098" fmla="*/ 2055423 w 3760185"/>
              <a:gd name="csY7098" fmla="*/ 404474 h 793834"/>
              <a:gd name="csX7099" fmla="*/ 2054849 w 3760185"/>
              <a:gd name="csY7099" fmla="*/ 404474 h 793834"/>
              <a:gd name="csX7100" fmla="*/ 1432650 w 3760185"/>
              <a:gd name="csY7100" fmla="*/ 394465 h 793834"/>
              <a:gd name="csX7101" fmla="*/ 1432650 w 3760185"/>
              <a:gd name="csY7101" fmla="*/ 404625 h 793834"/>
              <a:gd name="csX7102" fmla="*/ 1431285 w 3760185"/>
              <a:gd name="csY7102" fmla="*/ 404626 h 793834"/>
              <a:gd name="csX7103" fmla="*/ 1431285 w 3760185"/>
              <a:gd name="csY7103" fmla="*/ 397968 h 793834"/>
              <a:gd name="csX7104" fmla="*/ 1264666 w 3760185"/>
              <a:gd name="csY7104" fmla="*/ 394465 h 793834"/>
              <a:gd name="csX7105" fmla="*/ 1264666 w 3760185"/>
              <a:gd name="csY7105" fmla="*/ 404666 h 793834"/>
              <a:gd name="csX7106" fmla="*/ 1264311 w 3760185"/>
              <a:gd name="csY7106" fmla="*/ 404666 h 793834"/>
              <a:gd name="csX7107" fmla="*/ 1160870 w 3760185"/>
              <a:gd name="csY7107" fmla="*/ 394465 h 793834"/>
              <a:gd name="csX7108" fmla="*/ 1161369 w 3760185"/>
              <a:gd name="csY7108" fmla="*/ 404691 h 793834"/>
              <a:gd name="csX7109" fmla="*/ 1160870 w 3760185"/>
              <a:gd name="csY7109" fmla="*/ 404692 h 793834"/>
              <a:gd name="csX7110" fmla="*/ 984691 w 3760185"/>
              <a:gd name="csY7110" fmla="*/ 394465 h 793834"/>
              <a:gd name="csX7111" fmla="*/ 985492 w 3760185"/>
              <a:gd name="csY7111" fmla="*/ 404734 h 793834"/>
              <a:gd name="csX7112" fmla="*/ 984691 w 3760185"/>
              <a:gd name="csY7112" fmla="*/ 404734 h 793834"/>
              <a:gd name="csX7113" fmla="*/ 342798 w 3760185"/>
              <a:gd name="csY7113" fmla="*/ 394465 h 793834"/>
              <a:gd name="csX7114" fmla="*/ 342798 w 3760185"/>
              <a:gd name="csY7114" fmla="*/ 404891 h 793834"/>
              <a:gd name="csX7115" fmla="*/ 341443 w 3760185"/>
              <a:gd name="csY7115" fmla="*/ 404891 h 793834"/>
              <a:gd name="csX7116" fmla="*/ 180276 w 3760185"/>
              <a:gd name="csY7116" fmla="*/ 394465 h 793834"/>
              <a:gd name="csX7117" fmla="*/ 180276 w 3760185"/>
              <a:gd name="csY7117" fmla="*/ 398669 h 793834"/>
              <a:gd name="csX7118" fmla="*/ 181642 w 3760185"/>
              <a:gd name="csY7118" fmla="*/ 399369 h 793834"/>
              <a:gd name="csX7119" fmla="*/ 181642 w 3760185"/>
              <a:gd name="csY7119" fmla="*/ 404930 h 793834"/>
              <a:gd name="csX7120" fmla="*/ 179521 w 3760185"/>
              <a:gd name="csY7120" fmla="*/ 404931 h 793834"/>
              <a:gd name="csX7121" fmla="*/ 163888 w 3760185"/>
              <a:gd name="csY7121" fmla="*/ 394465 h 793834"/>
              <a:gd name="csX7122" fmla="*/ 163888 w 3760185"/>
              <a:gd name="csY7122" fmla="*/ 404934 h 793834"/>
              <a:gd name="csX7123" fmla="*/ 162522 w 3760185"/>
              <a:gd name="csY7123" fmla="*/ 404935 h 793834"/>
              <a:gd name="csX7124" fmla="*/ 162522 w 3760185"/>
              <a:gd name="csY7124" fmla="*/ 402172 h 793834"/>
              <a:gd name="csX7125" fmla="*/ 3742099 w 3760185"/>
              <a:gd name="csY7125" fmla="*/ 393764 h 793834"/>
              <a:gd name="csX7126" fmla="*/ 3742843 w 3760185"/>
              <a:gd name="csY7126" fmla="*/ 404063 h 793834"/>
              <a:gd name="csX7127" fmla="*/ 3742099 w 3760185"/>
              <a:gd name="csY7127" fmla="*/ 404063 h 793834"/>
              <a:gd name="csX7128" fmla="*/ 3728442 w 3760185"/>
              <a:gd name="csY7128" fmla="*/ 393764 h 793834"/>
              <a:gd name="csX7129" fmla="*/ 3728442 w 3760185"/>
              <a:gd name="csY7129" fmla="*/ 404066 h 793834"/>
              <a:gd name="csX7130" fmla="*/ 3727076 w 3760185"/>
              <a:gd name="csY7130" fmla="*/ 404067 h 793834"/>
              <a:gd name="csX7131" fmla="*/ 3727076 w 3760185"/>
              <a:gd name="csY7131" fmla="*/ 399369 h 793834"/>
              <a:gd name="csX7132" fmla="*/ 3725710 w 3760185"/>
              <a:gd name="csY7132" fmla="*/ 393764 h 793834"/>
              <a:gd name="csX7133" fmla="*/ 3725710 w 3760185"/>
              <a:gd name="csY7133" fmla="*/ 404067 h 793834"/>
              <a:gd name="csX7134" fmla="*/ 3725317 w 3760185"/>
              <a:gd name="csY7134" fmla="*/ 404067 h 793834"/>
              <a:gd name="csX7135" fmla="*/ 3703859 w 3760185"/>
              <a:gd name="csY7135" fmla="*/ 393764 h 793834"/>
              <a:gd name="csX7136" fmla="*/ 3705224 w 3760185"/>
              <a:gd name="csY7136" fmla="*/ 393764 h 793834"/>
              <a:gd name="csX7137" fmla="*/ 3705224 w 3760185"/>
              <a:gd name="csY7137" fmla="*/ 404072 h 793834"/>
              <a:gd name="csX7138" fmla="*/ 3703859 w 3760185"/>
              <a:gd name="csY7138" fmla="*/ 404072 h 793834"/>
              <a:gd name="csX7139" fmla="*/ 3641035 w 3760185"/>
              <a:gd name="csY7139" fmla="*/ 393764 h 793834"/>
              <a:gd name="csX7140" fmla="*/ 3641809 w 3760185"/>
              <a:gd name="csY7140" fmla="*/ 404087 h 793834"/>
              <a:gd name="csX7141" fmla="*/ 3641035 w 3760185"/>
              <a:gd name="csY7141" fmla="*/ 404088 h 793834"/>
              <a:gd name="csX7142" fmla="*/ 3638303 w 3760185"/>
              <a:gd name="csY7142" fmla="*/ 393764 h 793834"/>
              <a:gd name="csX7143" fmla="*/ 3638303 w 3760185"/>
              <a:gd name="csY7143" fmla="*/ 404088 h 793834"/>
              <a:gd name="csX7144" fmla="*/ 3637728 w 3760185"/>
              <a:gd name="csY7144" fmla="*/ 404088 h 793834"/>
              <a:gd name="csX7145" fmla="*/ 3559091 w 3760185"/>
              <a:gd name="csY7145" fmla="*/ 393764 h 793834"/>
              <a:gd name="csX7146" fmla="*/ 3559931 w 3760185"/>
              <a:gd name="csY7146" fmla="*/ 404107 h 793834"/>
              <a:gd name="csX7147" fmla="*/ 3559091 w 3760185"/>
              <a:gd name="csY7147" fmla="*/ 404107 h 793834"/>
              <a:gd name="csX7148" fmla="*/ 3492171 w 3760185"/>
              <a:gd name="csY7148" fmla="*/ 393764 h 793834"/>
              <a:gd name="csX7149" fmla="*/ 3492171 w 3760185"/>
              <a:gd name="csY7149" fmla="*/ 404124 h 793834"/>
              <a:gd name="csX7150" fmla="*/ 3491293 w 3760185"/>
              <a:gd name="csY7150" fmla="*/ 404124 h 793834"/>
              <a:gd name="csX7151" fmla="*/ 3060600 w 3760185"/>
              <a:gd name="csY7151" fmla="*/ 393764 h 793834"/>
              <a:gd name="csX7152" fmla="*/ 3061356 w 3760185"/>
              <a:gd name="csY7152" fmla="*/ 404229 h 793834"/>
              <a:gd name="csX7153" fmla="*/ 3060600 w 3760185"/>
              <a:gd name="csY7153" fmla="*/ 404229 h 793834"/>
              <a:gd name="csX7154" fmla="*/ 2962267 w 3760185"/>
              <a:gd name="csY7154" fmla="*/ 393764 h 793834"/>
              <a:gd name="csX7155" fmla="*/ 2962851 w 3760185"/>
              <a:gd name="csY7155" fmla="*/ 404253 h 793834"/>
              <a:gd name="csX7156" fmla="*/ 2962267 w 3760185"/>
              <a:gd name="csY7156" fmla="*/ 404253 h 793834"/>
              <a:gd name="csX7157" fmla="*/ 2918564 w 3760185"/>
              <a:gd name="csY7157" fmla="*/ 393764 h 793834"/>
              <a:gd name="csX7158" fmla="*/ 2919009 w 3760185"/>
              <a:gd name="csY7158" fmla="*/ 404263 h 793834"/>
              <a:gd name="csX7159" fmla="*/ 2918564 w 3760185"/>
              <a:gd name="csY7159" fmla="*/ 404263 h 793834"/>
              <a:gd name="csX7160" fmla="*/ 2790185 w 3760185"/>
              <a:gd name="csY7160" fmla="*/ 393764 h 793834"/>
              <a:gd name="csX7161" fmla="*/ 2790501 w 3760185"/>
              <a:gd name="csY7161" fmla="*/ 404295 h 793834"/>
              <a:gd name="csX7162" fmla="*/ 2790185 w 3760185"/>
              <a:gd name="csY7162" fmla="*/ 404295 h 793834"/>
              <a:gd name="csX7163" fmla="*/ 2638589 w 3760185"/>
              <a:gd name="csY7163" fmla="*/ 393764 h 793834"/>
              <a:gd name="csX7164" fmla="*/ 2638589 w 3760185"/>
              <a:gd name="csY7164" fmla="*/ 395866 h 793834"/>
              <a:gd name="csX7165" fmla="*/ 2638589 w 3760185"/>
              <a:gd name="csY7165" fmla="*/ 397267 h 793834"/>
              <a:gd name="csX7166" fmla="*/ 2639064 w 3760185"/>
              <a:gd name="csY7166" fmla="*/ 404332 h 793834"/>
              <a:gd name="csX7167" fmla="*/ 2637879 w 3760185"/>
              <a:gd name="csY7167" fmla="*/ 404332 h 793834"/>
              <a:gd name="csX7168" fmla="*/ 2553914 w 3760185"/>
              <a:gd name="csY7168" fmla="*/ 393764 h 793834"/>
              <a:gd name="csX7169" fmla="*/ 2554443 w 3760185"/>
              <a:gd name="csY7169" fmla="*/ 404352 h 793834"/>
              <a:gd name="csX7170" fmla="*/ 2553914 w 3760185"/>
              <a:gd name="csY7170" fmla="*/ 404352 h 793834"/>
              <a:gd name="csX7171" fmla="*/ 2536160 w 3760185"/>
              <a:gd name="csY7171" fmla="*/ 393764 h 793834"/>
              <a:gd name="csX7172" fmla="*/ 2536826 w 3760185"/>
              <a:gd name="csY7172" fmla="*/ 404356 h 793834"/>
              <a:gd name="csX7173" fmla="*/ 2536160 w 3760185"/>
              <a:gd name="csY7173" fmla="*/ 404357 h 793834"/>
              <a:gd name="csX7174" fmla="*/ 2535242 w 3760185"/>
              <a:gd name="csY7174" fmla="*/ 404357 h 793834"/>
              <a:gd name="csX7175" fmla="*/ 2536160 w 3760185"/>
              <a:gd name="csY7175" fmla="*/ 394465 h 793834"/>
              <a:gd name="csX7176" fmla="*/ 2197459 w 3760185"/>
              <a:gd name="csY7176" fmla="*/ 393764 h 793834"/>
              <a:gd name="csX7177" fmla="*/ 2197459 w 3760185"/>
              <a:gd name="csY7177" fmla="*/ 404439 h 793834"/>
              <a:gd name="csX7178" fmla="*/ 2196951 w 3760185"/>
              <a:gd name="csY7178" fmla="*/ 404439 h 793834"/>
              <a:gd name="csX7179" fmla="*/ 2127807 w 3760185"/>
              <a:gd name="csY7179" fmla="*/ 393764 h 793834"/>
              <a:gd name="csX7180" fmla="*/ 2128641 w 3760185"/>
              <a:gd name="csY7180" fmla="*/ 404456 h 793834"/>
              <a:gd name="csX7181" fmla="*/ 2127807 w 3760185"/>
              <a:gd name="csY7181" fmla="*/ 404456 h 793834"/>
              <a:gd name="csX7182" fmla="*/ 2127807 w 3760185"/>
              <a:gd name="csY7182" fmla="*/ 402872 h 793834"/>
              <a:gd name="csX7183" fmla="*/ 2089566 w 3760185"/>
              <a:gd name="csY7183" fmla="*/ 393764 h 793834"/>
              <a:gd name="csX7184" fmla="*/ 2089566 w 3760185"/>
              <a:gd name="csY7184" fmla="*/ 404465 h 793834"/>
              <a:gd name="csX7185" fmla="*/ 2088732 w 3760185"/>
              <a:gd name="csY7185" fmla="*/ 404466 h 793834"/>
              <a:gd name="csX7186" fmla="*/ 2070446 w 3760185"/>
              <a:gd name="csY7186" fmla="*/ 393764 h 793834"/>
              <a:gd name="csX7187" fmla="*/ 2071812 w 3760185"/>
              <a:gd name="csY7187" fmla="*/ 403573 h 793834"/>
              <a:gd name="csX7188" fmla="*/ 2071812 w 3760185"/>
              <a:gd name="csY7188" fmla="*/ 404470 h 793834"/>
              <a:gd name="csX7189" fmla="*/ 2070446 w 3760185"/>
              <a:gd name="csY7189" fmla="*/ 404470 h 793834"/>
              <a:gd name="csX7190" fmla="*/ 2039034 w 3760185"/>
              <a:gd name="csY7190" fmla="*/ 393764 h 793834"/>
              <a:gd name="csX7191" fmla="*/ 2039034 w 3760185"/>
              <a:gd name="csY7191" fmla="*/ 402872 h 793834"/>
              <a:gd name="csX7192" fmla="*/ 2039034 w 3760185"/>
              <a:gd name="csY7192" fmla="*/ 404478 h 793834"/>
              <a:gd name="csX7193" fmla="*/ 2038164 w 3760185"/>
              <a:gd name="csY7193" fmla="*/ 404478 h 793834"/>
              <a:gd name="csX7194" fmla="*/ 1918850 w 3760185"/>
              <a:gd name="csY7194" fmla="*/ 393764 h 793834"/>
              <a:gd name="csX7195" fmla="*/ 1918850 w 3760185"/>
              <a:gd name="csY7195" fmla="*/ 404507 h 793834"/>
              <a:gd name="csX7196" fmla="*/ 1917686 w 3760185"/>
              <a:gd name="csY7196" fmla="*/ 404507 h 793834"/>
              <a:gd name="csX7197" fmla="*/ 1902461 w 3760185"/>
              <a:gd name="csY7197" fmla="*/ 393764 h 793834"/>
              <a:gd name="csX7198" fmla="*/ 1902461 w 3760185"/>
              <a:gd name="csY7198" fmla="*/ 402172 h 793834"/>
              <a:gd name="csX7199" fmla="*/ 1903601 w 3760185"/>
              <a:gd name="csY7199" fmla="*/ 404511 h 793834"/>
              <a:gd name="csX7200" fmla="*/ 1901974 w 3760185"/>
              <a:gd name="csY7200" fmla="*/ 404511 h 793834"/>
              <a:gd name="csX7201" fmla="*/ 1851929 w 3760185"/>
              <a:gd name="csY7201" fmla="*/ 393764 h 793834"/>
              <a:gd name="csX7202" fmla="*/ 1852512 w 3760185"/>
              <a:gd name="csY7202" fmla="*/ 404523 h 793834"/>
              <a:gd name="csX7203" fmla="*/ 1851929 w 3760185"/>
              <a:gd name="csY7203" fmla="*/ 404523 h 793834"/>
              <a:gd name="csX7204" fmla="*/ 1785009 w 3760185"/>
              <a:gd name="csY7204" fmla="*/ 393764 h 793834"/>
              <a:gd name="csX7205" fmla="*/ 1785576 w 3760185"/>
              <a:gd name="csY7205" fmla="*/ 404539 h 793834"/>
              <a:gd name="csX7206" fmla="*/ 1784481 w 3760185"/>
              <a:gd name="csY7206" fmla="*/ 404540 h 793834"/>
              <a:gd name="csX7207" fmla="*/ 1785009 w 3760185"/>
              <a:gd name="csY7207" fmla="*/ 395866 h 793834"/>
              <a:gd name="csX7208" fmla="*/ 1715356 w 3760185"/>
              <a:gd name="csY7208" fmla="*/ 393764 h 793834"/>
              <a:gd name="csX7209" fmla="*/ 1715356 w 3760185"/>
              <a:gd name="csY7209" fmla="*/ 401471 h 793834"/>
              <a:gd name="csX7210" fmla="*/ 1716024 w 3760185"/>
              <a:gd name="csY7210" fmla="*/ 404556 h 793834"/>
              <a:gd name="csX7211" fmla="*/ 1714400 w 3760185"/>
              <a:gd name="csY7211" fmla="*/ 404557 h 793834"/>
              <a:gd name="csX7212" fmla="*/ 1700333 w 3760185"/>
              <a:gd name="csY7212" fmla="*/ 393764 h 793834"/>
              <a:gd name="csX7213" fmla="*/ 1700333 w 3760185"/>
              <a:gd name="csY7213" fmla="*/ 404560 h 793834"/>
              <a:gd name="csX7214" fmla="*/ 1699377 w 3760185"/>
              <a:gd name="csY7214" fmla="*/ 404560 h 793834"/>
              <a:gd name="csX7215" fmla="*/ 1689407 w 3760185"/>
              <a:gd name="csY7215" fmla="*/ 393764 h 793834"/>
              <a:gd name="csX7216" fmla="*/ 1689407 w 3760185"/>
              <a:gd name="csY7216" fmla="*/ 404563 h 793834"/>
              <a:gd name="csX7217" fmla="*/ 1687848 w 3760185"/>
              <a:gd name="csY7217" fmla="*/ 404563 h 793834"/>
              <a:gd name="csX7218" fmla="*/ 1688042 w 3760185"/>
              <a:gd name="csY7218" fmla="*/ 400770 h 793834"/>
              <a:gd name="csX7219" fmla="*/ 1688042 w 3760185"/>
              <a:gd name="csY7219" fmla="*/ 402172 h 793834"/>
              <a:gd name="csX7220" fmla="*/ 1612927 w 3760185"/>
              <a:gd name="csY7220" fmla="*/ 393764 h 793834"/>
              <a:gd name="csX7221" fmla="*/ 1613224 w 3760185"/>
              <a:gd name="csY7221" fmla="*/ 404581 h 793834"/>
              <a:gd name="csX7222" fmla="*/ 1611561 w 3760185"/>
              <a:gd name="csY7222" fmla="*/ 404582 h 793834"/>
              <a:gd name="csX7223" fmla="*/ 1611561 w 3760185"/>
              <a:gd name="csY7223" fmla="*/ 395866 h 793834"/>
              <a:gd name="csX7224" fmla="*/ 1612927 w 3760185"/>
              <a:gd name="csY7224" fmla="*/ 400770 h 793834"/>
              <a:gd name="csX7225" fmla="*/ 1347975 w 3760185"/>
              <a:gd name="csY7225" fmla="*/ 393764 h 793834"/>
              <a:gd name="csX7226" fmla="*/ 1347975 w 3760185"/>
              <a:gd name="csY7226" fmla="*/ 404646 h 793834"/>
              <a:gd name="csX7227" fmla="*/ 1347807 w 3760185"/>
              <a:gd name="csY7227" fmla="*/ 404646 h 793834"/>
              <a:gd name="csX7228" fmla="*/ 1234619 w 3760185"/>
              <a:gd name="csY7228" fmla="*/ 393764 h 793834"/>
              <a:gd name="csX7229" fmla="*/ 1234951 w 3760185"/>
              <a:gd name="csY7229" fmla="*/ 404674 h 793834"/>
              <a:gd name="csX7230" fmla="*/ 1234619 w 3760185"/>
              <a:gd name="csY7230" fmla="*/ 404674 h 793834"/>
              <a:gd name="csX7231" fmla="*/ 1042052 w 3760185"/>
              <a:gd name="csY7231" fmla="*/ 393764 h 793834"/>
              <a:gd name="csX7232" fmla="*/ 1042052 w 3760185"/>
              <a:gd name="csY7232" fmla="*/ 404721 h 793834"/>
              <a:gd name="csX7233" fmla="*/ 1041625 w 3760185"/>
              <a:gd name="csY7233" fmla="*/ 404721 h 793834"/>
              <a:gd name="csX7234" fmla="*/ 973765 w 3760185"/>
              <a:gd name="csY7234" fmla="*/ 393764 h 793834"/>
              <a:gd name="csX7235" fmla="*/ 974220 w 3760185"/>
              <a:gd name="csY7235" fmla="*/ 404737 h 793834"/>
              <a:gd name="csX7236" fmla="*/ 973765 w 3760185"/>
              <a:gd name="csY7236" fmla="*/ 404737 h 793834"/>
              <a:gd name="csX7237" fmla="*/ 972956 w 3760185"/>
              <a:gd name="csY7237" fmla="*/ 404737 h 793834"/>
              <a:gd name="csX7238" fmla="*/ 973765 w 3760185"/>
              <a:gd name="csY7238" fmla="*/ 397267 h 793834"/>
              <a:gd name="csX7239" fmla="*/ 960108 w 3760185"/>
              <a:gd name="csY7239" fmla="*/ 393764 h 793834"/>
              <a:gd name="csX7240" fmla="*/ 961367 w 3760185"/>
              <a:gd name="csY7240" fmla="*/ 404740 h 793834"/>
              <a:gd name="csX7241" fmla="*/ 960108 w 3760185"/>
              <a:gd name="csY7241" fmla="*/ 404740 h 793834"/>
              <a:gd name="csX7242" fmla="*/ 897284 w 3760185"/>
              <a:gd name="csY7242" fmla="*/ 393764 h 793834"/>
              <a:gd name="csX7243" fmla="*/ 897284 w 3760185"/>
              <a:gd name="csY7243" fmla="*/ 404756 h 793834"/>
              <a:gd name="csX7244" fmla="*/ 896838 w 3760185"/>
              <a:gd name="csY7244" fmla="*/ 404756 h 793834"/>
              <a:gd name="csX7245" fmla="*/ 849484 w 3760185"/>
              <a:gd name="csY7245" fmla="*/ 393764 h 793834"/>
              <a:gd name="csX7246" fmla="*/ 850824 w 3760185"/>
              <a:gd name="csY7246" fmla="*/ 404767 h 793834"/>
              <a:gd name="csX7247" fmla="*/ 849484 w 3760185"/>
              <a:gd name="csY7247" fmla="*/ 404767 h 793834"/>
              <a:gd name="csX7248" fmla="*/ 630967 w 3760185"/>
              <a:gd name="csY7248" fmla="*/ 393764 h 793834"/>
              <a:gd name="csX7249" fmla="*/ 631038 w 3760185"/>
              <a:gd name="csY7249" fmla="*/ 404821 h 793834"/>
              <a:gd name="csX7250" fmla="*/ 630967 w 3760185"/>
              <a:gd name="csY7250" fmla="*/ 404821 h 793834"/>
              <a:gd name="csX7251" fmla="*/ 555852 w 3760185"/>
              <a:gd name="csY7251" fmla="*/ 393764 h 793834"/>
              <a:gd name="csX7252" fmla="*/ 555852 w 3760185"/>
              <a:gd name="csY7252" fmla="*/ 404839 h 793834"/>
              <a:gd name="csX7253" fmla="*/ 555350 w 3760185"/>
              <a:gd name="csY7253" fmla="*/ 404839 h 793834"/>
              <a:gd name="csX7254" fmla="*/ 404256 w 3760185"/>
              <a:gd name="csY7254" fmla="*/ 393764 h 793834"/>
              <a:gd name="csX7255" fmla="*/ 404256 w 3760185"/>
              <a:gd name="csY7255" fmla="*/ 404876 h 793834"/>
              <a:gd name="csX7256" fmla="*/ 403557 w 3760185"/>
              <a:gd name="csY7256" fmla="*/ 404876 h 793834"/>
              <a:gd name="csX7257" fmla="*/ 401525 w 3760185"/>
              <a:gd name="csY7257" fmla="*/ 393764 h 793834"/>
              <a:gd name="csX7258" fmla="*/ 402427 w 3760185"/>
              <a:gd name="csY7258" fmla="*/ 404876 h 793834"/>
              <a:gd name="csX7259" fmla="*/ 401525 w 3760185"/>
              <a:gd name="csY7259" fmla="*/ 404877 h 793834"/>
              <a:gd name="csX7260" fmla="*/ 401200 w 3760185"/>
              <a:gd name="csY7260" fmla="*/ 404877 h 793834"/>
              <a:gd name="csX7261" fmla="*/ 401525 w 3760185"/>
              <a:gd name="csY7261" fmla="*/ 402872 h 793834"/>
              <a:gd name="csX7262" fmla="*/ 312752 w 3760185"/>
              <a:gd name="csY7262" fmla="*/ 393764 h 793834"/>
              <a:gd name="csX7263" fmla="*/ 313017 w 3760185"/>
              <a:gd name="csY7263" fmla="*/ 404898 h 793834"/>
              <a:gd name="csX7264" fmla="*/ 312752 w 3760185"/>
              <a:gd name="csY7264" fmla="*/ 404898 h 793834"/>
              <a:gd name="csX7265" fmla="*/ 202128 w 3760185"/>
              <a:gd name="csY7265" fmla="*/ 393764 h 793834"/>
              <a:gd name="csX7266" fmla="*/ 203494 w 3760185"/>
              <a:gd name="csY7266" fmla="*/ 402872 h 793834"/>
              <a:gd name="csX7267" fmla="*/ 203494 w 3760185"/>
              <a:gd name="csY7267" fmla="*/ 404925 h 793834"/>
              <a:gd name="csX7268" fmla="*/ 202128 w 3760185"/>
              <a:gd name="csY7268" fmla="*/ 404925 h 793834"/>
              <a:gd name="csX7269" fmla="*/ 170716 w 3760185"/>
              <a:gd name="csY7269" fmla="*/ 393764 h 793834"/>
              <a:gd name="csX7270" fmla="*/ 172082 w 3760185"/>
              <a:gd name="csY7270" fmla="*/ 402872 h 793834"/>
              <a:gd name="csX7271" fmla="*/ 172082 w 3760185"/>
              <a:gd name="csY7271" fmla="*/ 398669 h 793834"/>
              <a:gd name="csX7272" fmla="*/ 172476 w 3760185"/>
              <a:gd name="csY7272" fmla="*/ 404932 h 793834"/>
              <a:gd name="csX7273" fmla="*/ 170716 w 3760185"/>
              <a:gd name="csY7273" fmla="*/ 404933 h 793834"/>
              <a:gd name="csX7274" fmla="*/ 169350 w 3760185"/>
              <a:gd name="csY7274" fmla="*/ 393764 h 793834"/>
              <a:gd name="csX7275" fmla="*/ 169350 w 3760185"/>
              <a:gd name="csY7275" fmla="*/ 401471 h 793834"/>
              <a:gd name="csX7276" fmla="*/ 169657 w 3760185"/>
              <a:gd name="csY7276" fmla="*/ 404933 h 793834"/>
              <a:gd name="csX7277" fmla="*/ 168625 w 3760185"/>
              <a:gd name="csY7277" fmla="*/ 404933 h 793834"/>
              <a:gd name="csX7278" fmla="*/ 129744 w 3760185"/>
              <a:gd name="csY7278" fmla="*/ 393764 h 793834"/>
              <a:gd name="csX7279" fmla="*/ 129744 w 3760185"/>
              <a:gd name="csY7279" fmla="*/ 404943 h 793834"/>
              <a:gd name="csX7280" fmla="*/ 129333 w 3760185"/>
              <a:gd name="csY7280" fmla="*/ 404943 h 793834"/>
              <a:gd name="csX7281" fmla="*/ 125647 w 3760185"/>
              <a:gd name="csY7281" fmla="*/ 393764 h 793834"/>
              <a:gd name="csX7282" fmla="*/ 125647 w 3760185"/>
              <a:gd name="csY7282" fmla="*/ 404944 h 793834"/>
              <a:gd name="csX7283" fmla="*/ 124699 w 3760185"/>
              <a:gd name="csY7283" fmla="*/ 404944 h 793834"/>
              <a:gd name="csX7284" fmla="*/ 4097 w 3760185"/>
              <a:gd name="csY7284" fmla="*/ 393764 h 793834"/>
              <a:gd name="csX7285" fmla="*/ 4097 w 3760185"/>
              <a:gd name="csY7285" fmla="*/ 400070 h 793834"/>
              <a:gd name="csX7286" fmla="*/ 4695 w 3760185"/>
              <a:gd name="csY7286" fmla="*/ 404973 h 793834"/>
              <a:gd name="csX7287" fmla="*/ 3147 w 3760185"/>
              <a:gd name="csY7287" fmla="*/ 404974 h 793834"/>
              <a:gd name="csX7288" fmla="*/ 3718882 w 3760185"/>
              <a:gd name="csY7288" fmla="*/ 393063 h 793834"/>
              <a:gd name="csX7289" fmla="*/ 3719462 w 3760185"/>
              <a:gd name="csY7289" fmla="*/ 404068 h 793834"/>
              <a:gd name="csX7290" fmla="*/ 3718882 w 3760185"/>
              <a:gd name="csY7290" fmla="*/ 404069 h 793834"/>
              <a:gd name="csX7291" fmla="*/ 3673813 w 3760185"/>
              <a:gd name="csY7291" fmla="*/ 393063 h 793834"/>
              <a:gd name="csX7292" fmla="*/ 3674639 w 3760185"/>
              <a:gd name="csY7292" fmla="*/ 404079 h 793834"/>
              <a:gd name="csX7293" fmla="*/ 3673813 w 3760185"/>
              <a:gd name="csY7293" fmla="*/ 404080 h 793834"/>
              <a:gd name="csX7294" fmla="*/ 3626012 w 3760185"/>
              <a:gd name="csY7294" fmla="*/ 393063 h 793834"/>
              <a:gd name="csX7295" fmla="*/ 3626348 w 3760185"/>
              <a:gd name="csY7295" fmla="*/ 404091 h 793834"/>
              <a:gd name="csX7296" fmla="*/ 3625637 w 3760185"/>
              <a:gd name="csY7296" fmla="*/ 404091 h 793834"/>
              <a:gd name="csX7297" fmla="*/ 3626012 w 3760185"/>
              <a:gd name="csY7297" fmla="*/ 394465 h 793834"/>
              <a:gd name="csX7298" fmla="*/ 2956805 w 3760185"/>
              <a:gd name="csY7298" fmla="*/ 393063 h 793834"/>
              <a:gd name="csX7299" fmla="*/ 2956805 w 3760185"/>
              <a:gd name="csY7299" fmla="*/ 404254 h 793834"/>
              <a:gd name="csX7300" fmla="*/ 2955714 w 3760185"/>
              <a:gd name="csY7300" fmla="*/ 404254 h 793834"/>
              <a:gd name="csX7301" fmla="*/ 2687756 w 3760185"/>
              <a:gd name="csY7301" fmla="*/ 393063 h 793834"/>
              <a:gd name="csX7302" fmla="*/ 2687756 w 3760185"/>
              <a:gd name="csY7302" fmla="*/ 404320 h 793834"/>
              <a:gd name="csX7303" fmla="*/ 2686390 w 3760185"/>
              <a:gd name="csY7303" fmla="*/ 404320 h 793834"/>
              <a:gd name="csX7304" fmla="*/ 2686390 w 3760185"/>
              <a:gd name="csY7304" fmla="*/ 401471 h 793834"/>
              <a:gd name="csX7305" fmla="*/ 2575766 w 3760185"/>
              <a:gd name="csY7305" fmla="*/ 393063 h 793834"/>
              <a:gd name="csX7306" fmla="*/ 2576266 w 3760185"/>
              <a:gd name="csY7306" fmla="*/ 404347 h 793834"/>
              <a:gd name="csX7307" fmla="*/ 2575766 w 3760185"/>
              <a:gd name="csY7307" fmla="*/ 404347 h 793834"/>
              <a:gd name="csX7308" fmla="*/ 2101858 w 3760185"/>
              <a:gd name="csY7308" fmla="*/ 393063 h 793834"/>
              <a:gd name="csX7309" fmla="*/ 2101858 w 3760185"/>
              <a:gd name="csY7309" fmla="*/ 394465 h 793834"/>
              <a:gd name="csX7310" fmla="*/ 2102607 w 3760185"/>
              <a:gd name="csY7310" fmla="*/ 404462 h 793834"/>
              <a:gd name="csX7311" fmla="*/ 2100492 w 3760185"/>
              <a:gd name="csY7311" fmla="*/ 404463 h 793834"/>
              <a:gd name="csX7312" fmla="*/ 2100492 w 3760185"/>
              <a:gd name="csY7312" fmla="*/ 394465 h 793834"/>
              <a:gd name="csX7313" fmla="*/ 2064983 w 3760185"/>
              <a:gd name="csY7313" fmla="*/ 393063 h 793834"/>
              <a:gd name="csX7314" fmla="*/ 2065657 w 3760185"/>
              <a:gd name="csY7314" fmla="*/ 404471 h 793834"/>
              <a:gd name="csX7315" fmla="*/ 2064983 w 3760185"/>
              <a:gd name="csY7315" fmla="*/ 404471 h 793834"/>
              <a:gd name="csX7316" fmla="*/ 1966651 w 3760185"/>
              <a:gd name="csY7316" fmla="*/ 393063 h 793834"/>
              <a:gd name="csX7317" fmla="*/ 1966651 w 3760185"/>
              <a:gd name="csY7317" fmla="*/ 401471 h 793834"/>
              <a:gd name="csX7318" fmla="*/ 1966841 w 3760185"/>
              <a:gd name="csY7318" fmla="*/ 404495 h 793834"/>
              <a:gd name="csX7319" fmla="*/ 1965537 w 3760185"/>
              <a:gd name="csY7319" fmla="*/ 404496 h 793834"/>
              <a:gd name="csX7320" fmla="*/ 1880610 w 3760185"/>
              <a:gd name="csY7320" fmla="*/ 393063 h 793834"/>
              <a:gd name="csX7321" fmla="*/ 1881850 w 3760185"/>
              <a:gd name="csY7321" fmla="*/ 404516 h 793834"/>
              <a:gd name="csX7322" fmla="*/ 1879733 w 3760185"/>
              <a:gd name="csY7322" fmla="*/ 404516 h 793834"/>
              <a:gd name="csX7323" fmla="*/ 1880610 w 3760185"/>
              <a:gd name="csY7323" fmla="*/ 398669 h 793834"/>
              <a:gd name="csX7324" fmla="*/ 1804129 w 3760185"/>
              <a:gd name="csY7324" fmla="*/ 393063 h 793834"/>
              <a:gd name="csX7325" fmla="*/ 1804129 w 3760185"/>
              <a:gd name="csY7325" fmla="*/ 404535 h 793834"/>
              <a:gd name="csX7326" fmla="*/ 1803790 w 3760185"/>
              <a:gd name="csY7326" fmla="*/ 404535 h 793834"/>
              <a:gd name="csX7327" fmla="*/ 1749500 w 3760185"/>
              <a:gd name="csY7327" fmla="*/ 393063 h 793834"/>
              <a:gd name="csX7328" fmla="*/ 1749500 w 3760185"/>
              <a:gd name="csY7328" fmla="*/ 398669 h 793834"/>
              <a:gd name="csX7329" fmla="*/ 1750216 w 3760185"/>
              <a:gd name="csY7329" fmla="*/ 404548 h 793834"/>
              <a:gd name="csX7330" fmla="*/ 1748134 w 3760185"/>
              <a:gd name="csY7330" fmla="*/ 404549 h 793834"/>
              <a:gd name="csX7331" fmla="*/ 1748134 w 3760185"/>
              <a:gd name="csY7331" fmla="*/ 404274 h 793834"/>
              <a:gd name="csX7332" fmla="*/ 1230522 w 3760185"/>
              <a:gd name="csY7332" fmla="*/ 393063 h 793834"/>
              <a:gd name="csX7333" fmla="*/ 1230522 w 3760185"/>
              <a:gd name="csY7333" fmla="*/ 404675 h 793834"/>
              <a:gd name="csX7334" fmla="*/ 1229742 w 3760185"/>
              <a:gd name="csY7334" fmla="*/ 404675 h 793834"/>
              <a:gd name="csX7335" fmla="*/ 1211402 w 3760185"/>
              <a:gd name="csY7335" fmla="*/ 393063 h 793834"/>
              <a:gd name="csX7336" fmla="*/ 1211402 w 3760185"/>
              <a:gd name="csY7336" fmla="*/ 404679 h 793834"/>
              <a:gd name="csX7337" fmla="*/ 1210836 w 3760185"/>
              <a:gd name="csY7337" fmla="*/ 404679 h 793834"/>
              <a:gd name="csX7338" fmla="*/ 1159504 w 3760185"/>
              <a:gd name="csY7338" fmla="*/ 393063 h 793834"/>
              <a:gd name="csX7339" fmla="*/ 1159504 w 3760185"/>
              <a:gd name="csY7339" fmla="*/ 404692 h 793834"/>
              <a:gd name="csX7340" fmla="*/ 1158892 w 3760185"/>
              <a:gd name="csY7340" fmla="*/ 404692 h 793834"/>
              <a:gd name="csX7341" fmla="*/ 1156773 w 3760185"/>
              <a:gd name="csY7341" fmla="*/ 393063 h 793834"/>
              <a:gd name="csX7342" fmla="*/ 1156773 w 3760185"/>
              <a:gd name="csY7342" fmla="*/ 404693 h 793834"/>
              <a:gd name="csX7343" fmla="*/ 1155407 w 3760185"/>
              <a:gd name="csY7343" fmla="*/ 404693 h 793834"/>
              <a:gd name="csX7344" fmla="*/ 1155407 w 3760185"/>
              <a:gd name="csY7344" fmla="*/ 396567 h 793834"/>
              <a:gd name="csX7345" fmla="*/ 1147213 w 3760185"/>
              <a:gd name="csY7345" fmla="*/ 393063 h 793834"/>
              <a:gd name="csX7346" fmla="*/ 1148579 w 3760185"/>
              <a:gd name="csY7346" fmla="*/ 399369 h 793834"/>
              <a:gd name="csX7347" fmla="*/ 1148579 w 3760185"/>
              <a:gd name="csY7347" fmla="*/ 393764 h 793834"/>
              <a:gd name="csX7348" fmla="*/ 1149505 w 3760185"/>
              <a:gd name="csY7348" fmla="*/ 404694 h 793834"/>
              <a:gd name="csX7349" fmla="*/ 1145811 w 3760185"/>
              <a:gd name="csY7349" fmla="*/ 404695 h 793834"/>
              <a:gd name="csX7350" fmla="*/ 1145847 w 3760185"/>
              <a:gd name="csY7350" fmla="*/ 404274 h 793834"/>
              <a:gd name="csX7351" fmla="*/ 1145847 w 3760185"/>
              <a:gd name="csY7351" fmla="*/ 398669 h 793834"/>
              <a:gd name="csX7352" fmla="*/ 1147213 w 3760185"/>
              <a:gd name="csY7352" fmla="*/ 399369 h 793834"/>
              <a:gd name="csX7353" fmla="*/ 980594 w 3760185"/>
              <a:gd name="csY7353" fmla="*/ 393063 h 793834"/>
              <a:gd name="csX7354" fmla="*/ 981960 w 3760185"/>
              <a:gd name="csY7354" fmla="*/ 403573 h 793834"/>
              <a:gd name="csX7355" fmla="*/ 981960 w 3760185"/>
              <a:gd name="csY7355" fmla="*/ 404735 h 793834"/>
              <a:gd name="csX7356" fmla="*/ 979228 w 3760185"/>
              <a:gd name="csY7356" fmla="*/ 404736 h 793834"/>
              <a:gd name="csX7357" fmla="*/ 979228 w 3760185"/>
              <a:gd name="csY7357" fmla="*/ 402872 h 793834"/>
              <a:gd name="csX7358" fmla="*/ 979228 w 3760185"/>
              <a:gd name="csY7358" fmla="*/ 401471 h 793834"/>
              <a:gd name="csX7359" fmla="*/ 980594 w 3760185"/>
              <a:gd name="csY7359" fmla="*/ 399369 h 793834"/>
              <a:gd name="csX7360" fmla="*/ 927330 w 3760185"/>
              <a:gd name="csY7360" fmla="*/ 393063 h 793834"/>
              <a:gd name="csX7361" fmla="*/ 928529 w 3760185"/>
              <a:gd name="csY7361" fmla="*/ 404748 h 793834"/>
              <a:gd name="csX7362" fmla="*/ 927330 w 3760185"/>
              <a:gd name="csY7362" fmla="*/ 404748 h 793834"/>
              <a:gd name="csX7363" fmla="*/ 247197 w 3760185"/>
              <a:gd name="csY7363" fmla="*/ 393063 h 793834"/>
              <a:gd name="csX7364" fmla="*/ 247197 w 3760185"/>
              <a:gd name="csY7364" fmla="*/ 404914 h 793834"/>
              <a:gd name="csX7365" fmla="*/ 246518 w 3760185"/>
              <a:gd name="csY7365" fmla="*/ 404914 h 793834"/>
              <a:gd name="csX7366" fmla="*/ 208957 w 3760185"/>
              <a:gd name="csY7366" fmla="*/ 393063 h 793834"/>
              <a:gd name="csX7367" fmla="*/ 208957 w 3760185"/>
              <a:gd name="csY7367" fmla="*/ 404923 h 793834"/>
              <a:gd name="csX7368" fmla="*/ 207856 w 3760185"/>
              <a:gd name="csY7368" fmla="*/ 404924 h 793834"/>
              <a:gd name="csX7369" fmla="*/ 135207 w 3760185"/>
              <a:gd name="csY7369" fmla="*/ 393063 h 793834"/>
              <a:gd name="csX7370" fmla="*/ 135636 w 3760185"/>
              <a:gd name="csY7370" fmla="*/ 404941 h 793834"/>
              <a:gd name="csX7371" fmla="*/ 135207 w 3760185"/>
              <a:gd name="csY7371" fmla="*/ 404941 h 793834"/>
              <a:gd name="csX7372" fmla="*/ 71018 w 3760185"/>
              <a:gd name="csY7372" fmla="*/ 393063 h 793834"/>
              <a:gd name="csX7373" fmla="*/ 71018 w 3760185"/>
              <a:gd name="csY7373" fmla="*/ 404957 h 793834"/>
              <a:gd name="csX7374" fmla="*/ 70525 w 3760185"/>
              <a:gd name="csY7374" fmla="*/ 404957 h 793834"/>
              <a:gd name="csX7375" fmla="*/ 3758488 w 3760185"/>
              <a:gd name="csY7375" fmla="*/ 392363 h 793834"/>
              <a:gd name="csX7376" fmla="*/ 3758488 w 3760185"/>
              <a:gd name="csY7376" fmla="*/ 395866 h 793834"/>
              <a:gd name="csX7377" fmla="*/ 3758488 w 3760185"/>
              <a:gd name="csY7377" fmla="*/ 404059 h 793834"/>
              <a:gd name="csX7378" fmla="*/ 3757451 w 3760185"/>
              <a:gd name="csY7378" fmla="*/ 404059 h 793834"/>
              <a:gd name="csX7379" fmla="*/ 3560457 w 3760185"/>
              <a:gd name="csY7379" fmla="*/ 392363 h 793834"/>
              <a:gd name="csX7380" fmla="*/ 3561823 w 3760185"/>
              <a:gd name="csY7380" fmla="*/ 394465 h 793834"/>
              <a:gd name="csX7381" fmla="*/ 3561823 w 3760185"/>
              <a:gd name="csY7381" fmla="*/ 404107 h 793834"/>
              <a:gd name="csX7382" fmla="*/ 3560457 w 3760185"/>
              <a:gd name="csY7382" fmla="*/ 404107 h 793834"/>
              <a:gd name="csX7383" fmla="*/ 3546800 w 3760185"/>
              <a:gd name="csY7383" fmla="*/ 392363 h 793834"/>
              <a:gd name="csX7384" fmla="*/ 3547309 w 3760185"/>
              <a:gd name="csY7384" fmla="*/ 404110 h 793834"/>
              <a:gd name="csX7385" fmla="*/ 3546800 w 3760185"/>
              <a:gd name="csY7385" fmla="*/ 404110 h 793834"/>
              <a:gd name="csX7386" fmla="*/ 3524948 w 3760185"/>
              <a:gd name="csY7386" fmla="*/ 392363 h 793834"/>
              <a:gd name="csX7387" fmla="*/ 3524948 w 3760185"/>
              <a:gd name="csY7387" fmla="*/ 404116 h 793834"/>
              <a:gd name="csX7388" fmla="*/ 3523582 w 3760185"/>
              <a:gd name="csY7388" fmla="*/ 404116 h 793834"/>
              <a:gd name="csX7389" fmla="*/ 3523582 w 3760185"/>
              <a:gd name="csY7389" fmla="*/ 396567 h 793834"/>
              <a:gd name="csX7390" fmla="*/ 3449833 w 3760185"/>
              <a:gd name="csY7390" fmla="*/ 392363 h 793834"/>
              <a:gd name="csX7391" fmla="*/ 3450301 w 3760185"/>
              <a:gd name="csY7391" fmla="*/ 404134 h 793834"/>
              <a:gd name="csX7392" fmla="*/ 3449833 w 3760185"/>
              <a:gd name="csY7392" fmla="*/ 404134 h 793834"/>
              <a:gd name="csX7393" fmla="*/ 3448467 w 3760185"/>
              <a:gd name="csY7393" fmla="*/ 404134 h 793834"/>
              <a:gd name="csX7394" fmla="*/ 3448467 w 3760185"/>
              <a:gd name="csY7394" fmla="*/ 402172 h 793834"/>
              <a:gd name="csX7395" fmla="*/ 3449833 w 3760185"/>
              <a:gd name="csY7395" fmla="*/ 396567 h 793834"/>
              <a:gd name="csX7396" fmla="*/ 3290043 w 3760185"/>
              <a:gd name="csY7396" fmla="*/ 392363 h 793834"/>
              <a:gd name="csX7397" fmla="*/ 3290156 w 3760185"/>
              <a:gd name="csY7397" fmla="*/ 404173 h 793834"/>
              <a:gd name="csX7398" fmla="*/ 3290043 w 3760185"/>
              <a:gd name="csY7398" fmla="*/ 404173 h 793834"/>
              <a:gd name="csX7399" fmla="*/ 3289834 w 3760185"/>
              <a:gd name="csY7399" fmla="*/ 404173 h 793834"/>
              <a:gd name="csX7400" fmla="*/ 3290043 w 3760185"/>
              <a:gd name="csY7400" fmla="*/ 396567 h 793834"/>
              <a:gd name="csX7401" fmla="*/ 2859838 w 3760185"/>
              <a:gd name="csY7401" fmla="*/ 392363 h 793834"/>
              <a:gd name="csX7402" fmla="*/ 2860563 w 3760185"/>
              <a:gd name="csY7402" fmla="*/ 404278 h 793834"/>
              <a:gd name="csX7403" fmla="*/ 2859838 w 3760185"/>
              <a:gd name="csY7403" fmla="*/ 404278 h 793834"/>
              <a:gd name="csX7404" fmla="*/ 2859838 w 3760185"/>
              <a:gd name="csY7404" fmla="*/ 393764 h 793834"/>
              <a:gd name="csX7405" fmla="*/ 2837986 w 3760185"/>
              <a:gd name="csY7405" fmla="*/ 392363 h 793834"/>
              <a:gd name="csX7406" fmla="*/ 2837986 w 3760185"/>
              <a:gd name="csY7406" fmla="*/ 397968 h 793834"/>
              <a:gd name="csX7407" fmla="*/ 2838359 w 3760185"/>
              <a:gd name="csY7407" fmla="*/ 404283 h 793834"/>
              <a:gd name="csX7408" fmla="*/ 2837680 w 3760185"/>
              <a:gd name="csY7408" fmla="*/ 404283 h 793834"/>
              <a:gd name="csX7409" fmla="*/ 2730093 w 3760185"/>
              <a:gd name="csY7409" fmla="*/ 392363 h 793834"/>
              <a:gd name="csX7410" fmla="*/ 2730690 w 3760185"/>
              <a:gd name="csY7410" fmla="*/ 404309 h 793834"/>
              <a:gd name="csX7411" fmla="*/ 2730093 w 3760185"/>
              <a:gd name="csY7411" fmla="*/ 404309 h 793834"/>
              <a:gd name="csX7412" fmla="*/ 2660441 w 3760185"/>
              <a:gd name="csY7412" fmla="*/ 392363 h 793834"/>
              <a:gd name="csX7413" fmla="*/ 2661807 w 3760185"/>
              <a:gd name="csY7413" fmla="*/ 397968 h 793834"/>
              <a:gd name="csX7414" fmla="*/ 2661807 w 3760185"/>
              <a:gd name="csY7414" fmla="*/ 404326 h 793834"/>
              <a:gd name="csX7415" fmla="*/ 2660441 w 3760185"/>
              <a:gd name="csY7415" fmla="*/ 404326 h 793834"/>
              <a:gd name="csX7416" fmla="*/ 2588057 w 3760185"/>
              <a:gd name="csY7416" fmla="*/ 392363 h 793834"/>
              <a:gd name="csX7417" fmla="*/ 2588057 w 3760185"/>
              <a:gd name="csY7417" fmla="*/ 404344 h 793834"/>
              <a:gd name="csX7418" fmla="*/ 2587443 w 3760185"/>
              <a:gd name="csY7418" fmla="*/ 404344 h 793834"/>
              <a:gd name="csX7419" fmla="*/ 2533428 w 3760185"/>
              <a:gd name="csY7419" fmla="*/ 392363 h 793834"/>
              <a:gd name="csX7420" fmla="*/ 2533428 w 3760185"/>
              <a:gd name="csY7420" fmla="*/ 404357 h 793834"/>
              <a:gd name="csX7421" fmla="*/ 2530697 w 3760185"/>
              <a:gd name="csY7421" fmla="*/ 404358 h 793834"/>
              <a:gd name="csX7422" fmla="*/ 2530697 w 3760185"/>
              <a:gd name="csY7422" fmla="*/ 393063 h 793834"/>
              <a:gd name="csX7423" fmla="*/ 2532063 w 3760185"/>
              <a:gd name="csY7423" fmla="*/ 394465 h 793834"/>
              <a:gd name="csX7424" fmla="*/ 2532063 w 3760185"/>
              <a:gd name="csY7424" fmla="*/ 400770 h 793834"/>
              <a:gd name="csX7425" fmla="*/ 2187899 w 3760185"/>
              <a:gd name="csY7425" fmla="*/ 392363 h 793834"/>
              <a:gd name="csX7426" fmla="*/ 2188106 w 3760185"/>
              <a:gd name="csY7426" fmla="*/ 404441 h 793834"/>
              <a:gd name="csX7427" fmla="*/ 2187899 w 3760185"/>
              <a:gd name="csY7427" fmla="*/ 404441 h 793834"/>
              <a:gd name="csX7428" fmla="*/ 2018548 w 3760185"/>
              <a:gd name="csY7428" fmla="*/ 392363 h 793834"/>
              <a:gd name="csX7429" fmla="*/ 2018912 w 3760185"/>
              <a:gd name="csY7429" fmla="*/ 404483 h 793834"/>
              <a:gd name="csX7430" fmla="*/ 2018548 w 3760185"/>
              <a:gd name="csY7430" fmla="*/ 404483 h 793834"/>
              <a:gd name="csX7431" fmla="*/ 1925679 w 3760185"/>
              <a:gd name="csY7431" fmla="*/ 392363 h 793834"/>
              <a:gd name="csX7432" fmla="*/ 1926925 w 3760185"/>
              <a:gd name="csY7432" fmla="*/ 404505 h 793834"/>
              <a:gd name="csX7433" fmla="*/ 1925679 w 3760185"/>
              <a:gd name="csY7433" fmla="*/ 404505 h 793834"/>
              <a:gd name="csX7434" fmla="*/ 1925224 w 3760185"/>
              <a:gd name="csY7434" fmla="*/ 404505 h 793834"/>
              <a:gd name="csX7435" fmla="*/ 1888804 w 3760185"/>
              <a:gd name="csY7435" fmla="*/ 392363 h 793834"/>
              <a:gd name="csX7436" fmla="*/ 1889278 w 3760185"/>
              <a:gd name="csY7436" fmla="*/ 404514 h 793834"/>
              <a:gd name="csX7437" fmla="*/ 1888804 w 3760185"/>
              <a:gd name="csY7437" fmla="*/ 404514 h 793834"/>
              <a:gd name="csX7438" fmla="*/ 1888702 w 3760185"/>
              <a:gd name="csY7438" fmla="*/ 404514 h 793834"/>
              <a:gd name="csX7439" fmla="*/ 1888804 w 3760185"/>
              <a:gd name="csY7439" fmla="*/ 403573 h 793834"/>
              <a:gd name="csX7440" fmla="*/ 1832809 w 3760185"/>
              <a:gd name="csY7440" fmla="*/ 392363 h 793834"/>
              <a:gd name="csX7441" fmla="*/ 1833274 w 3760185"/>
              <a:gd name="csY7441" fmla="*/ 404528 h 793834"/>
              <a:gd name="csX7442" fmla="*/ 1832809 w 3760185"/>
              <a:gd name="csY7442" fmla="*/ 404528 h 793834"/>
              <a:gd name="csX7443" fmla="*/ 1674385 w 3760185"/>
              <a:gd name="csY7443" fmla="*/ 392363 h 793834"/>
              <a:gd name="csX7444" fmla="*/ 1675028 w 3760185"/>
              <a:gd name="csY7444" fmla="*/ 404566 h 793834"/>
              <a:gd name="csX7445" fmla="*/ 1674385 w 3760185"/>
              <a:gd name="csY7445" fmla="*/ 404567 h 793834"/>
              <a:gd name="csX7446" fmla="*/ 1246911 w 3760185"/>
              <a:gd name="csY7446" fmla="*/ 392363 h 793834"/>
              <a:gd name="csX7447" fmla="*/ 1246911 w 3760185"/>
              <a:gd name="csY7447" fmla="*/ 404671 h 793834"/>
              <a:gd name="csX7448" fmla="*/ 1245545 w 3760185"/>
              <a:gd name="csY7448" fmla="*/ 404671 h 793834"/>
              <a:gd name="csX7449" fmla="*/ 1245545 w 3760185"/>
              <a:gd name="csY7449" fmla="*/ 397968 h 793834"/>
              <a:gd name="csX7450" fmla="*/ 1205939 w 3760185"/>
              <a:gd name="csY7450" fmla="*/ 392363 h 793834"/>
              <a:gd name="csX7451" fmla="*/ 1205939 w 3760185"/>
              <a:gd name="csY7451" fmla="*/ 404681 h 793834"/>
              <a:gd name="csX7452" fmla="*/ 1205393 w 3760185"/>
              <a:gd name="csY7452" fmla="*/ 404681 h 793834"/>
              <a:gd name="csX7453" fmla="*/ 760711 w 3760185"/>
              <a:gd name="csY7453" fmla="*/ 392363 h 793834"/>
              <a:gd name="csX7454" fmla="*/ 760711 w 3760185"/>
              <a:gd name="csY7454" fmla="*/ 404789 h 793834"/>
              <a:gd name="csX7455" fmla="*/ 760207 w 3760185"/>
              <a:gd name="csY7455" fmla="*/ 404789 h 793834"/>
              <a:gd name="csX7456" fmla="*/ 117453 w 3760185"/>
              <a:gd name="csY7456" fmla="*/ 392363 h 793834"/>
              <a:gd name="csX7457" fmla="*/ 117943 w 3760185"/>
              <a:gd name="csY7457" fmla="*/ 404946 h 793834"/>
              <a:gd name="csX7458" fmla="*/ 116087 w 3760185"/>
              <a:gd name="csY7458" fmla="*/ 404946 h 793834"/>
              <a:gd name="csX7459" fmla="*/ 116087 w 3760185"/>
              <a:gd name="csY7459" fmla="*/ 402872 h 793834"/>
              <a:gd name="csX7460" fmla="*/ 116087 w 3760185"/>
              <a:gd name="csY7460" fmla="*/ 400070 h 793834"/>
              <a:gd name="csX7461" fmla="*/ 79212 w 3760185"/>
              <a:gd name="csY7461" fmla="*/ 392363 h 793834"/>
              <a:gd name="csX7462" fmla="*/ 79212 w 3760185"/>
              <a:gd name="csY7462" fmla="*/ 404955 h 793834"/>
              <a:gd name="csX7463" fmla="*/ 78721 w 3760185"/>
              <a:gd name="csY7463" fmla="*/ 404955 h 793834"/>
              <a:gd name="csX7464" fmla="*/ 53263 w 3760185"/>
              <a:gd name="csY7464" fmla="*/ 392363 h 793834"/>
              <a:gd name="csX7465" fmla="*/ 53986 w 3760185"/>
              <a:gd name="csY7465" fmla="*/ 404961 h 793834"/>
              <a:gd name="csX7466" fmla="*/ 53263 w 3760185"/>
              <a:gd name="csY7466" fmla="*/ 404961 h 793834"/>
              <a:gd name="csX7467" fmla="*/ 32778 w 3760185"/>
              <a:gd name="csY7467" fmla="*/ 392363 h 793834"/>
              <a:gd name="csX7468" fmla="*/ 32778 w 3760185"/>
              <a:gd name="csY7468" fmla="*/ 404966 h 793834"/>
              <a:gd name="csX7469" fmla="*/ 31833 w 3760185"/>
              <a:gd name="csY7469" fmla="*/ 404967 h 793834"/>
              <a:gd name="csX7470" fmla="*/ 3572749 w 3760185"/>
              <a:gd name="csY7470" fmla="*/ 391662 h 793834"/>
              <a:gd name="csX7471" fmla="*/ 3574114 w 3760185"/>
              <a:gd name="csY7471" fmla="*/ 403573 h 793834"/>
              <a:gd name="csX7472" fmla="*/ 3574114 w 3760185"/>
              <a:gd name="csY7472" fmla="*/ 404104 h 793834"/>
              <a:gd name="csX7473" fmla="*/ 3572749 w 3760185"/>
              <a:gd name="csY7473" fmla="*/ 404104 h 793834"/>
              <a:gd name="csX7474" fmla="*/ 3269557 w 3760185"/>
              <a:gd name="csY7474" fmla="*/ 391662 h 793834"/>
              <a:gd name="csX7475" fmla="*/ 3270035 w 3760185"/>
              <a:gd name="csY7475" fmla="*/ 404178 h 793834"/>
              <a:gd name="csX7476" fmla="*/ 3269557 w 3760185"/>
              <a:gd name="csY7476" fmla="*/ 404178 h 793834"/>
              <a:gd name="csX7477" fmla="*/ 3199905 w 3760185"/>
              <a:gd name="csY7477" fmla="*/ 391662 h 793834"/>
              <a:gd name="csX7478" fmla="*/ 3200326 w 3760185"/>
              <a:gd name="csY7478" fmla="*/ 404195 h 793834"/>
              <a:gd name="csX7479" fmla="*/ 3199905 w 3760185"/>
              <a:gd name="csY7479" fmla="*/ 404195 h 793834"/>
              <a:gd name="csX7480" fmla="*/ 2880324 w 3760185"/>
              <a:gd name="csY7480" fmla="*/ 391662 h 793834"/>
              <a:gd name="csX7481" fmla="*/ 2881689 w 3760185"/>
              <a:gd name="csY7481" fmla="*/ 399369 h 793834"/>
              <a:gd name="csX7482" fmla="*/ 2881689 w 3760185"/>
              <a:gd name="csY7482" fmla="*/ 404272 h 793834"/>
              <a:gd name="csX7483" fmla="*/ 2880324 w 3760185"/>
              <a:gd name="csY7483" fmla="*/ 404273 h 793834"/>
              <a:gd name="csX7484" fmla="*/ 2827060 w 3760185"/>
              <a:gd name="csY7484" fmla="*/ 391662 h 793834"/>
              <a:gd name="csX7485" fmla="*/ 2827060 w 3760185"/>
              <a:gd name="csY7485" fmla="*/ 398669 h 793834"/>
              <a:gd name="csX7486" fmla="*/ 2827060 w 3760185"/>
              <a:gd name="csY7486" fmla="*/ 404286 h 793834"/>
              <a:gd name="csX7487" fmla="*/ 2826413 w 3760185"/>
              <a:gd name="csY7487" fmla="*/ 404286 h 793834"/>
              <a:gd name="csX7488" fmla="*/ 2556646 w 3760185"/>
              <a:gd name="csY7488" fmla="*/ 391662 h 793834"/>
              <a:gd name="csX7489" fmla="*/ 2557113 w 3760185"/>
              <a:gd name="csY7489" fmla="*/ 404352 h 793834"/>
              <a:gd name="csX7490" fmla="*/ 2555280 w 3760185"/>
              <a:gd name="csY7490" fmla="*/ 404352 h 793834"/>
              <a:gd name="csX7491" fmla="*/ 2555280 w 3760185"/>
              <a:gd name="csY7491" fmla="*/ 397968 h 793834"/>
              <a:gd name="csX7492" fmla="*/ 2556646 w 3760185"/>
              <a:gd name="csY7492" fmla="*/ 393764 h 793834"/>
              <a:gd name="csX7493" fmla="*/ 2090932 w 3760185"/>
              <a:gd name="csY7493" fmla="*/ 391662 h 793834"/>
              <a:gd name="csX7494" fmla="*/ 2090932 w 3760185"/>
              <a:gd name="csY7494" fmla="*/ 395165 h 793834"/>
              <a:gd name="csX7495" fmla="*/ 2092298 w 3760185"/>
              <a:gd name="csY7495" fmla="*/ 397968 h 793834"/>
              <a:gd name="csX7496" fmla="*/ 2092298 w 3760185"/>
              <a:gd name="csY7496" fmla="*/ 404465 h 793834"/>
              <a:gd name="csX7497" fmla="*/ 2089684 w 3760185"/>
              <a:gd name="csY7497" fmla="*/ 404465 h 793834"/>
              <a:gd name="csX7498" fmla="*/ 2086835 w 3760185"/>
              <a:gd name="csY7498" fmla="*/ 391662 h 793834"/>
              <a:gd name="csX7499" fmla="*/ 2087355 w 3760185"/>
              <a:gd name="csY7499" fmla="*/ 404466 h 793834"/>
              <a:gd name="csX7500" fmla="*/ 2086835 w 3760185"/>
              <a:gd name="csY7500" fmla="*/ 404466 h 793834"/>
              <a:gd name="csX7501" fmla="*/ 2069080 w 3760185"/>
              <a:gd name="csY7501" fmla="*/ 391662 h 793834"/>
              <a:gd name="csX7502" fmla="*/ 2069080 w 3760185"/>
              <a:gd name="csY7502" fmla="*/ 393063 h 793834"/>
              <a:gd name="csX7503" fmla="*/ 2069597 w 3760185"/>
              <a:gd name="csY7503" fmla="*/ 404470 h 793834"/>
              <a:gd name="csX7504" fmla="*/ 2068635 w 3760185"/>
              <a:gd name="csY7504" fmla="*/ 404470 h 793834"/>
              <a:gd name="csX7505" fmla="*/ 1917484 w 3760185"/>
              <a:gd name="csY7505" fmla="*/ 391662 h 793834"/>
              <a:gd name="csX7506" fmla="*/ 1917484 w 3760185"/>
              <a:gd name="csY7506" fmla="*/ 404507 h 793834"/>
              <a:gd name="csX7507" fmla="*/ 1917093 w 3760185"/>
              <a:gd name="csY7507" fmla="*/ 404507 h 793834"/>
              <a:gd name="csX7508" fmla="*/ 1898364 w 3760185"/>
              <a:gd name="csY7508" fmla="*/ 391662 h 793834"/>
              <a:gd name="csX7509" fmla="*/ 1899730 w 3760185"/>
              <a:gd name="csY7509" fmla="*/ 403573 h 793834"/>
              <a:gd name="csX7510" fmla="*/ 1899730 w 3760185"/>
              <a:gd name="csY7510" fmla="*/ 404512 h 793834"/>
              <a:gd name="csX7511" fmla="*/ 1898364 w 3760185"/>
              <a:gd name="csY7511" fmla="*/ 404512 h 793834"/>
              <a:gd name="csX7512" fmla="*/ 1647070 w 3760185"/>
              <a:gd name="csY7512" fmla="*/ 391662 h 793834"/>
              <a:gd name="csX7513" fmla="*/ 1648436 w 3760185"/>
              <a:gd name="csY7513" fmla="*/ 395165 h 793834"/>
              <a:gd name="csX7514" fmla="*/ 1648436 w 3760185"/>
              <a:gd name="csY7514" fmla="*/ 404573 h 793834"/>
              <a:gd name="csX7515" fmla="*/ 1647070 w 3760185"/>
              <a:gd name="csY7515" fmla="*/ 404573 h 793834"/>
              <a:gd name="csX7516" fmla="*/ 1647070 w 3760185"/>
              <a:gd name="csY7516" fmla="*/ 393764 h 793834"/>
              <a:gd name="csX7517" fmla="*/ 1238717 w 3760185"/>
              <a:gd name="csY7517" fmla="*/ 391662 h 793834"/>
              <a:gd name="csX7518" fmla="*/ 1238717 w 3760185"/>
              <a:gd name="csY7518" fmla="*/ 404673 h 793834"/>
              <a:gd name="csX7519" fmla="*/ 1238050 w 3760185"/>
              <a:gd name="csY7519" fmla="*/ 404673 h 793834"/>
              <a:gd name="csX7520" fmla="*/ 1095315 w 3760185"/>
              <a:gd name="csY7520" fmla="*/ 391662 h 793834"/>
              <a:gd name="csX7521" fmla="*/ 1095315 w 3760185"/>
              <a:gd name="csY7521" fmla="*/ 403573 h 793834"/>
              <a:gd name="csX7522" fmla="*/ 1095315 w 3760185"/>
              <a:gd name="csY7522" fmla="*/ 404708 h 793834"/>
              <a:gd name="csX7523" fmla="*/ 1094495 w 3760185"/>
              <a:gd name="csY7523" fmla="*/ 404708 h 793834"/>
              <a:gd name="csX7524" fmla="*/ 1013371 w 3760185"/>
              <a:gd name="csY7524" fmla="*/ 391662 h 793834"/>
              <a:gd name="csX7525" fmla="*/ 1014737 w 3760185"/>
              <a:gd name="csY7525" fmla="*/ 404274 h 793834"/>
              <a:gd name="csX7526" fmla="*/ 1014737 w 3760185"/>
              <a:gd name="csY7526" fmla="*/ 404727 h 793834"/>
              <a:gd name="csX7527" fmla="*/ 1012006 w 3760185"/>
              <a:gd name="csY7527" fmla="*/ 404728 h 793834"/>
              <a:gd name="csX7528" fmla="*/ 1012006 w 3760185"/>
              <a:gd name="csY7528" fmla="*/ 401471 h 793834"/>
              <a:gd name="csX7529" fmla="*/ 1012006 w 3760185"/>
              <a:gd name="csY7529" fmla="*/ 392363 h 793834"/>
              <a:gd name="csX7530" fmla="*/ 1013371 w 3760185"/>
              <a:gd name="csY7530" fmla="*/ 395866 h 793834"/>
              <a:gd name="csX7531" fmla="*/ 258123 w 3760185"/>
              <a:gd name="csY7531" fmla="*/ 391662 h 793834"/>
              <a:gd name="csX7532" fmla="*/ 258123 w 3760185"/>
              <a:gd name="csY7532" fmla="*/ 395165 h 793834"/>
              <a:gd name="csX7533" fmla="*/ 258123 w 3760185"/>
              <a:gd name="csY7533" fmla="*/ 404911 h 793834"/>
              <a:gd name="csX7534" fmla="*/ 257493 w 3760185"/>
              <a:gd name="csY7534" fmla="*/ 404912 h 793834"/>
              <a:gd name="csX7535" fmla="*/ 43703 w 3760185"/>
              <a:gd name="csY7535" fmla="*/ 391662 h 793834"/>
              <a:gd name="csX7536" fmla="*/ 45069 w 3760185"/>
              <a:gd name="csY7536" fmla="*/ 402172 h 793834"/>
              <a:gd name="csX7537" fmla="*/ 45069 w 3760185"/>
              <a:gd name="csY7537" fmla="*/ 404963 h 793834"/>
              <a:gd name="csX7538" fmla="*/ 43703 w 3760185"/>
              <a:gd name="csY7538" fmla="*/ 404964 h 793834"/>
              <a:gd name="csX7539" fmla="*/ 3740733 w 3760185"/>
              <a:gd name="csY7539" fmla="*/ 390961 h 793834"/>
              <a:gd name="csX7540" fmla="*/ 3740733 w 3760185"/>
              <a:gd name="csY7540" fmla="*/ 402172 h 793834"/>
              <a:gd name="csX7541" fmla="*/ 3740830 w 3760185"/>
              <a:gd name="csY7541" fmla="*/ 404063 h 793834"/>
              <a:gd name="csX7542" fmla="*/ 3740733 w 3760185"/>
              <a:gd name="csY7542" fmla="*/ 404063 h 793834"/>
              <a:gd name="csX7543" fmla="*/ 3739935 w 3760185"/>
              <a:gd name="csY7543" fmla="*/ 404063 h 793834"/>
              <a:gd name="csX7544" fmla="*/ 3738002 w 3760185"/>
              <a:gd name="csY7544" fmla="*/ 390961 h 793834"/>
              <a:gd name="csX7545" fmla="*/ 3738984 w 3760185"/>
              <a:gd name="csY7545" fmla="*/ 404064 h 793834"/>
              <a:gd name="csX7546" fmla="*/ 3736636 w 3760185"/>
              <a:gd name="csY7546" fmla="*/ 404064 h 793834"/>
              <a:gd name="csX7547" fmla="*/ 3736636 w 3760185"/>
              <a:gd name="csY7547" fmla="*/ 401471 h 793834"/>
              <a:gd name="csX7548" fmla="*/ 3738002 w 3760185"/>
              <a:gd name="csY7548" fmla="*/ 393063 h 793834"/>
              <a:gd name="csX7549" fmla="*/ 3583675 w 3760185"/>
              <a:gd name="csY7549" fmla="*/ 390961 h 793834"/>
              <a:gd name="csX7550" fmla="*/ 3584558 w 3760185"/>
              <a:gd name="csY7550" fmla="*/ 404101 h 793834"/>
              <a:gd name="csX7551" fmla="*/ 3583298 w 3760185"/>
              <a:gd name="csY7551" fmla="*/ 404102 h 793834"/>
              <a:gd name="csX7552" fmla="*/ 3583675 w 3760185"/>
              <a:gd name="csY7552" fmla="*/ 396567 h 793834"/>
              <a:gd name="csX7553" fmla="*/ 3198539 w 3760185"/>
              <a:gd name="csY7553" fmla="*/ 390961 h 793834"/>
              <a:gd name="csX7554" fmla="*/ 3198539 w 3760185"/>
              <a:gd name="csY7554" fmla="*/ 404195 h 793834"/>
              <a:gd name="csX7555" fmla="*/ 3198154 w 3760185"/>
              <a:gd name="csY7555" fmla="*/ 404195 h 793834"/>
              <a:gd name="csX7556" fmla="*/ 3107035 w 3760185"/>
              <a:gd name="csY7556" fmla="*/ 390961 h 793834"/>
              <a:gd name="csX7557" fmla="*/ 3107035 w 3760185"/>
              <a:gd name="csY7557" fmla="*/ 404218 h 793834"/>
              <a:gd name="csX7558" fmla="*/ 3106894 w 3760185"/>
              <a:gd name="csY7558" fmla="*/ 404218 h 793834"/>
              <a:gd name="csX7559" fmla="*/ 3094743 w 3760185"/>
              <a:gd name="csY7559" fmla="*/ 390961 h 793834"/>
              <a:gd name="csX7560" fmla="*/ 3095012 w 3760185"/>
              <a:gd name="csY7560" fmla="*/ 404221 h 793834"/>
              <a:gd name="csX7561" fmla="*/ 3094743 w 3760185"/>
              <a:gd name="csY7561" fmla="*/ 404221 h 793834"/>
              <a:gd name="csX7562" fmla="*/ 3071526 w 3760185"/>
              <a:gd name="csY7562" fmla="*/ 390961 h 793834"/>
              <a:gd name="csX7563" fmla="*/ 3071697 w 3760185"/>
              <a:gd name="csY7563" fmla="*/ 404226 h 793834"/>
              <a:gd name="csX7564" fmla="*/ 3071526 w 3760185"/>
              <a:gd name="csY7564" fmla="*/ 404226 h 793834"/>
              <a:gd name="csX7565" fmla="*/ 2909004 w 3760185"/>
              <a:gd name="csY7565" fmla="*/ 390961 h 793834"/>
              <a:gd name="csX7566" fmla="*/ 2910370 w 3760185"/>
              <a:gd name="csY7566" fmla="*/ 400770 h 793834"/>
              <a:gd name="csX7567" fmla="*/ 2910370 w 3760185"/>
              <a:gd name="csY7567" fmla="*/ 403573 h 793834"/>
              <a:gd name="csX7568" fmla="*/ 2910370 w 3760185"/>
              <a:gd name="csY7568" fmla="*/ 404265 h 793834"/>
              <a:gd name="csX7569" fmla="*/ 2909004 w 3760185"/>
              <a:gd name="csY7569" fmla="*/ 404266 h 793834"/>
              <a:gd name="csX7570" fmla="*/ 2749214 w 3760185"/>
              <a:gd name="csY7570" fmla="*/ 390961 h 793834"/>
              <a:gd name="csX7571" fmla="*/ 2749214 w 3760185"/>
              <a:gd name="csY7571" fmla="*/ 404305 h 793834"/>
              <a:gd name="csX7572" fmla="*/ 2748426 w 3760185"/>
              <a:gd name="csY7572" fmla="*/ 404305 h 793834"/>
              <a:gd name="csX7573" fmla="*/ 2720533 w 3760185"/>
              <a:gd name="csY7573" fmla="*/ 390961 h 793834"/>
              <a:gd name="csX7574" fmla="*/ 2721346 w 3760185"/>
              <a:gd name="csY7574" fmla="*/ 404312 h 793834"/>
              <a:gd name="csX7575" fmla="*/ 2720533 w 3760185"/>
              <a:gd name="csY7575" fmla="*/ 404312 h 793834"/>
              <a:gd name="csX7576" fmla="*/ 2452850 w 3760185"/>
              <a:gd name="csY7576" fmla="*/ 390961 h 793834"/>
              <a:gd name="csX7577" fmla="*/ 2452850 w 3760185"/>
              <a:gd name="csY7577" fmla="*/ 404377 h 793834"/>
              <a:gd name="csX7578" fmla="*/ 2451605 w 3760185"/>
              <a:gd name="csY7578" fmla="*/ 404377 h 793834"/>
              <a:gd name="csX7579" fmla="*/ 2428267 w 3760185"/>
              <a:gd name="csY7579" fmla="*/ 390961 h 793834"/>
              <a:gd name="csX7580" fmla="*/ 2428267 w 3760185"/>
              <a:gd name="csY7580" fmla="*/ 404383 h 793834"/>
              <a:gd name="csX7581" fmla="*/ 2427520 w 3760185"/>
              <a:gd name="csY7581" fmla="*/ 404383 h 793834"/>
              <a:gd name="csX7582" fmla="*/ 2403684 w 3760185"/>
              <a:gd name="csY7582" fmla="*/ 390961 h 793834"/>
              <a:gd name="csX7583" fmla="*/ 2403684 w 3760185"/>
              <a:gd name="csY7583" fmla="*/ 404389 h 793834"/>
              <a:gd name="csX7584" fmla="*/ 2403464 w 3760185"/>
              <a:gd name="csY7584" fmla="*/ 404389 h 793834"/>
              <a:gd name="csX7585" fmla="*/ 2075909 w 3760185"/>
              <a:gd name="csY7585" fmla="*/ 390961 h 793834"/>
              <a:gd name="csX7586" fmla="*/ 2075909 w 3760185"/>
              <a:gd name="csY7586" fmla="*/ 404469 h 793834"/>
              <a:gd name="csX7587" fmla="*/ 2075234 w 3760185"/>
              <a:gd name="csY7587" fmla="*/ 404469 h 793834"/>
              <a:gd name="csX7588" fmla="*/ 1731745 w 3760185"/>
              <a:gd name="csY7588" fmla="*/ 390961 h 793834"/>
              <a:gd name="csX7589" fmla="*/ 1731745 w 3760185"/>
              <a:gd name="csY7589" fmla="*/ 404553 h 793834"/>
              <a:gd name="csX7590" fmla="*/ 1731254 w 3760185"/>
              <a:gd name="csY7590" fmla="*/ 404553 h 793834"/>
              <a:gd name="csX7591" fmla="*/ 1685310 w 3760185"/>
              <a:gd name="csY7591" fmla="*/ 390961 h 793834"/>
              <a:gd name="csX7592" fmla="*/ 1685310 w 3760185"/>
              <a:gd name="csY7592" fmla="*/ 399369 h 793834"/>
              <a:gd name="csX7593" fmla="*/ 1686676 w 3760185"/>
              <a:gd name="csY7593" fmla="*/ 401471 h 793834"/>
              <a:gd name="csX7594" fmla="*/ 1686676 w 3760185"/>
              <a:gd name="csY7594" fmla="*/ 404564 h 793834"/>
              <a:gd name="csX7595" fmla="*/ 1684364 w 3760185"/>
              <a:gd name="csY7595" fmla="*/ 404564 h 793834"/>
              <a:gd name="csX7596" fmla="*/ 1169065 w 3760185"/>
              <a:gd name="csY7596" fmla="*/ 390961 h 793834"/>
              <a:gd name="csX7597" fmla="*/ 1169065 w 3760185"/>
              <a:gd name="csY7597" fmla="*/ 404690 h 793834"/>
              <a:gd name="csX7598" fmla="*/ 1168074 w 3760185"/>
              <a:gd name="csY7598" fmla="*/ 404690 h 793834"/>
              <a:gd name="csX7599" fmla="*/ 269049 w 3760185"/>
              <a:gd name="csY7599" fmla="*/ 390961 h 793834"/>
              <a:gd name="csX7600" fmla="*/ 270056 w 3760185"/>
              <a:gd name="csY7600" fmla="*/ 404909 h 793834"/>
              <a:gd name="csX7601" fmla="*/ 267691 w 3760185"/>
              <a:gd name="csY7601" fmla="*/ 404909 h 793834"/>
              <a:gd name="csX7602" fmla="*/ 269049 w 3760185"/>
              <a:gd name="csY7602" fmla="*/ 393063 h 793834"/>
              <a:gd name="csX7603" fmla="*/ 177545 w 3760185"/>
              <a:gd name="csY7603" fmla="*/ 390961 h 793834"/>
              <a:gd name="csX7604" fmla="*/ 177545 w 3760185"/>
              <a:gd name="csY7604" fmla="*/ 402172 h 793834"/>
              <a:gd name="csX7605" fmla="*/ 177904 w 3760185"/>
              <a:gd name="csY7605" fmla="*/ 404931 h 793834"/>
              <a:gd name="csX7606" fmla="*/ 177545 w 3760185"/>
              <a:gd name="csY7606" fmla="*/ 404931 h 793834"/>
              <a:gd name="csX7607" fmla="*/ 176410 w 3760185"/>
              <a:gd name="csY7607" fmla="*/ 404931 h 793834"/>
              <a:gd name="csX7608" fmla="*/ 24583 w 3760185"/>
              <a:gd name="csY7608" fmla="*/ 390961 h 793834"/>
              <a:gd name="csX7609" fmla="*/ 24583 w 3760185"/>
              <a:gd name="csY7609" fmla="*/ 398669 h 793834"/>
              <a:gd name="csX7610" fmla="*/ 25949 w 3760185"/>
              <a:gd name="csY7610" fmla="*/ 402872 h 793834"/>
              <a:gd name="csX7611" fmla="*/ 25949 w 3760185"/>
              <a:gd name="csY7611" fmla="*/ 404968 h 793834"/>
              <a:gd name="csX7612" fmla="*/ 23217 w 3760185"/>
              <a:gd name="csY7612" fmla="*/ 404969 h 793834"/>
              <a:gd name="csX7613" fmla="*/ 23217 w 3760185"/>
              <a:gd name="csY7613" fmla="*/ 398669 h 793834"/>
              <a:gd name="csX7614" fmla="*/ 3720247 w 3760185"/>
              <a:gd name="csY7614" fmla="*/ 390261 h 793834"/>
              <a:gd name="csX7615" fmla="*/ 3721039 w 3760185"/>
              <a:gd name="csY7615" fmla="*/ 404068 h 793834"/>
              <a:gd name="csX7616" fmla="*/ 3720247 w 3760185"/>
              <a:gd name="csY7616" fmla="*/ 404068 h 793834"/>
              <a:gd name="csX7617" fmla="*/ 3615086 w 3760185"/>
              <a:gd name="csY7617" fmla="*/ 390261 h 793834"/>
              <a:gd name="csX7618" fmla="*/ 3615903 w 3760185"/>
              <a:gd name="csY7618" fmla="*/ 404094 h 793834"/>
              <a:gd name="csX7619" fmla="*/ 3613630 w 3760185"/>
              <a:gd name="csY7619" fmla="*/ 404094 h 793834"/>
              <a:gd name="csX7620" fmla="*/ 3613721 w 3760185"/>
              <a:gd name="csY7620" fmla="*/ 402872 h 793834"/>
              <a:gd name="csX7621" fmla="*/ 3613721 w 3760185"/>
              <a:gd name="csY7621" fmla="*/ 402172 h 793834"/>
              <a:gd name="csX7622" fmla="*/ 3613721 w 3760185"/>
              <a:gd name="csY7622" fmla="*/ 401471 h 793834"/>
              <a:gd name="csX7623" fmla="*/ 3615086 w 3760185"/>
              <a:gd name="csY7623" fmla="*/ 391662 h 793834"/>
              <a:gd name="csX7624" fmla="*/ 3610989 w 3760185"/>
              <a:gd name="csY7624" fmla="*/ 390261 h 793834"/>
              <a:gd name="csX7625" fmla="*/ 3612162 w 3760185"/>
              <a:gd name="csY7625" fmla="*/ 404095 h 793834"/>
              <a:gd name="csX7626" fmla="*/ 3610614 w 3760185"/>
              <a:gd name="csY7626" fmla="*/ 404095 h 793834"/>
              <a:gd name="csX7627" fmla="*/ 3610989 w 3760185"/>
              <a:gd name="csY7627" fmla="*/ 402172 h 793834"/>
              <a:gd name="csX7628" fmla="*/ 3414324 w 3760185"/>
              <a:gd name="csY7628" fmla="*/ 390261 h 793834"/>
              <a:gd name="csX7629" fmla="*/ 3415365 w 3760185"/>
              <a:gd name="csY7629" fmla="*/ 404142 h 793834"/>
              <a:gd name="csX7630" fmla="*/ 3414324 w 3760185"/>
              <a:gd name="csY7630" fmla="*/ 404143 h 793834"/>
              <a:gd name="csX7631" fmla="*/ 3406129 w 3760185"/>
              <a:gd name="csY7631" fmla="*/ 390261 h 793834"/>
              <a:gd name="csX7632" fmla="*/ 3407062 w 3760185"/>
              <a:gd name="csY7632" fmla="*/ 404145 h 793834"/>
              <a:gd name="csX7633" fmla="*/ 3406129 w 3760185"/>
              <a:gd name="csY7633" fmla="*/ 404145 h 793834"/>
              <a:gd name="csX7634" fmla="*/ 3321454 w 3760185"/>
              <a:gd name="csY7634" fmla="*/ 390261 h 793834"/>
              <a:gd name="csX7635" fmla="*/ 3321669 w 3760185"/>
              <a:gd name="csY7635" fmla="*/ 404165 h 793834"/>
              <a:gd name="csX7636" fmla="*/ 3321454 w 3760185"/>
              <a:gd name="csY7636" fmla="*/ 404165 h 793834"/>
              <a:gd name="csX7637" fmla="*/ 2667270 w 3760185"/>
              <a:gd name="csY7637" fmla="*/ 390261 h 793834"/>
              <a:gd name="csX7638" fmla="*/ 2667270 w 3760185"/>
              <a:gd name="csY7638" fmla="*/ 393764 h 793834"/>
              <a:gd name="csX7639" fmla="*/ 2667270 w 3760185"/>
              <a:gd name="csY7639" fmla="*/ 404325 h 793834"/>
              <a:gd name="csX7640" fmla="*/ 2665904 w 3760185"/>
              <a:gd name="csY7640" fmla="*/ 404325 h 793834"/>
              <a:gd name="csX7641" fmla="*/ 2665904 w 3760185"/>
              <a:gd name="csY7641" fmla="*/ 395866 h 793834"/>
              <a:gd name="csX7642" fmla="*/ 2133269 w 3760185"/>
              <a:gd name="csY7642" fmla="*/ 390261 h 793834"/>
              <a:gd name="csX7643" fmla="*/ 2134635 w 3760185"/>
              <a:gd name="csY7643" fmla="*/ 404274 h 793834"/>
              <a:gd name="csX7644" fmla="*/ 2134635 w 3760185"/>
              <a:gd name="csY7644" fmla="*/ 404454 h 793834"/>
              <a:gd name="csX7645" fmla="*/ 2133269 w 3760185"/>
              <a:gd name="csY7645" fmla="*/ 404455 h 793834"/>
              <a:gd name="csX7646" fmla="*/ 1883341 w 3760185"/>
              <a:gd name="csY7646" fmla="*/ 390261 h 793834"/>
              <a:gd name="csX7647" fmla="*/ 1883341 w 3760185"/>
              <a:gd name="csY7647" fmla="*/ 392363 h 793834"/>
              <a:gd name="csX7648" fmla="*/ 1883341 w 3760185"/>
              <a:gd name="csY7648" fmla="*/ 404516 h 793834"/>
              <a:gd name="csX7649" fmla="*/ 1882547 w 3760185"/>
              <a:gd name="csY7649" fmla="*/ 404516 h 793834"/>
              <a:gd name="csX7650" fmla="*/ 1735842 w 3760185"/>
              <a:gd name="csY7650" fmla="*/ 390261 h 793834"/>
              <a:gd name="csX7651" fmla="*/ 1735842 w 3760185"/>
              <a:gd name="csY7651" fmla="*/ 404552 h 793834"/>
              <a:gd name="csX7652" fmla="*/ 1734998 w 3760185"/>
              <a:gd name="csY7652" fmla="*/ 404552 h 793834"/>
              <a:gd name="csX7653" fmla="*/ 1701699 w 3760185"/>
              <a:gd name="csY7653" fmla="*/ 390261 h 793834"/>
              <a:gd name="csX7654" fmla="*/ 1701699 w 3760185"/>
              <a:gd name="csY7654" fmla="*/ 401471 h 793834"/>
              <a:gd name="csX7655" fmla="*/ 1701699 w 3760185"/>
              <a:gd name="csY7655" fmla="*/ 404560 h 793834"/>
              <a:gd name="csX7656" fmla="*/ 1701192 w 3760185"/>
              <a:gd name="csY7656" fmla="*/ 404560 h 793834"/>
              <a:gd name="csX7657" fmla="*/ 1001080 w 3760185"/>
              <a:gd name="csY7657" fmla="*/ 390261 h 793834"/>
              <a:gd name="csX7658" fmla="*/ 1001822 w 3760185"/>
              <a:gd name="csY7658" fmla="*/ 404730 h 793834"/>
              <a:gd name="csX7659" fmla="*/ 1000925 w 3760185"/>
              <a:gd name="csY7659" fmla="*/ 404731 h 793834"/>
              <a:gd name="csX7660" fmla="*/ 1001080 w 3760185"/>
              <a:gd name="csY7660" fmla="*/ 401471 h 793834"/>
              <a:gd name="csX7661" fmla="*/ 938256 w 3760185"/>
              <a:gd name="csY7661" fmla="*/ 390261 h 793834"/>
              <a:gd name="csX7662" fmla="*/ 938256 w 3760185"/>
              <a:gd name="csY7662" fmla="*/ 395165 h 793834"/>
              <a:gd name="csX7663" fmla="*/ 938948 w 3760185"/>
              <a:gd name="csY7663" fmla="*/ 404746 h 793834"/>
              <a:gd name="csX7664" fmla="*/ 936891 w 3760185"/>
              <a:gd name="csY7664" fmla="*/ 404746 h 793834"/>
              <a:gd name="csX7665" fmla="*/ 936891 w 3760185"/>
              <a:gd name="csY7665" fmla="*/ 401471 h 793834"/>
              <a:gd name="csX7666" fmla="*/ 934159 w 3760185"/>
              <a:gd name="csY7666" fmla="*/ 390261 h 793834"/>
              <a:gd name="csX7667" fmla="*/ 934159 w 3760185"/>
              <a:gd name="csY7667" fmla="*/ 404747 h 793834"/>
              <a:gd name="csX7668" fmla="*/ 933583 w 3760185"/>
              <a:gd name="csY7668" fmla="*/ 404747 h 793834"/>
              <a:gd name="csX7669" fmla="*/ 872701 w 3760185"/>
              <a:gd name="csY7669" fmla="*/ 390261 h 793834"/>
              <a:gd name="csX7670" fmla="*/ 874067 w 3760185"/>
              <a:gd name="csY7670" fmla="*/ 402872 h 793834"/>
              <a:gd name="csX7671" fmla="*/ 874067 w 3760185"/>
              <a:gd name="csY7671" fmla="*/ 404761 h 793834"/>
              <a:gd name="csX7672" fmla="*/ 872701 w 3760185"/>
              <a:gd name="csY7672" fmla="*/ 404762 h 793834"/>
              <a:gd name="csX7673" fmla="*/ 520343 w 3760185"/>
              <a:gd name="csY7673" fmla="*/ 390261 h 793834"/>
              <a:gd name="csX7674" fmla="*/ 521579 w 3760185"/>
              <a:gd name="csY7674" fmla="*/ 404847 h 793834"/>
              <a:gd name="csX7675" fmla="*/ 520343 w 3760185"/>
              <a:gd name="csY7675" fmla="*/ 404848 h 793834"/>
              <a:gd name="csX7676" fmla="*/ 517611 w 3760185"/>
              <a:gd name="csY7676" fmla="*/ 390261 h 793834"/>
              <a:gd name="csX7677" fmla="*/ 518288 w 3760185"/>
              <a:gd name="csY7677" fmla="*/ 404848 h 793834"/>
              <a:gd name="csX7678" fmla="*/ 517611 w 3760185"/>
              <a:gd name="csY7678" fmla="*/ 404848 h 793834"/>
              <a:gd name="csX7679" fmla="*/ 20486 w 3760185"/>
              <a:gd name="csY7679" fmla="*/ 390261 h 793834"/>
              <a:gd name="csX7680" fmla="*/ 21169 w 3760185"/>
              <a:gd name="csY7680" fmla="*/ 404969 h 793834"/>
              <a:gd name="csX7681" fmla="*/ 20486 w 3760185"/>
              <a:gd name="csY7681" fmla="*/ 404969 h 793834"/>
              <a:gd name="csX7682" fmla="*/ 3554994 w 3760185"/>
              <a:gd name="csY7682" fmla="*/ 389560 h 793834"/>
              <a:gd name="csX7683" fmla="*/ 3556360 w 3760185"/>
              <a:gd name="csY7683" fmla="*/ 400070 h 793834"/>
              <a:gd name="csX7684" fmla="*/ 3556360 w 3760185"/>
              <a:gd name="csY7684" fmla="*/ 397968 h 793834"/>
              <a:gd name="csX7685" fmla="*/ 3556820 w 3760185"/>
              <a:gd name="csY7685" fmla="*/ 404108 h 793834"/>
              <a:gd name="csX7686" fmla="*/ 3554994 w 3760185"/>
              <a:gd name="csY7686" fmla="*/ 404108 h 793834"/>
              <a:gd name="csX7687" fmla="*/ 3459393 w 3760185"/>
              <a:gd name="csY7687" fmla="*/ 389560 h 793834"/>
              <a:gd name="csX7688" fmla="*/ 3459393 w 3760185"/>
              <a:gd name="csY7688" fmla="*/ 397968 h 793834"/>
              <a:gd name="csX7689" fmla="*/ 3459838 w 3760185"/>
              <a:gd name="csY7689" fmla="*/ 404132 h 793834"/>
              <a:gd name="csX7690" fmla="*/ 3458027 w 3760185"/>
              <a:gd name="csY7690" fmla="*/ 404132 h 793834"/>
              <a:gd name="csX7691" fmla="*/ 3457544 w 3760185"/>
              <a:gd name="csY7691" fmla="*/ 404132 h 793834"/>
              <a:gd name="csX7692" fmla="*/ 3458027 w 3760185"/>
              <a:gd name="csY7692" fmla="*/ 390261 h 793834"/>
              <a:gd name="csX7693" fmla="*/ 3458027 w 3760185"/>
              <a:gd name="csY7693" fmla="*/ 399369 h 793834"/>
              <a:gd name="csX7694" fmla="*/ 3458027 w 3760185"/>
              <a:gd name="csY7694" fmla="*/ 402872 h 793834"/>
              <a:gd name="csX7695" fmla="*/ 3438907 w 3760185"/>
              <a:gd name="csY7695" fmla="*/ 389560 h 793834"/>
              <a:gd name="csX7696" fmla="*/ 3438907 w 3760185"/>
              <a:gd name="csY7696" fmla="*/ 404137 h 793834"/>
              <a:gd name="csX7697" fmla="*/ 3438302 w 3760185"/>
              <a:gd name="csY7697" fmla="*/ 404137 h 793834"/>
              <a:gd name="csX7698" fmla="*/ 3003239 w 3760185"/>
              <a:gd name="csY7698" fmla="*/ 389560 h 793834"/>
              <a:gd name="csX7699" fmla="*/ 3004605 w 3760185"/>
              <a:gd name="csY7699" fmla="*/ 402172 h 793834"/>
              <a:gd name="csX7700" fmla="*/ 3004605 w 3760185"/>
              <a:gd name="csY7700" fmla="*/ 404243 h 793834"/>
              <a:gd name="csX7701" fmla="*/ 3003239 w 3760185"/>
              <a:gd name="csY7701" fmla="*/ 404243 h 793834"/>
              <a:gd name="csX7702" fmla="*/ 2708242 w 3760185"/>
              <a:gd name="csY7702" fmla="*/ 389560 h 793834"/>
              <a:gd name="csX7703" fmla="*/ 2708242 w 3760185"/>
              <a:gd name="csY7703" fmla="*/ 395866 h 793834"/>
              <a:gd name="csX7704" fmla="*/ 2709026 w 3760185"/>
              <a:gd name="csY7704" fmla="*/ 404315 h 793834"/>
              <a:gd name="csX7705" fmla="*/ 2708242 w 3760185"/>
              <a:gd name="csY7705" fmla="*/ 404315 h 793834"/>
              <a:gd name="csX7706" fmla="*/ 2707314 w 3760185"/>
              <a:gd name="csY7706" fmla="*/ 404315 h 793834"/>
              <a:gd name="csX7707" fmla="*/ 2702779 w 3760185"/>
              <a:gd name="csY7707" fmla="*/ 389560 h 793834"/>
              <a:gd name="csX7708" fmla="*/ 2702779 w 3760185"/>
              <a:gd name="csY7708" fmla="*/ 404316 h 793834"/>
              <a:gd name="csX7709" fmla="*/ 2701413 w 3760185"/>
              <a:gd name="csY7709" fmla="*/ 404316 h 793834"/>
              <a:gd name="csX7710" fmla="*/ 2700047 w 3760185"/>
              <a:gd name="csY7710" fmla="*/ 404317 h 793834"/>
              <a:gd name="csX7711" fmla="*/ 2700047 w 3760185"/>
              <a:gd name="csY7711" fmla="*/ 402872 h 793834"/>
              <a:gd name="csX7712" fmla="*/ 2700047 w 3760185"/>
              <a:gd name="csY7712" fmla="*/ 393063 h 793834"/>
              <a:gd name="csX7713" fmla="*/ 2701413 w 3760185"/>
              <a:gd name="csY7713" fmla="*/ 398669 h 793834"/>
              <a:gd name="csX7714" fmla="*/ 2701413 w 3760185"/>
              <a:gd name="csY7714" fmla="*/ 400070 h 793834"/>
              <a:gd name="csX7715" fmla="*/ 2646784 w 3760185"/>
              <a:gd name="csY7715" fmla="*/ 389560 h 793834"/>
              <a:gd name="csX7716" fmla="*/ 2646784 w 3760185"/>
              <a:gd name="csY7716" fmla="*/ 404330 h 793834"/>
              <a:gd name="csX7717" fmla="*/ 2644562 w 3760185"/>
              <a:gd name="csY7717" fmla="*/ 404330 h 793834"/>
              <a:gd name="csX7718" fmla="*/ 2645418 w 3760185"/>
              <a:gd name="csY7718" fmla="*/ 390261 h 793834"/>
              <a:gd name="csX7719" fmla="*/ 2645418 w 3760185"/>
              <a:gd name="csY7719" fmla="*/ 402172 h 793834"/>
              <a:gd name="csX7720" fmla="*/ 2544354 w 3760185"/>
              <a:gd name="csY7720" fmla="*/ 389560 h 793834"/>
              <a:gd name="csX7721" fmla="*/ 2545113 w 3760185"/>
              <a:gd name="csY7721" fmla="*/ 404354 h 793834"/>
              <a:gd name="csX7722" fmla="*/ 2544354 w 3760185"/>
              <a:gd name="csY7722" fmla="*/ 404355 h 793834"/>
              <a:gd name="csX7723" fmla="*/ 2491091 w 3760185"/>
              <a:gd name="csY7723" fmla="*/ 389560 h 793834"/>
              <a:gd name="csX7724" fmla="*/ 2491091 w 3760185"/>
              <a:gd name="csY7724" fmla="*/ 404368 h 793834"/>
              <a:gd name="csX7725" fmla="*/ 2489725 w 3760185"/>
              <a:gd name="csY7725" fmla="*/ 404368 h 793834"/>
              <a:gd name="csX7726" fmla="*/ 2489725 w 3760185"/>
              <a:gd name="csY7726" fmla="*/ 400770 h 793834"/>
              <a:gd name="csX7727" fmla="*/ 2099126 w 3760185"/>
              <a:gd name="csY7727" fmla="*/ 389560 h 793834"/>
              <a:gd name="csX7728" fmla="*/ 2100244 w 3760185"/>
              <a:gd name="csY7728" fmla="*/ 404463 h 793834"/>
              <a:gd name="csX7729" fmla="*/ 2098625 w 3760185"/>
              <a:gd name="csY7729" fmla="*/ 404463 h 793834"/>
              <a:gd name="csX7730" fmla="*/ 2099126 w 3760185"/>
              <a:gd name="csY7730" fmla="*/ 397267 h 793834"/>
              <a:gd name="csX7731" fmla="*/ 1072098 w 3760185"/>
              <a:gd name="csY7731" fmla="*/ 389560 h 793834"/>
              <a:gd name="csX7732" fmla="*/ 1072098 w 3760185"/>
              <a:gd name="csY7732" fmla="*/ 390261 h 793834"/>
              <a:gd name="csX7733" fmla="*/ 1072629 w 3760185"/>
              <a:gd name="csY7733" fmla="*/ 404713 h 793834"/>
              <a:gd name="csX7734" fmla="*/ 1069366 w 3760185"/>
              <a:gd name="csY7734" fmla="*/ 404714 h 793834"/>
              <a:gd name="csX7735" fmla="*/ 1069366 w 3760185"/>
              <a:gd name="csY7735" fmla="*/ 396567 h 793834"/>
              <a:gd name="csX7736" fmla="*/ 1070732 w 3760185"/>
              <a:gd name="csY7736" fmla="*/ 397267 h 793834"/>
              <a:gd name="csX7737" fmla="*/ 1070732 w 3760185"/>
              <a:gd name="csY7737" fmla="*/ 403573 h 793834"/>
              <a:gd name="csX7738" fmla="*/ 1020200 w 3760185"/>
              <a:gd name="csY7738" fmla="*/ 389560 h 793834"/>
              <a:gd name="csX7739" fmla="*/ 1020816 w 3760185"/>
              <a:gd name="csY7739" fmla="*/ 404726 h 793834"/>
              <a:gd name="csX7740" fmla="*/ 1020200 w 3760185"/>
              <a:gd name="csY7740" fmla="*/ 404726 h 793834"/>
              <a:gd name="csX7741" fmla="*/ 887724 w 3760185"/>
              <a:gd name="csY7741" fmla="*/ 389560 h 793834"/>
              <a:gd name="csX7742" fmla="*/ 889090 w 3760185"/>
              <a:gd name="csY7742" fmla="*/ 391662 h 793834"/>
              <a:gd name="csX7743" fmla="*/ 889090 w 3760185"/>
              <a:gd name="csY7743" fmla="*/ 404758 h 793834"/>
              <a:gd name="csX7744" fmla="*/ 887724 w 3760185"/>
              <a:gd name="csY7744" fmla="*/ 404758 h 793834"/>
              <a:gd name="csX7745" fmla="*/ 779832 w 3760185"/>
              <a:gd name="csY7745" fmla="*/ 389560 h 793834"/>
              <a:gd name="csX7746" fmla="*/ 779832 w 3760185"/>
              <a:gd name="csY7746" fmla="*/ 404784 h 793834"/>
              <a:gd name="csX7747" fmla="*/ 778483 w 3760185"/>
              <a:gd name="csY7747" fmla="*/ 404785 h 793834"/>
              <a:gd name="csX7748" fmla="*/ 397427 w 3760185"/>
              <a:gd name="csY7748" fmla="*/ 389560 h 793834"/>
              <a:gd name="csX7749" fmla="*/ 398062 w 3760185"/>
              <a:gd name="csY7749" fmla="*/ 404877 h 793834"/>
              <a:gd name="csX7750" fmla="*/ 397427 w 3760185"/>
              <a:gd name="csY7750" fmla="*/ 404878 h 793834"/>
              <a:gd name="csX7751" fmla="*/ 396062 w 3760185"/>
              <a:gd name="csY7751" fmla="*/ 404878 h 793834"/>
              <a:gd name="csX7752" fmla="*/ 396062 w 3760185"/>
              <a:gd name="csY7752" fmla="*/ 395165 h 793834"/>
              <a:gd name="csX7753" fmla="*/ 397427 w 3760185"/>
              <a:gd name="csY7753" fmla="*/ 399369 h 793834"/>
              <a:gd name="csX7754" fmla="*/ 366016 w 3760185"/>
              <a:gd name="csY7754" fmla="*/ 389560 h 793834"/>
              <a:gd name="csX7755" fmla="*/ 367381 w 3760185"/>
              <a:gd name="csY7755" fmla="*/ 400770 h 793834"/>
              <a:gd name="csX7756" fmla="*/ 367381 w 3760185"/>
              <a:gd name="csY7756" fmla="*/ 404885 h 793834"/>
              <a:gd name="csX7757" fmla="*/ 366016 w 3760185"/>
              <a:gd name="csY7757" fmla="*/ 404885 h 793834"/>
              <a:gd name="csX7758" fmla="*/ 229443 w 3760185"/>
              <a:gd name="csY7758" fmla="*/ 389560 h 793834"/>
              <a:gd name="csX7759" fmla="*/ 230440 w 3760185"/>
              <a:gd name="csY7759" fmla="*/ 404918 h 793834"/>
              <a:gd name="csX7760" fmla="*/ 229443 w 3760185"/>
              <a:gd name="csY7760" fmla="*/ 404918 h 793834"/>
              <a:gd name="csX7761" fmla="*/ 122916 w 3760185"/>
              <a:gd name="csY7761" fmla="*/ 389560 h 793834"/>
              <a:gd name="csX7762" fmla="*/ 122916 w 3760185"/>
              <a:gd name="csY7762" fmla="*/ 391662 h 793834"/>
              <a:gd name="csX7763" fmla="*/ 124281 w 3760185"/>
              <a:gd name="csY7763" fmla="*/ 395866 h 793834"/>
              <a:gd name="csX7764" fmla="*/ 124281 w 3760185"/>
              <a:gd name="csY7764" fmla="*/ 404944 h 793834"/>
              <a:gd name="csX7765" fmla="*/ 119833 w 3760185"/>
              <a:gd name="csY7765" fmla="*/ 404945 h 793834"/>
              <a:gd name="csX7766" fmla="*/ 120184 w 3760185"/>
              <a:gd name="csY7766" fmla="*/ 399369 h 793834"/>
              <a:gd name="csX7767" fmla="*/ 121550 w 3760185"/>
              <a:gd name="csY7767" fmla="*/ 398669 h 793834"/>
              <a:gd name="csX7768" fmla="*/ 121550 w 3760185"/>
              <a:gd name="csY7768" fmla="*/ 397267 h 793834"/>
              <a:gd name="csX7769" fmla="*/ 3661521 w 3760185"/>
              <a:gd name="csY7769" fmla="*/ 388859 h 793834"/>
              <a:gd name="csX7770" fmla="*/ 3662228 w 3760185"/>
              <a:gd name="csY7770" fmla="*/ 404082 h 793834"/>
              <a:gd name="csX7771" fmla="*/ 3660271 w 3760185"/>
              <a:gd name="csY7771" fmla="*/ 404083 h 793834"/>
              <a:gd name="csX7772" fmla="*/ 3661521 w 3760185"/>
              <a:gd name="csY7772" fmla="*/ 394465 h 793834"/>
              <a:gd name="csX7773" fmla="*/ 3443004 w 3760185"/>
              <a:gd name="csY7773" fmla="*/ 388859 h 793834"/>
              <a:gd name="csX7774" fmla="*/ 3443681 w 3760185"/>
              <a:gd name="csY7774" fmla="*/ 404136 h 793834"/>
              <a:gd name="csX7775" fmla="*/ 3443004 w 3760185"/>
              <a:gd name="csY7775" fmla="*/ 404136 h 793834"/>
              <a:gd name="csX7776" fmla="*/ 3119326 w 3760185"/>
              <a:gd name="csY7776" fmla="*/ 388859 h 793834"/>
              <a:gd name="csX7777" fmla="*/ 3119326 w 3760185"/>
              <a:gd name="csY7777" fmla="*/ 404215 h 793834"/>
              <a:gd name="csX7778" fmla="*/ 3119033 w 3760185"/>
              <a:gd name="csY7778" fmla="*/ 404215 h 793834"/>
              <a:gd name="csX7779" fmla="*/ 2948610 w 3760185"/>
              <a:gd name="csY7779" fmla="*/ 388859 h 793834"/>
              <a:gd name="csX7780" fmla="*/ 2948610 w 3760185"/>
              <a:gd name="csY7780" fmla="*/ 404256 h 793834"/>
              <a:gd name="csX7781" fmla="*/ 2948110 w 3760185"/>
              <a:gd name="csY7781" fmla="*/ 404256 h 793834"/>
              <a:gd name="csX7782" fmla="*/ 2831157 w 3760185"/>
              <a:gd name="csY7782" fmla="*/ 388859 h 793834"/>
              <a:gd name="csX7783" fmla="*/ 2832231 w 3760185"/>
              <a:gd name="csY7783" fmla="*/ 404285 h 793834"/>
              <a:gd name="csX7784" fmla="*/ 2830533 w 3760185"/>
              <a:gd name="csY7784" fmla="*/ 404285 h 793834"/>
              <a:gd name="csX7785" fmla="*/ 2831157 w 3760185"/>
              <a:gd name="csY7785" fmla="*/ 393063 h 793834"/>
              <a:gd name="csX7786" fmla="*/ 2648150 w 3760185"/>
              <a:gd name="csY7786" fmla="*/ 388859 h 793834"/>
              <a:gd name="csX7787" fmla="*/ 2648765 w 3760185"/>
              <a:gd name="csY7787" fmla="*/ 404329 h 793834"/>
              <a:gd name="csX7788" fmla="*/ 2647292 w 3760185"/>
              <a:gd name="csY7788" fmla="*/ 404330 h 793834"/>
              <a:gd name="csX7789" fmla="*/ 2648150 w 3760185"/>
              <a:gd name="csY7789" fmla="*/ 393764 h 793834"/>
              <a:gd name="csX7790" fmla="*/ 2456947 w 3760185"/>
              <a:gd name="csY7790" fmla="*/ 388859 h 793834"/>
              <a:gd name="csX7791" fmla="*/ 2456947 w 3760185"/>
              <a:gd name="csY7791" fmla="*/ 404274 h 793834"/>
              <a:gd name="csX7792" fmla="*/ 2456969 w 3760185"/>
              <a:gd name="csY7792" fmla="*/ 404376 h 793834"/>
              <a:gd name="csX7793" fmla="*/ 2456227 w 3760185"/>
              <a:gd name="csY7793" fmla="*/ 404376 h 793834"/>
              <a:gd name="csX7794" fmla="*/ 2125075 w 3760185"/>
              <a:gd name="csY7794" fmla="*/ 388859 h 793834"/>
              <a:gd name="csX7795" fmla="*/ 2125075 w 3760185"/>
              <a:gd name="csY7795" fmla="*/ 391662 h 793834"/>
              <a:gd name="csX7796" fmla="*/ 2126441 w 3760185"/>
              <a:gd name="csY7796" fmla="*/ 393764 h 793834"/>
              <a:gd name="csX7797" fmla="*/ 2126441 w 3760185"/>
              <a:gd name="csY7797" fmla="*/ 404456 h 793834"/>
              <a:gd name="csX7798" fmla="*/ 2122866 w 3760185"/>
              <a:gd name="csY7798" fmla="*/ 404457 h 793834"/>
              <a:gd name="csX7799" fmla="*/ 2123709 w 3760185"/>
              <a:gd name="csY7799" fmla="*/ 397968 h 793834"/>
              <a:gd name="csX7800" fmla="*/ 2123709 w 3760185"/>
              <a:gd name="csY7800" fmla="*/ 393764 h 793834"/>
              <a:gd name="csX7801" fmla="*/ 1846466 w 3760185"/>
              <a:gd name="csY7801" fmla="*/ 388859 h 793834"/>
              <a:gd name="csX7802" fmla="*/ 1847089 w 3760185"/>
              <a:gd name="csY7802" fmla="*/ 404524 h 793834"/>
              <a:gd name="csX7803" fmla="*/ 1845101 w 3760185"/>
              <a:gd name="csY7803" fmla="*/ 404525 h 793834"/>
              <a:gd name="csX7804" fmla="*/ 1845101 w 3760185"/>
              <a:gd name="csY7804" fmla="*/ 394465 h 793834"/>
              <a:gd name="csX7805" fmla="*/ 1845101 w 3760185"/>
              <a:gd name="csY7805" fmla="*/ 393764 h 793834"/>
              <a:gd name="csX7806" fmla="*/ 1846466 w 3760185"/>
              <a:gd name="csY7806" fmla="*/ 399369 h 793834"/>
              <a:gd name="csX7807" fmla="*/ 1843735 w 3760185"/>
              <a:gd name="csY7807" fmla="*/ 388859 h 793834"/>
              <a:gd name="csX7808" fmla="*/ 1844399 w 3760185"/>
              <a:gd name="csY7808" fmla="*/ 404525 h 793834"/>
              <a:gd name="csX7809" fmla="*/ 1842369 w 3760185"/>
              <a:gd name="csY7809" fmla="*/ 404526 h 793834"/>
              <a:gd name="csX7810" fmla="*/ 1842099 w 3760185"/>
              <a:gd name="csY7810" fmla="*/ 404526 h 793834"/>
              <a:gd name="csX7811" fmla="*/ 1842369 w 3760185"/>
              <a:gd name="csY7811" fmla="*/ 402172 h 793834"/>
              <a:gd name="csX7812" fmla="*/ 1842369 w 3760185"/>
              <a:gd name="csY7812" fmla="*/ 401471 h 793834"/>
              <a:gd name="csX7813" fmla="*/ 1843735 w 3760185"/>
              <a:gd name="csY7813" fmla="*/ 404274 h 793834"/>
              <a:gd name="csX7814" fmla="*/ 1780911 w 3760185"/>
              <a:gd name="csY7814" fmla="*/ 388859 h 793834"/>
              <a:gd name="csX7815" fmla="*/ 1780911 w 3760185"/>
              <a:gd name="csY7815" fmla="*/ 392363 h 793834"/>
              <a:gd name="csX7816" fmla="*/ 1782277 w 3760185"/>
              <a:gd name="csY7816" fmla="*/ 399369 h 793834"/>
              <a:gd name="csX7817" fmla="*/ 1782277 w 3760185"/>
              <a:gd name="csY7817" fmla="*/ 404540 h 793834"/>
              <a:gd name="csX7818" fmla="*/ 1780217 w 3760185"/>
              <a:gd name="csY7818" fmla="*/ 404541 h 793834"/>
              <a:gd name="csX7819" fmla="*/ 1641607 w 3760185"/>
              <a:gd name="csY7819" fmla="*/ 388859 h 793834"/>
              <a:gd name="csX7820" fmla="*/ 1641607 w 3760185"/>
              <a:gd name="csY7820" fmla="*/ 404574 h 793834"/>
              <a:gd name="csX7821" fmla="*/ 1640551 w 3760185"/>
              <a:gd name="csY7821" fmla="*/ 404575 h 793834"/>
              <a:gd name="csX7822" fmla="*/ 1185453 w 3760185"/>
              <a:gd name="csY7822" fmla="*/ 388859 h 793834"/>
              <a:gd name="csX7823" fmla="*/ 1185453 w 3760185"/>
              <a:gd name="csY7823" fmla="*/ 397267 h 793834"/>
              <a:gd name="csX7824" fmla="*/ 1185453 w 3760185"/>
              <a:gd name="csY7824" fmla="*/ 397968 h 793834"/>
              <a:gd name="csX7825" fmla="*/ 1185453 w 3760185"/>
              <a:gd name="csY7825" fmla="*/ 403573 h 793834"/>
              <a:gd name="csX7826" fmla="*/ 1186819 w 3760185"/>
              <a:gd name="csY7826" fmla="*/ 395866 h 793834"/>
              <a:gd name="csX7827" fmla="*/ 1186819 w 3760185"/>
              <a:gd name="csY7827" fmla="*/ 402872 h 793834"/>
              <a:gd name="csX7828" fmla="*/ 1188185 w 3760185"/>
              <a:gd name="csY7828" fmla="*/ 397968 h 793834"/>
              <a:gd name="csX7829" fmla="*/ 1188185 w 3760185"/>
              <a:gd name="csY7829" fmla="*/ 404685 h 793834"/>
              <a:gd name="csX7830" fmla="*/ 1184351 w 3760185"/>
              <a:gd name="csY7830" fmla="*/ 404686 h 793834"/>
              <a:gd name="csX7831" fmla="*/ 1181356 w 3760185"/>
              <a:gd name="csY7831" fmla="*/ 388859 h 793834"/>
              <a:gd name="csX7832" fmla="*/ 1181356 w 3760185"/>
              <a:gd name="csY7832" fmla="*/ 404687 h 793834"/>
              <a:gd name="csX7833" fmla="*/ 1179990 w 3760185"/>
              <a:gd name="csY7833" fmla="*/ 404687 h 793834"/>
              <a:gd name="csX7834" fmla="*/ 1179990 w 3760185"/>
              <a:gd name="csY7834" fmla="*/ 398669 h 793834"/>
              <a:gd name="csX7835" fmla="*/ 868604 w 3760185"/>
              <a:gd name="csY7835" fmla="*/ 388859 h 793834"/>
              <a:gd name="csX7836" fmla="*/ 869168 w 3760185"/>
              <a:gd name="csY7836" fmla="*/ 404763 h 793834"/>
              <a:gd name="csX7837" fmla="*/ 868604 w 3760185"/>
              <a:gd name="csY7837" fmla="*/ 404763 h 793834"/>
              <a:gd name="csX7838" fmla="*/ 442496 w 3760185"/>
              <a:gd name="csY7838" fmla="*/ 388859 h 793834"/>
              <a:gd name="csX7839" fmla="*/ 442496 w 3760185"/>
              <a:gd name="csY7839" fmla="*/ 404867 h 793834"/>
              <a:gd name="csX7840" fmla="*/ 441653 w 3760185"/>
              <a:gd name="csY7840" fmla="*/ 404867 h 793834"/>
              <a:gd name="csX7841" fmla="*/ 140670 w 3760185"/>
              <a:gd name="csY7841" fmla="*/ 388859 h 793834"/>
              <a:gd name="csX7842" fmla="*/ 140670 w 3760185"/>
              <a:gd name="csY7842" fmla="*/ 404940 h 793834"/>
              <a:gd name="csX7843" fmla="*/ 139304 w 3760185"/>
              <a:gd name="csY7843" fmla="*/ 404940 h 793834"/>
              <a:gd name="csX7844" fmla="*/ 139304 w 3760185"/>
              <a:gd name="csY7844" fmla="*/ 402872 h 793834"/>
              <a:gd name="csX7845" fmla="*/ 139304 w 3760185"/>
              <a:gd name="csY7845" fmla="*/ 393764 h 793834"/>
              <a:gd name="csX7846" fmla="*/ 137939 w 3760185"/>
              <a:gd name="csY7846" fmla="*/ 388859 h 793834"/>
              <a:gd name="csX7847" fmla="*/ 138861 w 3760185"/>
              <a:gd name="csY7847" fmla="*/ 404940 h 793834"/>
              <a:gd name="csX7848" fmla="*/ 137939 w 3760185"/>
              <a:gd name="csY7848" fmla="*/ 404941 h 793834"/>
              <a:gd name="csX7849" fmla="*/ 3746196 w 3760185"/>
              <a:gd name="csY7849" fmla="*/ 388159 h 793834"/>
              <a:gd name="csX7850" fmla="*/ 3746196 w 3760185"/>
              <a:gd name="csY7850" fmla="*/ 397968 h 793834"/>
              <a:gd name="csX7851" fmla="*/ 3746535 w 3760185"/>
              <a:gd name="csY7851" fmla="*/ 404062 h 793834"/>
              <a:gd name="csX7852" fmla="*/ 3744831 w 3760185"/>
              <a:gd name="csY7852" fmla="*/ 404062 h 793834"/>
              <a:gd name="csX7853" fmla="*/ 3743465 w 3760185"/>
              <a:gd name="csY7853" fmla="*/ 404063 h 793834"/>
              <a:gd name="csX7854" fmla="*/ 3743465 w 3760185"/>
              <a:gd name="csY7854" fmla="*/ 391662 h 793834"/>
              <a:gd name="csX7855" fmla="*/ 3744831 w 3760185"/>
              <a:gd name="csY7855" fmla="*/ 402872 h 793834"/>
              <a:gd name="csX7856" fmla="*/ 3744831 w 3760185"/>
              <a:gd name="csY7856" fmla="*/ 390261 h 793834"/>
              <a:gd name="csX7857" fmla="*/ 3707956 w 3760185"/>
              <a:gd name="csY7857" fmla="*/ 388159 h 793834"/>
              <a:gd name="csX7858" fmla="*/ 3707956 w 3760185"/>
              <a:gd name="csY7858" fmla="*/ 389560 h 793834"/>
              <a:gd name="csX7859" fmla="*/ 3707956 w 3760185"/>
              <a:gd name="csY7859" fmla="*/ 404071 h 793834"/>
              <a:gd name="csX7860" fmla="*/ 3707296 w 3760185"/>
              <a:gd name="csY7860" fmla="*/ 404071 h 793834"/>
              <a:gd name="csX7861" fmla="*/ 2656344 w 3760185"/>
              <a:gd name="csY7861" fmla="*/ 388159 h 793834"/>
              <a:gd name="csX7862" fmla="*/ 2656729 w 3760185"/>
              <a:gd name="csY7862" fmla="*/ 404327 h 793834"/>
              <a:gd name="csX7863" fmla="*/ 2656344 w 3760185"/>
              <a:gd name="csY7863" fmla="*/ 404327 h 793834"/>
              <a:gd name="csX7864" fmla="*/ 2440559 w 3760185"/>
              <a:gd name="csY7864" fmla="*/ 388159 h 793834"/>
              <a:gd name="csX7865" fmla="*/ 2440559 w 3760185"/>
              <a:gd name="csY7865" fmla="*/ 390961 h 793834"/>
              <a:gd name="csX7866" fmla="*/ 2441925 w 3760185"/>
              <a:gd name="csY7866" fmla="*/ 400770 h 793834"/>
              <a:gd name="csX7867" fmla="*/ 2441925 w 3760185"/>
              <a:gd name="csY7867" fmla="*/ 404380 h 793834"/>
              <a:gd name="csX7868" fmla="*/ 2440559 w 3760185"/>
              <a:gd name="csY7868" fmla="*/ 404380 h 793834"/>
              <a:gd name="csX7869" fmla="*/ 2439994 w 3760185"/>
              <a:gd name="csY7869" fmla="*/ 404380 h 793834"/>
              <a:gd name="csX7870" fmla="*/ 2208385 w 3760185"/>
              <a:gd name="csY7870" fmla="*/ 388159 h 793834"/>
              <a:gd name="csX7871" fmla="*/ 2208984 w 3760185"/>
              <a:gd name="csY7871" fmla="*/ 404436 h 793834"/>
              <a:gd name="csX7872" fmla="*/ 2208385 w 3760185"/>
              <a:gd name="csY7872" fmla="*/ 404436 h 793834"/>
              <a:gd name="csX7873" fmla="*/ 1894267 w 3760185"/>
              <a:gd name="csY7873" fmla="*/ 388159 h 793834"/>
              <a:gd name="csX7874" fmla="*/ 1895633 w 3760185"/>
              <a:gd name="csY7874" fmla="*/ 401471 h 793834"/>
              <a:gd name="csX7875" fmla="*/ 1895633 w 3760185"/>
              <a:gd name="csY7875" fmla="*/ 404513 h 793834"/>
              <a:gd name="csX7876" fmla="*/ 1894267 w 3760185"/>
              <a:gd name="csY7876" fmla="*/ 404513 h 793834"/>
              <a:gd name="csX7877" fmla="*/ 1864221 w 3760185"/>
              <a:gd name="csY7877" fmla="*/ 388159 h 793834"/>
              <a:gd name="csX7878" fmla="*/ 1865587 w 3760185"/>
              <a:gd name="csY7878" fmla="*/ 400770 h 793834"/>
              <a:gd name="csX7879" fmla="*/ 1865587 w 3760185"/>
              <a:gd name="csY7879" fmla="*/ 404520 h 793834"/>
              <a:gd name="csX7880" fmla="*/ 1863841 w 3760185"/>
              <a:gd name="csY7880" fmla="*/ 404520 h 793834"/>
              <a:gd name="csX7881" fmla="*/ 1864221 w 3760185"/>
              <a:gd name="csY7881" fmla="*/ 398669 h 793834"/>
              <a:gd name="csX7882" fmla="*/ 1794569 w 3760185"/>
              <a:gd name="csY7882" fmla="*/ 388159 h 793834"/>
              <a:gd name="csX7883" fmla="*/ 1795278 w 3760185"/>
              <a:gd name="csY7883" fmla="*/ 404537 h 793834"/>
              <a:gd name="csX7884" fmla="*/ 1794569 w 3760185"/>
              <a:gd name="csY7884" fmla="*/ 404537 h 793834"/>
              <a:gd name="csX7885" fmla="*/ 1794569 w 3760185"/>
              <a:gd name="csY7885" fmla="*/ 396567 h 793834"/>
              <a:gd name="csX7886" fmla="*/ 1776814 w 3760185"/>
              <a:gd name="csY7886" fmla="*/ 388159 h 793834"/>
              <a:gd name="csX7887" fmla="*/ 1777305 w 3760185"/>
              <a:gd name="csY7887" fmla="*/ 404541 h 793834"/>
              <a:gd name="csX7888" fmla="*/ 1776814 w 3760185"/>
              <a:gd name="csY7888" fmla="*/ 404542 h 793834"/>
              <a:gd name="csX7889" fmla="*/ 1776079 w 3760185"/>
              <a:gd name="csY7889" fmla="*/ 404542 h 793834"/>
              <a:gd name="csX7890" fmla="*/ 1776814 w 3760185"/>
              <a:gd name="csY7890" fmla="*/ 400770 h 793834"/>
              <a:gd name="csX7891" fmla="*/ 1338415 w 3760185"/>
              <a:gd name="csY7891" fmla="*/ 388159 h 793834"/>
              <a:gd name="csX7892" fmla="*/ 1338611 w 3760185"/>
              <a:gd name="csY7892" fmla="*/ 404648 h 793834"/>
              <a:gd name="csX7893" fmla="*/ 1338415 w 3760185"/>
              <a:gd name="csY7893" fmla="*/ 404648 h 793834"/>
              <a:gd name="csX7894" fmla="*/ 969668 w 3760185"/>
              <a:gd name="csY7894" fmla="*/ 388159 h 793834"/>
              <a:gd name="csX7895" fmla="*/ 970648 w 3760185"/>
              <a:gd name="csY7895" fmla="*/ 404738 h 793834"/>
              <a:gd name="csX7896" fmla="*/ 969668 w 3760185"/>
              <a:gd name="csY7896" fmla="*/ 404738 h 793834"/>
              <a:gd name="csX7897" fmla="*/ 969304 w 3760185"/>
              <a:gd name="csY7897" fmla="*/ 404738 h 793834"/>
              <a:gd name="csX7898" fmla="*/ 969668 w 3760185"/>
              <a:gd name="csY7898" fmla="*/ 400070 h 793834"/>
              <a:gd name="csX7899" fmla="*/ 527172 w 3760185"/>
              <a:gd name="csY7899" fmla="*/ 388159 h 793834"/>
              <a:gd name="csX7900" fmla="*/ 527172 w 3760185"/>
              <a:gd name="csY7900" fmla="*/ 402872 h 793834"/>
              <a:gd name="csX7901" fmla="*/ 527599 w 3760185"/>
              <a:gd name="csY7901" fmla="*/ 404846 h 793834"/>
              <a:gd name="csX7902" fmla="*/ 527172 w 3760185"/>
              <a:gd name="csY7902" fmla="*/ 404846 h 793834"/>
              <a:gd name="csX7903" fmla="*/ 526010 w 3760185"/>
              <a:gd name="csY7903" fmla="*/ 404846 h 793834"/>
              <a:gd name="csX7904" fmla="*/ 465714 w 3760185"/>
              <a:gd name="csY7904" fmla="*/ 388159 h 793834"/>
              <a:gd name="csX7905" fmla="*/ 465714 w 3760185"/>
              <a:gd name="csY7905" fmla="*/ 404861 h 793834"/>
              <a:gd name="csX7906" fmla="*/ 464810 w 3760185"/>
              <a:gd name="csY7906" fmla="*/ 404861 h 793834"/>
              <a:gd name="csX7907" fmla="*/ 443862 w 3760185"/>
              <a:gd name="csY7907" fmla="*/ 388159 h 793834"/>
              <a:gd name="csX7908" fmla="*/ 443862 w 3760185"/>
              <a:gd name="csY7908" fmla="*/ 403573 h 793834"/>
              <a:gd name="csX7909" fmla="*/ 443956 w 3760185"/>
              <a:gd name="csY7909" fmla="*/ 404866 h 793834"/>
              <a:gd name="csX7910" fmla="*/ 443223 w 3760185"/>
              <a:gd name="csY7910" fmla="*/ 404866 h 793834"/>
              <a:gd name="csX7911" fmla="*/ 91504 w 3760185"/>
              <a:gd name="csY7911" fmla="*/ 388159 h 793834"/>
              <a:gd name="csX7912" fmla="*/ 91504 w 3760185"/>
              <a:gd name="csY7912" fmla="*/ 404952 h 793834"/>
              <a:gd name="csX7913" fmla="*/ 90898 w 3760185"/>
              <a:gd name="csY7913" fmla="*/ 404952 h 793834"/>
              <a:gd name="csX7914" fmla="*/ 3750293 w 3760185"/>
              <a:gd name="csY7914" fmla="*/ 387458 h 793834"/>
              <a:gd name="csX7915" fmla="*/ 3750293 w 3760185"/>
              <a:gd name="csY7915" fmla="*/ 404061 h 793834"/>
              <a:gd name="csX7916" fmla="*/ 3749633 w 3760185"/>
              <a:gd name="csY7916" fmla="*/ 404061 h 793834"/>
              <a:gd name="csX7917" fmla="*/ 3686104 w 3760185"/>
              <a:gd name="csY7917" fmla="*/ 387458 h 793834"/>
              <a:gd name="csX7918" fmla="*/ 3686104 w 3760185"/>
              <a:gd name="csY7918" fmla="*/ 404077 h 793834"/>
              <a:gd name="csX7919" fmla="*/ 3684739 w 3760185"/>
              <a:gd name="csY7919" fmla="*/ 404077 h 793834"/>
              <a:gd name="csX7920" fmla="*/ 3684739 w 3760185"/>
              <a:gd name="csY7920" fmla="*/ 400070 h 793834"/>
              <a:gd name="csX7921" fmla="*/ 3684739 w 3760185"/>
              <a:gd name="csY7921" fmla="*/ 399369 h 793834"/>
              <a:gd name="csX7922" fmla="*/ 3587771 w 3760185"/>
              <a:gd name="csY7922" fmla="*/ 387458 h 793834"/>
              <a:gd name="csX7923" fmla="*/ 3588754 w 3760185"/>
              <a:gd name="csY7923" fmla="*/ 404100 h 793834"/>
              <a:gd name="csX7924" fmla="*/ 3587771 w 3760185"/>
              <a:gd name="csY7924" fmla="*/ 404101 h 793834"/>
              <a:gd name="csX7925" fmla="*/ 3527679 w 3760185"/>
              <a:gd name="csY7925" fmla="*/ 387458 h 793834"/>
              <a:gd name="csX7926" fmla="*/ 3528534 w 3760185"/>
              <a:gd name="csY7926" fmla="*/ 404115 h 793834"/>
              <a:gd name="csX7927" fmla="*/ 3527679 w 3760185"/>
              <a:gd name="csY7927" fmla="*/ 404115 h 793834"/>
              <a:gd name="csX7928" fmla="*/ 3467587 w 3760185"/>
              <a:gd name="csY7928" fmla="*/ 387458 h 793834"/>
              <a:gd name="csX7929" fmla="*/ 3467587 w 3760185"/>
              <a:gd name="csY7929" fmla="*/ 404130 h 793834"/>
              <a:gd name="csX7930" fmla="*/ 3466222 w 3760185"/>
              <a:gd name="csY7930" fmla="*/ 404130 h 793834"/>
              <a:gd name="csX7931" fmla="*/ 3466222 w 3760185"/>
              <a:gd name="csY7931" fmla="*/ 401471 h 793834"/>
              <a:gd name="csX7932" fmla="*/ 3173955 w 3760185"/>
              <a:gd name="csY7932" fmla="*/ 387458 h 793834"/>
              <a:gd name="csX7933" fmla="*/ 3174166 w 3760185"/>
              <a:gd name="csY7933" fmla="*/ 404201 h 793834"/>
              <a:gd name="csX7934" fmla="*/ 3173833 w 3760185"/>
              <a:gd name="csY7934" fmla="*/ 404201 h 793834"/>
              <a:gd name="csX7935" fmla="*/ 3173955 w 3760185"/>
              <a:gd name="csY7935" fmla="*/ 393764 h 793834"/>
              <a:gd name="csX7936" fmla="*/ 2691853 w 3760185"/>
              <a:gd name="csY7936" fmla="*/ 387458 h 793834"/>
              <a:gd name="csX7937" fmla="*/ 2691853 w 3760185"/>
              <a:gd name="csY7937" fmla="*/ 391662 h 793834"/>
              <a:gd name="csX7938" fmla="*/ 2693219 w 3760185"/>
              <a:gd name="csY7938" fmla="*/ 400070 h 793834"/>
              <a:gd name="csX7939" fmla="*/ 2693219 w 3760185"/>
              <a:gd name="csY7939" fmla="*/ 404318 h 793834"/>
              <a:gd name="csX7940" fmla="*/ 2690487 w 3760185"/>
              <a:gd name="csY7940" fmla="*/ 404319 h 793834"/>
              <a:gd name="csX7941" fmla="*/ 2689838 w 3760185"/>
              <a:gd name="csY7941" fmla="*/ 404319 h 793834"/>
              <a:gd name="csX7942" fmla="*/ 2690487 w 3760185"/>
              <a:gd name="csY7942" fmla="*/ 391662 h 793834"/>
              <a:gd name="csX7943" fmla="*/ 2690487 w 3760185"/>
              <a:gd name="csY7943" fmla="*/ 393764 h 793834"/>
              <a:gd name="csX7944" fmla="*/ 2465142 w 3760185"/>
              <a:gd name="csY7944" fmla="*/ 387458 h 793834"/>
              <a:gd name="csX7945" fmla="*/ 2465142 w 3760185"/>
              <a:gd name="csY7945" fmla="*/ 390961 h 793834"/>
              <a:gd name="csX7946" fmla="*/ 2465142 w 3760185"/>
              <a:gd name="csY7946" fmla="*/ 404374 h 793834"/>
              <a:gd name="csX7947" fmla="*/ 2464553 w 3760185"/>
              <a:gd name="csY7947" fmla="*/ 404374 h 793834"/>
              <a:gd name="csX7948" fmla="*/ 2130538 w 3760185"/>
              <a:gd name="csY7948" fmla="*/ 387458 h 793834"/>
              <a:gd name="csX7949" fmla="*/ 2130538 w 3760185"/>
              <a:gd name="csY7949" fmla="*/ 404455 h 793834"/>
              <a:gd name="csX7950" fmla="*/ 2129173 w 3760185"/>
              <a:gd name="csY7950" fmla="*/ 404456 h 793834"/>
              <a:gd name="csX7951" fmla="*/ 2129173 w 3760185"/>
              <a:gd name="csY7951" fmla="*/ 393063 h 793834"/>
              <a:gd name="csX7952" fmla="*/ 1942067 w 3760185"/>
              <a:gd name="csY7952" fmla="*/ 387458 h 793834"/>
              <a:gd name="csX7953" fmla="*/ 1942067 w 3760185"/>
              <a:gd name="csY7953" fmla="*/ 404501 h 793834"/>
              <a:gd name="csX7954" fmla="*/ 1940702 w 3760185"/>
              <a:gd name="csY7954" fmla="*/ 404502 h 793834"/>
              <a:gd name="csX7955" fmla="*/ 1940702 w 3760185"/>
              <a:gd name="csY7955" fmla="*/ 393063 h 793834"/>
              <a:gd name="csX7956" fmla="*/ 995617 w 3760185"/>
              <a:gd name="csY7956" fmla="*/ 387458 h 793834"/>
              <a:gd name="csX7957" fmla="*/ 995617 w 3760185"/>
              <a:gd name="csY7957" fmla="*/ 404732 h 793834"/>
              <a:gd name="csX7958" fmla="*/ 994495 w 3760185"/>
              <a:gd name="csY7958" fmla="*/ 404732 h 793834"/>
              <a:gd name="csX7959" fmla="*/ 931428 w 3760185"/>
              <a:gd name="csY7959" fmla="*/ 387458 h 793834"/>
              <a:gd name="csX7960" fmla="*/ 932793 w 3760185"/>
              <a:gd name="csY7960" fmla="*/ 402172 h 793834"/>
              <a:gd name="csX7961" fmla="*/ 932793 w 3760185"/>
              <a:gd name="csY7961" fmla="*/ 404747 h 793834"/>
              <a:gd name="csX7962" fmla="*/ 931428 w 3760185"/>
              <a:gd name="csY7962" fmla="*/ 404747 h 793834"/>
              <a:gd name="csX7963" fmla="*/ 856312 w 3760185"/>
              <a:gd name="csY7963" fmla="*/ 387458 h 793834"/>
              <a:gd name="csX7964" fmla="*/ 857200 w 3760185"/>
              <a:gd name="csY7964" fmla="*/ 404766 h 793834"/>
              <a:gd name="csX7965" fmla="*/ 856312 w 3760185"/>
              <a:gd name="csY7965" fmla="*/ 404766 h 793834"/>
              <a:gd name="csX7966" fmla="*/ 854947 w 3760185"/>
              <a:gd name="csY7966" fmla="*/ 404766 h 793834"/>
              <a:gd name="csX7967" fmla="*/ 854947 w 3760185"/>
              <a:gd name="csY7967" fmla="*/ 401471 h 793834"/>
              <a:gd name="csX7968" fmla="*/ 856312 w 3760185"/>
              <a:gd name="csY7968" fmla="*/ 391662 h 793834"/>
              <a:gd name="csX7969" fmla="*/ 483468 w 3760185"/>
              <a:gd name="csY7969" fmla="*/ 387458 h 793834"/>
              <a:gd name="csX7970" fmla="*/ 483468 w 3760185"/>
              <a:gd name="csY7970" fmla="*/ 404274 h 793834"/>
              <a:gd name="csX7971" fmla="*/ 484834 w 3760185"/>
              <a:gd name="csY7971" fmla="*/ 402172 h 793834"/>
              <a:gd name="csX7972" fmla="*/ 484834 w 3760185"/>
              <a:gd name="csY7972" fmla="*/ 391662 h 793834"/>
              <a:gd name="csX7973" fmla="*/ 485529 w 3760185"/>
              <a:gd name="csY7973" fmla="*/ 404856 h 793834"/>
              <a:gd name="csX7974" fmla="*/ 482641 w 3760185"/>
              <a:gd name="csY7974" fmla="*/ 404857 h 793834"/>
              <a:gd name="csX7975" fmla="*/ 275877 w 3760185"/>
              <a:gd name="csY7975" fmla="*/ 387458 h 793834"/>
              <a:gd name="csX7976" fmla="*/ 277186 w 3760185"/>
              <a:gd name="csY7976" fmla="*/ 404907 h 793834"/>
              <a:gd name="csX7977" fmla="*/ 274512 w 3760185"/>
              <a:gd name="csY7977" fmla="*/ 404907 h 793834"/>
              <a:gd name="csX7978" fmla="*/ 274512 w 3760185"/>
              <a:gd name="csY7978" fmla="*/ 394465 h 793834"/>
              <a:gd name="csX7979" fmla="*/ 275877 w 3760185"/>
              <a:gd name="csY7979" fmla="*/ 398669 h 793834"/>
              <a:gd name="csX7980" fmla="*/ 260854 w 3760185"/>
              <a:gd name="csY7980" fmla="*/ 387458 h 793834"/>
              <a:gd name="csX7981" fmla="*/ 261727 w 3760185"/>
              <a:gd name="csY7981" fmla="*/ 404911 h 793834"/>
              <a:gd name="csX7982" fmla="*/ 260587 w 3760185"/>
              <a:gd name="csY7982" fmla="*/ 404911 h 793834"/>
              <a:gd name="csX7983" fmla="*/ 260854 w 3760185"/>
              <a:gd name="csY7983" fmla="*/ 402172 h 793834"/>
              <a:gd name="csX7984" fmla="*/ 34143 w 3760185"/>
              <a:gd name="csY7984" fmla="*/ 387458 h 793834"/>
              <a:gd name="csX7985" fmla="*/ 35281 w 3760185"/>
              <a:gd name="csY7985" fmla="*/ 404966 h 793834"/>
              <a:gd name="csX7986" fmla="*/ 32877 w 3760185"/>
              <a:gd name="csY7986" fmla="*/ 404966 h 793834"/>
              <a:gd name="csX7987" fmla="*/ 34143 w 3760185"/>
              <a:gd name="csY7987" fmla="*/ 395866 h 793834"/>
              <a:gd name="csX7988" fmla="*/ 3733905 w 3760185"/>
              <a:gd name="csY7988" fmla="*/ 386758 h 793834"/>
              <a:gd name="csX7989" fmla="*/ 3733905 w 3760185"/>
              <a:gd name="csY7989" fmla="*/ 404065 h 793834"/>
              <a:gd name="csX7990" fmla="*/ 3732539 w 3760185"/>
              <a:gd name="csY7990" fmla="*/ 404065 h 793834"/>
              <a:gd name="csX7991" fmla="*/ 3732539 w 3760185"/>
              <a:gd name="csY7991" fmla="*/ 400070 h 793834"/>
              <a:gd name="csX7992" fmla="*/ 3716150 w 3760185"/>
              <a:gd name="csY7992" fmla="*/ 386758 h 793834"/>
              <a:gd name="csX7993" fmla="*/ 3716150 w 3760185"/>
              <a:gd name="csY7993" fmla="*/ 404069 h 793834"/>
              <a:gd name="csX7994" fmla="*/ 3715401 w 3760185"/>
              <a:gd name="csY7994" fmla="*/ 404069 h 793834"/>
              <a:gd name="csX7995" fmla="*/ 3594600 w 3760185"/>
              <a:gd name="csY7995" fmla="*/ 386758 h 793834"/>
              <a:gd name="csX7996" fmla="*/ 3595625 w 3760185"/>
              <a:gd name="csY7996" fmla="*/ 404099 h 793834"/>
              <a:gd name="csX7997" fmla="*/ 3594600 w 3760185"/>
              <a:gd name="csY7997" fmla="*/ 404099 h 793834"/>
              <a:gd name="csX7998" fmla="*/ 3592359 w 3760185"/>
              <a:gd name="csY7998" fmla="*/ 404099 h 793834"/>
              <a:gd name="csX7999" fmla="*/ 3593235 w 3760185"/>
              <a:gd name="csY7999" fmla="*/ 393764 h 793834"/>
              <a:gd name="csX8000" fmla="*/ 3594600 w 3760185"/>
              <a:gd name="csY8000" fmla="*/ 391662 h 793834"/>
              <a:gd name="csX8001" fmla="*/ 3328283 w 3760185"/>
              <a:gd name="csY8001" fmla="*/ 386758 h 793834"/>
              <a:gd name="csX8002" fmla="*/ 3328283 w 3760185"/>
              <a:gd name="csY8002" fmla="*/ 404164 h 793834"/>
              <a:gd name="csX8003" fmla="*/ 3327727 w 3760185"/>
              <a:gd name="csY8003" fmla="*/ 404164 h 793834"/>
              <a:gd name="csX8004" fmla="*/ 3313260 w 3760185"/>
              <a:gd name="csY8004" fmla="*/ 386758 h 793834"/>
              <a:gd name="csX8005" fmla="*/ 3313767 w 3760185"/>
              <a:gd name="csY8005" fmla="*/ 404167 h 793834"/>
              <a:gd name="csX8006" fmla="*/ 3313260 w 3760185"/>
              <a:gd name="csY8006" fmla="*/ 404167 h 793834"/>
              <a:gd name="csX8007" fmla="*/ 2663173 w 3760185"/>
              <a:gd name="csY8007" fmla="*/ 386758 h 793834"/>
              <a:gd name="csX8008" fmla="*/ 2664539 w 3760185"/>
              <a:gd name="csY8008" fmla="*/ 395866 h 793834"/>
              <a:gd name="csX8009" fmla="*/ 2664539 w 3760185"/>
              <a:gd name="csY8009" fmla="*/ 404325 h 793834"/>
              <a:gd name="csX8010" fmla="*/ 2663173 w 3760185"/>
              <a:gd name="csY8010" fmla="*/ 404326 h 793834"/>
              <a:gd name="csX8011" fmla="*/ 2612641 w 3760185"/>
              <a:gd name="csY8011" fmla="*/ 386758 h 793834"/>
              <a:gd name="csX8012" fmla="*/ 2613075 w 3760185"/>
              <a:gd name="csY8012" fmla="*/ 404338 h 793834"/>
              <a:gd name="csX8013" fmla="*/ 2612641 w 3760185"/>
              <a:gd name="csY8013" fmla="*/ 404338 h 793834"/>
              <a:gd name="csX8014" fmla="*/ 2499285 w 3760185"/>
              <a:gd name="csY8014" fmla="*/ 386758 h 793834"/>
              <a:gd name="csX8015" fmla="*/ 2499285 w 3760185"/>
              <a:gd name="csY8015" fmla="*/ 400070 h 793834"/>
              <a:gd name="csX8016" fmla="*/ 2499518 w 3760185"/>
              <a:gd name="csY8016" fmla="*/ 404366 h 793834"/>
              <a:gd name="csX8017" fmla="*/ 2498332 w 3760185"/>
              <a:gd name="csY8017" fmla="*/ 404366 h 793834"/>
              <a:gd name="csX8018" fmla="*/ 2119612 w 3760185"/>
              <a:gd name="csY8018" fmla="*/ 386758 h 793834"/>
              <a:gd name="csX8019" fmla="*/ 2119612 w 3760185"/>
              <a:gd name="csY8019" fmla="*/ 395866 h 793834"/>
              <a:gd name="csX8020" fmla="*/ 2120152 w 3760185"/>
              <a:gd name="csY8020" fmla="*/ 404458 h 793834"/>
              <a:gd name="csX8021" fmla="*/ 2118247 w 3760185"/>
              <a:gd name="csY8021" fmla="*/ 404458 h 793834"/>
              <a:gd name="csX8022" fmla="*/ 2118247 w 3760185"/>
              <a:gd name="csY8022" fmla="*/ 401471 h 793834"/>
              <a:gd name="csX8023" fmla="*/ 2116881 w 3760185"/>
              <a:gd name="csY8023" fmla="*/ 386758 h 793834"/>
              <a:gd name="csX8024" fmla="*/ 2116881 w 3760185"/>
              <a:gd name="csY8024" fmla="*/ 404459 h 793834"/>
              <a:gd name="csX8025" fmla="*/ 2115603 w 3760185"/>
              <a:gd name="csY8025" fmla="*/ 404459 h 793834"/>
              <a:gd name="csX8026" fmla="*/ 2081372 w 3760185"/>
              <a:gd name="csY8026" fmla="*/ 386758 h 793834"/>
              <a:gd name="csX8027" fmla="*/ 2082738 w 3760185"/>
              <a:gd name="csY8027" fmla="*/ 391662 h 793834"/>
              <a:gd name="csX8028" fmla="*/ 2082738 w 3760185"/>
              <a:gd name="csY8028" fmla="*/ 404467 h 793834"/>
              <a:gd name="csX8029" fmla="*/ 2081372 w 3760185"/>
              <a:gd name="csY8029" fmla="*/ 404467 h 793834"/>
              <a:gd name="csX8030" fmla="*/ 1862855 w 3760185"/>
              <a:gd name="csY8030" fmla="*/ 386758 h 793834"/>
              <a:gd name="csX8031" fmla="*/ 1862855 w 3760185"/>
              <a:gd name="csY8031" fmla="*/ 404521 h 793834"/>
              <a:gd name="csX8032" fmla="*/ 1861489 w 3760185"/>
              <a:gd name="csY8032" fmla="*/ 404521 h 793834"/>
              <a:gd name="csX8033" fmla="*/ 1861489 w 3760185"/>
              <a:gd name="csY8033" fmla="*/ 398669 h 793834"/>
              <a:gd name="csX8034" fmla="*/ 1772717 w 3760185"/>
              <a:gd name="csY8034" fmla="*/ 386758 h 793834"/>
              <a:gd name="csX8035" fmla="*/ 1774083 w 3760185"/>
              <a:gd name="csY8035" fmla="*/ 402172 h 793834"/>
              <a:gd name="csX8036" fmla="*/ 1774083 w 3760185"/>
              <a:gd name="csY8036" fmla="*/ 404542 h 793834"/>
              <a:gd name="csX8037" fmla="*/ 1772717 w 3760185"/>
              <a:gd name="csY8037" fmla="*/ 404543 h 793834"/>
              <a:gd name="csX8038" fmla="*/ 1739939 w 3760185"/>
              <a:gd name="csY8038" fmla="*/ 386758 h 793834"/>
              <a:gd name="csX8039" fmla="*/ 1740499 w 3760185"/>
              <a:gd name="csY8039" fmla="*/ 404550 h 793834"/>
              <a:gd name="csX8040" fmla="*/ 1739939 w 3760185"/>
              <a:gd name="csY8040" fmla="*/ 404551 h 793834"/>
              <a:gd name="csX8041" fmla="*/ 1733111 w 3760185"/>
              <a:gd name="csY8041" fmla="*/ 386758 h 793834"/>
              <a:gd name="csX8042" fmla="*/ 1733754 w 3760185"/>
              <a:gd name="csY8042" fmla="*/ 404552 h 793834"/>
              <a:gd name="csX8043" fmla="*/ 1733111 w 3760185"/>
              <a:gd name="csY8043" fmla="*/ 404552 h 793834"/>
              <a:gd name="csX8044" fmla="*/ 1623853 w 3760185"/>
              <a:gd name="csY8044" fmla="*/ 386758 h 793834"/>
              <a:gd name="csX8045" fmla="*/ 1623853 w 3760185"/>
              <a:gd name="csY8045" fmla="*/ 403573 h 793834"/>
              <a:gd name="csX8046" fmla="*/ 1623914 w 3760185"/>
              <a:gd name="csY8046" fmla="*/ 404579 h 793834"/>
              <a:gd name="csX8047" fmla="*/ 1622695 w 3760185"/>
              <a:gd name="csY8047" fmla="*/ 404579 h 793834"/>
              <a:gd name="csX8048" fmla="*/ 1307003 w 3760185"/>
              <a:gd name="csY8048" fmla="*/ 386758 h 793834"/>
              <a:gd name="csX8049" fmla="*/ 1307003 w 3760185"/>
              <a:gd name="csY8049" fmla="*/ 404656 h 793834"/>
              <a:gd name="csX8050" fmla="*/ 1306085 w 3760185"/>
              <a:gd name="csY8050" fmla="*/ 404656 h 793834"/>
              <a:gd name="csX8051" fmla="*/ 1171796 w 3760185"/>
              <a:gd name="csY8051" fmla="*/ 386758 h 793834"/>
              <a:gd name="csX8052" fmla="*/ 1171796 w 3760185"/>
              <a:gd name="csY8052" fmla="*/ 395866 h 793834"/>
              <a:gd name="csX8053" fmla="*/ 1172701 w 3760185"/>
              <a:gd name="csY8053" fmla="*/ 404689 h 793834"/>
              <a:gd name="csX8054" fmla="*/ 1169812 w 3760185"/>
              <a:gd name="csY8054" fmla="*/ 404689 h 793834"/>
              <a:gd name="csX8055" fmla="*/ 1170430 w 3760185"/>
              <a:gd name="csY8055" fmla="*/ 395165 h 793834"/>
              <a:gd name="csX8056" fmla="*/ 1170430 w 3760185"/>
              <a:gd name="csY8056" fmla="*/ 394465 h 793834"/>
              <a:gd name="csX8057" fmla="*/ 1063903 w 3760185"/>
              <a:gd name="csY8057" fmla="*/ 386758 h 793834"/>
              <a:gd name="csX8058" fmla="*/ 1063903 w 3760185"/>
              <a:gd name="csY8058" fmla="*/ 394465 h 793834"/>
              <a:gd name="csX8059" fmla="*/ 1064772 w 3760185"/>
              <a:gd name="csY8059" fmla="*/ 404715 h 793834"/>
              <a:gd name="csX8060" fmla="*/ 1062982 w 3760185"/>
              <a:gd name="csY8060" fmla="*/ 404715 h 793834"/>
              <a:gd name="csX8061" fmla="*/ 940988 w 3760185"/>
              <a:gd name="csY8061" fmla="*/ 386758 h 793834"/>
              <a:gd name="csX8062" fmla="*/ 940988 w 3760185"/>
              <a:gd name="csY8062" fmla="*/ 404745 h 793834"/>
              <a:gd name="csX8063" fmla="*/ 939986 w 3760185"/>
              <a:gd name="csY8063" fmla="*/ 404745 h 793834"/>
              <a:gd name="csX8064" fmla="*/ 534000 w 3760185"/>
              <a:gd name="csY8064" fmla="*/ 386758 h 793834"/>
              <a:gd name="csX8065" fmla="*/ 534820 w 3760185"/>
              <a:gd name="csY8065" fmla="*/ 404844 h 793834"/>
              <a:gd name="csX8066" fmla="*/ 534000 w 3760185"/>
              <a:gd name="csY8066" fmla="*/ 404844 h 793834"/>
              <a:gd name="csX8067" fmla="*/ 514880 w 3760185"/>
              <a:gd name="csY8067" fmla="*/ 386758 h 793834"/>
              <a:gd name="csX8068" fmla="*/ 516246 w 3760185"/>
              <a:gd name="csY8068" fmla="*/ 397267 h 793834"/>
              <a:gd name="csX8069" fmla="*/ 516246 w 3760185"/>
              <a:gd name="csY8069" fmla="*/ 404849 h 793834"/>
              <a:gd name="csX8070" fmla="*/ 511342 w 3760185"/>
              <a:gd name="csY8070" fmla="*/ 404850 h 793834"/>
              <a:gd name="csX8071" fmla="*/ 512149 w 3760185"/>
              <a:gd name="csY8071" fmla="*/ 396567 h 793834"/>
              <a:gd name="csX8072" fmla="*/ 512149 w 3760185"/>
              <a:gd name="csY8072" fmla="*/ 389560 h 793834"/>
              <a:gd name="csX8073" fmla="*/ 513514 w 3760185"/>
              <a:gd name="csY8073" fmla="*/ 393764 h 793834"/>
              <a:gd name="csX8074" fmla="*/ 513514 w 3760185"/>
              <a:gd name="csY8074" fmla="*/ 398669 h 793834"/>
              <a:gd name="csX8075" fmla="*/ 514880 w 3760185"/>
              <a:gd name="csY8075" fmla="*/ 390961 h 793834"/>
              <a:gd name="csX8076" fmla="*/ 514880 w 3760185"/>
              <a:gd name="csY8076" fmla="*/ 389560 h 793834"/>
              <a:gd name="csX8077" fmla="*/ 361918 w 3760185"/>
              <a:gd name="csY8077" fmla="*/ 386758 h 793834"/>
              <a:gd name="csX8078" fmla="*/ 362527 w 3760185"/>
              <a:gd name="csY8078" fmla="*/ 404886 h 793834"/>
              <a:gd name="csX8079" fmla="*/ 361918 w 3760185"/>
              <a:gd name="csY8079" fmla="*/ 404886 h 793834"/>
              <a:gd name="csX8080" fmla="*/ 361918 w 3760185"/>
              <a:gd name="csY8080" fmla="*/ 401471 h 793834"/>
              <a:gd name="csX8081" fmla="*/ 237637 w 3760185"/>
              <a:gd name="csY8081" fmla="*/ 386758 h 793834"/>
              <a:gd name="csX8082" fmla="*/ 239003 w 3760185"/>
              <a:gd name="csY8082" fmla="*/ 400070 h 793834"/>
              <a:gd name="csX8083" fmla="*/ 239003 w 3760185"/>
              <a:gd name="csY8083" fmla="*/ 404916 h 793834"/>
              <a:gd name="csX8084" fmla="*/ 237637 w 3760185"/>
              <a:gd name="csY8084" fmla="*/ 404916 h 793834"/>
              <a:gd name="csX8085" fmla="*/ 98333 w 3760185"/>
              <a:gd name="csY8085" fmla="*/ 386758 h 793834"/>
              <a:gd name="csX8086" fmla="*/ 98333 w 3760185"/>
              <a:gd name="csY8086" fmla="*/ 404950 h 793834"/>
              <a:gd name="csX8087" fmla="*/ 96967 w 3760185"/>
              <a:gd name="csY8087" fmla="*/ 404951 h 793834"/>
              <a:gd name="csX8088" fmla="*/ 96967 w 3760185"/>
              <a:gd name="csY8088" fmla="*/ 402872 h 793834"/>
              <a:gd name="csX8089" fmla="*/ 3392472 w 3760185"/>
              <a:gd name="csY8089" fmla="*/ 386057 h 793834"/>
              <a:gd name="csX8090" fmla="*/ 3392472 w 3760185"/>
              <a:gd name="csY8090" fmla="*/ 404148 h 793834"/>
              <a:gd name="csX8091" fmla="*/ 3392171 w 3760185"/>
              <a:gd name="csY8091" fmla="*/ 404148 h 793834"/>
              <a:gd name="csX8092" fmla="*/ 3037383 w 3760185"/>
              <a:gd name="csY8092" fmla="*/ 386057 h 793834"/>
              <a:gd name="csX8093" fmla="*/ 3037383 w 3760185"/>
              <a:gd name="csY8093" fmla="*/ 404235 h 793834"/>
              <a:gd name="csX8094" fmla="*/ 3036877 w 3760185"/>
              <a:gd name="csY8094" fmla="*/ 404235 h 793834"/>
              <a:gd name="csX8095" fmla="*/ 2911735 w 3760185"/>
              <a:gd name="csY8095" fmla="*/ 386057 h 793834"/>
              <a:gd name="csX8096" fmla="*/ 2912959 w 3760185"/>
              <a:gd name="csY8096" fmla="*/ 404265 h 793834"/>
              <a:gd name="csX8097" fmla="*/ 2911735 w 3760185"/>
              <a:gd name="csY8097" fmla="*/ 404265 h 793834"/>
              <a:gd name="csX8098" fmla="*/ 2448753 w 3760185"/>
              <a:gd name="csY8098" fmla="*/ 386057 h 793834"/>
              <a:gd name="csX8099" fmla="*/ 2448753 w 3760185"/>
              <a:gd name="csY8099" fmla="*/ 404378 h 793834"/>
              <a:gd name="csX8100" fmla="*/ 2447387 w 3760185"/>
              <a:gd name="csY8100" fmla="*/ 404378 h 793834"/>
              <a:gd name="csX8101" fmla="*/ 2447387 w 3760185"/>
              <a:gd name="csY8101" fmla="*/ 397267 h 793834"/>
              <a:gd name="csX8102" fmla="*/ 1936605 w 3760185"/>
              <a:gd name="csY8102" fmla="*/ 386057 h 793834"/>
              <a:gd name="csX8103" fmla="*/ 1937296 w 3760185"/>
              <a:gd name="csY8103" fmla="*/ 404502 h 793834"/>
              <a:gd name="csX8104" fmla="*/ 1936605 w 3760185"/>
              <a:gd name="csY8104" fmla="*/ 404503 h 793834"/>
              <a:gd name="csX8105" fmla="*/ 1866952 w 3760185"/>
              <a:gd name="csY8105" fmla="*/ 386057 h 793834"/>
              <a:gd name="csX8106" fmla="*/ 1866952 w 3760185"/>
              <a:gd name="csY8106" fmla="*/ 403573 h 793834"/>
              <a:gd name="csX8107" fmla="*/ 1868318 w 3760185"/>
              <a:gd name="csY8107" fmla="*/ 390261 h 793834"/>
              <a:gd name="csX8108" fmla="*/ 1868318 w 3760185"/>
              <a:gd name="csY8108" fmla="*/ 394465 h 793834"/>
              <a:gd name="csX8109" fmla="*/ 1869135 w 3760185"/>
              <a:gd name="csY8109" fmla="*/ 404519 h 793834"/>
              <a:gd name="csX8110" fmla="*/ 1866321 w 3760185"/>
              <a:gd name="csY8110" fmla="*/ 404520 h 793834"/>
              <a:gd name="csX8111" fmla="*/ 1606098 w 3760185"/>
              <a:gd name="csY8111" fmla="*/ 386057 h 793834"/>
              <a:gd name="csX8112" fmla="*/ 1606550 w 3760185"/>
              <a:gd name="csY8112" fmla="*/ 404583 h 793834"/>
              <a:gd name="csX8113" fmla="*/ 1606098 w 3760185"/>
              <a:gd name="csY8113" fmla="*/ 404583 h 793834"/>
              <a:gd name="csX8114" fmla="*/ 1195013 w 3760185"/>
              <a:gd name="csY8114" fmla="*/ 386057 h 793834"/>
              <a:gd name="csX8115" fmla="*/ 1196310 w 3760185"/>
              <a:gd name="csY8115" fmla="*/ 404683 h 793834"/>
              <a:gd name="csX8116" fmla="*/ 1193949 w 3760185"/>
              <a:gd name="csY8116" fmla="*/ 404684 h 793834"/>
              <a:gd name="csX8117" fmla="*/ 1195013 w 3760185"/>
              <a:gd name="csY8117" fmla="*/ 393764 h 793834"/>
              <a:gd name="csX8118" fmla="*/ 879530 w 3760185"/>
              <a:gd name="csY8118" fmla="*/ 386057 h 793834"/>
              <a:gd name="csX8119" fmla="*/ 879530 w 3760185"/>
              <a:gd name="csY8119" fmla="*/ 391662 h 793834"/>
              <a:gd name="csX8120" fmla="*/ 880138 w 3760185"/>
              <a:gd name="csY8120" fmla="*/ 404760 h 793834"/>
              <a:gd name="csX8121" fmla="*/ 878164 w 3760185"/>
              <a:gd name="csY8121" fmla="*/ 404760 h 793834"/>
              <a:gd name="csX8122" fmla="*/ 878164 w 3760185"/>
              <a:gd name="csY8122" fmla="*/ 397267 h 793834"/>
              <a:gd name="csX8123" fmla="*/ 158425 w 3760185"/>
              <a:gd name="csY8123" fmla="*/ 386057 h 793834"/>
              <a:gd name="csX8124" fmla="*/ 158425 w 3760185"/>
              <a:gd name="csY8124" fmla="*/ 402872 h 793834"/>
              <a:gd name="csX8125" fmla="*/ 158425 w 3760185"/>
              <a:gd name="csY8125" fmla="*/ 404936 h 793834"/>
              <a:gd name="csX8126" fmla="*/ 157731 w 3760185"/>
              <a:gd name="csY8126" fmla="*/ 404936 h 793834"/>
              <a:gd name="csX8127" fmla="*/ 3620549 w 3760185"/>
              <a:gd name="csY8127" fmla="*/ 385356 h 793834"/>
              <a:gd name="csX8128" fmla="*/ 3620549 w 3760185"/>
              <a:gd name="csY8128" fmla="*/ 399369 h 793834"/>
              <a:gd name="csX8129" fmla="*/ 3621915 w 3760185"/>
              <a:gd name="csY8129" fmla="*/ 400070 h 793834"/>
              <a:gd name="csX8130" fmla="*/ 3621915 w 3760185"/>
              <a:gd name="csY8130" fmla="*/ 404092 h 793834"/>
              <a:gd name="csX8131" fmla="*/ 3619505 w 3760185"/>
              <a:gd name="csY8131" fmla="*/ 404093 h 793834"/>
              <a:gd name="csX8132" fmla="*/ 3427981 w 3760185"/>
              <a:gd name="csY8132" fmla="*/ 385356 h 793834"/>
              <a:gd name="csX8133" fmla="*/ 3428591 w 3760185"/>
              <a:gd name="csY8133" fmla="*/ 404139 h 793834"/>
              <a:gd name="csX8134" fmla="*/ 3427981 w 3760185"/>
              <a:gd name="csY8134" fmla="*/ 404139 h 793834"/>
              <a:gd name="csX8135" fmla="*/ 3325551 w 3760185"/>
              <a:gd name="csY8135" fmla="*/ 385356 h 793834"/>
              <a:gd name="csX8136" fmla="*/ 3325783 w 3760185"/>
              <a:gd name="csY8136" fmla="*/ 404164 h 793834"/>
              <a:gd name="csX8137" fmla="*/ 3325551 w 3760185"/>
              <a:gd name="csY8137" fmla="*/ 404164 h 793834"/>
              <a:gd name="csX8138" fmla="*/ 2902175 w 3760185"/>
              <a:gd name="csY8138" fmla="*/ 385356 h 793834"/>
              <a:gd name="csX8139" fmla="*/ 2902742 w 3760185"/>
              <a:gd name="csY8139" fmla="*/ 404267 h 793834"/>
              <a:gd name="csX8140" fmla="*/ 2901307 w 3760185"/>
              <a:gd name="csY8140" fmla="*/ 404268 h 793834"/>
              <a:gd name="csX8141" fmla="*/ 2902175 w 3760185"/>
              <a:gd name="csY8141" fmla="*/ 389560 h 793834"/>
              <a:gd name="csX8142" fmla="*/ 2754677 w 3760185"/>
              <a:gd name="csY8142" fmla="*/ 385356 h 793834"/>
              <a:gd name="csX8143" fmla="*/ 2754677 w 3760185"/>
              <a:gd name="csY8143" fmla="*/ 404303 h 793834"/>
              <a:gd name="csX8144" fmla="*/ 2754109 w 3760185"/>
              <a:gd name="csY8144" fmla="*/ 404304 h 793834"/>
              <a:gd name="csX8145" fmla="*/ 2161950 w 3760185"/>
              <a:gd name="csY8145" fmla="*/ 385356 h 793834"/>
              <a:gd name="csX8146" fmla="*/ 2162984 w 3760185"/>
              <a:gd name="csY8146" fmla="*/ 404448 h 793834"/>
              <a:gd name="csX8147" fmla="*/ 2161950 w 3760185"/>
              <a:gd name="csY8147" fmla="*/ 404448 h 793834"/>
              <a:gd name="csX8148" fmla="*/ 1892901 w 3760185"/>
              <a:gd name="csY8148" fmla="*/ 385356 h 793834"/>
              <a:gd name="csX8149" fmla="*/ 1893357 w 3760185"/>
              <a:gd name="csY8149" fmla="*/ 404513 h 793834"/>
              <a:gd name="csX8150" fmla="*/ 1892901 w 3760185"/>
              <a:gd name="csY8150" fmla="*/ 404513 h 793834"/>
              <a:gd name="csX8151" fmla="*/ 1872415 w 3760185"/>
              <a:gd name="csY8151" fmla="*/ 385356 h 793834"/>
              <a:gd name="csX8152" fmla="*/ 1873781 w 3760185"/>
              <a:gd name="csY8152" fmla="*/ 395165 h 793834"/>
              <a:gd name="csX8153" fmla="*/ 1873781 w 3760185"/>
              <a:gd name="csY8153" fmla="*/ 398669 h 793834"/>
              <a:gd name="csX8154" fmla="*/ 1874324 w 3760185"/>
              <a:gd name="csY8154" fmla="*/ 404518 h 793834"/>
              <a:gd name="csX8155" fmla="*/ 1870575 w 3760185"/>
              <a:gd name="csY8155" fmla="*/ 404519 h 793834"/>
              <a:gd name="csX8156" fmla="*/ 1871049 w 3760185"/>
              <a:gd name="csY8156" fmla="*/ 392363 h 793834"/>
              <a:gd name="csX8157" fmla="*/ 1871049 w 3760185"/>
              <a:gd name="csY8157" fmla="*/ 396567 h 793834"/>
              <a:gd name="csX8158" fmla="*/ 1872415 w 3760185"/>
              <a:gd name="csY8158" fmla="*/ 391662 h 793834"/>
              <a:gd name="csX8159" fmla="*/ 1662093 w 3760185"/>
              <a:gd name="csY8159" fmla="*/ 385356 h 793834"/>
              <a:gd name="csX8160" fmla="*/ 1662093 w 3760185"/>
              <a:gd name="csY8160" fmla="*/ 404570 h 793834"/>
              <a:gd name="csX8161" fmla="*/ 1661133 w 3760185"/>
              <a:gd name="csY8161" fmla="*/ 404570 h 793834"/>
              <a:gd name="csX8162" fmla="*/ 1610195 w 3760185"/>
              <a:gd name="csY8162" fmla="*/ 385356 h 793834"/>
              <a:gd name="csX8163" fmla="*/ 1610195 w 3760185"/>
              <a:gd name="csY8163" fmla="*/ 404582 h 793834"/>
              <a:gd name="csX8164" fmla="*/ 1609788 w 3760185"/>
              <a:gd name="csY8164" fmla="*/ 404582 h 793834"/>
              <a:gd name="csX8165" fmla="*/ 1212768 w 3760185"/>
              <a:gd name="csY8165" fmla="*/ 385356 h 793834"/>
              <a:gd name="csX8166" fmla="*/ 1212768 w 3760185"/>
              <a:gd name="csY8166" fmla="*/ 404679 h 793834"/>
              <a:gd name="csX8167" fmla="*/ 1212130 w 3760185"/>
              <a:gd name="csY8167" fmla="*/ 404679 h 793834"/>
              <a:gd name="csX8168" fmla="*/ 1110338 w 3760185"/>
              <a:gd name="csY8168" fmla="*/ 385356 h 793834"/>
              <a:gd name="csX8169" fmla="*/ 1110910 w 3760185"/>
              <a:gd name="csY8169" fmla="*/ 404704 h 793834"/>
              <a:gd name="csX8170" fmla="*/ 1110338 w 3760185"/>
              <a:gd name="csY8170" fmla="*/ 404704 h 793834"/>
              <a:gd name="csX8171" fmla="*/ 1110338 w 3760185"/>
              <a:gd name="csY8171" fmla="*/ 397968 h 793834"/>
              <a:gd name="csX8172" fmla="*/ 1074829 w 3760185"/>
              <a:gd name="csY8172" fmla="*/ 385356 h 793834"/>
              <a:gd name="csX8173" fmla="*/ 1075649 w 3760185"/>
              <a:gd name="csY8173" fmla="*/ 404712 h 793834"/>
              <a:gd name="csX8174" fmla="*/ 1074204 w 3760185"/>
              <a:gd name="csY8174" fmla="*/ 404713 h 793834"/>
              <a:gd name="csX8175" fmla="*/ 1074829 w 3760185"/>
              <a:gd name="csY8175" fmla="*/ 386758 h 793834"/>
              <a:gd name="csX8176" fmla="*/ 875433 w 3760185"/>
              <a:gd name="csY8176" fmla="*/ 385356 h 793834"/>
              <a:gd name="csX8177" fmla="*/ 875433 w 3760185"/>
              <a:gd name="csY8177" fmla="*/ 394465 h 793834"/>
              <a:gd name="csX8178" fmla="*/ 875433 w 3760185"/>
              <a:gd name="csY8178" fmla="*/ 404274 h 793834"/>
              <a:gd name="csX8179" fmla="*/ 875489 w 3760185"/>
              <a:gd name="csY8179" fmla="*/ 404761 h 793834"/>
              <a:gd name="csX8180" fmla="*/ 874803 w 3760185"/>
              <a:gd name="csY8180" fmla="*/ 404761 h 793834"/>
              <a:gd name="csX8181" fmla="*/ 408353 w 3760185"/>
              <a:gd name="csY8181" fmla="*/ 385356 h 793834"/>
              <a:gd name="csX8182" fmla="*/ 409542 w 3760185"/>
              <a:gd name="csY8182" fmla="*/ 404875 h 793834"/>
              <a:gd name="csX8183" fmla="*/ 408353 w 3760185"/>
              <a:gd name="csY8183" fmla="*/ 404875 h 793834"/>
              <a:gd name="csX8184" fmla="*/ 28680 w 3760185"/>
              <a:gd name="csY8184" fmla="*/ 385356 h 793834"/>
              <a:gd name="csX8185" fmla="*/ 28680 w 3760185"/>
              <a:gd name="csY8185" fmla="*/ 395866 h 793834"/>
              <a:gd name="csX8186" fmla="*/ 29083 w 3760185"/>
              <a:gd name="csY8186" fmla="*/ 404967 h 793834"/>
              <a:gd name="csX8187" fmla="*/ 27486 w 3760185"/>
              <a:gd name="csY8187" fmla="*/ 404968 h 793834"/>
              <a:gd name="csX8188" fmla="*/ 12292 w 3760185"/>
              <a:gd name="csY8188" fmla="*/ 385356 h 793834"/>
              <a:gd name="csX8189" fmla="*/ 13525 w 3760185"/>
              <a:gd name="csY8189" fmla="*/ 404971 h 793834"/>
              <a:gd name="csX8190" fmla="*/ 12292 w 3760185"/>
              <a:gd name="csY8190" fmla="*/ 404971 h 793834"/>
              <a:gd name="csX8191" fmla="*/ 3694299 w 3760185"/>
              <a:gd name="csY8191" fmla="*/ 384656 h 793834"/>
              <a:gd name="csX8192" fmla="*/ 3695664 w 3760185"/>
              <a:gd name="csY8192" fmla="*/ 401471 h 793834"/>
              <a:gd name="csX8193" fmla="*/ 3695664 w 3760185"/>
              <a:gd name="csY8193" fmla="*/ 404074 h 793834"/>
              <a:gd name="csX8194" fmla="*/ 3694299 w 3760185"/>
              <a:gd name="csY8194" fmla="*/ 404075 h 793834"/>
              <a:gd name="csX8195" fmla="*/ 3619183 w 3760185"/>
              <a:gd name="csY8195" fmla="*/ 384656 h 793834"/>
              <a:gd name="csX8196" fmla="*/ 3619183 w 3760185"/>
              <a:gd name="csY8196" fmla="*/ 404093 h 793834"/>
              <a:gd name="csX8197" fmla="*/ 3617818 w 3760185"/>
              <a:gd name="csY8197" fmla="*/ 404093 h 793834"/>
              <a:gd name="csX8198" fmla="*/ 3617818 w 3760185"/>
              <a:gd name="csY8198" fmla="*/ 395165 h 793834"/>
              <a:gd name="csX8199" fmla="*/ 3429347 w 3760185"/>
              <a:gd name="csY8199" fmla="*/ 384656 h 793834"/>
              <a:gd name="csX8200" fmla="*/ 3430252 w 3760185"/>
              <a:gd name="csY8200" fmla="*/ 404139 h 793834"/>
              <a:gd name="csX8201" fmla="*/ 3429347 w 3760185"/>
              <a:gd name="csY8201" fmla="*/ 404139 h 793834"/>
              <a:gd name="csX8202" fmla="*/ 3081086 w 3760185"/>
              <a:gd name="csY8202" fmla="*/ 384656 h 793834"/>
              <a:gd name="csX8203" fmla="*/ 3081269 w 3760185"/>
              <a:gd name="csY8203" fmla="*/ 404224 h 793834"/>
              <a:gd name="csX8204" fmla="*/ 3081086 w 3760185"/>
              <a:gd name="csY8204" fmla="*/ 404224 h 793834"/>
              <a:gd name="csX8205" fmla="*/ 2904907 w 3760185"/>
              <a:gd name="csY8205" fmla="*/ 384656 h 793834"/>
              <a:gd name="csX8206" fmla="*/ 2904907 w 3760185"/>
              <a:gd name="csY8206" fmla="*/ 390961 h 793834"/>
              <a:gd name="csX8207" fmla="*/ 2906273 w 3760185"/>
              <a:gd name="csY8207" fmla="*/ 395866 h 793834"/>
              <a:gd name="csX8208" fmla="*/ 2907532 w 3760185"/>
              <a:gd name="csY8208" fmla="*/ 404266 h 793834"/>
              <a:gd name="csX8209" fmla="*/ 2903541 w 3760185"/>
              <a:gd name="csY8209" fmla="*/ 404267 h 793834"/>
              <a:gd name="csX8210" fmla="*/ 2903541 w 3760185"/>
              <a:gd name="csY8210" fmla="*/ 401471 h 793834"/>
              <a:gd name="csX8211" fmla="*/ 2780625 w 3760185"/>
              <a:gd name="csY8211" fmla="*/ 384656 h 793834"/>
              <a:gd name="csX8212" fmla="*/ 2780625 w 3760185"/>
              <a:gd name="csY8212" fmla="*/ 386758 h 793834"/>
              <a:gd name="csX8213" fmla="*/ 2781135 w 3760185"/>
              <a:gd name="csY8213" fmla="*/ 404297 h 793834"/>
              <a:gd name="csX8214" fmla="*/ 2780008 w 3760185"/>
              <a:gd name="csY8214" fmla="*/ 404297 h 793834"/>
              <a:gd name="csX8215" fmla="*/ 2653613 w 3760185"/>
              <a:gd name="csY8215" fmla="*/ 384656 h 793834"/>
              <a:gd name="csX8216" fmla="*/ 2654571 w 3760185"/>
              <a:gd name="csY8216" fmla="*/ 404328 h 793834"/>
              <a:gd name="csX8217" fmla="*/ 2653613 w 3760185"/>
              <a:gd name="csY8217" fmla="*/ 404328 h 793834"/>
              <a:gd name="csX8218" fmla="*/ 2552549 w 3760185"/>
              <a:gd name="csY8218" fmla="*/ 384656 h 793834"/>
              <a:gd name="csX8219" fmla="*/ 2553828 w 3760185"/>
              <a:gd name="csY8219" fmla="*/ 404352 h 793834"/>
              <a:gd name="csX8220" fmla="*/ 2551597 w 3760185"/>
              <a:gd name="csY8220" fmla="*/ 404353 h 793834"/>
              <a:gd name="csX8221" fmla="*/ 2552549 w 3760185"/>
              <a:gd name="csY8221" fmla="*/ 391662 h 793834"/>
              <a:gd name="csX8222" fmla="*/ 2108687 w 3760185"/>
              <a:gd name="csY8222" fmla="*/ 384656 h 793834"/>
              <a:gd name="csX8223" fmla="*/ 2108687 w 3760185"/>
              <a:gd name="csY8223" fmla="*/ 391662 h 793834"/>
              <a:gd name="csX8224" fmla="*/ 2110052 w 3760185"/>
              <a:gd name="csY8224" fmla="*/ 393764 h 793834"/>
              <a:gd name="csX8225" fmla="*/ 2110052 w 3760185"/>
              <a:gd name="csY8225" fmla="*/ 404274 h 793834"/>
              <a:gd name="csX8226" fmla="*/ 2111418 w 3760185"/>
              <a:gd name="csY8226" fmla="*/ 397267 h 793834"/>
              <a:gd name="csX8227" fmla="*/ 2111418 w 3760185"/>
              <a:gd name="csY8227" fmla="*/ 387458 h 793834"/>
              <a:gd name="csX8228" fmla="*/ 2112784 w 3760185"/>
              <a:gd name="csY8228" fmla="*/ 390261 h 793834"/>
              <a:gd name="csX8229" fmla="*/ 2112784 w 3760185"/>
              <a:gd name="csY8229" fmla="*/ 390961 h 793834"/>
              <a:gd name="csX8230" fmla="*/ 2114149 w 3760185"/>
              <a:gd name="csY8230" fmla="*/ 404274 h 793834"/>
              <a:gd name="csX8231" fmla="*/ 2114149 w 3760185"/>
              <a:gd name="csY8231" fmla="*/ 402172 h 793834"/>
              <a:gd name="csX8232" fmla="*/ 2115515 w 3760185"/>
              <a:gd name="csY8232" fmla="*/ 402172 h 793834"/>
              <a:gd name="csX8233" fmla="*/ 2115515 w 3760185"/>
              <a:gd name="csY8233" fmla="*/ 404459 h 793834"/>
              <a:gd name="csX8234" fmla="*/ 2112784 w 3760185"/>
              <a:gd name="csY8234" fmla="*/ 404460 h 793834"/>
              <a:gd name="csX8235" fmla="*/ 2108687 w 3760185"/>
              <a:gd name="csY8235" fmla="*/ 404461 h 793834"/>
              <a:gd name="csX8236" fmla="*/ 2107321 w 3760185"/>
              <a:gd name="csY8236" fmla="*/ 404461 h 793834"/>
              <a:gd name="csX8237" fmla="*/ 2107321 w 3760185"/>
              <a:gd name="csY8237" fmla="*/ 396567 h 793834"/>
              <a:gd name="csX8238" fmla="*/ 1903827 w 3760185"/>
              <a:gd name="csY8238" fmla="*/ 384656 h 793834"/>
              <a:gd name="csX8239" fmla="*/ 1904873 w 3760185"/>
              <a:gd name="csY8239" fmla="*/ 404510 h 793834"/>
              <a:gd name="csX8240" fmla="*/ 1903827 w 3760185"/>
              <a:gd name="csY8240" fmla="*/ 404511 h 793834"/>
              <a:gd name="csX8241" fmla="*/ 1857392 w 3760185"/>
              <a:gd name="csY8241" fmla="*/ 384656 h 793834"/>
              <a:gd name="csX8242" fmla="*/ 1857392 w 3760185"/>
              <a:gd name="csY8242" fmla="*/ 391662 h 793834"/>
              <a:gd name="csX8243" fmla="*/ 1858758 w 3760185"/>
              <a:gd name="csY8243" fmla="*/ 402872 h 793834"/>
              <a:gd name="csX8244" fmla="*/ 1858758 w 3760185"/>
              <a:gd name="csY8244" fmla="*/ 404522 h 793834"/>
              <a:gd name="csX8245" fmla="*/ 1856492 w 3760185"/>
              <a:gd name="csY8245" fmla="*/ 404522 h 793834"/>
              <a:gd name="csX8246" fmla="*/ 1711259 w 3760185"/>
              <a:gd name="csY8246" fmla="*/ 384656 h 793834"/>
              <a:gd name="csX8247" fmla="*/ 1712625 w 3760185"/>
              <a:gd name="csY8247" fmla="*/ 400070 h 793834"/>
              <a:gd name="csX8248" fmla="*/ 1712625 w 3760185"/>
              <a:gd name="csY8248" fmla="*/ 404557 h 793834"/>
              <a:gd name="csX8249" fmla="*/ 1711259 w 3760185"/>
              <a:gd name="csY8249" fmla="*/ 404558 h 793834"/>
              <a:gd name="csX8250" fmla="*/ 1651167 w 3760185"/>
              <a:gd name="csY8250" fmla="*/ 384656 h 793834"/>
              <a:gd name="csX8251" fmla="*/ 1651167 w 3760185"/>
              <a:gd name="csY8251" fmla="*/ 404572 h 793834"/>
              <a:gd name="csX8252" fmla="*/ 1649801 w 3760185"/>
              <a:gd name="csY8252" fmla="*/ 404572 h 793834"/>
              <a:gd name="csX8253" fmla="*/ 1649801 w 3760185"/>
              <a:gd name="csY8253" fmla="*/ 393764 h 793834"/>
              <a:gd name="csX8254" fmla="*/ 1203208 w 3760185"/>
              <a:gd name="csY8254" fmla="*/ 384656 h 793834"/>
              <a:gd name="csX8255" fmla="*/ 1203208 w 3760185"/>
              <a:gd name="csY8255" fmla="*/ 401471 h 793834"/>
              <a:gd name="csX8256" fmla="*/ 1204573 w 3760185"/>
              <a:gd name="csY8256" fmla="*/ 402172 h 793834"/>
              <a:gd name="csX8257" fmla="*/ 1204573 w 3760185"/>
              <a:gd name="csY8257" fmla="*/ 404681 h 793834"/>
              <a:gd name="csX8258" fmla="*/ 1202207 w 3760185"/>
              <a:gd name="csY8258" fmla="*/ 404682 h 793834"/>
              <a:gd name="csX8259" fmla="*/ 1177259 w 3760185"/>
              <a:gd name="csY8259" fmla="*/ 384656 h 793834"/>
              <a:gd name="csX8260" fmla="*/ 1178625 w 3760185"/>
              <a:gd name="csY8260" fmla="*/ 400770 h 793834"/>
              <a:gd name="csX8261" fmla="*/ 1179715 w 3760185"/>
              <a:gd name="csY8261" fmla="*/ 404687 h 793834"/>
              <a:gd name="csX8262" fmla="*/ 1177259 w 3760185"/>
              <a:gd name="csY8262" fmla="*/ 404688 h 793834"/>
              <a:gd name="csX8263" fmla="*/ 1166333 w 3760185"/>
              <a:gd name="csY8263" fmla="*/ 384656 h 793834"/>
              <a:gd name="csX8264" fmla="*/ 1167699 w 3760185"/>
              <a:gd name="csY8264" fmla="*/ 399369 h 793834"/>
              <a:gd name="csX8265" fmla="*/ 1167699 w 3760185"/>
              <a:gd name="csY8265" fmla="*/ 404690 h 793834"/>
              <a:gd name="csX8266" fmla="*/ 1166199 w 3760185"/>
              <a:gd name="csY8266" fmla="*/ 404690 h 793834"/>
              <a:gd name="csX8267" fmla="*/ 1166333 w 3760185"/>
              <a:gd name="csY8267" fmla="*/ 400070 h 793834"/>
              <a:gd name="csX8268" fmla="*/ 1091218 w 3760185"/>
              <a:gd name="csY8268" fmla="*/ 384656 h 793834"/>
              <a:gd name="csX8269" fmla="*/ 1092584 w 3760185"/>
              <a:gd name="csY8269" fmla="*/ 399369 h 793834"/>
              <a:gd name="csX8270" fmla="*/ 1092584 w 3760185"/>
              <a:gd name="csY8270" fmla="*/ 404708 h 793834"/>
              <a:gd name="csX8271" fmla="*/ 1091218 w 3760185"/>
              <a:gd name="csY8271" fmla="*/ 404709 h 793834"/>
              <a:gd name="csX8272" fmla="*/ 729300 w 3760185"/>
              <a:gd name="csY8272" fmla="*/ 384656 h 793834"/>
              <a:gd name="csX8273" fmla="*/ 729300 w 3760185"/>
              <a:gd name="csY8273" fmla="*/ 404797 h 793834"/>
              <a:gd name="csX8274" fmla="*/ 729007 w 3760185"/>
              <a:gd name="csY8274" fmla="*/ 404797 h 793834"/>
              <a:gd name="csX8275" fmla="*/ 467080 w 3760185"/>
              <a:gd name="csY8275" fmla="*/ 384656 h 793834"/>
              <a:gd name="csX8276" fmla="*/ 468445 w 3760185"/>
              <a:gd name="csY8276" fmla="*/ 402172 h 793834"/>
              <a:gd name="csX8277" fmla="*/ 468445 w 3760185"/>
              <a:gd name="csY8277" fmla="*/ 390261 h 793834"/>
              <a:gd name="csX8278" fmla="*/ 468992 w 3760185"/>
              <a:gd name="csY8278" fmla="*/ 404860 h 793834"/>
              <a:gd name="csX8279" fmla="*/ 467080 w 3760185"/>
              <a:gd name="csY8279" fmla="*/ 404861 h 793834"/>
              <a:gd name="csX8280" fmla="*/ 406987 w 3760185"/>
              <a:gd name="csY8280" fmla="*/ 384656 h 793834"/>
              <a:gd name="csX8281" fmla="*/ 407480 w 3760185"/>
              <a:gd name="csY8281" fmla="*/ 404875 h 793834"/>
              <a:gd name="csX8282" fmla="*/ 406987 w 3760185"/>
              <a:gd name="csY8282" fmla="*/ 404875 h 793834"/>
              <a:gd name="csX8283" fmla="*/ 406805 w 3760185"/>
              <a:gd name="csY8283" fmla="*/ 404875 h 793834"/>
              <a:gd name="csX8284" fmla="*/ 406987 w 3760185"/>
              <a:gd name="csY8284" fmla="*/ 400770 h 793834"/>
              <a:gd name="csX8285" fmla="*/ 350993 w 3760185"/>
              <a:gd name="csY8285" fmla="*/ 384656 h 793834"/>
              <a:gd name="csX8286" fmla="*/ 352358 w 3760185"/>
              <a:gd name="csY8286" fmla="*/ 396567 h 793834"/>
              <a:gd name="csX8287" fmla="*/ 352358 w 3760185"/>
              <a:gd name="csY8287" fmla="*/ 404888 h 793834"/>
              <a:gd name="csX8288" fmla="*/ 350993 w 3760185"/>
              <a:gd name="csY8288" fmla="*/ 404889 h 793834"/>
              <a:gd name="csX8289" fmla="*/ 323678 w 3760185"/>
              <a:gd name="csY8289" fmla="*/ 384656 h 793834"/>
              <a:gd name="csX8290" fmla="*/ 325044 w 3760185"/>
              <a:gd name="csY8290" fmla="*/ 402172 h 793834"/>
              <a:gd name="csX8291" fmla="*/ 325044 w 3760185"/>
              <a:gd name="csY8291" fmla="*/ 404895 h 793834"/>
              <a:gd name="csX8292" fmla="*/ 323678 w 3760185"/>
              <a:gd name="csY8292" fmla="*/ 404895 h 793834"/>
              <a:gd name="csX8293" fmla="*/ 284072 w 3760185"/>
              <a:gd name="csY8293" fmla="*/ 384656 h 793834"/>
              <a:gd name="csX8294" fmla="*/ 284072 w 3760185"/>
              <a:gd name="csY8294" fmla="*/ 404905 h 793834"/>
              <a:gd name="csX8295" fmla="*/ 282799 w 3760185"/>
              <a:gd name="csY8295" fmla="*/ 404905 h 793834"/>
              <a:gd name="csX8296" fmla="*/ 3656058 w 3760185"/>
              <a:gd name="csY8296" fmla="*/ 383955 h 793834"/>
              <a:gd name="csX8297" fmla="*/ 3656568 w 3760185"/>
              <a:gd name="csY8297" fmla="*/ 404084 h 793834"/>
              <a:gd name="csX8298" fmla="*/ 3656058 w 3760185"/>
              <a:gd name="csY8298" fmla="*/ 404084 h 793834"/>
              <a:gd name="csX8299" fmla="*/ 3578211 w 3760185"/>
              <a:gd name="csY8299" fmla="*/ 383955 h 793834"/>
              <a:gd name="csX8300" fmla="*/ 3579577 w 3760185"/>
              <a:gd name="csY8300" fmla="*/ 386758 h 793834"/>
              <a:gd name="csX8301" fmla="*/ 3579577 w 3760185"/>
              <a:gd name="csY8301" fmla="*/ 404103 h 793834"/>
              <a:gd name="csX8302" fmla="*/ 3578211 w 3760185"/>
              <a:gd name="csY8302" fmla="*/ 404103 h 793834"/>
              <a:gd name="csX8303" fmla="*/ 3570017 w 3760185"/>
              <a:gd name="csY8303" fmla="*/ 383955 h 793834"/>
              <a:gd name="csX8304" fmla="*/ 3570999 w 3760185"/>
              <a:gd name="csY8304" fmla="*/ 404105 h 793834"/>
              <a:gd name="csX8305" fmla="*/ 3570017 w 3760185"/>
              <a:gd name="csY8305" fmla="*/ 404105 h 793834"/>
              <a:gd name="csX8306" fmla="*/ 3128887 w 3760185"/>
              <a:gd name="csY8306" fmla="*/ 383955 h 793834"/>
              <a:gd name="csX8307" fmla="*/ 3129764 w 3760185"/>
              <a:gd name="csY8307" fmla="*/ 404212 h 793834"/>
              <a:gd name="csX8308" fmla="*/ 3128088 w 3760185"/>
              <a:gd name="csY8308" fmla="*/ 404212 h 793834"/>
              <a:gd name="csX8309" fmla="*/ 3128887 w 3760185"/>
              <a:gd name="csY8309" fmla="*/ 385356 h 793834"/>
              <a:gd name="csX8310" fmla="*/ 2960902 w 3760185"/>
              <a:gd name="csY8310" fmla="*/ 383955 h 793834"/>
              <a:gd name="csX8311" fmla="*/ 2960902 w 3760185"/>
              <a:gd name="csY8311" fmla="*/ 404253 h 793834"/>
              <a:gd name="csX8312" fmla="*/ 2960539 w 3760185"/>
              <a:gd name="csY8312" fmla="*/ 404253 h 793834"/>
              <a:gd name="csX8313" fmla="*/ 2893981 w 3760185"/>
              <a:gd name="csY8313" fmla="*/ 383955 h 793834"/>
              <a:gd name="csX8314" fmla="*/ 2893981 w 3760185"/>
              <a:gd name="csY8314" fmla="*/ 402172 h 793834"/>
              <a:gd name="csX8315" fmla="*/ 2894138 w 3760185"/>
              <a:gd name="csY8315" fmla="*/ 404269 h 793834"/>
              <a:gd name="csX8316" fmla="*/ 2892881 w 3760185"/>
              <a:gd name="csY8316" fmla="*/ 404270 h 793834"/>
              <a:gd name="csX8317" fmla="*/ 2807940 w 3760185"/>
              <a:gd name="csY8317" fmla="*/ 383955 h 793834"/>
              <a:gd name="csX8318" fmla="*/ 2808784 w 3760185"/>
              <a:gd name="csY8318" fmla="*/ 404290 h 793834"/>
              <a:gd name="csX8319" fmla="*/ 2806574 w 3760185"/>
              <a:gd name="csY8319" fmla="*/ 404291 h 793834"/>
              <a:gd name="csX8320" fmla="*/ 2806204 w 3760185"/>
              <a:gd name="csY8320" fmla="*/ 404291 h 793834"/>
              <a:gd name="csX8321" fmla="*/ 2806574 w 3760185"/>
              <a:gd name="csY8321" fmla="*/ 397267 h 793834"/>
              <a:gd name="csX8322" fmla="*/ 2806574 w 3760185"/>
              <a:gd name="csY8322" fmla="*/ 390261 h 793834"/>
              <a:gd name="csX8323" fmla="*/ 2807940 w 3760185"/>
              <a:gd name="csY8323" fmla="*/ 389560 h 793834"/>
              <a:gd name="csX8324" fmla="*/ 2787454 w 3760185"/>
              <a:gd name="csY8324" fmla="*/ 383955 h 793834"/>
              <a:gd name="csX8325" fmla="*/ 2788820 w 3760185"/>
              <a:gd name="csY8325" fmla="*/ 393764 h 793834"/>
              <a:gd name="csX8326" fmla="*/ 2788820 w 3760185"/>
              <a:gd name="csY8326" fmla="*/ 404295 h 793834"/>
              <a:gd name="csX8327" fmla="*/ 2785631 w 3760185"/>
              <a:gd name="csY8327" fmla="*/ 404296 h 793834"/>
              <a:gd name="csX8328" fmla="*/ 2786088 w 3760185"/>
              <a:gd name="csY8328" fmla="*/ 400070 h 793834"/>
              <a:gd name="csX8329" fmla="*/ 2786088 w 3760185"/>
              <a:gd name="csY8329" fmla="*/ 391662 h 793834"/>
              <a:gd name="csX8330" fmla="*/ 2787454 w 3760185"/>
              <a:gd name="csY8330" fmla="*/ 403573 h 793834"/>
              <a:gd name="csX8331" fmla="*/ 2562109 w 3760185"/>
              <a:gd name="csY8331" fmla="*/ 383955 h 793834"/>
              <a:gd name="csX8332" fmla="*/ 2563475 w 3760185"/>
              <a:gd name="csY8332" fmla="*/ 396567 h 793834"/>
              <a:gd name="csX8333" fmla="*/ 2563981 w 3760185"/>
              <a:gd name="csY8333" fmla="*/ 404350 h 793834"/>
              <a:gd name="csX8334" fmla="*/ 2562109 w 3760185"/>
              <a:gd name="csY8334" fmla="*/ 404350 h 793834"/>
              <a:gd name="csX8335" fmla="*/ 2542989 w 3760185"/>
              <a:gd name="csY8335" fmla="*/ 383955 h 793834"/>
              <a:gd name="csX8336" fmla="*/ 2543768 w 3760185"/>
              <a:gd name="csY8336" fmla="*/ 404355 h 793834"/>
              <a:gd name="csX8337" fmla="*/ 2542989 w 3760185"/>
              <a:gd name="csY8337" fmla="*/ 404355 h 793834"/>
              <a:gd name="csX8338" fmla="*/ 2467873 w 3760185"/>
              <a:gd name="csY8338" fmla="*/ 383955 h 793834"/>
              <a:gd name="csX8339" fmla="*/ 2469239 w 3760185"/>
              <a:gd name="csY8339" fmla="*/ 396567 h 793834"/>
              <a:gd name="csX8340" fmla="*/ 2469239 w 3760185"/>
              <a:gd name="csY8340" fmla="*/ 398669 h 793834"/>
              <a:gd name="csX8341" fmla="*/ 2469824 w 3760185"/>
              <a:gd name="csY8341" fmla="*/ 404373 h 793834"/>
              <a:gd name="csX8342" fmla="*/ 2467629 w 3760185"/>
              <a:gd name="csY8342" fmla="*/ 404373 h 793834"/>
              <a:gd name="csX8343" fmla="*/ 2467873 w 3760185"/>
              <a:gd name="csY8343" fmla="*/ 402872 h 793834"/>
              <a:gd name="csX8344" fmla="*/ 1854661 w 3760185"/>
              <a:gd name="csY8344" fmla="*/ 383955 h 793834"/>
              <a:gd name="csX8345" fmla="*/ 1854661 w 3760185"/>
              <a:gd name="csY8345" fmla="*/ 393764 h 793834"/>
              <a:gd name="csX8346" fmla="*/ 1856027 w 3760185"/>
              <a:gd name="csY8346" fmla="*/ 398669 h 793834"/>
              <a:gd name="csX8347" fmla="*/ 1856027 w 3760185"/>
              <a:gd name="csY8347" fmla="*/ 404522 h 793834"/>
              <a:gd name="csX8348" fmla="*/ 1853295 w 3760185"/>
              <a:gd name="csY8348" fmla="*/ 404523 h 793834"/>
              <a:gd name="csX8349" fmla="*/ 1853295 w 3760185"/>
              <a:gd name="csY8349" fmla="*/ 393063 h 793834"/>
              <a:gd name="csX8350" fmla="*/ 1835541 w 3760185"/>
              <a:gd name="csY8350" fmla="*/ 383955 h 793834"/>
              <a:gd name="csX8351" fmla="*/ 1836412 w 3760185"/>
              <a:gd name="csY8351" fmla="*/ 404527 h 793834"/>
              <a:gd name="csX8352" fmla="*/ 1834175 w 3760185"/>
              <a:gd name="csY8352" fmla="*/ 404528 h 793834"/>
              <a:gd name="csX8353" fmla="*/ 1834175 w 3760185"/>
              <a:gd name="csY8353" fmla="*/ 397968 h 793834"/>
              <a:gd name="csX8354" fmla="*/ 1835541 w 3760185"/>
              <a:gd name="csY8354" fmla="*/ 397968 h 793834"/>
              <a:gd name="csX8355" fmla="*/ 1752231 w 3760185"/>
              <a:gd name="csY8355" fmla="*/ 383955 h 793834"/>
              <a:gd name="csX8356" fmla="*/ 1753486 w 3760185"/>
              <a:gd name="csY8356" fmla="*/ 404547 h 793834"/>
              <a:gd name="csX8357" fmla="*/ 1752231 w 3760185"/>
              <a:gd name="csY8357" fmla="*/ 404548 h 793834"/>
              <a:gd name="csX8358" fmla="*/ 1750865 w 3760185"/>
              <a:gd name="csY8358" fmla="*/ 404548 h 793834"/>
              <a:gd name="csX8359" fmla="*/ 1750865 w 3760185"/>
              <a:gd name="csY8359" fmla="*/ 397968 h 793834"/>
              <a:gd name="csX8360" fmla="*/ 1752231 w 3760185"/>
              <a:gd name="csY8360" fmla="*/ 390961 h 793834"/>
              <a:gd name="csX8361" fmla="*/ 1446308 w 3760185"/>
              <a:gd name="csY8361" fmla="*/ 383955 h 793834"/>
              <a:gd name="csX8362" fmla="*/ 1446308 w 3760185"/>
              <a:gd name="csY8362" fmla="*/ 384656 h 793834"/>
              <a:gd name="csX8363" fmla="*/ 1446820 w 3760185"/>
              <a:gd name="csY8363" fmla="*/ 404622 h 793834"/>
              <a:gd name="csX8364" fmla="*/ 1444942 w 3760185"/>
              <a:gd name="csY8364" fmla="*/ 404622 h 793834"/>
              <a:gd name="csX8365" fmla="*/ 1444942 w 3760185"/>
              <a:gd name="csY8365" fmla="*/ 387458 h 793834"/>
              <a:gd name="csX8366" fmla="*/ 1163602 w 3760185"/>
              <a:gd name="csY8366" fmla="*/ 383955 h 793834"/>
              <a:gd name="csX8367" fmla="*/ 1164337 w 3760185"/>
              <a:gd name="csY8367" fmla="*/ 404691 h 793834"/>
              <a:gd name="csX8368" fmla="*/ 1162236 w 3760185"/>
              <a:gd name="csY8368" fmla="*/ 404691 h 793834"/>
              <a:gd name="csX8369" fmla="*/ 1162236 w 3760185"/>
              <a:gd name="csY8369" fmla="*/ 402872 h 793834"/>
              <a:gd name="csX8370" fmla="*/ 1163602 w 3760185"/>
              <a:gd name="csY8370" fmla="*/ 399369 h 793834"/>
              <a:gd name="csX8371" fmla="*/ 753883 w 3760185"/>
              <a:gd name="csY8371" fmla="*/ 383955 h 793834"/>
              <a:gd name="csX8372" fmla="*/ 754635 w 3760185"/>
              <a:gd name="csY8372" fmla="*/ 404791 h 793834"/>
              <a:gd name="csX8373" fmla="*/ 753883 w 3760185"/>
              <a:gd name="csY8373" fmla="*/ 404791 h 793834"/>
              <a:gd name="csX8374" fmla="*/ 748420 w 3760185"/>
              <a:gd name="csY8374" fmla="*/ 383955 h 793834"/>
              <a:gd name="csX8375" fmla="*/ 748811 w 3760185"/>
              <a:gd name="csY8375" fmla="*/ 404792 h 793834"/>
              <a:gd name="csX8376" fmla="*/ 747792 w 3760185"/>
              <a:gd name="csY8376" fmla="*/ 404792 h 793834"/>
              <a:gd name="csX8377" fmla="*/ 748420 w 3760185"/>
              <a:gd name="csY8377" fmla="*/ 386758 h 793834"/>
              <a:gd name="csX8378" fmla="*/ 386501 w 3760185"/>
              <a:gd name="csY8378" fmla="*/ 383955 h 793834"/>
              <a:gd name="csX8379" fmla="*/ 387092 w 3760185"/>
              <a:gd name="csY8379" fmla="*/ 404880 h 793834"/>
              <a:gd name="csX8380" fmla="*/ 386043 w 3760185"/>
              <a:gd name="csY8380" fmla="*/ 404880 h 793834"/>
              <a:gd name="csX8381" fmla="*/ 386501 w 3760185"/>
              <a:gd name="csY8381" fmla="*/ 386758 h 793834"/>
              <a:gd name="csX8382" fmla="*/ 223980 w 3760185"/>
              <a:gd name="csY8382" fmla="*/ 383955 h 793834"/>
              <a:gd name="csX8383" fmla="*/ 225345 w 3760185"/>
              <a:gd name="csY8383" fmla="*/ 396567 h 793834"/>
              <a:gd name="csX8384" fmla="*/ 225345 w 3760185"/>
              <a:gd name="csY8384" fmla="*/ 404919 h 793834"/>
              <a:gd name="csX8385" fmla="*/ 223980 w 3760185"/>
              <a:gd name="csY8385" fmla="*/ 404920 h 793834"/>
              <a:gd name="csX8386" fmla="*/ 3691567 w 3760185"/>
              <a:gd name="csY8386" fmla="*/ 383254 h 793834"/>
              <a:gd name="csX8387" fmla="*/ 3692933 w 3760185"/>
              <a:gd name="csY8387" fmla="*/ 396567 h 793834"/>
              <a:gd name="csX8388" fmla="*/ 3692933 w 3760185"/>
              <a:gd name="csY8388" fmla="*/ 404075 h 793834"/>
              <a:gd name="csX8389" fmla="*/ 3691567 w 3760185"/>
              <a:gd name="csY8389" fmla="*/ 404075 h 793834"/>
              <a:gd name="csX8390" fmla="*/ 3441639 w 3760185"/>
              <a:gd name="csY8390" fmla="*/ 383254 h 793834"/>
              <a:gd name="csX8391" fmla="*/ 3442872 w 3760185"/>
              <a:gd name="csY8391" fmla="*/ 404136 h 793834"/>
              <a:gd name="csX8392" fmla="*/ 3441098 w 3760185"/>
              <a:gd name="csY8392" fmla="*/ 404136 h 793834"/>
              <a:gd name="csX8393" fmla="*/ 3441639 w 3760185"/>
              <a:gd name="csY8393" fmla="*/ 388859 h 793834"/>
              <a:gd name="csX8394" fmla="*/ 3178053 w 3760185"/>
              <a:gd name="csY8394" fmla="*/ 383254 h 793834"/>
              <a:gd name="csX8395" fmla="*/ 3178053 w 3760185"/>
              <a:gd name="csY8395" fmla="*/ 404200 h 793834"/>
              <a:gd name="csX8396" fmla="*/ 3177701 w 3760185"/>
              <a:gd name="csY8396" fmla="*/ 404200 h 793834"/>
              <a:gd name="csX8397" fmla="*/ 2601715 w 3760185"/>
              <a:gd name="csY8397" fmla="*/ 383254 h 793834"/>
              <a:gd name="csX8398" fmla="*/ 2603081 w 3760185"/>
              <a:gd name="csY8398" fmla="*/ 395866 h 793834"/>
              <a:gd name="csX8399" fmla="*/ 2603081 w 3760185"/>
              <a:gd name="csY8399" fmla="*/ 396567 h 793834"/>
              <a:gd name="csX8400" fmla="*/ 2603367 w 3760185"/>
              <a:gd name="csY8400" fmla="*/ 404340 h 793834"/>
              <a:gd name="csX8401" fmla="*/ 2601715 w 3760185"/>
              <a:gd name="csY8401" fmla="*/ 404341 h 793834"/>
              <a:gd name="csX8402" fmla="*/ 2601715 w 3760185"/>
              <a:gd name="csY8402" fmla="*/ 397267 h 793834"/>
              <a:gd name="csX8403" fmla="*/ 2518405 w 3760185"/>
              <a:gd name="csY8403" fmla="*/ 383254 h 793834"/>
              <a:gd name="csX8404" fmla="*/ 2519548 w 3760185"/>
              <a:gd name="csY8404" fmla="*/ 404361 h 793834"/>
              <a:gd name="csX8405" fmla="*/ 2518405 w 3760185"/>
              <a:gd name="csY8405" fmla="*/ 404361 h 793834"/>
              <a:gd name="csX8406" fmla="*/ 1896998 w 3760185"/>
              <a:gd name="csY8406" fmla="*/ 383254 h 793834"/>
              <a:gd name="csX8407" fmla="*/ 1897766 w 3760185"/>
              <a:gd name="csY8407" fmla="*/ 404512 h 793834"/>
              <a:gd name="csX8408" fmla="*/ 1896998 w 3760185"/>
              <a:gd name="csY8408" fmla="*/ 404512 h 793834"/>
              <a:gd name="csX8409" fmla="*/ 1890170 w 3760185"/>
              <a:gd name="csY8409" fmla="*/ 383254 h 793834"/>
              <a:gd name="csX8410" fmla="*/ 1891232 w 3760185"/>
              <a:gd name="csY8410" fmla="*/ 404514 h 793834"/>
              <a:gd name="csX8411" fmla="*/ 1890170 w 3760185"/>
              <a:gd name="csY8411" fmla="*/ 404514 h 793834"/>
              <a:gd name="csX8412" fmla="*/ 1884707 w 3760185"/>
              <a:gd name="csY8412" fmla="*/ 383254 h 793834"/>
              <a:gd name="csX8413" fmla="*/ 1884707 w 3760185"/>
              <a:gd name="csY8413" fmla="*/ 386057 h 793834"/>
              <a:gd name="csX8414" fmla="*/ 1886073 w 3760185"/>
              <a:gd name="csY8414" fmla="*/ 401471 h 793834"/>
              <a:gd name="csX8415" fmla="*/ 1886073 w 3760185"/>
              <a:gd name="csY8415" fmla="*/ 402872 h 793834"/>
              <a:gd name="csX8416" fmla="*/ 1887438 w 3760185"/>
              <a:gd name="csY8416" fmla="*/ 395866 h 793834"/>
              <a:gd name="csX8417" fmla="*/ 1887438 w 3760185"/>
              <a:gd name="csY8417" fmla="*/ 404515 h 793834"/>
              <a:gd name="csX8418" fmla="*/ 1883825 w 3760185"/>
              <a:gd name="csY8418" fmla="*/ 404516 h 793834"/>
              <a:gd name="csX8419" fmla="*/ 1754963 w 3760185"/>
              <a:gd name="csY8419" fmla="*/ 383254 h 793834"/>
              <a:gd name="csX8420" fmla="*/ 1754963 w 3760185"/>
              <a:gd name="csY8420" fmla="*/ 404547 h 793834"/>
              <a:gd name="csX8421" fmla="*/ 1753597 w 3760185"/>
              <a:gd name="csY8421" fmla="*/ 404547 h 793834"/>
              <a:gd name="csX8422" fmla="*/ 1753597 w 3760185"/>
              <a:gd name="csY8422" fmla="*/ 394465 h 793834"/>
              <a:gd name="csX8423" fmla="*/ 1642973 w 3760185"/>
              <a:gd name="csY8423" fmla="*/ 383254 h 793834"/>
              <a:gd name="csX8424" fmla="*/ 1644127 w 3760185"/>
              <a:gd name="csY8424" fmla="*/ 404574 h 793834"/>
              <a:gd name="csX8425" fmla="*/ 1642496 w 3760185"/>
              <a:gd name="csY8425" fmla="*/ 404574 h 793834"/>
              <a:gd name="csX8426" fmla="*/ 1642973 w 3760185"/>
              <a:gd name="csY8426" fmla="*/ 397968 h 793834"/>
              <a:gd name="csX8427" fmla="*/ 1591075 w 3760185"/>
              <a:gd name="csY8427" fmla="*/ 383254 h 793834"/>
              <a:gd name="csX8428" fmla="*/ 1591595 w 3760185"/>
              <a:gd name="csY8428" fmla="*/ 404587 h 793834"/>
              <a:gd name="csX8429" fmla="*/ 1591075 w 3760185"/>
              <a:gd name="csY8429" fmla="*/ 404587 h 793834"/>
              <a:gd name="csX8430" fmla="*/ 1270129 w 3760185"/>
              <a:gd name="csY8430" fmla="*/ 383254 h 793834"/>
              <a:gd name="csX8431" fmla="*/ 1270129 w 3760185"/>
              <a:gd name="csY8431" fmla="*/ 386057 h 793834"/>
              <a:gd name="csX8432" fmla="*/ 1270953 w 3760185"/>
              <a:gd name="csY8432" fmla="*/ 404665 h 793834"/>
              <a:gd name="csX8433" fmla="*/ 1269670 w 3760185"/>
              <a:gd name="csY8433" fmla="*/ 404665 h 793834"/>
              <a:gd name="csX8434" fmla="*/ 1251008 w 3760185"/>
              <a:gd name="csY8434" fmla="*/ 383254 h 793834"/>
              <a:gd name="csX8435" fmla="*/ 1251537 w 3760185"/>
              <a:gd name="csY8435" fmla="*/ 404669 h 793834"/>
              <a:gd name="csX8436" fmla="*/ 1251008 w 3760185"/>
              <a:gd name="csY8436" fmla="*/ 404670 h 793834"/>
              <a:gd name="csX8437" fmla="*/ 1107607 w 3760185"/>
              <a:gd name="csY8437" fmla="*/ 383254 h 793834"/>
              <a:gd name="csX8438" fmla="*/ 1108281 w 3760185"/>
              <a:gd name="csY8438" fmla="*/ 404704 h 793834"/>
              <a:gd name="csX8439" fmla="*/ 1107607 w 3760185"/>
              <a:gd name="csY8439" fmla="*/ 404705 h 793834"/>
              <a:gd name="csX8440" fmla="*/ 924599 w 3760185"/>
              <a:gd name="csY8440" fmla="*/ 383254 h 793834"/>
              <a:gd name="csX8441" fmla="*/ 925965 w 3760185"/>
              <a:gd name="csY8441" fmla="*/ 401471 h 793834"/>
              <a:gd name="csX8442" fmla="*/ 925965 w 3760185"/>
              <a:gd name="csY8442" fmla="*/ 404749 h 793834"/>
              <a:gd name="csX8443" fmla="*/ 924599 w 3760185"/>
              <a:gd name="csY8443" fmla="*/ 404749 h 793834"/>
              <a:gd name="csX8444" fmla="*/ 245831 w 3760185"/>
              <a:gd name="csY8444" fmla="*/ 383254 h 793834"/>
              <a:gd name="csX8445" fmla="*/ 245831 w 3760185"/>
              <a:gd name="csY8445" fmla="*/ 404914 h 793834"/>
              <a:gd name="csX8446" fmla="*/ 243269 w 3760185"/>
              <a:gd name="csY8446" fmla="*/ 404915 h 793834"/>
              <a:gd name="csX8447" fmla="*/ 244466 w 3760185"/>
              <a:gd name="csY8447" fmla="*/ 389560 h 793834"/>
              <a:gd name="csX8448" fmla="*/ 244466 w 3760185"/>
              <a:gd name="csY8448" fmla="*/ 393764 h 793834"/>
              <a:gd name="csX8449" fmla="*/ 228077 w 3760185"/>
              <a:gd name="csY8449" fmla="*/ 383254 h 793834"/>
              <a:gd name="csX8450" fmla="*/ 228077 w 3760185"/>
              <a:gd name="csY8450" fmla="*/ 393063 h 793834"/>
              <a:gd name="csX8451" fmla="*/ 228778 w 3760185"/>
              <a:gd name="csY8451" fmla="*/ 404919 h 793834"/>
              <a:gd name="csX8452" fmla="*/ 227427 w 3760185"/>
              <a:gd name="csY8452" fmla="*/ 404919 h 793834"/>
              <a:gd name="csX8453" fmla="*/ 3671081 w 3760185"/>
              <a:gd name="csY8453" fmla="*/ 382554 h 793834"/>
              <a:gd name="csX8454" fmla="*/ 3671081 w 3760185"/>
              <a:gd name="csY8454" fmla="*/ 404080 h 793834"/>
              <a:gd name="csX8455" fmla="*/ 3670057 w 3760185"/>
              <a:gd name="csY8455" fmla="*/ 404080 h 793834"/>
              <a:gd name="csX8456" fmla="*/ 3417055 w 3760185"/>
              <a:gd name="csY8456" fmla="*/ 382554 h 793834"/>
              <a:gd name="csX8457" fmla="*/ 3417624 w 3760185"/>
              <a:gd name="csY8457" fmla="*/ 404142 h 793834"/>
              <a:gd name="csX8458" fmla="*/ 3417055 w 3760185"/>
              <a:gd name="csY8458" fmla="*/ 404142 h 793834"/>
              <a:gd name="csX8459" fmla="*/ 3417055 w 3760185"/>
              <a:gd name="csY8459" fmla="*/ 396567 h 793834"/>
              <a:gd name="csX8460" fmla="*/ 3347403 w 3760185"/>
              <a:gd name="csY8460" fmla="*/ 382554 h 793834"/>
              <a:gd name="csX8461" fmla="*/ 3347403 w 3760185"/>
              <a:gd name="csY8461" fmla="*/ 404159 h 793834"/>
              <a:gd name="csX8462" fmla="*/ 3346902 w 3760185"/>
              <a:gd name="csY8462" fmla="*/ 404159 h 793834"/>
              <a:gd name="csX8463" fmla="*/ 2988216 w 3760185"/>
              <a:gd name="csY8463" fmla="*/ 382554 h 793834"/>
              <a:gd name="csX8464" fmla="*/ 2988216 w 3760185"/>
              <a:gd name="csY8464" fmla="*/ 404247 h 793834"/>
              <a:gd name="csX8465" fmla="*/ 2987387 w 3760185"/>
              <a:gd name="csY8465" fmla="*/ 404247 h 793834"/>
              <a:gd name="csX8466" fmla="*/ 2883055 w 3760185"/>
              <a:gd name="csY8466" fmla="*/ 382554 h 793834"/>
              <a:gd name="csX8467" fmla="*/ 2883055 w 3760185"/>
              <a:gd name="csY8467" fmla="*/ 394465 h 793834"/>
              <a:gd name="csX8468" fmla="*/ 2884250 w 3760185"/>
              <a:gd name="csY8468" fmla="*/ 404272 h 793834"/>
              <a:gd name="csX8469" fmla="*/ 2881911 w 3760185"/>
              <a:gd name="csY8469" fmla="*/ 404272 h 793834"/>
              <a:gd name="csX8470" fmla="*/ 2435096 w 3760185"/>
              <a:gd name="csY8470" fmla="*/ 382554 h 793834"/>
              <a:gd name="csX8471" fmla="*/ 2436159 w 3760185"/>
              <a:gd name="csY8471" fmla="*/ 404381 h 793834"/>
              <a:gd name="csX8472" fmla="*/ 2435096 w 3760185"/>
              <a:gd name="csY8472" fmla="*/ 404381 h 793834"/>
              <a:gd name="csX8473" fmla="*/ 1973479 w 3760185"/>
              <a:gd name="csY8473" fmla="*/ 382554 h 793834"/>
              <a:gd name="csX8474" fmla="*/ 1973479 w 3760185"/>
              <a:gd name="csY8474" fmla="*/ 386758 h 793834"/>
              <a:gd name="csX8475" fmla="*/ 1974845 w 3760185"/>
              <a:gd name="csY8475" fmla="*/ 395165 h 793834"/>
              <a:gd name="csX8476" fmla="*/ 1974845 w 3760185"/>
              <a:gd name="csY8476" fmla="*/ 382554 h 793834"/>
              <a:gd name="csX8477" fmla="*/ 1976211 w 3760185"/>
              <a:gd name="csY8477" fmla="*/ 394465 h 793834"/>
              <a:gd name="csX8478" fmla="*/ 1976211 w 3760185"/>
              <a:gd name="csY8478" fmla="*/ 393764 h 793834"/>
              <a:gd name="csX8479" fmla="*/ 1976761 w 3760185"/>
              <a:gd name="csY8479" fmla="*/ 404493 h 793834"/>
              <a:gd name="csX8480" fmla="*/ 1971551 w 3760185"/>
              <a:gd name="csY8480" fmla="*/ 404494 h 793834"/>
              <a:gd name="csX8481" fmla="*/ 1972113 w 3760185"/>
              <a:gd name="csY8481" fmla="*/ 387458 h 793834"/>
              <a:gd name="csX8482" fmla="*/ 1972113 w 3760185"/>
              <a:gd name="csY8482" fmla="*/ 399369 h 793834"/>
              <a:gd name="csX8483" fmla="*/ 1667556 w 3760185"/>
              <a:gd name="csY8483" fmla="*/ 382554 h 793834"/>
              <a:gd name="csX8484" fmla="*/ 1668577 w 3760185"/>
              <a:gd name="csY8484" fmla="*/ 404568 h 793834"/>
              <a:gd name="csX8485" fmla="*/ 1667556 w 3760185"/>
              <a:gd name="csY8485" fmla="*/ 404568 h 793834"/>
              <a:gd name="csX8486" fmla="*/ 1256471 w 3760185"/>
              <a:gd name="csY8486" fmla="*/ 382554 h 793834"/>
              <a:gd name="csX8487" fmla="*/ 1256471 w 3760185"/>
              <a:gd name="csY8487" fmla="*/ 404668 h 793834"/>
              <a:gd name="csX8488" fmla="*/ 1255609 w 3760185"/>
              <a:gd name="csY8488" fmla="*/ 404669 h 793834"/>
              <a:gd name="csX8489" fmla="*/ 1080292 w 3760185"/>
              <a:gd name="csY8489" fmla="*/ 382554 h 793834"/>
              <a:gd name="csX8490" fmla="*/ 1080292 w 3760185"/>
              <a:gd name="csY8490" fmla="*/ 404711 h 793834"/>
              <a:gd name="csX8491" fmla="*/ 1077770 w 3760185"/>
              <a:gd name="csY8491" fmla="*/ 404712 h 793834"/>
              <a:gd name="csX8492" fmla="*/ 1078926 w 3760185"/>
              <a:gd name="csY8492" fmla="*/ 391662 h 793834"/>
              <a:gd name="csX8493" fmla="*/ 1078926 w 3760185"/>
              <a:gd name="csY8493" fmla="*/ 383955 h 793834"/>
              <a:gd name="csX8494" fmla="*/ 957376 w 3760185"/>
              <a:gd name="csY8494" fmla="*/ 382554 h 793834"/>
              <a:gd name="csX8495" fmla="*/ 958742 w 3760185"/>
              <a:gd name="csY8495" fmla="*/ 402172 h 793834"/>
              <a:gd name="csX8496" fmla="*/ 958742 w 3760185"/>
              <a:gd name="csY8496" fmla="*/ 404741 h 793834"/>
              <a:gd name="csX8497" fmla="*/ 957376 w 3760185"/>
              <a:gd name="csY8497" fmla="*/ 404741 h 793834"/>
              <a:gd name="csX8498" fmla="*/ 148865 w 3760185"/>
              <a:gd name="csY8498" fmla="*/ 382554 h 793834"/>
              <a:gd name="csX8499" fmla="*/ 148865 w 3760185"/>
              <a:gd name="csY8499" fmla="*/ 394465 h 793834"/>
              <a:gd name="csX8500" fmla="*/ 150230 w 3760185"/>
              <a:gd name="csY8500" fmla="*/ 390261 h 793834"/>
              <a:gd name="csX8501" fmla="*/ 150230 w 3760185"/>
              <a:gd name="csY8501" fmla="*/ 404938 h 793834"/>
              <a:gd name="csX8502" fmla="*/ 148865 w 3760185"/>
              <a:gd name="csY8502" fmla="*/ 404938 h 793834"/>
              <a:gd name="csX8503" fmla="*/ 147686 w 3760185"/>
              <a:gd name="csY8503" fmla="*/ 404938 h 793834"/>
              <a:gd name="csX8504" fmla="*/ 47801 w 3760185"/>
              <a:gd name="csY8504" fmla="*/ 382554 h 793834"/>
              <a:gd name="csX8505" fmla="*/ 48841 w 3760185"/>
              <a:gd name="csY8505" fmla="*/ 404962 h 793834"/>
              <a:gd name="csX8506" fmla="*/ 46778 w 3760185"/>
              <a:gd name="csY8506" fmla="*/ 404963 h 793834"/>
              <a:gd name="csX8507" fmla="*/ 47801 w 3760185"/>
              <a:gd name="csY8507" fmla="*/ 398669 h 793834"/>
              <a:gd name="csX8508" fmla="*/ 3590503 w 3760185"/>
              <a:gd name="csY8508" fmla="*/ 381853 h 793834"/>
              <a:gd name="csX8509" fmla="*/ 3591869 w 3760185"/>
              <a:gd name="csY8509" fmla="*/ 387458 h 793834"/>
              <a:gd name="csX8510" fmla="*/ 3591869 w 3760185"/>
              <a:gd name="csY8510" fmla="*/ 404100 h 793834"/>
              <a:gd name="csX8511" fmla="*/ 3590503 w 3760185"/>
              <a:gd name="csY8511" fmla="*/ 404100 h 793834"/>
              <a:gd name="csX8512" fmla="*/ 3590503 w 3760185"/>
              <a:gd name="csY8512" fmla="*/ 395866 h 793834"/>
              <a:gd name="csX8513" fmla="*/ 3275019 w 3760185"/>
              <a:gd name="csY8513" fmla="*/ 381853 h 793834"/>
              <a:gd name="csX8514" fmla="*/ 3275394 w 3760185"/>
              <a:gd name="csY8514" fmla="*/ 404177 h 793834"/>
              <a:gd name="csX8515" fmla="*/ 3275019 w 3760185"/>
              <a:gd name="csY8515" fmla="*/ 404177 h 793834"/>
              <a:gd name="csX8516" fmla="*/ 3221756 w 3760185"/>
              <a:gd name="csY8516" fmla="*/ 381853 h 793834"/>
              <a:gd name="csX8517" fmla="*/ 3222594 w 3760185"/>
              <a:gd name="csY8517" fmla="*/ 404189 h 793834"/>
              <a:gd name="csX8518" fmla="*/ 3221681 w 3760185"/>
              <a:gd name="csY8518" fmla="*/ 404190 h 793834"/>
              <a:gd name="csX8519" fmla="*/ 3221756 w 3760185"/>
              <a:gd name="csY8519" fmla="*/ 402872 h 793834"/>
              <a:gd name="csX8520" fmla="*/ 2783357 w 3760185"/>
              <a:gd name="csY8520" fmla="*/ 381853 h 793834"/>
              <a:gd name="csX8521" fmla="*/ 2784424 w 3760185"/>
              <a:gd name="csY8521" fmla="*/ 404296 h 793834"/>
              <a:gd name="csX8522" fmla="*/ 2783357 w 3760185"/>
              <a:gd name="csY8522" fmla="*/ 404296 h 793834"/>
              <a:gd name="csX8523" fmla="*/ 1308369 w 3760185"/>
              <a:gd name="csY8523" fmla="*/ 381853 h 793834"/>
              <a:gd name="csX8524" fmla="*/ 1308793 w 3760185"/>
              <a:gd name="csY8524" fmla="*/ 404656 h 793834"/>
              <a:gd name="csX8525" fmla="*/ 1308369 w 3760185"/>
              <a:gd name="csY8525" fmla="*/ 404656 h 793834"/>
              <a:gd name="csX8526" fmla="*/ 1052977 w 3760185"/>
              <a:gd name="csY8526" fmla="*/ 381853 h 793834"/>
              <a:gd name="csX8527" fmla="*/ 1052977 w 3760185"/>
              <a:gd name="csY8527" fmla="*/ 404274 h 793834"/>
              <a:gd name="csX8528" fmla="*/ 1054343 w 3760185"/>
              <a:gd name="csY8528" fmla="*/ 402172 h 793834"/>
              <a:gd name="csX8529" fmla="*/ 1054343 w 3760185"/>
              <a:gd name="csY8529" fmla="*/ 398669 h 793834"/>
              <a:gd name="csX8530" fmla="*/ 1054343 w 3760185"/>
              <a:gd name="csY8530" fmla="*/ 397968 h 793834"/>
              <a:gd name="csX8531" fmla="*/ 1055074 w 3760185"/>
              <a:gd name="csY8531" fmla="*/ 404717 h 793834"/>
              <a:gd name="csX8532" fmla="*/ 1052137 w 3760185"/>
              <a:gd name="csY8532" fmla="*/ 404718 h 793834"/>
              <a:gd name="csX8533" fmla="*/ 1043417 w 3760185"/>
              <a:gd name="csY8533" fmla="*/ 381853 h 793834"/>
              <a:gd name="csX8534" fmla="*/ 1044783 w 3760185"/>
              <a:gd name="csY8534" fmla="*/ 392363 h 793834"/>
              <a:gd name="csX8535" fmla="*/ 1044783 w 3760185"/>
              <a:gd name="csY8535" fmla="*/ 404720 h 793834"/>
              <a:gd name="csX8536" fmla="*/ 1043245 w 3760185"/>
              <a:gd name="csY8536" fmla="*/ 404720 h 793834"/>
              <a:gd name="csX8537" fmla="*/ 1043417 w 3760185"/>
              <a:gd name="csY8537" fmla="*/ 403573 h 793834"/>
              <a:gd name="csX8538" fmla="*/ 983325 w 3760185"/>
              <a:gd name="csY8538" fmla="*/ 381853 h 793834"/>
              <a:gd name="csX8539" fmla="*/ 984363 w 3760185"/>
              <a:gd name="csY8539" fmla="*/ 404735 h 793834"/>
              <a:gd name="csX8540" fmla="*/ 982820 w 3760185"/>
              <a:gd name="csY8540" fmla="*/ 404735 h 793834"/>
              <a:gd name="csX8541" fmla="*/ 983325 w 3760185"/>
              <a:gd name="csY8541" fmla="*/ 400070 h 793834"/>
              <a:gd name="csX8542" fmla="*/ 954645 w 3760185"/>
              <a:gd name="csY8542" fmla="*/ 381853 h 793834"/>
              <a:gd name="csX8543" fmla="*/ 956011 w 3760185"/>
              <a:gd name="csY8543" fmla="*/ 402872 h 793834"/>
              <a:gd name="csX8544" fmla="*/ 956011 w 3760185"/>
              <a:gd name="csY8544" fmla="*/ 404741 h 793834"/>
              <a:gd name="csX8545" fmla="*/ 954645 w 3760185"/>
              <a:gd name="csY8545" fmla="*/ 404742 h 793834"/>
              <a:gd name="csX8546" fmla="*/ 953461 w 3760185"/>
              <a:gd name="csY8546" fmla="*/ 404742 h 793834"/>
              <a:gd name="csX8547" fmla="*/ 954645 w 3760185"/>
              <a:gd name="csY8547" fmla="*/ 398669 h 793834"/>
              <a:gd name="csX8548" fmla="*/ 954645 w 3760185"/>
              <a:gd name="csY8548" fmla="*/ 384656 h 793834"/>
              <a:gd name="csX8549" fmla="*/ 688328 w 3760185"/>
              <a:gd name="csY8549" fmla="*/ 381853 h 793834"/>
              <a:gd name="csX8550" fmla="*/ 689300 w 3760185"/>
              <a:gd name="csY8550" fmla="*/ 404806 h 793834"/>
              <a:gd name="csX8551" fmla="*/ 688328 w 3760185"/>
              <a:gd name="csY8551" fmla="*/ 404807 h 793834"/>
              <a:gd name="csX8552" fmla="*/ 688092 w 3760185"/>
              <a:gd name="csY8552" fmla="*/ 404807 h 793834"/>
              <a:gd name="csX8553" fmla="*/ 688328 w 3760185"/>
              <a:gd name="csY8553" fmla="*/ 393063 h 793834"/>
              <a:gd name="csX8554" fmla="*/ 215785 w 3760185"/>
              <a:gd name="csY8554" fmla="*/ 381853 h 793834"/>
              <a:gd name="csX8555" fmla="*/ 216522 w 3760185"/>
              <a:gd name="csY8555" fmla="*/ 404922 h 793834"/>
              <a:gd name="csX8556" fmla="*/ 214420 w 3760185"/>
              <a:gd name="csY8556" fmla="*/ 404922 h 793834"/>
              <a:gd name="csX8557" fmla="*/ 214420 w 3760185"/>
              <a:gd name="csY8557" fmla="*/ 393063 h 793834"/>
              <a:gd name="csX8558" fmla="*/ 215785 w 3760185"/>
              <a:gd name="csY8558" fmla="*/ 399369 h 793834"/>
              <a:gd name="csX8559" fmla="*/ 62824 w 3760185"/>
              <a:gd name="csY8559" fmla="*/ 381853 h 793834"/>
              <a:gd name="csX8560" fmla="*/ 62824 w 3760185"/>
              <a:gd name="csY8560" fmla="*/ 404959 h 793834"/>
              <a:gd name="csX8561" fmla="*/ 61458 w 3760185"/>
              <a:gd name="csY8561" fmla="*/ 404959 h 793834"/>
              <a:gd name="csX8562" fmla="*/ 61458 w 3760185"/>
              <a:gd name="csY8562" fmla="*/ 403573 h 793834"/>
              <a:gd name="csX8563" fmla="*/ 38240 w 3760185"/>
              <a:gd name="csY8563" fmla="*/ 381853 h 793834"/>
              <a:gd name="csX8564" fmla="*/ 38240 w 3760185"/>
              <a:gd name="csY8564" fmla="*/ 402872 h 793834"/>
              <a:gd name="csX8565" fmla="*/ 39606 w 3760185"/>
              <a:gd name="csY8565" fmla="*/ 387458 h 793834"/>
              <a:gd name="csX8566" fmla="*/ 39606 w 3760185"/>
              <a:gd name="csY8566" fmla="*/ 396567 h 793834"/>
              <a:gd name="csX8567" fmla="*/ 40386 w 3760185"/>
              <a:gd name="csY8567" fmla="*/ 404964 h 793834"/>
              <a:gd name="csX8568" fmla="*/ 36875 w 3760185"/>
              <a:gd name="csY8568" fmla="*/ 404965 h 793834"/>
              <a:gd name="csX8569" fmla="*/ 36875 w 3760185"/>
              <a:gd name="csY8569" fmla="*/ 390261 h 793834"/>
              <a:gd name="csX8570" fmla="*/ 3497633 w 3760185"/>
              <a:gd name="csY8570" fmla="*/ 381152 h 793834"/>
              <a:gd name="csX8571" fmla="*/ 3498999 w 3760185"/>
              <a:gd name="csY8571" fmla="*/ 399369 h 793834"/>
              <a:gd name="csX8572" fmla="*/ 3498999 w 3760185"/>
              <a:gd name="csY8572" fmla="*/ 386758 h 793834"/>
              <a:gd name="csX8573" fmla="*/ 3500365 w 3760185"/>
              <a:gd name="csY8573" fmla="*/ 402872 h 793834"/>
              <a:gd name="csX8574" fmla="*/ 3500365 w 3760185"/>
              <a:gd name="csY8574" fmla="*/ 404122 h 793834"/>
              <a:gd name="csX8575" fmla="*/ 3496944 w 3760185"/>
              <a:gd name="csY8575" fmla="*/ 404123 h 793834"/>
              <a:gd name="csX8576" fmla="*/ 3497633 w 3760185"/>
              <a:gd name="csY8576" fmla="*/ 384656 h 793834"/>
              <a:gd name="csX8577" fmla="*/ 3258631 w 3760185"/>
              <a:gd name="csY8577" fmla="*/ 381152 h 793834"/>
              <a:gd name="csX8578" fmla="*/ 3258631 w 3760185"/>
              <a:gd name="csY8578" fmla="*/ 404181 h 793834"/>
              <a:gd name="csX8579" fmla="*/ 3258040 w 3760185"/>
              <a:gd name="csY8579" fmla="*/ 404181 h 793834"/>
              <a:gd name="csX8580" fmla="*/ 2060886 w 3760185"/>
              <a:gd name="csY8580" fmla="*/ 381152 h 793834"/>
              <a:gd name="csX8581" fmla="*/ 2060886 w 3760185"/>
              <a:gd name="csY8581" fmla="*/ 393063 h 793834"/>
              <a:gd name="csX8582" fmla="*/ 2062252 w 3760185"/>
              <a:gd name="csY8582" fmla="*/ 383955 h 793834"/>
              <a:gd name="csX8583" fmla="*/ 2062252 w 3760185"/>
              <a:gd name="csY8583" fmla="*/ 404472 h 793834"/>
              <a:gd name="csX8584" fmla="*/ 2060197 w 3760185"/>
              <a:gd name="csY8584" fmla="*/ 404473 h 793834"/>
              <a:gd name="csX8585" fmla="*/ 1944799 w 3760185"/>
              <a:gd name="csY8585" fmla="*/ 381152 h 793834"/>
              <a:gd name="csX8586" fmla="*/ 1944799 w 3760185"/>
              <a:gd name="csY8586" fmla="*/ 394465 h 793834"/>
              <a:gd name="csX8587" fmla="*/ 1945731 w 3760185"/>
              <a:gd name="csY8587" fmla="*/ 404500 h 793834"/>
              <a:gd name="csX8588" fmla="*/ 1944040 w 3760185"/>
              <a:gd name="csY8588" fmla="*/ 404501 h 793834"/>
              <a:gd name="csX8589" fmla="*/ 1189551 w 3760185"/>
              <a:gd name="csY8589" fmla="*/ 381152 h 793834"/>
              <a:gd name="csX8590" fmla="*/ 1190916 w 3760185"/>
              <a:gd name="csY8590" fmla="*/ 388859 h 793834"/>
              <a:gd name="csX8591" fmla="*/ 1192282 w 3760185"/>
              <a:gd name="csY8591" fmla="*/ 384656 h 793834"/>
              <a:gd name="csX8592" fmla="*/ 1192282 w 3760185"/>
              <a:gd name="csY8592" fmla="*/ 401471 h 793834"/>
              <a:gd name="csX8593" fmla="*/ 1193648 w 3760185"/>
              <a:gd name="csY8593" fmla="*/ 400070 h 793834"/>
              <a:gd name="csX8594" fmla="*/ 1193648 w 3760185"/>
              <a:gd name="csY8594" fmla="*/ 404684 h 793834"/>
              <a:gd name="csX8595" fmla="*/ 1189551 w 3760185"/>
              <a:gd name="csY8595" fmla="*/ 404685 h 793834"/>
              <a:gd name="csX8596" fmla="*/ 1189551 w 3760185"/>
              <a:gd name="csY8596" fmla="*/ 404274 h 793834"/>
              <a:gd name="csX8597" fmla="*/ 684231 w 3760185"/>
              <a:gd name="csY8597" fmla="*/ 381152 h 793834"/>
              <a:gd name="csX8598" fmla="*/ 684527 w 3760185"/>
              <a:gd name="csY8598" fmla="*/ 404808 h 793834"/>
              <a:gd name="csX8599" fmla="*/ 684231 w 3760185"/>
              <a:gd name="csY8599" fmla="*/ 404808 h 793834"/>
              <a:gd name="csX8600" fmla="*/ 281340 w 3760185"/>
              <a:gd name="csY8600" fmla="*/ 381152 h 793834"/>
              <a:gd name="csX8601" fmla="*/ 282706 w 3760185"/>
              <a:gd name="csY8601" fmla="*/ 393063 h 793834"/>
              <a:gd name="csX8602" fmla="*/ 282706 w 3760185"/>
              <a:gd name="csY8602" fmla="*/ 404905 h 793834"/>
              <a:gd name="csX8603" fmla="*/ 281340 w 3760185"/>
              <a:gd name="csY8603" fmla="*/ 404906 h 793834"/>
              <a:gd name="csX8604" fmla="*/ 218517 w 3760185"/>
              <a:gd name="csY8604" fmla="*/ 381152 h 793834"/>
              <a:gd name="csX8605" fmla="*/ 219264 w 3760185"/>
              <a:gd name="csY8605" fmla="*/ 404921 h 793834"/>
              <a:gd name="csX8606" fmla="*/ 218517 w 3760185"/>
              <a:gd name="csY8606" fmla="*/ 404921 h 793834"/>
              <a:gd name="csX8607" fmla="*/ 157059 w 3760185"/>
              <a:gd name="csY8607" fmla="*/ 381152 h 793834"/>
              <a:gd name="csX8608" fmla="*/ 157059 w 3760185"/>
              <a:gd name="csY8608" fmla="*/ 404936 h 793834"/>
              <a:gd name="csX8609" fmla="*/ 155693 w 3760185"/>
              <a:gd name="csY8609" fmla="*/ 404936 h 793834"/>
              <a:gd name="csX8610" fmla="*/ 155693 w 3760185"/>
              <a:gd name="csY8610" fmla="*/ 400070 h 793834"/>
              <a:gd name="csX8611" fmla="*/ 72384 w 3760185"/>
              <a:gd name="csY8611" fmla="*/ 381152 h 793834"/>
              <a:gd name="csX8612" fmla="*/ 73087 w 3760185"/>
              <a:gd name="csY8612" fmla="*/ 404957 h 793834"/>
              <a:gd name="csX8613" fmla="*/ 72384 w 3760185"/>
              <a:gd name="csY8613" fmla="*/ 404957 h 793834"/>
              <a:gd name="csX8614" fmla="*/ 3697030 w 3760185"/>
              <a:gd name="csY8614" fmla="*/ 380452 h 793834"/>
              <a:gd name="csX8615" fmla="*/ 3698396 w 3760185"/>
              <a:gd name="csY8615" fmla="*/ 382554 h 793834"/>
              <a:gd name="csX8616" fmla="*/ 3698396 w 3760185"/>
              <a:gd name="csY8616" fmla="*/ 404074 h 793834"/>
              <a:gd name="csX8617" fmla="*/ 3697030 w 3760185"/>
              <a:gd name="csY8617" fmla="*/ 404074 h 793834"/>
              <a:gd name="csX8618" fmla="*/ 3696241 w 3760185"/>
              <a:gd name="csY8618" fmla="*/ 404074 h 793834"/>
              <a:gd name="csX8619" fmla="*/ 3697030 w 3760185"/>
              <a:gd name="csY8619" fmla="*/ 395165 h 793834"/>
              <a:gd name="csX8620" fmla="*/ 3601429 w 3760185"/>
              <a:gd name="csY8620" fmla="*/ 380452 h 793834"/>
              <a:gd name="csX8621" fmla="*/ 3602795 w 3760185"/>
              <a:gd name="csY8621" fmla="*/ 390261 h 793834"/>
              <a:gd name="csX8622" fmla="*/ 3602795 w 3760185"/>
              <a:gd name="csY8622" fmla="*/ 403573 h 793834"/>
              <a:gd name="csX8623" fmla="*/ 3604160 w 3760185"/>
              <a:gd name="csY8623" fmla="*/ 397267 h 793834"/>
              <a:gd name="csX8624" fmla="*/ 3604160 w 3760185"/>
              <a:gd name="csY8624" fmla="*/ 399369 h 793834"/>
              <a:gd name="csX8625" fmla="*/ 3605526 w 3760185"/>
              <a:gd name="csY8625" fmla="*/ 400770 h 793834"/>
              <a:gd name="csX8626" fmla="*/ 3605526 w 3760185"/>
              <a:gd name="csY8626" fmla="*/ 388159 h 793834"/>
              <a:gd name="csX8627" fmla="*/ 3606892 w 3760185"/>
              <a:gd name="csY8627" fmla="*/ 388159 h 793834"/>
              <a:gd name="csX8628" fmla="*/ 3606892 w 3760185"/>
              <a:gd name="csY8628" fmla="*/ 395165 h 793834"/>
              <a:gd name="csX8629" fmla="*/ 3607859 w 3760185"/>
              <a:gd name="csY8629" fmla="*/ 404096 h 793834"/>
              <a:gd name="csX8630" fmla="*/ 3604160 w 3760185"/>
              <a:gd name="csY8630" fmla="*/ 404097 h 793834"/>
              <a:gd name="csX8631" fmla="*/ 3601429 w 3760185"/>
              <a:gd name="csY8631" fmla="*/ 404097 h 793834"/>
              <a:gd name="csX8632" fmla="*/ 3598697 w 3760185"/>
              <a:gd name="csY8632" fmla="*/ 380452 h 793834"/>
              <a:gd name="csX8633" fmla="*/ 3599492 w 3760185"/>
              <a:gd name="csY8633" fmla="*/ 404098 h 793834"/>
              <a:gd name="csX8634" fmla="*/ 3598697 w 3760185"/>
              <a:gd name="csY8634" fmla="*/ 404098 h 793834"/>
              <a:gd name="csX8635" fmla="*/ 3402033 w 3760185"/>
              <a:gd name="csY8635" fmla="*/ 380452 h 793834"/>
              <a:gd name="csX8636" fmla="*/ 3402033 w 3760185"/>
              <a:gd name="csY8636" fmla="*/ 403573 h 793834"/>
              <a:gd name="csX8637" fmla="*/ 3402033 w 3760185"/>
              <a:gd name="csY8637" fmla="*/ 404146 h 793834"/>
              <a:gd name="csX8638" fmla="*/ 3401109 w 3760185"/>
              <a:gd name="csY8638" fmla="*/ 404146 h 793834"/>
              <a:gd name="csX8639" fmla="*/ 2450119 w 3760185"/>
              <a:gd name="csY8639" fmla="*/ 380452 h 793834"/>
              <a:gd name="csX8640" fmla="*/ 2450119 w 3760185"/>
              <a:gd name="csY8640" fmla="*/ 402872 h 793834"/>
              <a:gd name="csX8641" fmla="*/ 2450302 w 3760185"/>
              <a:gd name="csY8641" fmla="*/ 404378 h 793834"/>
              <a:gd name="csX8642" fmla="*/ 2449105 w 3760185"/>
              <a:gd name="csY8642" fmla="*/ 404378 h 793834"/>
              <a:gd name="csX8643" fmla="*/ 2437827 w 3760185"/>
              <a:gd name="csY8643" fmla="*/ 380452 h 793834"/>
              <a:gd name="csX8644" fmla="*/ 2439193 w 3760185"/>
              <a:gd name="csY8644" fmla="*/ 402172 h 793834"/>
              <a:gd name="csX8645" fmla="*/ 2439193 w 3760185"/>
              <a:gd name="csY8645" fmla="*/ 404380 h 793834"/>
              <a:gd name="csX8646" fmla="*/ 2437827 w 3760185"/>
              <a:gd name="csY8646" fmla="*/ 404381 h 793834"/>
              <a:gd name="csX8647" fmla="*/ 2343592 w 3760185"/>
              <a:gd name="csY8647" fmla="*/ 380452 h 793834"/>
              <a:gd name="csX8648" fmla="*/ 2343592 w 3760185"/>
              <a:gd name="csY8648" fmla="*/ 404404 h 793834"/>
              <a:gd name="csX8649" fmla="*/ 2343400 w 3760185"/>
              <a:gd name="csY8649" fmla="*/ 404404 h 793834"/>
              <a:gd name="csX8650" fmla="*/ 1952993 w 3760185"/>
              <a:gd name="csY8650" fmla="*/ 380452 h 793834"/>
              <a:gd name="csX8651" fmla="*/ 1953673 w 3760185"/>
              <a:gd name="csY8651" fmla="*/ 404498 h 793834"/>
              <a:gd name="csX8652" fmla="*/ 1952993 w 3760185"/>
              <a:gd name="csY8652" fmla="*/ 404499 h 793834"/>
              <a:gd name="csX8653" fmla="*/ 1906559 w 3760185"/>
              <a:gd name="csY8653" fmla="*/ 380452 h 793834"/>
              <a:gd name="csX8654" fmla="*/ 1907280 w 3760185"/>
              <a:gd name="csY8654" fmla="*/ 404510 h 793834"/>
              <a:gd name="csX8655" fmla="*/ 1906545 w 3760185"/>
              <a:gd name="csY8655" fmla="*/ 404510 h 793834"/>
              <a:gd name="csX8656" fmla="*/ 1906559 w 3760185"/>
              <a:gd name="csY8656" fmla="*/ 404274 h 793834"/>
              <a:gd name="csX8657" fmla="*/ 1876513 w 3760185"/>
              <a:gd name="csY8657" fmla="*/ 380452 h 793834"/>
              <a:gd name="csX8658" fmla="*/ 1876513 w 3760185"/>
              <a:gd name="csY8658" fmla="*/ 404517 h 793834"/>
              <a:gd name="csX8659" fmla="*/ 1875147 w 3760185"/>
              <a:gd name="csY8659" fmla="*/ 404518 h 793834"/>
              <a:gd name="csX8660" fmla="*/ 1875147 w 3760185"/>
              <a:gd name="csY8660" fmla="*/ 383955 h 793834"/>
              <a:gd name="csX8661" fmla="*/ 1275591 w 3760185"/>
              <a:gd name="csY8661" fmla="*/ 380452 h 793834"/>
              <a:gd name="csX8662" fmla="*/ 1275591 w 3760185"/>
              <a:gd name="csY8662" fmla="*/ 404664 h 793834"/>
              <a:gd name="csX8663" fmla="*/ 1274792 w 3760185"/>
              <a:gd name="csY8663" fmla="*/ 404664 h 793834"/>
              <a:gd name="csX8664" fmla="*/ 1083023 w 3760185"/>
              <a:gd name="csY8664" fmla="*/ 380452 h 793834"/>
              <a:gd name="csX8665" fmla="*/ 1083811 w 3760185"/>
              <a:gd name="csY8665" fmla="*/ 404710 h 793834"/>
              <a:gd name="csX8666" fmla="*/ 1083023 w 3760185"/>
              <a:gd name="csY8666" fmla="*/ 404711 h 793834"/>
              <a:gd name="csX8667" fmla="*/ 1083023 w 3760185"/>
              <a:gd name="csY8667" fmla="*/ 390261 h 793834"/>
              <a:gd name="csX8668" fmla="*/ 1068001 w 3760185"/>
              <a:gd name="csY8668" fmla="*/ 380452 h 793834"/>
              <a:gd name="csX8669" fmla="*/ 1069352 w 3760185"/>
              <a:gd name="csY8669" fmla="*/ 404714 h 793834"/>
              <a:gd name="csX8670" fmla="*/ 1068001 w 3760185"/>
              <a:gd name="csY8670" fmla="*/ 404714 h 793834"/>
              <a:gd name="csX8671" fmla="*/ 1066635 w 3760185"/>
              <a:gd name="csY8671" fmla="*/ 404715 h 793834"/>
              <a:gd name="csX8672" fmla="*/ 1066635 w 3760185"/>
              <a:gd name="csY8672" fmla="*/ 387458 h 793834"/>
              <a:gd name="csX8673" fmla="*/ 1068001 w 3760185"/>
              <a:gd name="csY8673" fmla="*/ 386758 h 793834"/>
              <a:gd name="csX8674" fmla="*/ 1036589 w 3760185"/>
              <a:gd name="csY8674" fmla="*/ 380452 h 793834"/>
              <a:gd name="csX8675" fmla="*/ 1036589 w 3760185"/>
              <a:gd name="csY8675" fmla="*/ 404722 h 793834"/>
              <a:gd name="csX8676" fmla="*/ 1035406 w 3760185"/>
              <a:gd name="csY8676" fmla="*/ 404722 h 793834"/>
              <a:gd name="csX8677" fmla="*/ 945085 w 3760185"/>
              <a:gd name="csY8677" fmla="*/ 380452 h 793834"/>
              <a:gd name="csX8678" fmla="*/ 946451 w 3760185"/>
              <a:gd name="csY8678" fmla="*/ 402172 h 793834"/>
              <a:gd name="csX8679" fmla="*/ 946451 w 3760185"/>
              <a:gd name="csY8679" fmla="*/ 404744 h 793834"/>
              <a:gd name="csX8680" fmla="*/ 944748 w 3760185"/>
              <a:gd name="csY8680" fmla="*/ 404744 h 793834"/>
              <a:gd name="csX8681" fmla="*/ 945085 w 3760185"/>
              <a:gd name="csY8681" fmla="*/ 400770 h 793834"/>
              <a:gd name="csX8682" fmla="*/ 493028 w 3760185"/>
              <a:gd name="csY8682" fmla="*/ 380452 h 793834"/>
              <a:gd name="csX8683" fmla="*/ 493028 w 3760185"/>
              <a:gd name="csY8683" fmla="*/ 404854 h 793834"/>
              <a:gd name="csX8684" fmla="*/ 491663 w 3760185"/>
              <a:gd name="csY8684" fmla="*/ 404855 h 793834"/>
              <a:gd name="csX8685" fmla="*/ 491663 w 3760185"/>
              <a:gd name="csY8685" fmla="*/ 383955 h 793834"/>
              <a:gd name="csX8686" fmla="*/ 289535 w 3760185"/>
              <a:gd name="csY8686" fmla="*/ 380452 h 793834"/>
              <a:gd name="csX8687" fmla="*/ 290226 w 3760185"/>
              <a:gd name="csY8687" fmla="*/ 404904 h 793834"/>
              <a:gd name="csX8688" fmla="*/ 289102 w 3760185"/>
              <a:gd name="csY8688" fmla="*/ 404904 h 793834"/>
              <a:gd name="csX8689" fmla="*/ 289535 w 3760185"/>
              <a:gd name="csY8689" fmla="*/ 394465 h 793834"/>
              <a:gd name="csX8690" fmla="*/ 3336477 w 3760185"/>
              <a:gd name="csY8690" fmla="*/ 379751 h 793834"/>
              <a:gd name="csX8691" fmla="*/ 3336477 w 3760185"/>
              <a:gd name="csY8691" fmla="*/ 390961 h 793834"/>
              <a:gd name="csX8692" fmla="*/ 3337090 w 3760185"/>
              <a:gd name="csY8692" fmla="*/ 404162 h 793834"/>
              <a:gd name="csX8693" fmla="*/ 3336477 w 3760185"/>
              <a:gd name="csY8693" fmla="*/ 404162 h 793834"/>
              <a:gd name="csX8694" fmla="*/ 3335757 w 3760185"/>
              <a:gd name="csY8694" fmla="*/ 404162 h 793834"/>
              <a:gd name="csX8695" fmla="*/ 3224487 w 3760185"/>
              <a:gd name="csY8695" fmla="*/ 379751 h 793834"/>
              <a:gd name="csX8696" fmla="*/ 3225853 w 3760185"/>
              <a:gd name="csY8696" fmla="*/ 390261 h 793834"/>
              <a:gd name="csX8697" fmla="*/ 3225853 w 3760185"/>
              <a:gd name="csY8697" fmla="*/ 404189 h 793834"/>
              <a:gd name="csX8698" fmla="*/ 3224487 w 3760185"/>
              <a:gd name="csY8698" fmla="*/ 404189 h 793834"/>
              <a:gd name="csX8699" fmla="*/ 2945879 w 3760185"/>
              <a:gd name="csY8699" fmla="*/ 379751 h 793834"/>
              <a:gd name="csX8700" fmla="*/ 2945879 w 3760185"/>
              <a:gd name="csY8700" fmla="*/ 404257 h 793834"/>
              <a:gd name="csX8701" fmla="*/ 2945611 w 3760185"/>
              <a:gd name="csY8701" fmla="*/ 404257 h 793834"/>
              <a:gd name="csX8702" fmla="*/ 2680927 w 3760185"/>
              <a:gd name="csY8702" fmla="*/ 379751 h 793834"/>
              <a:gd name="csX8703" fmla="*/ 2682222 w 3760185"/>
              <a:gd name="csY8703" fmla="*/ 404321 h 793834"/>
              <a:gd name="csX8704" fmla="*/ 2680927 w 3760185"/>
              <a:gd name="csY8704" fmla="*/ 404321 h 793834"/>
              <a:gd name="csX8705" fmla="*/ 2680377 w 3760185"/>
              <a:gd name="csY8705" fmla="*/ 404322 h 793834"/>
              <a:gd name="csX8706" fmla="*/ 2680927 w 3760185"/>
              <a:gd name="csY8706" fmla="*/ 397267 h 793834"/>
              <a:gd name="csX8707" fmla="*/ 2430999 w 3760185"/>
              <a:gd name="csY8707" fmla="*/ 379751 h 793834"/>
              <a:gd name="csX8708" fmla="*/ 2430999 w 3760185"/>
              <a:gd name="csY8708" fmla="*/ 404382 h 793834"/>
              <a:gd name="csX8709" fmla="*/ 2429239 w 3760185"/>
              <a:gd name="csY8709" fmla="*/ 404383 h 793834"/>
              <a:gd name="csX8710" fmla="*/ 2429633 w 3760185"/>
              <a:gd name="csY8710" fmla="*/ 381152 h 793834"/>
              <a:gd name="csX8711" fmla="*/ 2429633 w 3760185"/>
              <a:gd name="csY8711" fmla="*/ 401471 h 793834"/>
              <a:gd name="csX8712" fmla="*/ 1729014 w 3760185"/>
              <a:gd name="csY8712" fmla="*/ 379751 h 793834"/>
              <a:gd name="csX8713" fmla="*/ 1729014 w 3760185"/>
              <a:gd name="csY8713" fmla="*/ 399369 h 793834"/>
              <a:gd name="csX8714" fmla="*/ 1729014 w 3760185"/>
              <a:gd name="csY8714" fmla="*/ 404553 h 793834"/>
              <a:gd name="csX8715" fmla="*/ 1728007 w 3760185"/>
              <a:gd name="csY8715" fmla="*/ 404553 h 793834"/>
              <a:gd name="csX8716" fmla="*/ 1589709 w 3760185"/>
              <a:gd name="csY8716" fmla="*/ 379751 h 793834"/>
              <a:gd name="csX8717" fmla="*/ 1589709 w 3760185"/>
              <a:gd name="csY8717" fmla="*/ 404587 h 793834"/>
              <a:gd name="csX8718" fmla="*/ 1589407 w 3760185"/>
              <a:gd name="csY8718" fmla="*/ 404587 h 793834"/>
              <a:gd name="csX8719" fmla="*/ 1412164 w 3760185"/>
              <a:gd name="csY8719" fmla="*/ 379751 h 793834"/>
              <a:gd name="csX8720" fmla="*/ 1412164 w 3760185"/>
              <a:gd name="csY8720" fmla="*/ 404630 h 793834"/>
              <a:gd name="csX8721" fmla="*/ 1411481 w 3760185"/>
              <a:gd name="csY8721" fmla="*/ 404631 h 793834"/>
              <a:gd name="csX8722" fmla="*/ 476640 w 3760185"/>
              <a:gd name="csY8722" fmla="*/ 379751 h 793834"/>
              <a:gd name="csX8723" fmla="*/ 476640 w 3760185"/>
              <a:gd name="csY8723" fmla="*/ 404858 h 793834"/>
              <a:gd name="csX8724" fmla="*/ 475274 w 3760185"/>
              <a:gd name="csY8724" fmla="*/ 404859 h 793834"/>
              <a:gd name="csX8725" fmla="*/ 475274 w 3760185"/>
              <a:gd name="csY8725" fmla="*/ 381853 h 793834"/>
              <a:gd name="csX8726" fmla="*/ 385136 w 3760185"/>
              <a:gd name="csY8726" fmla="*/ 379751 h 793834"/>
              <a:gd name="csX8727" fmla="*/ 385136 w 3760185"/>
              <a:gd name="csY8727" fmla="*/ 404881 h 793834"/>
              <a:gd name="csX8728" fmla="*/ 383812 w 3760185"/>
              <a:gd name="csY8728" fmla="*/ 404881 h 793834"/>
              <a:gd name="csX8729" fmla="*/ 363284 w 3760185"/>
              <a:gd name="csY8729" fmla="*/ 379751 h 793834"/>
              <a:gd name="csX8730" fmla="*/ 364650 w 3760185"/>
              <a:gd name="csY8730" fmla="*/ 404274 h 793834"/>
              <a:gd name="csX8731" fmla="*/ 364650 w 3760185"/>
              <a:gd name="csY8731" fmla="*/ 404885 h 793834"/>
              <a:gd name="csX8732" fmla="*/ 363284 w 3760185"/>
              <a:gd name="csY8732" fmla="*/ 404886 h 793834"/>
              <a:gd name="csX8733" fmla="*/ 349627 w 3760185"/>
              <a:gd name="csY8733" fmla="*/ 379751 h 793834"/>
              <a:gd name="csX8734" fmla="*/ 349627 w 3760185"/>
              <a:gd name="csY8734" fmla="*/ 404889 h 793834"/>
              <a:gd name="csX8735" fmla="*/ 346895 w 3760185"/>
              <a:gd name="csY8735" fmla="*/ 404890 h 793834"/>
              <a:gd name="csX8736" fmla="*/ 346895 w 3760185"/>
              <a:gd name="csY8736" fmla="*/ 395165 h 793834"/>
              <a:gd name="csX8737" fmla="*/ 348261 w 3760185"/>
              <a:gd name="csY8737" fmla="*/ 388159 h 793834"/>
              <a:gd name="csX8738" fmla="*/ 348261 w 3760185"/>
              <a:gd name="csY8738" fmla="*/ 401471 h 793834"/>
              <a:gd name="csX8739" fmla="*/ 40972 w 3760185"/>
              <a:gd name="csY8739" fmla="*/ 379751 h 793834"/>
              <a:gd name="csX8740" fmla="*/ 42338 w 3760185"/>
              <a:gd name="csY8740" fmla="*/ 402872 h 793834"/>
              <a:gd name="csX8741" fmla="*/ 42338 w 3760185"/>
              <a:gd name="csY8741" fmla="*/ 379751 h 793834"/>
              <a:gd name="csX8742" fmla="*/ 42896 w 3760185"/>
              <a:gd name="csY8742" fmla="*/ 404964 h 793834"/>
              <a:gd name="csX8743" fmla="*/ 40972 w 3760185"/>
              <a:gd name="csY8743" fmla="*/ 404964 h 793834"/>
              <a:gd name="csX8744" fmla="*/ 40972 w 3760185"/>
              <a:gd name="csY8744" fmla="*/ 396567 h 793834"/>
              <a:gd name="csX8745" fmla="*/ 3051040 w 3760185"/>
              <a:gd name="csY8745" fmla="*/ 379050 h 793834"/>
              <a:gd name="csX8746" fmla="*/ 3051751 w 3760185"/>
              <a:gd name="csY8746" fmla="*/ 404231 h 793834"/>
              <a:gd name="csX8747" fmla="*/ 3051040 w 3760185"/>
              <a:gd name="csY8747" fmla="*/ 404231 h 793834"/>
              <a:gd name="csX8748" fmla="*/ 2560743 w 3760185"/>
              <a:gd name="csY8748" fmla="*/ 379050 h 793834"/>
              <a:gd name="csX8749" fmla="*/ 2560743 w 3760185"/>
              <a:gd name="csY8749" fmla="*/ 404351 h 793834"/>
              <a:gd name="csX8750" fmla="*/ 2559377 w 3760185"/>
              <a:gd name="csY8750" fmla="*/ 404351 h 793834"/>
              <a:gd name="csX8751" fmla="*/ 2559377 w 3760185"/>
              <a:gd name="csY8751" fmla="*/ 399369 h 793834"/>
              <a:gd name="csX8752" fmla="*/ 2559377 w 3760185"/>
              <a:gd name="csY8752" fmla="*/ 393764 h 793834"/>
              <a:gd name="csX8753" fmla="*/ 2044497 w 3760185"/>
              <a:gd name="csY8753" fmla="*/ 379050 h 793834"/>
              <a:gd name="csX8754" fmla="*/ 2044497 w 3760185"/>
              <a:gd name="csY8754" fmla="*/ 404476 h 793834"/>
              <a:gd name="csX8755" fmla="*/ 2043396 w 3760185"/>
              <a:gd name="csY8755" fmla="*/ 404477 h 793834"/>
              <a:gd name="csX8756" fmla="*/ 2033571 w 3760185"/>
              <a:gd name="csY8756" fmla="*/ 379050 h 793834"/>
              <a:gd name="csX8757" fmla="*/ 2034937 w 3760185"/>
              <a:gd name="csY8757" fmla="*/ 391662 h 793834"/>
              <a:gd name="csX8758" fmla="*/ 2034937 w 3760185"/>
              <a:gd name="csY8758" fmla="*/ 404479 h 793834"/>
              <a:gd name="csX8759" fmla="*/ 2033571 w 3760185"/>
              <a:gd name="csY8759" fmla="*/ 404479 h 793834"/>
              <a:gd name="csX8760" fmla="*/ 1850564 w 3760185"/>
              <a:gd name="csY8760" fmla="*/ 379050 h 793834"/>
              <a:gd name="csX8761" fmla="*/ 1850564 w 3760185"/>
              <a:gd name="csY8761" fmla="*/ 404524 h 793834"/>
              <a:gd name="csX8762" fmla="*/ 1847832 w 3760185"/>
              <a:gd name="csY8762" fmla="*/ 404524 h 793834"/>
              <a:gd name="csX8763" fmla="*/ 1847832 w 3760185"/>
              <a:gd name="csY8763" fmla="*/ 381152 h 793834"/>
              <a:gd name="csX8764" fmla="*/ 1849198 w 3760185"/>
              <a:gd name="csY8764" fmla="*/ 383254 h 793834"/>
              <a:gd name="csX8765" fmla="*/ 1849198 w 3760185"/>
              <a:gd name="csY8765" fmla="*/ 393764 h 793834"/>
              <a:gd name="csX8766" fmla="*/ 1630681 w 3760185"/>
              <a:gd name="csY8766" fmla="*/ 379050 h 793834"/>
              <a:gd name="csX8767" fmla="*/ 1630681 w 3760185"/>
              <a:gd name="csY8767" fmla="*/ 404577 h 793834"/>
              <a:gd name="csX8768" fmla="*/ 1629724 w 3760185"/>
              <a:gd name="csY8768" fmla="*/ 404577 h 793834"/>
              <a:gd name="csX8769" fmla="*/ 1479085 w 3760185"/>
              <a:gd name="csY8769" fmla="*/ 379050 h 793834"/>
              <a:gd name="csX8770" fmla="*/ 1479085 w 3760185"/>
              <a:gd name="csY8770" fmla="*/ 404614 h 793834"/>
              <a:gd name="csX8771" fmla="*/ 1477719 w 3760185"/>
              <a:gd name="csY8771" fmla="*/ 404614 h 793834"/>
              <a:gd name="csX8772" fmla="*/ 1477719 w 3760185"/>
              <a:gd name="csY8772" fmla="*/ 393764 h 793834"/>
              <a:gd name="csX8773" fmla="*/ 1473622 w 3760185"/>
              <a:gd name="csY8773" fmla="*/ 379050 h 793834"/>
              <a:gd name="csX8774" fmla="*/ 1473622 w 3760185"/>
              <a:gd name="csY8774" fmla="*/ 404615 h 793834"/>
              <a:gd name="csX8775" fmla="*/ 1472733 w 3760185"/>
              <a:gd name="csY8775" fmla="*/ 404616 h 793834"/>
              <a:gd name="csX8776" fmla="*/ 976497 w 3760185"/>
              <a:gd name="csY8776" fmla="*/ 379050 h 793834"/>
              <a:gd name="csX8777" fmla="*/ 976497 w 3760185"/>
              <a:gd name="csY8777" fmla="*/ 404736 h 793834"/>
              <a:gd name="csX8778" fmla="*/ 975144 w 3760185"/>
              <a:gd name="csY8778" fmla="*/ 404737 h 793834"/>
              <a:gd name="csX8779" fmla="*/ 964205 w 3760185"/>
              <a:gd name="csY8779" fmla="*/ 379050 h 793834"/>
              <a:gd name="csX8780" fmla="*/ 964205 w 3760185"/>
              <a:gd name="csY8780" fmla="*/ 385356 h 793834"/>
              <a:gd name="csX8781" fmla="*/ 965571 w 3760185"/>
              <a:gd name="csY8781" fmla="*/ 381152 h 793834"/>
              <a:gd name="csX8782" fmla="*/ 965571 w 3760185"/>
              <a:gd name="csY8782" fmla="*/ 389560 h 793834"/>
              <a:gd name="csX8783" fmla="*/ 966557 w 3760185"/>
              <a:gd name="csY8783" fmla="*/ 404739 h 793834"/>
              <a:gd name="csX8784" fmla="*/ 964205 w 3760185"/>
              <a:gd name="csY8784" fmla="*/ 404739 h 793834"/>
              <a:gd name="csX8785" fmla="*/ 963260 w 3760185"/>
              <a:gd name="csY8785" fmla="*/ 404740 h 793834"/>
              <a:gd name="csX8786" fmla="*/ 920502 w 3760185"/>
              <a:gd name="csY8786" fmla="*/ 379050 h 793834"/>
              <a:gd name="csX8787" fmla="*/ 920502 w 3760185"/>
              <a:gd name="csY8787" fmla="*/ 404750 h 793834"/>
              <a:gd name="csX8788" fmla="*/ 919136 w 3760185"/>
              <a:gd name="csY8788" fmla="*/ 404750 h 793834"/>
              <a:gd name="csX8789" fmla="*/ 919136 w 3760185"/>
              <a:gd name="csY8789" fmla="*/ 400070 h 793834"/>
              <a:gd name="csX8790" fmla="*/ 853581 w 3760185"/>
              <a:gd name="csY8790" fmla="*/ 379050 h 793834"/>
              <a:gd name="csX8791" fmla="*/ 854695 w 3760185"/>
              <a:gd name="csY8791" fmla="*/ 404766 h 793834"/>
              <a:gd name="csX8792" fmla="*/ 853581 w 3760185"/>
              <a:gd name="csY8792" fmla="*/ 404766 h 793834"/>
              <a:gd name="csX8793" fmla="*/ 852687 w 3760185"/>
              <a:gd name="csY8793" fmla="*/ 404767 h 793834"/>
              <a:gd name="csX8794" fmla="*/ 853581 w 3760185"/>
              <a:gd name="csY8794" fmla="*/ 393764 h 793834"/>
              <a:gd name="csX8795" fmla="*/ 273146 w 3760185"/>
              <a:gd name="csY8795" fmla="*/ 379050 h 793834"/>
              <a:gd name="csX8796" fmla="*/ 274406 w 3760185"/>
              <a:gd name="csY8796" fmla="*/ 404907 h 793834"/>
              <a:gd name="csX8797" fmla="*/ 272420 w 3760185"/>
              <a:gd name="csY8797" fmla="*/ 404908 h 793834"/>
              <a:gd name="csX8798" fmla="*/ 273146 w 3760185"/>
              <a:gd name="csY8798" fmla="*/ 382554 h 793834"/>
              <a:gd name="csX8799" fmla="*/ 3479879 w 3760185"/>
              <a:gd name="csY8799" fmla="*/ 378350 h 793834"/>
              <a:gd name="csX8800" fmla="*/ 3479879 w 3760185"/>
              <a:gd name="csY8800" fmla="*/ 404127 h 793834"/>
              <a:gd name="csX8801" fmla="*/ 3478513 w 3760185"/>
              <a:gd name="csY8801" fmla="*/ 404127 h 793834"/>
              <a:gd name="csX8802" fmla="*/ 3478513 w 3760185"/>
              <a:gd name="csY8802" fmla="*/ 400770 h 793834"/>
              <a:gd name="csX8803" fmla="*/ 2915833 w 3760185"/>
              <a:gd name="csY8803" fmla="*/ 378350 h 793834"/>
              <a:gd name="csX8804" fmla="*/ 2915833 w 3760185"/>
              <a:gd name="csY8804" fmla="*/ 402172 h 793834"/>
              <a:gd name="csX8805" fmla="*/ 2917199 w 3760185"/>
              <a:gd name="csY8805" fmla="*/ 397968 h 793834"/>
              <a:gd name="csX8806" fmla="*/ 2917199 w 3760185"/>
              <a:gd name="csY8806" fmla="*/ 404264 h 793834"/>
              <a:gd name="csX8807" fmla="*/ 2914467 w 3760185"/>
              <a:gd name="csY8807" fmla="*/ 404264 h 793834"/>
              <a:gd name="csX8808" fmla="*/ 2913864 w 3760185"/>
              <a:gd name="csY8808" fmla="*/ 404265 h 793834"/>
              <a:gd name="csX8809" fmla="*/ 2914467 w 3760185"/>
              <a:gd name="csY8809" fmla="*/ 390961 h 793834"/>
              <a:gd name="csX8810" fmla="*/ 2914467 w 3760185"/>
              <a:gd name="csY8810" fmla="*/ 401471 h 793834"/>
              <a:gd name="csX8811" fmla="*/ 2659075 w 3760185"/>
              <a:gd name="csY8811" fmla="*/ 378350 h 793834"/>
              <a:gd name="csX8812" fmla="*/ 2660013 w 3760185"/>
              <a:gd name="csY8812" fmla="*/ 404326 h 793834"/>
              <a:gd name="csX8813" fmla="*/ 2659075 w 3760185"/>
              <a:gd name="csY8813" fmla="*/ 404327 h 793834"/>
              <a:gd name="csX8814" fmla="*/ 2194727 w 3760185"/>
              <a:gd name="csY8814" fmla="*/ 378350 h 793834"/>
              <a:gd name="csX8815" fmla="*/ 2194727 w 3760185"/>
              <a:gd name="csY8815" fmla="*/ 404440 h 793834"/>
              <a:gd name="csX8816" fmla="*/ 2194345 w 3760185"/>
              <a:gd name="csY8816" fmla="*/ 404440 h 793834"/>
              <a:gd name="csX8817" fmla="*/ 1625218 w 3760185"/>
              <a:gd name="csY8817" fmla="*/ 378350 h 793834"/>
              <a:gd name="csX8818" fmla="*/ 1626584 w 3760185"/>
              <a:gd name="csY8818" fmla="*/ 384656 h 793834"/>
              <a:gd name="csX8819" fmla="*/ 1626584 w 3760185"/>
              <a:gd name="csY8819" fmla="*/ 403573 h 793834"/>
              <a:gd name="csX8820" fmla="*/ 1627950 w 3760185"/>
              <a:gd name="csY8820" fmla="*/ 388859 h 793834"/>
              <a:gd name="csX8821" fmla="*/ 1627950 w 3760185"/>
              <a:gd name="csY8821" fmla="*/ 404578 h 793834"/>
              <a:gd name="csX8822" fmla="*/ 1625218 w 3760185"/>
              <a:gd name="csY8822" fmla="*/ 404578 h 793834"/>
              <a:gd name="csX8823" fmla="*/ 1625218 w 3760185"/>
              <a:gd name="csY8823" fmla="*/ 403573 h 793834"/>
              <a:gd name="csX8824" fmla="*/ 1343878 w 3760185"/>
              <a:gd name="csY8824" fmla="*/ 378350 h 793834"/>
              <a:gd name="csX8825" fmla="*/ 1345244 w 3760185"/>
              <a:gd name="csY8825" fmla="*/ 400070 h 793834"/>
              <a:gd name="csX8826" fmla="*/ 1345244 w 3760185"/>
              <a:gd name="csY8826" fmla="*/ 404647 h 793834"/>
              <a:gd name="csX8827" fmla="*/ 1343878 w 3760185"/>
              <a:gd name="csY8827" fmla="*/ 404647 h 793834"/>
              <a:gd name="csX8828" fmla="*/ 1341147 w 3760185"/>
              <a:gd name="csY8828" fmla="*/ 378350 h 793834"/>
              <a:gd name="csX8829" fmla="*/ 1341147 w 3760185"/>
              <a:gd name="csY8829" fmla="*/ 404648 h 793834"/>
              <a:gd name="csX8830" fmla="*/ 1339781 w 3760185"/>
              <a:gd name="csY8830" fmla="*/ 404648 h 793834"/>
              <a:gd name="csX8831" fmla="*/ 1339781 w 3760185"/>
              <a:gd name="csY8831" fmla="*/ 388159 h 793834"/>
              <a:gd name="csX8832" fmla="*/ 1100778 w 3760185"/>
              <a:gd name="csY8832" fmla="*/ 378350 h 793834"/>
              <a:gd name="csX8833" fmla="*/ 1100778 w 3760185"/>
              <a:gd name="csY8833" fmla="*/ 401471 h 793834"/>
              <a:gd name="csX8834" fmla="*/ 1100778 w 3760185"/>
              <a:gd name="csY8834" fmla="*/ 404274 h 793834"/>
              <a:gd name="csX8835" fmla="*/ 1100796 w 3760185"/>
              <a:gd name="csY8835" fmla="*/ 404706 h 793834"/>
              <a:gd name="csX8836" fmla="*/ 1099412 w 3760185"/>
              <a:gd name="csY8836" fmla="*/ 404707 h 793834"/>
              <a:gd name="csX8837" fmla="*/ 1099412 w 3760185"/>
              <a:gd name="csY8837" fmla="*/ 385356 h 793834"/>
              <a:gd name="csX8838" fmla="*/ 3634207 w 3760185"/>
              <a:gd name="csY8838" fmla="*/ 377649 h 793834"/>
              <a:gd name="csX8839" fmla="*/ 3634207 w 3760185"/>
              <a:gd name="csY8839" fmla="*/ 404089 h 793834"/>
              <a:gd name="csX8840" fmla="*/ 3631475 w 3760185"/>
              <a:gd name="csY8840" fmla="*/ 404090 h 793834"/>
              <a:gd name="csX8841" fmla="*/ 3630756 w 3760185"/>
              <a:gd name="csY8841" fmla="*/ 404090 h 793834"/>
              <a:gd name="csX8842" fmla="*/ 3631475 w 3760185"/>
              <a:gd name="csY8842" fmla="*/ 393764 h 793834"/>
              <a:gd name="csX8843" fmla="*/ 3631475 w 3760185"/>
              <a:gd name="csY8843" fmla="*/ 402172 h 793834"/>
              <a:gd name="csX8844" fmla="*/ 3632841 w 3760185"/>
              <a:gd name="csY8844" fmla="*/ 395165 h 793834"/>
              <a:gd name="csX8845" fmla="*/ 3632841 w 3760185"/>
              <a:gd name="csY8845" fmla="*/ 401471 h 793834"/>
              <a:gd name="csX8846" fmla="*/ 3494902 w 3760185"/>
              <a:gd name="csY8846" fmla="*/ 377649 h 793834"/>
              <a:gd name="csX8847" fmla="*/ 3494902 w 3760185"/>
              <a:gd name="csY8847" fmla="*/ 404123 h 793834"/>
              <a:gd name="csX8848" fmla="*/ 3493310 w 3760185"/>
              <a:gd name="csY8848" fmla="*/ 404124 h 793834"/>
              <a:gd name="csX8849" fmla="*/ 3493536 w 3760185"/>
              <a:gd name="csY8849" fmla="*/ 400070 h 793834"/>
              <a:gd name="csX8850" fmla="*/ 3493536 w 3760185"/>
              <a:gd name="csY8850" fmla="*/ 395866 h 793834"/>
              <a:gd name="csX8851" fmla="*/ 2685024 w 3760185"/>
              <a:gd name="csY8851" fmla="*/ 377649 h 793834"/>
              <a:gd name="csX8852" fmla="*/ 2686024 w 3760185"/>
              <a:gd name="csY8852" fmla="*/ 404320 h 793834"/>
              <a:gd name="csX8853" fmla="*/ 2685024 w 3760185"/>
              <a:gd name="csY8853" fmla="*/ 404320 h 793834"/>
              <a:gd name="csX8854" fmla="*/ 2683659 w 3760185"/>
              <a:gd name="csY8854" fmla="*/ 404321 h 793834"/>
              <a:gd name="csX8855" fmla="*/ 2683659 w 3760185"/>
              <a:gd name="csY8855" fmla="*/ 391662 h 793834"/>
              <a:gd name="csX8856" fmla="*/ 2685024 w 3760185"/>
              <a:gd name="csY8856" fmla="*/ 404274 h 793834"/>
              <a:gd name="csX8857" fmla="*/ 2073177 w 3760185"/>
              <a:gd name="csY8857" fmla="*/ 377649 h 793834"/>
              <a:gd name="csX8858" fmla="*/ 2074393 w 3760185"/>
              <a:gd name="csY8858" fmla="*/ 404469 h 793834"/>
              <a:gd name="csX8859" fmla="*/ 2073177 w 3760185"/>
              <a:gd name="csY8859" fmla="*/ 404469 h 793834"/>
              <a:gd name="csX8860" fmla="*/ 1981674 w 3760185"/>
              <a:gd name="csY8860" fmla="*/ 377649 h 793834"/>
              <a:gd name="csX8861" fmla="*/ 1981674 w 3760185"/>
              <a:gd name="csY8861" fmla="*/ 390961 h 793834"/>
              <a:gd name="csX8862" fmla="*/ 1981674 w 3760185"/>
              <a:gd name="csY8862" fmla="*/ 404492 h 793834"/>
              <a:gd name="csX8863" fmla="*/ 1980308 w 3760185"/>
              <a:gd name="csY8863" fmla="*/ 404492 h 793834"/>
              <a:gd name="csX8864" fmla="*/ 1980308 w 3760185"/>
              <a:gd name="csY8864" fmla="*/ 398669 h 793834"/>
              <a:gd name="csX8865" fmla="*/ 1253740 w 3760185"/>
              <a:gd name="csY8865" fmla="*/ 377649 h 793834"/>
              <a:gd name="csX8866" fmla="*/ 1253740 w 3760185"/>
              <a:gd name="csY8866" fmla="*/ 404669 h 793834"/>
              <a:gd name="csX8867" fmla="*/ 1252619 w 3760185"/>
              <a:gd name="csY8867" fmla="*/ 404669 h 793834"/>
              <a:gd name="csX8868" fmla="*/ 510783 w 3760185"/>
              <a:gd name="csY8868" fmla="*/ 377649 h 793834"/>
              <a:gd name="csX8869" fmla="*/ 510783 w 3760185"/>
              <a:gd name="csY8869" fmla="*/ 396567 h 793834"/>
              <a:gd name="csX8870" fmla="*/ 510783 w 3760185"/>
              <a:gd name="csY8870" fmla="*/ 404850 h 793834"/>
              <a:gd name="csX8871" fmla="*/ 508455 w 3760185"/>
              <a:gd name="csY8871" fmla="*/ 404850 h 793834"/>
              <a:gd name="csX8872" fmla="*/ 509417 w 3760185"/>
              <a:gd name="csY8872" fmla="*/ 389560 h 793834"/>
              <a:gd name="csX8873" fmla="*/ 509417 w 3760185"/>
              <a:gd name="csY8873" fmla="*/ 394465 h 793834"/>
              <a:gd name="csX8874" fmla="*/ 439765 w 3760185"/>
              <a:gd name="csY8874" fmla="*/ 377649 h 793834"/>
              <a:gd name="csX8875" fmla="*/ 439765 w 3760185"/>
              <a:gd name="csY8875" fmla="*/ 397968 h 793834"/>
              <a:gd name="csX8876" fmla="*/ 440110 w 3760185"/>
              <a:gd name="csY8876" fmla="*/ 404867 h 793834"/>
              <a:gd name="csX8877" fmla="*/ 439765 w 3760185"/>
              <a:gd name="csY8877" fmla="*/ 404867 h 793834"/>
              <a:gd name="csX8878" fmla="*/ 438725 w 3760185"/>
              <a:gd name="csY8878" fmla="*/ 404867 h 793834"/>
              <a:gd name="csX8879" fmla="*/ 390599 w 3760185"/>
              <a:gd name="csY8879" fmla="*/ 377649 h 793834"/>
              <a:gd name="csX8880" fmla="*/ 391964 w 3760185"/>
              <a:gd name="csY8880" fmla="*/ 390261 h 793834"/>
              <a:gd name="csX8881" fmla="*/ 391964 w 3760185"/>
              <a:gd name="csY8881" fmla="*/ 385356 h 793834"/>
              <a:gd name="csX8882" fmla="*/ 393330 w 3760185"/>
              <a:gd name="csY8882" fmla="*/ 393764 h 793834"/>
              <a:gd name="csX8883" fmla="*/ 393330 w 3760185"/>
              <a:gd name="csY8883" fmla="*/ 404879 h 793834"/>
              <a:gd name="csX8884" fmla="*/ 390599 w 3760185"/>
              <a:gd name="csY8884" fmla="*/ 404879 h 793834"/>
              <a:gd name="csX8885" fmla="*/ 252660 w 3760185"/>
              <a:gd name="csY8885" fmla="*/ 377649 h 793834"/>
              <a:gd name="csX8886" fmla="*/ 252660 w 3760185"/>
              <a:gd name="csY8886" fmla="*/ 404913 h 793834"/>
              <a:gd name="csX8887" fmla="*/ 249929 w 3760185"/>
              <a:gd name="csY8887" fmla="*/ 404913 h 793834"/>
              <a:gd name="csX8888" fmla="*/ 249929 w 3760185"/>
              <a:gd name="csY8888" fmla="*/ 391662 h 793834"/>
              <a:gd name="csX8889" fmla="*/ 251294 w 3760185"/>
              <a:gd name="csY8889" fmla="*/ 379751 h 793834"/>
              <a:gd name="csX8890" fmla="*/ 251294 w 3760185"/>
              <a:gd name="csY8890" fmla="*/ 400770 h 793834"/>
              <a:gd name="csX8891" fmla="*/ 2971827 w 3760185"/>
              <a:gd name="csY8891" fmla="*/ 376948 h 793834"/>
              <a:gd name="csX8892" fmla="*/ 2971827 w 3760185"/>
              <a:gd name="csY8892" fmla="*/ 404251 h 793834"/>
              <a:gd name="csX8893" fmla="*/ 2970462 w 3760185"/>
              <a:gd name="csY8893" fmla="*/ 404251 h 793834"/>
              <a:gd name="csX8894" fmla="*/ 2970462 w 3760185"/>
              <a:gd name="csY8894" fmla="*/ 388159 h 793834"/>
              <a:gd name="csX8895" fmla="*/ 2932221 w 3760185"/>
              <a:gd name="csY8895" fmla="*/ 376948 h 793834"/>
              <a:gd name="csX8896" fmla="*/ 2932221 w 3760185"/>
              <a:gd name="csY8896" fmla="*/ 404260 h 793834"/>
              <a:gd name="csX8897" fmla="*/ 2931288 w 3760185"/>
              <a:gd name="csY8897" fmla="*/ 404260 h 793834"/>
              <a:gd name="csX8898" fmla="*/ 2672733 w 3760185"/>
              <a:gd name="csY8898" fmla="*/ 376948 h 793834"/>
              <a:gd name="csX8899" fmla="*/ 2672733 w 3760185"/>
              <a:gd name="csY8899" fmla="*/ 404323 h 793834"/>
              <a:gd name="csX8900" fmla="*/ 2669622 w 3760185"/>
              <a:gd name="csY8900" fmla="*/ 404324 h 793834"/>
              <a:gd name="csX8901" fmla="*/ 2670001 w 3760185"/>
              <a:gd name="csY8901" fmla="*/ 389560 h 793834"/>
              <a:gd name="csX8902" fmla="*/ 2670001 w 3760185"/>
              <a:gd name="csY8902" fmla="*/ 399369 h 793834"/>
              <a:gd name="csX8903" fmla="*/ 2671367 w 3760185"/>
              <a:gd name="csY8903" fmla="*/ 404274 h 793834"/>
              <a:gd name="csX8904" fmla="*/ 2671367 w 3760185"/>
              <a:gd name="csY8904" fmla="*/ 392363 h 793834"/>
              <a:gd name="csX8905" fmla="*/ 1219597 w 3760185"/>
              <a:gd name="csY8905" fmla="*/ 376948 h 793834"/>
              <a:gd name="csX8906" fmla="*/ 1220962 w 3760185"/>
              <a:gd name="csY8906" fmla="*/ 401471 h 793834"/>
              <a:gd name="csX8907" fmla="*/ 1220962 w 3760185"/>
              <a:gd name="csY8907" fmla="*/ 404677 h 793834"/>
              <a:gd name="csX8908" fmla="*/ 1219597 w 3760185"/>
              <a:gd name="csY8908" fmla="*/ 404677 h 793834"/>
              <a:gd name="csX8909" fmla="*/ 861775 w 3760185"/>
              <a:gd name="csY8909" fmla="*/ 376948 h 793834"/>
              <a:gd name="csX8910" fmla="*/ 861775 w 3760185"/>
              <a:gd name="csY8910" fmla="*/ 390261 h 793834"/>
              <a:gd name="csX8911" fmla="*/ 861775 w 3760185"/>
              <a:gd name="csY8911" fmla="*/ 393063 h 793834"/>
              <a:gd name="csX8912" fmla="*/ 863141 w 3760185"/>
              <a:gd name="csY8912" fmla="*/ 399369 h 793834"/>
              <a:gd name="csX8913" fmla="*/ 863141 w 3760185"/>
              <a:gd name="csY8913" fmla="*/ 396567 h 793834"/>
              <a:gd name="csX8914" fmla="*/ 863712 w 3760185"/>
              <a:gd name="csY8914" fmla="*/ 404764 h 793834"/>
              <a:gd name="csX8915" fmla="*/ 859044 w 3760185"/>
              <a:gd name="csY8915" fmla="*/ 404765 h 793834"/>
              <a:gd name="csX8916" fmla="*/ 859044 w 3760185"/>
              <a:gd name="csY8916" fmla="*/ 404274 h 793834"/>
              <a:gd name="csX8917" fmla="*/ 860410 w 3760185"/>
              <a:gd name="csY8917" fmla="*/ 384656 h 793834"/>
              <a:gd name="csX8918" fmla="*/ 860410 w 3760185"/>
              <a:gd name="csY8918" fmla="*/ 377649 h 793834"/>
              <a:gd name="csX8919" fmla="*/ 550389 w 3760185"/>
              <a:gd name="csY8919" fmla="*/ 376948 h 793834"/>
              <a:gd name="csX8920" fmla="*/ 551378 w 3760185"/>
              <a:gd name="csY8920" fmla="*/ 404840 h 793834"/>
              <a:gd name="csX8921" fmla="*/ 550389 w 3760185"/>
              <a:gd name="csY8921" fmla="*/ 404840 h 793834"/>
              <a:gd name="csX8922" fmla="*/ 503954 w 3760185"/>
              <a:gd name="csY8922" fmla="*/ 376948 h 793834"/>
              <a:gd name="csX8923" fmla="*/ 505087 w 3760185"/>
              <a:gd name="csY8923" fmla="*/ 404851 h 793834"/>
              <a:gd name="csX8924" fmla="*/ 503776 w 3760185"/>
              <a:gd name="csY8924" fmla="*/ 404852 h 793834"/>
              <a:gd name="csX8925" fmla="*/ 503954 w 3760185"/>
              <a:gd name="csY8925" fmla="*/ 403573 h 793834"/>
              <a:gd name="csX8926" fmla="*/ 434302 w 3760185"/>
              <a:gd name="csY8926" fmla="*/ 376948 h 793834"/>
              <a:gd name="csX8927" fmla="*/ 435512 w 3760185"/>
              <a:gd name="csY8927" fmla="*/ 404868 h 793834"/>
              <a:gd name="csX8928" fmla="*/ 434302 w 3760185"/>
              <a:gd name="csY8928" fmla="*/ 404869 h 793834"/>
              <a:gd name="csX8929" fmla="*/ 434079 w 3760185"/>
              <a:gd name="csY8929" fmla="*/ 404869 h 793834"/>
              <a:gd name="csX8930" fmla="*/ 434302 w 3760185"/>
              <a:gd name="csY8930" fmla="*/ 400070 h 793834"/>
              <a:gd name="csX8931" fmla="*/ 368747 w 3760185"/>
              <a:gd name="csY8931" fmla="*/ 376948 h 793834"/>
              <a:gd name="csX8932" fmla="*/ 370109 w 3760185"/>
              <a:gd name="csY8932" fmla="*/ 404884 h 793834"/>
              <a:gd name="csX8933" fmla="*/ 368747 w 3760185"/>
              <a:gd name="csY8933" fmla="*/ 404884 h 793834"/>
              <a:gd name="csX8934" fmla="*/ 3514022 w 3760185"/>
              <a:gd name="csY8934" fmla="*/ 376248 h 793834"/>
              <a:gd name="csX8935" fmla="*/ 3514022 w 3760185"/>
              <a:gd name="csY8935" fmla="*/ 404118 h 793834"/>
              <a:gd name="csX8936" fmla="*/ 3512657 w 3760185"/>
              <a:gd name="csY8936" fmla="*/ 404119 h 793834"/>
              <a:gd name="csX8937" fmla="*/ 3512657 w 3760185"/>
              <a:gd name="csY8937" fmla="*/ 393764 h 793834"/>
              <a:gd name="csX8938" fmla="*/ 3171224 w 3760185"/>
              <a:gd name="csY8938" fmla="*/ 376248 h 793834"/>
              <a:gd name="csX8939" fmla="*/ 3171224 w 3760185"/>
              <a:gd name="csY8939" fmla="*/ 382554 h 793834"/>
              <a:gd name="csX8940" fmla="*/ 3172543 w 3760185"/>
              <a:gd name="csY8940" fmla="*/ 404202 h 793834"/>
              <a:gd name="csX8941" fmla="*/ 3170089 w 3760185"/>
              <a:gd name="csY8941" fmla="*/ 404202 h 793834"/>
              <a:gd name="csX8942" fmla="*/ 2959536 w 3760185"/>
              <a:gd name="csY8942" fmla="*/ 376248 h 793834"/>
              <a:gd name="csX8943" fmla="*/ 2959536 w 3760185"/>
              <a:gd name="csY8943" fmla="*/ 404254 h 793834"/>
              <a:gd name="csX8944" fmla="*/ 2958204 w 3760185"/>
              <a:gd name="csY8944" fmla="*/ 404254 h 793834"/>
              <a:gd name="csX8945" fmla="*/ 2922661 w 3760185"/>
              <a:gd name="csY8945" fmla="*/ 376248 h 793834"/>
              <a:gd name="csX8946" fmla="*/ 2923501 w 3760185"/>
              <a:gd name="csY8946" fmla="*/ 404262 h 793834"/>
              <a:gd name="csX8947" fmla="*/ 2919930 w 3760185"/>
              <a:gd name="csY8947" fmla="*/ 404263 h 793834"/>
              <a:gd name="csX8948" fmla="*/ 2919930 w 3760185"/>
              <a:gd name="csY8948" fmla="*/ 401471 h 793834"/>
              <a:gd name="csX8949" fmla="*/ 2921295 w 3760185"/>
              <a:gd name="csY8949" fmla="*/ 402172 h 793834"/>
              <a:gd name="csX8950" fmla="*/ 2921295 w 3760185"/>
              <a:gd name="csY8950" fmla="*/ 386057 h 793834"/>
              <a:gd name="csX8951" fmla="*/ 2922661 w 3760185"/>
              <a:gd name="csY8951" fmla="*/ 397267 h 793834"/>
              <a:gd name="csX8952" fmla="*/ 2870763 w 3760185"/>
              <a:gd name="csY8952" fmla="*/ 376248 h 793834"/>
              <a:gd name="csX8953" fmla="*/ 2870763 w 3760185"/>
              <a:gd name="csY8953" fmla="*/ 404275 h 793834"/>
              <a:gd name="csX8954" fmla="*/ 2869576 w 3760185"/>
              <a:gd name="csY8954" fmla="*/ 404275 h 793834"/>
              <a:gd name="csX8955" fmla="*/ 2761505 w 3760185"/>
              <a:gd name="csY8955" fmla="*/ 376248 h 793834"/>
              <a:gd name="csX8956" fmla="*/ 2762871 w 3760185"/>
              <a:gd name="csY8956" fmla="*/ 386057 h 793834"/>
              <a:gd name="csX8957" fmla="*/ 2762871 w 3760185"/>
              <a:gd name="csY8957" fmla="*/ 404301 h 793834"/>
              <a:gd name="csX8958" fmla="*/ 2761505 w 3760185"/>
              <a:gd name="csY8958" fmla="*/ 404302 h 793834"/>
              <a:gd name="csX8959" fmla="*/ 2067715 w 3760185"/>
              <a:gd name="csY8959" fmla="*/ 376248 h 793834"/>
              <a:gd name="csX8960" fmla="*/ 2067715 w 3760185"/>
              <a:gd name="csY8960" fmla="*/ 404471 h 793834"/>
              <a:gd name="csX8961" fmla="*/ 2066349 w 3760185"/>
              <a:gd name="csY8961" fmla="*/ 404471 h 793834"/>
              <a:gd name="csX8962" fmla="*/ 2066349 w 3760185"/>
              <a:gd name="csY8962" fmla="*/ 401471 h 793834"/>
              <a:gd name="csX8963" fmla="*/ 1962553 w 3760185"/>
              <a:gd name="csY8963" fmla="*/ 376248 h 793834"/>
              <a:gd name="csX8964" fmla="*/ 1962553 w 3760185"/>
              <a:gd name="csY8964" fmla="*/ 404496 h 793834"/>
              <a:gd name="csX8965" fmla="*/ 1961407 w 3760185"/>
              <a:gd name="csY8965" fmla="*/ 404497 h 793834"/>
              <a:gd name="csX8966" fmla="*/ 1955725 w 3760185"/>
              <a:gd name="csY8966" fmla="*/ 376248 h 793834"/>
              <a:gd name="csX8967" fmla="*/ 1955725 w 3760185"/>
              <a:gd name="csY8967" fmla="*/ 404498 h 793834"/>
              <a:gd name="csX8968" fmla="*/ 1954359 w 3760185"/>
              <a:gd name="csY8968" fmla="*/ 404498 h 793834"/>
              <a:gd name="csX8969" fmla="*/ 1954359 w 3760185"/>
              <a:gd name="csY8969" fmla="*/ 401471 h 793834"/>
              <a:gd name="csX8970" fmla="*/ 1954359 w 3760185"/>
              <a:gd name="csY8970" fmla="*/ 387458 h 793834"/>
              <a:gd name="csX8971" fmla="*/ 1836906 w 3760185"/>
              <a:gd name="csY8971" fmla="*/ 376248 h 793834"/>
              <a:gd name="csX8972" fmla="*/ 1837810 w 3760185"/>
              <a:gd name="csY8972" fmla="*/ 404527 h 793834"/>
              <a:gd name="csX8973" fmla="*/ 1836906 w 3760185"/>
              <a:gd name="csY8973" fmla="*/ 404527 h 793834"/>
              <a:gd name="csX8974" fmla="*/ 1836906 w 3760185"/>
              <a:gd name="csY8974" fmla="*/ 400070 h 793834"/>
              <a:gd name="csX8975" fmla="*/ 1769985 w 3760185"/>
              <a:gd name="csY8975" fmla="*/ 376248 h 793834"/>
              <a:gd name="csX8976" fmla="*/ 1771351 w 3760185"/>
              <a:gd name="csY8976" fmla="*/ 392363 h 793834"/>
              <a:gd name="csX8977" fmla="*/ 1771351 w 3760185"/>
              <a:gd name="csY8977" fmla="*/ 395165 h 793834"/>
              <a:gd name="csX8978" fmla="*/ 1771351 w 3760185"/>
              <a:gd name="csY8978" fmla="*/ 400070 h 793834"/>
              <a:gd name="csX8979" fmla="*/ 1772144 w 3760185"/>
              <a:gd name="csY8979" fmla="*/ 404543 h 793834"/>
              <a:gd name="csX8980" fmla="*/ 1769985 w 3760185"/>
              <a:gd name="csY8980" fmla="*/ 404543 h 793834"/>
              <a:gd name="csX8981" fmla="*/ 1764523 w 3760185"/>
              <a:gd name="csY8981" fmla="*/ 376248 h 793834"/>
              <a:gd name="csX8982" fmla="*/ 1765888 w 3760185"/>
              <a:gd name="csY8982" fmla="*/ 401471 h 793834"/>
              <a:gd name="csX8983" fmla="*/ 1765888 w 3760185"/>
              <a:gd name="csY8983" fmla="*/ 398669 h 793834"/>
              <a:gd name="csX8984" fmla="*/ 1767254 w 3760185"/>
              <a:gd name="csY8984" fmla="*/ 392363 h 793834"/>
              <a:gd name="csX8985" fmla="*/ 1767254 w 3760185"/>
              <a:gd name="csY8985" fmla="*/ 377649 h 793834"/>
              <a:gd name="csX8986" fmla="*/ 1768620 w 3760185"/>
              <a:gd name="csY8986" fmla="*/ 399369 h 793834"/>
              <a:gd name="csX8987" fmla="*/ 1768620 w 3760185"/>
              <a:gd name="csY8987" fmla="*/ 379050 h 793834"/>
              <a:gd name="csX8988" fmla="*/ 1769634 w 3760185"/>
              <a:gd name="csY8988" fmla="*/ 404543 h 793834"/>
              <a:gd name="csX8989" fmla="*/ 1767254 w 3760185"/>
              <a:gd name="csY8989" fmla="*/ 404544 h 793834"/>
              <a:gd name="csX8990" fmla="*/ 1764150 w 3760185"/>
              <a:gd name="csY8990" fmla="*/ 404545 h 793834"/>
              <a:gd name="csX8991" fmla="*/ 1764523 w 3760185"/>
              <a:gd name="csY8991" fmla="*/ 397267 h 793834"/>
              <a:gd name="csX8992" fmla="*/ 1757694 w 3760185"/>
              <a:gd name="csY8992" fmla="*/ 376248 h 793834"/>
              <a:gd name="csX8993" fmla="*/ 1757694 w 3760185"/>
              <a:gd name="csY8993" fmla="*/ 404546 h 793834"/>
              <a:gd name="csX8994" fmla="*/ 1756612 w 3760185"/>
              <a:gd name="csY8994" fmla="*/ 404546 h 793834"/>
              <a:gd name="csX8995" fmla="*/ 1719453 w 3760185"/>
              <a:gd name="csY8995" fmla="*/ 376248 h 793834"/>
              <a:gd name="csX8996" fmla="*/ 1720819 w 3760185"/>
              <a:gd name="csY8996" fmla="*/ 388859 h 793834"/>
              <a:gd name="csX8997" fmla="*/ 1720819 w 3760185"/>
              <a:gd name="csY8997" fmla="*/ 401471 h 793834"/>
              <a:gd name="csX8998" fmla="*/ 1721366 w 3760185"/>
              <a:gd name="csY8998" fmla="*/ 404555 h 793834"/>
              <a:gd name="csX8999" fmla="*/ 1719453 w 3760185"/>
              <a:gd name="csY8999" fmla="*/ 404556 h 793834"/>
              <a:gd name="csX9000" fmla="*/ 1267397 w 3760185"/>
              <a:gd name="csY9000" fmla="*/ 376248 h 793834"/>
              <a:gd name="csX9001" fmla="*/ 1267851 w 3760185"/>
              <a:gd name="csY9001" fmla="*/ 404666 h 793834"/>
              <a:gd name="csX9002" fmla="*/ 1267397 w 3760185"/>
              <a:gd name="csY9002" fmla="*/ 404666 h 793834"/>
              <a:gd name="csX9003" fmla="*/ 1257837 w 3760185"/>
              <a:gd name="csY9003" fmla="*/ 376248 h 793834"/>
              <a:gd name="csX9004" fmla="*/ 1257837 w 3760185"/>
              <a:gd name="csY9004" fmla="*/ 404668 h 793834"/>
              <a:gd name="csX9005" fmla="*/ 1257404 w 3760185"/>
              <a:gd name="csY9005" fmla="*/ 404668 h 793834"/>
              <a:gd name="csX9006" fmla="*/ 1114435 w 3760185"/>
              <a:gd name="csY9006" fmla="*/ 376248 h 793834"/>
              <a:gd name="csX9007" fmla="*/ 1114435 w 3760185"/>
              <a:gd name="csY9007" fmla="*/ 404703 h 793834"/>
              <a:gd name="csX9008" fmla="*/ 1113463 w 3760185"/>
              <a:gd name="csY9008" fmla="*/ 404703 h 793834"/>
              <a:gd name="csX9009" fmla="*/ 935525 w 3760185"/>
              <a:gd name="csY9009" fmla="*/ 376248 h 793834"/>
              <a:gd name="csX9010" fmla="*/ 935525 w 3760185"/>
              <a:gd name="csY9010" fmla="*/ 387458 h 793834"/>
              <a:gd name="csX9011" fmla="*/ 936578 w 3760185"/>
              <a:gd name="csY9011" fmla="*/ 404746 h 793834"/>
              <a:gd name="csX9012" fmla="*/ 934457 w 3760185"/>
              <a:gd name="csY9012" fmla="*/ 404747 h 793834"/>
              <a:gd name="csX9013" fmla="*/ 846752 w 3760185"/>
              <a:gd name="csY9013" fmla="*/ 376248 h 793834"/>
              <a:gd name="csX9014" fmla="*/ 847842 w 3760185"/>
              <a:gd name="csY9014" fmla="*/ 404768 h 793834"/>
              <a:gd name="csX9015" fmla="*/ 846198 w 3760185"/>
              <a:gd name="csY9015" fmla="*/ 404768 h 793834"/>
              <a:gd name="csX9016" fmla="*/ 846752 w 3760185"/>
              <a:gd name="csY9016" fmla="*/ 390261 h 793834"/>
              <a:gd name="csX9017" fmla="*/ 775734 w 3760185"/>
              <a:gd name="csY9017" fmla="*/ 376248 h 793834"/>
              <a:gd name="csX9018" fmla="*/ 775967 w 3760185"/>
              <a:gd name="csY9018" fmla="*/ 404785 h 793834"/>
              <a:gd name="csX9019" fmla="*/ 775734 w 3760185"/>
              <a:gd name="csY9019" fmla="*/ 404785 h 793834"/>
              <a:gd name="csX9020" fmla="*/ 536732 w 3760185"/>
              <a:gd name="csY9020" fmla="*/ 376248 h 793834"/>
              <a:gd name="csX9021" fmla="*/ 536732 w 3760185"/>
              <a:gd name="csY9021" fmla="*/ 404844 h 793834"/>
              <a:gd name="csX9022" fmla="*/ 535968 w 3760185"/>
              <a:gd name="csY9022" fmla="*/ 404844 h 793834"/>
              <a:gd name="csX9023" fmla="*/ 359187 w 3760185"/>
              <a:gd name="csY9023" fmla="*/ 376248 h 793834"/>
              <a:gd name="csX9024" fmla="*/ 360553 w 3760185"/>
              <a:gd name="csY9024" fmla="*/ 383955 h 793834"/>
              <a:gd name="csX9025" fmla="*/ 360553 w 3760185"/>
              <a:gd name="csY9025" fmla="*/ 404886 h 793834"/>
              <a:gd name="csX9026" fmla="*/ 358586 w 3760185"/>
              <a:gd name="csY9026" fmla="*/ 404887 h 793834"/>
              <a:gd name="csX9027" fmla="*/ 359187 w 3760185"/>
              <a:gd name="csY9027" fmla="*/ 396567 h 793834"/>
              <a:gd name="csX9028" fmla="*/ 3654692 w 3760185"/>
              <a:gd name="csY9028" fmla="*/ 375547 h 793834"/>
              <a:gd name="csX9029" fmla="*/ 3654692 w 3760185"/>
              <a:gd name="csY9029" fmla="*/ 404084 h 793834"/>
              <a:gd name="csX9030" fmla="*/ 3653920 w 3760185"/>
              <a:gd name="csY9030" fmla="*/ 404084 h 793834"/>
              <a:gd name="csX9031" fmla="*/ 3197173 w 3760185"/>
              <a:gd name="csY9031" fmla="*/ 375547 h 793834"/>
              <a:gd name="csX9032" fmla="*/ 3197173 w 3760185"/>
              <a:gd name="csY9032" fmla="*/ 404196 h 793834"/>
              <a:gd name="csX9033" fmla="*/ 3196484 w 3760185"/>
              <a:gd name="csY9033" fmla="*/ 404196 h 793834"/>
              <a:gd name="csX9034" fmla="*/ 2420073 w 3760185"/>
              <a:gd name="csY9034" fmla="*/ 375547 h 793834"/>
              <a:gd name="csX9035" fmla="*/ 2420293 w 3760185"/>
              <a:gd name="csY9035" fmla="*/ 404385 h 793834"/>
              <a:gd name="csX9036" fmla="*/ 2420073 w 3760185"/>
              <a:gd name="csY9036" fmla="*/ 404385 h 793834"/>
              <a:gd name="csX9037" fmla="*/ 1065269 w 3760185"/>
              <a:gd name="csY9037" fmla="*/ 375547 h 793834"/>
              <a:gd name="csX9038" fmla="*/ 1066201 w 3760185"/>
              <a:gd name="csY9038" fmla="*/ 404715 h 793834"/>
              <a:gd name="csX9039" fmla="*/ 1065269 w 3760185"/>
              <a:gd name="csY9039" fmla="*/ 404715 h 793834"/>
              <a:gd name="csX9040" fmla="*/ 497126 w 3760185"/>
              <a:gd name="csY9040" fmla="*/ 375547 h 793834"/>
              <a:gd name="csX9041" fmla="*/ 497126 w 3760185"/>
              <a:gd name="csY9041" fmla="*/ 404853 h 793834"/>
              <a:gd name="csX9042" fmla="*/ 495760 w 3760185"/>
              <a:gd name="csY9042" fmla="*/ 404854 h 793834"/>
              <a:gd name="csX9043" fmla="*/ 494394 w 3760185"/>
              <a:gd name="csY9043" fmla="*/ 404854 h 793834"/>
              <a:gd name="csX9044" fmla="*/ 494394 w 3760185"/>
              <a:gd name="csY9044" fmla="*/ 393764 h 793834"/>
              <a:gd name="csX9045" fmla="*/ 494394 w 3760185"/>
              <a:gd name="csY9045" fmla="*/ 392363 h 793834"/>
              <a:gd name="csX9046" fmla="*/ 495760 w 3760185"/>
              <a:gd name="csY9046" fmla="*/ 397968 h 793834"/>
              <a:gd name="csX9047" fmla="*/ 495760 w 3760185"/>
              <a:gd name="csY9047" fmla="*/ 379050 h 793834"/>
              <a:gd name="csX9048" fmla="*/ 19120 w 3760185"/>
              <a:gd name="csY9048" fmla="*/ 375547 h 793834"/>
              <a:gd name="csX9049" fmla="*/ 19120 w 3760185"/>
              <a:gd name="csY9049" fmla="*/ 402172 h 793834"/>
              <a:gd name="csX9050" fmla="*/ 19368 w 3760185"/>
              <a:gd name="csY9050" fmla="*/ 404970 h 793834"/>
              <a:gd name="csX9051" fmla="*/ 17973 w 3760185"/>
              <a:gd name="csY9051" fmla="*/ 404970 h 793834"/>
              <a:gd name="csX9052" fmla="*/ 3568651 w 3760185"/>
              <a:gd name="csY9052" fmla="*/ 374847 h 793834"/>
              <a:gd name="csX9053" fmla="*/ 3568651 w 3760185"/>
              <a:gd name="csY9053" fmla="*/ 380452 h 793834"/>
              <a:gd name="csX9054" fmla="*/ 3569395 w 3760185"/>
              <a:gd name="csY9054" fmla="*/ 404105 h 793834"/>
              <a:gd name="csX9055" fmla="*/ 3567837 w 3760185"/>
              <a:gd name="csY9055" fmla="*/ 404105 h 793834"/>
              <a:gd name="csX9056" fmla="*/ 3396569 w 3760185"/>
              <a:gd name="csY9056" fmla="*/ 374847 h 793834"/>
              <a:gd name="csX9057" fmla="*/ 3396569 w 3760185"/>
              <a:gd name="csY9057" fmla="*/ 404147 h 793834"/>
              <a:gd name="csX9058" fmla="*/ 3395568 w 3760185"/>
              <a:gd name="csY9058" fmla="*/ 404147 h 793834"/>
              <a:gd name="csX9059" fmla="*/ 3382912 w 3760185"/>
              <a:gd name="csY9059" fmla="*/ 374847 h 793834"/>
              <a:gd name="csX9060" fmla="*/ 3383184 w 3760185"/>
              <a:gd name="csY9060" fmla="*/ 404150 h 793834"/>
              <a:gd name="csX9061" fmla="*/ 3382912 w 3760185"/>
              <a:gd name="csY9061" fmla="*/ 404150 h 793834"/>
              <a:gd name="csX9062" fmla="*/ 3350135 w 3760185"/>
              <a:gd name="csY9062" fmla="*/ 374847 h 793834"/>
              <a:gd name="csX9063" fmla="*/ 3350135 w 3760185"/>
              <a:gd name="csY9063" fmla="*/ 404158 h 793834"/>
              <a:gd name="csX9064" fmla="*/ 3348769 w 3760185"/>
              <a:gd name="csY9064" fmla="*/ 404159 h 793834"/>
              <a:gd name="csX9065" fmla="*/ 3348769 w 3760185"/>
              <a:gd name="csY9065" fmla="*/ 388859 h 793834"/>
              <a:gd name="csX9066" fmla="*/ 3108401 w 3760185"/>
              <a:gd name="csY9066" fmla="*/ 374847 h 793834"/>
              <a:gd name="csX9067" fmla="*/ 3108401 w 3760185"/>
              <a:gd name="csY9067" fmla="*/ 399369 h 793834"/>
              <a:gd name="csX9068" fmla="*/ 3108524 w 3760185"/>
              <a:gd name="csY9068" fmla="*/ 404217 h 793834"/>
              <a:gd name="csX9069" fmla="*/ 3107667 w 3760185"/>
              <a:gd name="csY9069" fmla="*/ 404217 h 793834"/>
              <a:gd name="csX9070" fmla="*/ 2567571 w 3760185"/>
              <a:gd name="csY9070" fmla="*/ 374847 h 793834"/>
              <a:gd name="csX9071" fmla="*/ 2568937 w 3760185"/>
              <a:gd name="csY9071" fmla="*/ 389560 h 793834"/>
              <a:gd name="csX9072" fmla="*/ 2570303 w 3760185"/>
              <a:gd name="csY9072" fmla="*/ 395866 h 793834"/>
              <a:gd name="csX9073" fmla="*/ 2570303 w 3760185"/>
              <a:gd name="csY9073" fmla="*/ 400770 h 793834"/>
              <a:gd name="csX9074" fmla="*/ 2571669 w 3760185"/>
              <a:gd name="csY9074" fmla="*/ 396567 h 793834"/>
              <a:gd name="csX9075" fmla="*/ 2571669 w 3760185"/>
              <a:gd name="csY9075" fmla="*/ 383955 h 793834"/>
              <a:gd name="csX9076" fmla="*/ 2573035 w 3760185"/>
              <a:gd name="csY9076" fmla="*/ 383955 h 793834"/>
              <a:gd name="csX9077" fmla="*/ 2573035 w 3760185"/>
              <a:gd name="csY9077" fmla="*/ 394465 h 793834"/>
              <a:gd name="csX9078" fmla="*/ 2574400 w 3760185"/>
              <a:gd name="csY9078" fmla="*/ 390961 h 793834"/>
              <a:gd name="csX9079" fmla="*/ 2574400 w 3760185"/>
              <a:gd name="csY9079" fmla="*/ 395165 h 793834"/>
              <a:gd name="csX9080" fmla="*/ 2575214 w 3760185"/>
              <a:gd name="csY9080" fmla="*/ 404347 h 793834"/>
              <a:gd name="csX9081" fmla="*/ 2568937 w 3760185"/>
              <a:gd name="csY9081" fmla="*/ 404349 h 793834"/>
              <a:gd name="csX9082" fmla="*/ 2566206 w 3760185"/>
              <a:gd name="csY9082" fmla="*/ 404349 h 793834"/>
              <a:gd name="csX9083" fmla="*/ 2566206 w 3760185"/>
              <a:gd name="csY9083" fmla="*/ 391662 h 793834"/>
              <a:gd name="csX9084" fmla="*/ 2567571 w 3760185"/>
              <a:gd name="csY9084" fmla="*/ 383955 h 793834"/>
              <a:gd name="csX9085" fmla="*/ 3298237 w 3760185"/>
              <a:gd name="csY9085" fmla="*/ 374146 h 793834"/>
              <a:gd name="csX9086" fmla="*/ 3298237 w 3760185"/>
              <a:gd name="csY9086" fmla="*/ 404171 h 793834"/>
              <a:gd name="csX9087" fmla="*/ 3297496 w 3760185"/>
              <a:gd name="csY9087" fmla="*/ 404171 h 793834"/>
              <a:gd name="csX9088" fmla="*/ 3276385 w 3760185"/>
              <a:gd name="csY9088" fmla="*/ 374146 h 793834"/>
              <a:gd name="csX9089" fmla="*/ 3277145 w 3760185"/>
              <a:gd name="csY9089" fmla="*/ 404176 h 793834"/>
              <a:gd name="csX9090" fmla="*/ 3276385 w 3760185"/>
              <a:gd name="csY9090" fmla="*/ 404176 h 793834"/>
              <a:gd name="csX9091" fmla="*/ 2463776 w 3760185"/>
              <a:gd name="csY9091" fmla="*/ 374146 h 793834"/>
              <a:gd name="csX9092" fmla="*/ 2463776 w 3760185"/>
              <a:gd name="csY9092" fmla="*/ 404374 h 793834"/>
              <a:gd name="csX9093" fmla="*/ 2462411 w 3760185"/>
              <a:gd name="csY9093" fmla="*/ 404375 h 793834"/>
              <a:gd name="csX9094" fmla="*/ 2462411 w 3760185"/>
              <a:gd name="csY9094" fmla="*/ 398669 h 793834"/>
              <a:gd name="csX9095" fmla="*/ 1991234 w 3760185"/>
              <a:gd name="csY9095" fmla="*/ 374146 h 793834"/>
              <a:gd name="csX9096" fmla="*/ 1992599 w 3760185"/>
              <a:gd name="csY9096" fmla="*/ 399369 h 793834"/>
              <a:gd name="csX9097" fmla="*/ 1992599 w 3760185"/>
              <a:gd name="csY9097" fmla="*/ 386758 h 793834"/>
              <a:gd name="csX9098" fmla="*/ 1993965 w 3760185"/>
              <a:gd name="csY9098" fmla="*/ 399369 h 793834"/>
              <a:gd name="csX9099" fmla="*/ 1993965 w 3760185"/>
              <a:gd name="csY9099" fmla="*/ 404489 h 793834"/>
              <a:gd name="csX9100" fmla="*/ 1991234 w 3760185"/>
              <a:gd name="csY9100" fmla="*/ 404489 h 793834"/>
              <a:gd name="csX9101" fmla="*/ 1991234 w 3760185"/>
              <a:gd name="csY9101" fmla="*/ 376248 h 793834"/>
              <a:gd name="csX9102" fmla="*/ 1877878 w 3760185"/>
              <a:gd name="csY9102" fmla="*/ 374146 h 793834"/>
              <a:gd name="csX9103" fmla="*/ 1878899 w 3760185"/>
              <a:gd name="csY9103" fmla="*/ 404517 h 793834"/>
              <a:gd name="csX9104" fmla="*/ 1877878 w 3760185"/>
              <a:gd name="csY9104" fmla="*/ 404517 h 793834"/>
              <a:gd name="csX9105" fmla="*/ 1876662 w 3760185"/>
              <a:gd name="csY9105" fmla="*/ 404517 h 793834"/>
              <a:gd name="csX9106" fmla="*/ 1877878 w 3760185"/>
              <a:gd name="csY9106" fmla="*/ 400770 h 793834"/>
              <a:gd name="csX9107" fmla="*/ 1877878 w 3760185"/>
              <a:gd name="csY9107" fmla="*/ 392363 h 793834"/>
              <a:gd name="csX9108" fmla="*/ 1877878 w 3760185"/>
              <a:gd name="csY9108" fmla="*/ 384656 h 793834"/>
              <a:gd name="csX9109" fmla="*/ 1860124 w 3760185"/>
              <a:gd name="csY9109" fmla="*/ 374146 h 793834"/>
              <a:gd name="csX9110" fmla="*/ 1861021 w 3760185"/>
              <a:gd name="csY9110" fmla="*/ 404521 h 793834"/>
              <a:gd name="csX9111" fmla="*/ 1860124 w 3760185"/>
              <a:gd name="csY9111" fmla="*/ 404521 h 793834"/>
              <a:gd name="csX9112" fmla="*/ 1459965 w 3760185"/>
              <a:gd name="csY9112" fmla="*/ 374146 h 793834"/>
              <a:gd name="csX9113" fmla="*/ 1459965 w 3760185"/>
              <a:gd name="csY9113" fmla="*/ 378350 h 793834"/>
              <a:gd name="csX9114" fmla="*/ 1460219 w 3760185"/>
              <a:gd name="csY9114" fmla="*/ 404619 h 793834"/>
              <a:gd name="csX9115" fmla="*/ 1459462 w 3760185"/>
              <a:gd name="csY9115" fmla="*/ 404619 h 793834"/>
              <a:gd name="csX9116" fmla="*/ 751151 w 3760185"/>
              <a:gd name="csY9116" fmla="*/ 374146 h 793834"/>
              <a:gd name="csX9117" fmla="*/ 751552 w 3760185"/>
              <a:gd name="csY9117" fmla="*/ 404791 h 793834"/>
              <a:gd name="csX9118" fmla="*/ 751151 w 3760185"/>
              <a:gd name="csY9118" fmla="*/ 404791 h 793834"/>
              <a:gd name="csX9119" fmla="*/ 374210 w 3760185"/>
              <a:gd name="csY9119" fmla="*/ 374146 h 793834"/>
              <a:gd name="csX9120" fmla="*/ 375576 w 3760185"/>
              <a:gd name="csY9120" fmla="*/ 384656 h 793834"/>
              <a:gd name="csX9121" fmla="*/ 375576 w 3760185"/>
              <a:gd name="csY9121" fmla="*/ 404883 h 793834"/>
              <a:gd name="csX9122" fmla="*/ 372844 w 3760185"/>
              <a:gd name="csY9122" fmla="*/ 404883 h 793834"/>
              <a:gd name="csX9123" fmla="*/ 372844 w 3760185"/>
              <a:gd name="csY9123" fmla="*/ 401471 h 793834"/>
              <a:gd name="csX9124" fmla="*/ 374210 w 3760185"/>
              <a:gd name="csY9124" fmla="*/ 404274 h 793834"/>
              <a:gd name="csX9125" fmla="*/ 374210 w 3760185"/>
              <a:gd name="csY9125" fmla="*/ 390961 h 793834"/>
              <a:gd name="csX9126" fmla="*/ 243100 w 3760185"/>
              <a:gd name="csY9126" fmla="*/ 374146 h 793834"/>
              <a:gd name="csX9127" fmla="*/ 243100 w 3760185"/>
              <a:gd name="csY9127" fmla="*/ 378350 h 793834"/>
              <a:gd name="csX9128" fmla="*/ 243100 w 3760185"/>
              <a:gd name="csY9128" fmla="*/ 404915 h 793834"/>
              <a:gd name="csX9129" fmla="*/ 239432 w 3760185"/>
              <a:gd name="csY9129" fmla="*/ 404916 h 793834"/>
              <a:gd name="csX9130" fmla="*/ 240368 w 3760185"/>
              <a:gd name="csY9130" fmla="*/ 381853 h 793834"/>
              <a:gd name="csX9131" fmla="*/ 240368 w 3760185"/>
              <a:gd name="csY9131" fmla="*/ 402872 h 793834"/>
              <a:gd name="csX9132" fmla="*/ 241734 w 3760185"/>
              <a:gd name="csY9132" fmla="*/ 387458 h 793834"/>
              <a:gd name="csX9133" fmla="*/ 241734 w 3760185"/>
              <a:gd name="csY9133" fmla="*/ 402872 h 793834"/>
              <a:gd name="csX9134" fmla="*/ 165253 w 3760185"/>
              <a:gd name="csY9134" fmla="*/ 374146 h 793834"/>
              <a:gd name="csX9135" fmla="*/ 165253 w 3760185"/>
              <a:gd name="csY9135" fmla="*/ 396567 h 793834"/>
              <a:gd name="csX9136" fmla="*/ 166619 w 3760185"/>
              <a:gd name="csY9136" fmla="*/ 401471 h 793834"/>
              <a:gd name="csX9137" fmla="*/ 166619 w 3760185"/>
              <a:gd name="csY9137" fmla="*/ 404934 h 793834"/>
              <a:gd name="csX9138" fmla="*/ 165253 w 3760185"/>
              <a:gd name="csY9138" fmla="*/ 404934 h 793834"/>
              <a:gd name="csX9139" fmla="*/ 164384 w 3760185"/>
              <a:gd name="csY9139" fmla="*/ 404934 h 793834"/>
              <a:gd name="csX9140" fmla="*/ 3460759 w 3760185"/>
              <a:gd name="csY9140" fmla="*/ 373445 h 793834"/>
              <a:gd name="csX9141" fmla="*/ 3462125 w 3760185"/>
              <a:gd name="csY9141" fmla="*/ 401471 h 793834"/>
              <a:gd name="csX9142" fmla="*/ 3462125 w 3760185"/>
              <a:gd name="csY9142" fmla="*/ 404131 h 793834"/>
              <a:gd name="csX9143" fmla="*/ 3460759 w 3760185"/>
              <a:gd name="csY9143" fmla="*/ 404131 h 793834"/>
              <a:gd name="csX9144" fmla="*/ 3378815 w 3760185"/>
              <a:gd name="csY9144" fmla="*/ 373445 h 793834"/>
              <a:gd name="csX9145" fmla="*/ 3378815 w 3760185"/>
              <a:gd name="csY9145" fmla="*/ 404151 h 793834"/>
              <a:gd name="csX9146" fmla="*/ 3377948 w 3760185"/>
              <a:gd name="csY9146" fmla="*/ 404152 h 793834"/>
              <a:gd name="csX9147" fmla="*/ 1600635 w 3760185"/>
              <a:gd name="csY9147" fmla="*/ 373445 h 793834"/>
              <a:gd name="csX9148" fmla="*/ 1600635 w 3760185"/>
              <a:gd name="csY9148" fmla="*/ 404584 h 793834"/>
              <a:gd name="csX9149" fmla="*/ 1599269 w 3760185"/>
              <a:gd name="csY9149" fmla="*/ 404585 h 793834"/>
              <a:gd name="csX9150" fmla="*/ 1599269 w 3760185"/>
              <a:gd name="csY9150" fmla="*/ 397267 h 793834"/>
              <a:gd name="csX9151" fmla="*/ 499857 w 3760185"/>
              <a:gd name="csY9151" fmla="*/ 373445 h 793834"/>
              <a:gd name="csX9152" fmla="*/ 501218 w 3760185"/>
              <a:gd name="csY9152" fmla="*/ 404852 h 793834"/>
              <a:gd name="csX9153" fmla="*/ 498491 w 3760185"/>
              <a:gd name="csY9153" fmla="*/ 404853 h 793834"/>
              <a:gd name="csX9154" fmla="*/ 498491 w 3760185"/>
              <a:gd name="csY9154" fmla="*/ 397267 h 793834"/>
              <a:gd name="csX9155" fmla="*/ 499857 w 3760185"/>
              <a:gd name="csY9155" fmla="*/ 397267 h 793834"/>
              <a:gd name="csX9156" fmla="*/ 499857 w 3760185"/>
              <a:gd name="csY9156" fmla="*/ 393063 h 793834"/>
              <a:gd name="csX9157" fmla="*/ 103795 w 3760185"/>
              <a:gd name="csY9157" fmla="*/ 373445 h 793834"/>
              <a:gd name="csX9158" fmla="*/ 103795 w 3760185"/>
              <a:gd name="csY9158" fmla="*/ 403573 h 793834"/>
              <a:gd name="csX9159" fmla="*/ 103882 w 3760185"/>
              <a:gd name="csY9159" fmla="*/ 404949 h 793834"/>
              <a:gd name="csX9160" fmla="*/ 102805 w 3760185"/>
              <a:gd name="csY9160" fmla="*/ 404949 h 793834"/>
              <a:gd name="csX9161" fmla="*/ 3279117 w 3760185"/>
              <a:gd name="csY9161" fmla="*/ 372745 h 793834"/>
              <a:gd name="csX9162" fmla="*/ 3280252 w 3760185"/>
              <a:gd name="csY9162" fmla="*/ 404175 h 793834"/>
              <a:gd name="csX9163" fmla="*/ 3279117 w 3760185"/>
              <a:gd name="csY9163" fmla="*/ 404176 h 793834"/>
              <a:gd name="csX9164" fmla="*/ 564046 w 3760185"/>
              <a:gd name="csY9164" fmla="*/ 372745 h 793834"/>
              <a:gd name="csX9165" fmla="*/ 565412 w 3760185"/>
              <a:gd name="csY9165" fmla="*/ 397267 h 793834"/>
              <a:gd name="csX9166" fmla="*/ 565412 w 3760185"/>
              <a:gd name="csY9166" fmla="*/ 404837 h 793834"/>
              <a:gd name="csX9167" fmla="*/ 563812 w 3760185"/>
              <a:gd name="csY9167" fmla="*/ 404837 h 793834"/>
              <a:gd name="csX9168" fmla="*/ 564046 w 3760185"/>
              <a:gd name="csY9168" fmla="*/ 375547 h 793834"/>
              <a:gd name="csX9169" fmla="*/ 264952 w 3760185"/>
              <a:gd name="csY9169" fmla="*/ 372745 h 793834"/>
              <a:gd name="csX9170" fmla="*/ 266317 w 3760185"/>
              <a:gd name="csY9170" fmla="*/ 400770 h 793834"/>
              <a:gd name="csX9171" fmla="*/ 266317 w 3760185"/>
              <a:gd name="csY9171" fmla="*/ 398669 h 793834"/>
              <a:gd name="csX9172" fmla="*/ 267683 w 3760185"/>
              <a:gd name="csY9172" fmla="*/ 403573 h 793834"/>
              <a:gd name="csX9173" fmla="*/ 267683 w 3760185"/>
              <a:gd name="csY9173" fmla="*/ 404909 h 793834"/>
              <a:gd name="csX9174" fmla="*/ 266317 w 3760185"/>
              <a:gd name="csY9174" fmla="*/ 404909 h 793834"/>
              <a:gd name="csX9175" fmla="*/ 264952 w 3760185"/>
              <a:gd name="csY9175" fmla="*/ 404910 h 793834"/>
              <a:gd name="csX9176" fmla="*/ 1352072 w 3760185"/>
              <a:gd name="csY9176" fmla="*/ 372044 h 793834"/>
              <a:gd name="csX9177" fmla="*/ 1353438 w 3760185"/>
              <a:gd name="csY9177" fmla="*/ 400770 h 793834"/>
              <a:gd name="csX9178" fmla="*/ 1353438 w 3760185"/>
              <a:gd name="csY9178" fmla="*/ 404645 h 793834"/>
              <a:gd name="csX9179" fmla="*/ 1352072 w 3760185"/>
              <a:gd name="csY9179" fmla="*/ 404645 h 793834"/>
              <a:gd name="csX9180" fmla="*/ 943719 w 3760185"/>
              <a:gd name="csY9180" fmla="*/ 372044 h 793834"/>
              <a:gd name="csX9181" fmla="*/ 943719 w 3760185"/>
              <a:gd name="csY9181" fmla="*/ 404744 h 793834"/>
              <a:gd name="csX9182" fmla="*/ 942353 w 3760185"/>
              <a:gd name="csY9182" fmla="*/ 404745 h 793834"/>
              <a:gd name="csX9183" fmla="*/ 942353 w 3760185"/>
              <a:gd name="csY9183" fmla="*/ 395165 h 793834"/>
              <a:gd name="csX9184" fmla="*/ 3389741 w 3760185"/>
              <a:gd name="csY9184" fmla="*/ 371343 h 793834"/>
              <a:gd name="csX9185" fmla="*/ 3390229 w 3760185"/>
              <a:gd name="csY9185" fmla="*/ 404149 h 793834"/>
              <a:gd name="csX9186" fmla="*/ 3389741 w 3760185"/>
              <a:gd name="csY9186" fmla="*/ 404149 h 793834"/>
              <a:gd name="csX9187" fmla="*/ 2933587 w 3760185"/>
              <a:gd name="csY9187" fmla="*/ 371343 h 793834"/>
              <a:gd name="csX9188" fmla="*/ 2934953 w 3760185"/>
              <a:gd name="csY9188" fmla="*/ 390961 h 793834"/>
              <a:gd name="csX9189" fmla="*/ 2934953 w 3760185"/>
              <a:gd name="csY9189" fmla="*/ 400070 h 793834"/>
              <a:gd name="csX9190" fmla="*/ 2935696 w 3760185"/>
              <a:gd name="csY9190" fmla="*/ 404259 h 793834"/>
              <a:gd name="csX9191" fmla="*/ 2933587 w 3760185"/>
              <a:gd name="csY9191" fmla="*/ 404260 h 793834"/>
              <a:gd name="csX9192" fmla="*/ 2768334 w 3760185"/>
              <a:gd name="csY9192" fmla="*/ 371343 h 793834"/>
              <a:gd name="csX9193" fmla="*/ 2769048 w 3760185"/>
              <a:gd name="csY9193" fmla="*/ 404300 h 793834"/>
              <a:gd name="csX9194" fmla="*/ 2768334 w 3760185"/>
              <a:gd name="csY9194" fmla="*/ 404300 h 793834"/>
              <a:gd name="csX9195" fmla="*/ 1988502 w 3760185"/>
              <a:gd name="csY9195" fmla="*/ 371343 h 793834"/>
              <a:gd name="csX9196" fmla="*/ 1988502 w 3760185"/>
              <a:gd name="csY9196" fmla="*/ 385356 h 793834"/>
              <a:gd name="csX9197" fmla="*/ 1989705 w 3760185"/>
              <a:gd name="csY9197" fmla="*/ 404490 h 793834"/>
              <a:gd name="csX9198" fmla="*/ 1987875 w 3760185"/>
              <a:gd name="csY9198" fmla="*/ 404490 h 793834"/>
              <a:gd name="csX9199" fmla="*/ 3202636 w 3760185"/>
              <a:gd name="csY9199" fmla="*/ 370643 h 793834"/>
              <a:gd name="csX9200" fmla="*/ 3202636 w 3760185"/>
              <a:gd name="csY9200" fmla="*/ 393063 h 793834"/>
              <a:gd name="csX9201" fmla="*/ 3203293 w 3760185"/>
              <a:gd name="csY9201" fmla="*/ 404194 h 793834"/>
              <a:gd name="csX9202" fmla="*/ 3201270 w 3760185"/>
              <a:gd name="csY9202" fmla="*/ 404195 h 793834"/>
              <a:gd name="csX9203" fmla="*/ 3201270 w 3760185"/>
              <a:gd name="csY9203" fmla="*/ 393764 h 793834"/>
              <a:gd name="csX9204" fmla="*/ 2032206 w 3760185"/>
              <a:gd name="csY9204" fmla="*/ 370643 h 793834"/>
              <a:gd name="csX9205" fmla="*/ 2033135 w 3760185"/>
              <a:gd name="csY9205" fmla="*/ 404479 h 793834"/>
              <a:gd name="csX9206" fmla="*/ 2031715 w 3760185"/>
              <a:gd name="csY9206" fmla="*/ 404479 h 793834"/>
              <a:gd name="csX9207" fmla="*/ 2032206 w 3760185"/>
              <a:gd name="csY9207" fmla="*/ 376248 h 793834"/>
              <a:gd name="csX9208" fmla="*/ 1451771 w 3760185"/>
              <a:gd name="csY9208" fmla="*/ 370643 h 793834"/>
              <a:gd name="csX9209" fmla="*/ 1453136 w 3760185"/>
              <a:gd name="csY9209" fmla="*/ 400070 h 793834"/>
              <a:gd name="csX9210" fmla="*/ 1453136 w 3760185"/>
              <a:gd name="csY9210" fmla="*/ 404620 h 793834"/>
              <a:gd name="csX9211" fmla="*/ 1451771 w 3760185"/>
              <a:gd name="csY9211" fmla="*/ 404621 h 793834"/>
              <a:gd name="csX9212" fmla="*/ 473908 w 3760185"/>
              <a:gd name="csY9212" fmla="*/ 370643 h 793834"/>
              <a:gd name="csX9213" fmla="*/ 473908 w 3760185"/>
              <a:gd name="csY9213" fmla="*/ 404859 h 793834"/>
              <a:gd name="csX9214" fmla="*/ 472542 w 3760185"/>
              <a:gd name="csY9214" fmla="*/ 404859 h 793834"/>
              <a:gd name="csX9215" fmla="*/ 469811 w 3760185"/>
              <a:gd name="csY9215" fmla="*/ 404860 h 793834"/>
              <a:gd name="csX9216" fmla="*/ 469811 w 3760185"/>
              <a:gd name="csY9216" fmla="*/ 400770 h 793834"/>
              <a:gd name="csX9217" fmla="*/ 471177 w 3760185"/>
              <a:gd name="csY9217" fmla="*/ 391662 h 793834"/>
              <a:gd name="csX9218" fmla="*/ 471177 w 3760185"/>
              <a:gd name="csY9218" fmla="*/ 402872 h 793834"/>
              <a:gd name="csX9219" fmla="*/ 472542 w 3760185"/>
              <a:gd name="csY9219" fmla="*/ 388859 h 793834"/>
              <a:gd name="csX9220" fmla="*/ 472542 w 3760185"/>
              <a:gd name="csY9220" fmla="*/ 383254 h 793834"/>
              <a:gd name="csX9221" fmla="*/ 146133 w 3760185"/>
              <a:gd name="csY9221" fmla="*/ 370643 h 793834"/>
              <a:gd name="csX9222" fmla="*/ 146133 w 3760185"/>
              <a:gd name="csY9222" fmla="*/ 386057 h 793834"/>
              <a:gd name="csX9223" fmla="*/ 146828 w 3760185"/>
              <a:gd name="csY9223" fmla="*/ 404939 h 793834"/>
              <a:gd name="csX9224" fmla="*/ 144767 w 3760185"/>
              <a:gd name="csY9224" fmla="*/ 404939 h 793834"/>
              <a:gd name="csX9225" fmla="*/ 143402 w 3760185"/>
              <a:gd name="csY9225" fmla="*/ 404939 h 793834"/>
              <a:gd name="csX9226" fmla="*/ 143402 w 3760185"/>
              <a:gd name="csY9226" fmla="*/ 375547 h 793834"/>
              <a:gd name="csX9227" fmla="*/ 144767 w 3760185"/>
              <a:gd name="csY9227" fmla="*/ 394465 h 793834"/>
              <a:gd name="csX9228" fmla="*/ 144767 w 3760185"/>
              <a:gd name="csY9228" fmla="*/ 387458 h 793834"/>
              <a:gd name="csX9229" fmla="*/ 128379 w 3760185"/>
              <a:gd name="csY9229" fmla="*/ 370643 h 793834"/>
              <a:gd name="csX9230" fmla="*/ 128379 w 3760185"/>
              <a:gd name="csY9230" fmla="*/ 404943 h 793834"/>
              <a:gd name="csX9231" fmla="*/ 127013 w 3760185"/>
              <a:gd name="csY9231" fmla="*/ 404943 h 793834"/>
              <a:gd name="csX9232" fmla="*/ 127013 w 3760185"/>
              <a:gd name="csY9232" fmla="*/ 402872 h 793834"/>
              <a:gd name="csX9233" fmla="*/ 3287311 w 3760185"/>
              <a:gd name="csY9233" fmla="*/ 369942 h 793834"/>
              <a:gd name="csX9234" fmla="*/ 3287311 w 3760185"/>
              <a:gd name="csY9234" fmla="*/ 397267 h 793834"/>
              <a:gd name="csX9235" fmla="*/ 3288677 w 3760185"/>
              <a:gd name="csY9235" fmla="*/ 397968 h 793834"/>
              <a:gd name="csX9236" fmla="*/ 3288677 w 3760185"/>
              <a:gd name="csY9236" fmla="*/ 404173 h 793834"/>
              <a:gd name="csX9237" fmla="*/ 3286881 w 3760185"/>
              <a:gd name="csY9237" fmla="*/ 404174 h 793834"/>
              <a:gd name="csX9238" fmla="*/ 3232682 w 3760185"/>
              <a:gd name="csY9238" fmla="*/ 369942 h 793834"/>
              <a:gd name="csX9239" fmla="*/ 3232682 w 3760185"/>
              <a:gd name="csY9239" fmla="*/ 400070 h 793834"/>
              <a:gd name="csX9240" fmla="*/ 3233255 w 3760185"/>
              <a:gd name="csY9240" fmla="*/ 404187 h 793834"/>
              <a:gd name="csX9241" fmla="*/ 3231569 w 3760185"/>
              <a:gd name="csY9241" fmla="*/ 404187 h 793834"/>
              <a:gd name="csX9242" fmla="*/ 3079720 w 3760185"/>
              <a:gd name="csY9242" fmla="*/ 369942 h 793834"/>
              <a:gd name="csX9243" fmla="*/ 3080198 w 3760185"/>
              <a:gd name="csY9243" fmla="*/ 404224 h 793834"/>
              <a:gd name="csX9244" fmla="*/ 3079720 w 3760185"/>
              <a:gd name="csY9244" fmla="*/ 404224 h 793834"/>
              <a:gd name="csX9245" fmla="*/ 2891249 w 3760185"/>
              <a:gd name="csY9245" fmla="*/ 369942 h 793834"/>
              <a:gd name="csX9246" fmla="*/ 2892166 w 3760185"/>
              <a:gd name="csY9246" fmla="*/ 404270 h 793834"/>
              <a:gd name="csX9247" fmla="*/ 2891249 w 3760185"/>
              <a:gd name="csY9247" fmla="*/ 404270 h 793834"/>
              <a:gd name="csX9248" fmla="*/ 2678196 w 3760185"/>
              <a:gd name="csY9248" fmla="*/ 369942 h 793834"/>
              <a:gd name="csX9249" fmla="*/ 2679509 w 3760185"/>
              <a:gd name="csY9249" fmla="*/ 404322 h 793834"/>
              <a:gd name="csX9250" fmla="*/ 2675464 w 3760185"/>
              <a:gd name="csY9250" fmla="*/ 404323 h 793834"/>
              <a:gd name="csX9251" fmla="*/ 2675461 w 3760185"/>
              <a:gd name="csY9251" fmla="*/ 404323 h 793834"/>
              <a:gd name="csX9252" fmla="*/ 2675464 w 3760185"/>
              <a:gd name="csY9252" fmla="*/ 404274 h 793834"/>
              <a:gd name="csX9253" fmla="*/ 2675464 w 3760185"/>
              <a:gd name="csY9253" fmla="*/ 392363 h 793834"/>
              <a:gd name="csX9254" fmla="*/ 2676830 w 3760185"/>
              <a:gd name="csY9254" fmla="*/ 400070 h 793834"/>
              <a:gd name="csX9255" fmla="*/ 2676830 w 3760185"/>
              <a:gd name="csY9255" fmla="*/ 392363 h 793834"/>
              <a:gd name="csX9256" fmla="*/ 2678196 w 3760185"/>
              <a:gd name="csY9256" fmla="*/ 390961 h 793834"/>
              <a:gd name="csX9257" fmla="*/ 2280769 w 3760185"/>
              <a:gd name="csY9257" fmla="*/ 369942 h 793834"/>
              <a:gd name="csX9258" fmla="*/ 2280769 w 3760185"/>
              <a:gd name="csY9258" fmla="*/ 404419 h 793834"/>
              <a:gd name="csX9259" fmla="*/ 2280244 w 3760185"/>
              <a:gd name="csY9259" fmla="*/ 404419 h 793834"/>
              <a:gd name="csX9260" fmla="*/ 1126727 w 3760185"/>
              <a:gd name="csY9260" fmla="*/ 369942 h 793834"/>
              <a:gd name="csX9261" fmla="*/ 1126727 w 3760185"/>
              <a:gd name="csY9261" fmla="*/ 400070 h 793834"/>
              <a:gd name="csX9262" fmla="*/ 1127258 w 3760185"/>
              <a:gd name="csY9262" fmla="*/ 404700 h 793834"/>
              <a:gd name="csX9263" fmla="*/ 1126105 w 3760185"/>
              <a:gd name="csY9263" fmla="*/ 404700 h 793834"/>
              <a:gd name="csX9264" fmla="*/ 718374 w 3760185"/>
              <a:gd name="csY9264" fmla="*/ 369942 h 793834"/>
              <a:gd name="csX9265" fmla="*/ 718374 w 3760185"/>
              <a:gd name="csY9265" fmla="*/ 404799 h 793834"/>
              <a:gd name="csX9266" fmla="*/ 717855 w 3760185"/>
              <a:gd name="csY9266" fmla="*/ 404799 h 793834"/>
              <a:gd name="csX9267" fmla="*/ 355090 w 3760185"/>
              <a:gd name="csY9267" fmla="*/ 369942 h 793834"/>
              <a:gd name="csX9268" fmla="*/ 355090 w 3760185"/>
              <a:gd name="csY9268" fmla="*/ 402872 h 793834"/>
              <a:gd name="csX9269" fmla="*/ 356455 w 3760185"/>
              <a:gd name="csY9269" fmla="*/ 402872 h 793834"/>
              <a:gd name="csX9270" fmla="*/ 356455 w 3760185"/>
              <a:gd name="csY9270" fmla="*/ 397267 h 793834"/>
              <a:gd name="csX9271" fmla="*/ 357821 w 3760185"/>
              <a:gd name="csY9271" fmla="*/ 400770 h 793834"/>
              <a:gd name="csX9272" fmla="*/ 357821 w 3760185"/>
              <a:gd name="csY9272" fmla="*/ 404887 h 793834"/>
              <a:gd name="csX9273" fmla="*/ 354169 w 3760185"/>
              <a:gd name="csY9273" fmla="*/ 404888 h 793834"/>
              <a:gd name="csX9274" fmla="*/ 3477147 w 3760185"/>
              <a:gd name="csY9274" fmla="*/ 369241 h 793834"/>
              <a:gd name="csX9275" fmla="*/ 3477147 w 3760185"/>
              <a:gd name="csY9275" fmla="*/ 399369 h 793834"/>
              <a:gd name="csX9276" fmla="*/ 3477990 w 3760185"/>
              <a:gd name="csY9276" fmla="*/ 404127 h 793834"/>
              <a:gd name="csX9277" fmla="*/ 3477147 w 3760185"/>
              <a:gd name="csY9277" fmla="*/ 404127 h 793834"/>
              <a:gd name="csX9278" fmla="*/ 3473880 w 3760185"/>
              <a:gd name="csY9278" fmla="*/ 404128 h 793834"/>
              <a:gd name="csX9279" fmla="*/ 3474416 w 3760185"/>
              <a:gd name="csY9279" fmla="*/ 389560 h 793834"/>
              <a:gd name="csX9280" fmla="*/ 3475782 w 3760185"/>
              <a:gd name="csY9280" fmla="*/ 387458 h 793834"/>
              <a:gd name="csX9281" fmla="*/ 3475782 w 3760185"/>
              <a:gd name="csY9281" fmla="*/ 383254 h 793834"/>
              <a:gd name="csX9282" fmla="*/ 2772431 w 3760185"/>
              <a:gd name="csY9282" fmla="*/ 369241 h 793834"/>
              <a:gd name="csX9283" fmla="*/ 2772431 w 3760185"/>
              <a:gd name="csY9283" fmla="*/ 404299 h 793834"/>
              <a:gd name="csX9284" fmla="*/ 2771704 w 3760185"/>
              <a:gd name="csY9284" fmla="*/ 404299 h 793834"/>
              <a:gd name="csX9285" fmla="*/ 2443290 w 3760185"/>
              <a:gd name="csY9285" fmla="*/ 369241 h 793834"/>
              <a:gd name="csX9286" fmla="*/ 2444656 w 3760185"/>
              <a:gd name="csY9286" fmla="*/ 393764 h 793834"/>
              <a:gd name="csX9287" fmla="*/ 2444656 w 3760185"/>
              <a:gd name="csY9287" fmla="*/ 401471 h 793834"/>
              <a:gd name="csX9288" fmla="*/ 2446022 w 3760185"/>
              <a:gd name="csY9288" fmla="*/ 385356 h 793834"/>
              <a:gd name="csX9289" fmla="*/ 2446022 w 3760185"/>
              <a:gd name="csY9289" fmla="*/ 397968 h 793834"/>
              <a:gd name="csX9290" fmla="*/ 2446485 w 3760185"/>
              <a:gd name="csY9290" fmla="*/ 404378 h 793834"/>
              <a:gd name="csX9291" fmla="*/ 2442981 w 3760185"/>
              <a:gd name="csY9291" fmla="*/ 404379 h 793834"/>
              <a:gd name="csX9292" fmla="*/ 2443290 w 3760185"/>
              <a:gd name="csY9292" fmla="*/ 398669 h 793834"/>
              <a:gd name="csX9293" fmla="*/ 2120978 w 3760185"/>
              <a:gd name="csY9293" fmla="*/ 369241 h 793834"/>
              <a:gd name="csX9294" fmla="*/ 2122344 w 3760185"/>
              <a:gd name="csY9294" fmla="*/ 401471 h 793834"/>
              <a:gd name="csX9295" fmla="*/ 2122344 w 3760185"/>
              <a:gd name="csY9295" fmla="*/ 404457 h 793834"/>
              <a:gd name="csX9296" fmla="*/ 2120978 w 3760185"/>
              <a:gd name="csY9296" fmla="*/ 404458 h 793834"/>
              <a:gd name="csX9297" fmla="*/ 2105955 w 3760185"/>
              <a:gd name="csY9297" fmla="*/ 369241 h 793834"/>
              <a:gd name="csX9298" fmla="*/ 2107227 w 3760185"/>
              <a:gd name="csY9298" fmla="*/ 404461 h 793834"/>
              <a:gd name="csX9299" fmla="*/ 2105710 w 3760185"/>
              <a:gd name="csY9299" fmla="*/ 404461 h 793834"/>
              <a:gd name="csX9300" fmla="*/ 2105955 w 3760185"/>
              <a:gd name="csY9300" fmla="*/ 398669 h 793834"/>
              <a:gd name="csX9301" fmla="*/ 1633413 w 3760185"/>
              <a:gd name="csY9301" fmla="*/ 369241 h 793834"/>
              <a:gd name="csX9302" fmla="*/ 1634778 w 3760185"/>
              <a:gd name="csY9302" fmla="*/ 403573 h 793834"/>
              <a:gd name="csX9303" fmla="*/ 1634778 w 3760185"/>
              <a:gd name="csY9303" fmla="*/ 396567 h 793834"/>
              <a:gd name="csX9304" fmla="*/ 1635189 w 3760185"/>
              <a:gd name="csY9304" fmla="*/ 404576 h 793834"/>
              <a:gd name="csX9305" fmla="*/ 1632047 w 3760185"/>
              <a:gd name="csY9305" fmla="*/ 404577 h 793834"/>
              <a:gd name="csX9306" fmla="*/ 1632047 w 3760185"/>
              <a:gd name="csY9306" fmla="*/ 374146 h 793834"/>
              <a:gd name="csX9307" fmla="*/ 1633413 w 3760185"/>
              <a:gd name="csY9307" fmla="*/ 377649 h 793834"/>
              <a:gd name="csX9308" fmla="*/ 1350707 w 3760185"/>
              <a:gd name="csY9308" fmla="*/ 369241 h 793834"/>
              <a:gd name="csX9309" fmla="*/ 1350707 w 3760185"/>
              <a:gd name="csY9309" fmla="*/ 395165 h 793834"/>
              <a:gd name="csX9310" fmla="*/ 1350888 w 3760185"/>
              <a:gd name="csY9310" fmla="*/ 404645 h 793834"/>
              <a:gd name="csX9311" fmla="*/ 1350707 w 3760185"/>
              <a:gd name="csY9311" fmla="*/ 404645 h 793834"/>
              <a:gd name="csX9312" fmla="*/ 1350479 w 3760185"/>
              <a:gd name="csY9312" fmla="*/ 404645 h 793834"/>
              <a:gd name="csX9313" fmla="*/ 1332952 w 3760185"/>
              <a:gd name="csY9313" fmla="*/ 369241 h 793834"/>
              <a:gd name="csX9314" fmla="*/ 1333456 w 3760185"/>
              <a:gd name="csY9314" fmla="*/ 404650 h 793834"/>
              <a:gd name="csX9315" fmla="*/ 1330304 w 3760185"/>
              <a:gd name="csY9315" fmla="*/ 404650 h 793834"/>
              <a:gd name="csX9316" fmla="*/ 1331586 w 3760185"/>
              <a:gd name="csY9316" fmla="*/ 388859 h 793834"/>
              <a:gd name="csX9317" fmla="*/ 1331586 w 3760185"/>
              <a:gd name="csY9317" fmla="*/ 378350 h 793834"/>
              <a:gd name="csX9318" fmla="*/ 1332952 w 3760185"/>
              <a:gd name="csY9318" fmla="*/ 395165 h 793834"/>
              <a:gd name="csX9319" fmla="*/ 857678 w 3760185"/>
              <a:gd name="csY9319" fmla="*/ 369241 h 793834"/>
              <a:gd name="csX9320" fmla="*/ 858744 w 3760185"/>
              <a:gd name="csY9320" fmla="*/ 404765 h 793834"/>
              <a:gd name="csX9321" fmla="*/ 857678 w 3760185"/>
              <a:gd name="csY9321" fmla="*/ 404765 h 793834"/>
              <a:gd name="csX9322" fmla="*/ 700619 w 3760185"/>
              <a:gd name="csY9322" fmla="*/ 369241 h 793834"/>
              <a:gd name="csX9323" fmla="*/ 701227 w 3760185"/>
              <a:gd name="csY9323" fmla="*/ 404804 h 793834"/>
              <a:gd name="csX9324" fmla="*/ 700619 w 3760185"/>
              <a:gd name="csY9324" fmla="*/ 404804 h 793834"/>
              <a:gd name="csX9325" fmla="*/ 3731173 w 3760185"/>
              <a:gd name="csY9325" fmla="*/ 368541 h 793834"/>
              <a:gd name="csX9326" fmla="*/ 3731173 w 3760185"/>
              <a:gd name="csY9326" fmla="*/ 404066 h 793834"/>
              <a:gd name="csX9327" fmla="*/ 3729807 w 3760185"/>
              <a:gd name="csY9327" fmla="*/ 404066 h 793834"/>
              <a:gd name="csX9328" fmla="*/ 3729807 w 3760185"/>
              <a:gd name="csY9328" fmla="*/ 394465 h 793834"/>
              <a:gd name="csX9329" fmla="*/ 3381547 w 3760185"/>
              <a:gd name="csY9329" fmla="*/ 368541 h 793834"/>
              <a:gd name="csX9330" fmla="*/ 3382262 w 3760185"/>
              <a:gd name="csY9330" fmla="*/ 404151 h 793834"/>
              <a:gd name="csX9331" fmla="*/ 3381547 w 3760185"/>
              <a:gd name="csY9331" fmla="*/ 404151 h 793834"/>
              <a:gd name="csX9332" fmla="*/ 2766968 w 3760185"/>
              <a:gd name="csY9332" fmla="*/ 368541 h 793834"/>
              <a:gd name="csX9333" fmla="*/ 2767393 w 3760185"/>
              <a:gd name="csY9333" fmla="*/ 404300 h 793834"/>
              <a:gd name="csX9334" fmla="*/ 2766968 w 3760185"/>
              <a:gd name="csY9334" fmla="*/ 404300 h 793834"/>
              <a:gd name="csX9335" fmla="*/ 2766309 w 3760185"/>
              <a:gd name="csY9335" fmla="*/ 404301 h 793834"/>
              <a:gd name="csX9336" fmla="*/ 2766968 w 3760185"/>
              <a:gd name="csY9336" fmla="*/ 374847 h 793834"/>
              <a:gd name="csX9337" fmla="*/ 2415976 w 3760185"/>
              <a:gd name="csY9337" fmla="*/ 368541 h 793834"/>
              <a:gd name="csX9338" fmla="*/ 2417341 w 3760185"/>
              <a:gd name="csY9338" fmla="*/ 390961 h 793834"/>
              <a:gd name="csX9339" fmla="*/ 2417341 w 3760185"/>
              <a:gd name="csY9339" fmla="*/ 404386 h 793834"/>
              <a:gd name="csX9340" fmla="*/ 2415976 w 3760185"/>
              <a:gd name="csY9340" fmla="*/ 404386 h 793834"/>
              <a:gd name="csX9341" fmla="*/ 3489439 w 3760185"/>
              <a:gd name="csY9341" fmla="*/ 367139 h 793834"/>
              <a:gd name="csX9342" fmla="*/ 3489439 w 3760185"/>
              <a:gd name="csY9342" fmla="*/ 398669 h 793834"/>
              <a:gd name="csX9343" fmla="*/ 3490503 w 3760185"/>
              <a:gd name="csY9343" fmla="*/ 404124 h 793834"/>
              <a:gd name="csX9344" fmla="*/ 3488174 w 3760185"/>
              <a:gd name="csY9344" fmla="*/ 404125 h 793834"/>
              <a:gd name="csX9345" fmla="*/ 3464856 w 3760185"/>
              <a:gd name="csY9345" fmla="*/ 367139 h 793834"/>
              <a:gd name="csX9346" fmla="*/ 3464856 w 3760185"/>
              <a:gd name="csY9346" fmla="*/ 404130 h 793834"/>
              <a:gd name="csX9347" fmla="*/ 3462315 w 3760185"/>
              <a:gd name="csY9347" fmla="*/ 404131 h 793834"/>
              <a:gd name="csX9348" fmla="*/ 3463490 w 3760185"/>
              <a:gd name="csY9348" fmla="*/ 390261 h 793834"/>
              <a:gd name="csX9349" fmla="*/ 3463490 w 3760185"/>
              <a:gd name="csY9349" fmla="*/ 397968 h 793834"/>
              <a:gd name="csX9350" fmla="*/ 3393838 w 3760185"/>
              <a:gd name="csY9350" fmla="*/ 367139 h 793834"/>
              <a:gd name="csX9351" fmla="*/ 3393838 w 3760185"/>
              <a:gd name="csY9351" fmla="*/ 404148 h 793834"/>
              <a:gd name="csX9352" fmla="*/ 3392550 w 3760185"/>
              <a:gd name="csY9352" fmla="*/ 404148 h 793834"/>
              <a:gd name="csX9353" fmla="*/ 2898078 w 3760185"/>
              <a:gd name="csY9353" fmla="*/ 367139 h 793834"/>
              <a:gd name="csX9354" fmla="*/ 2898078 w 3760185"/>
              <a:gd name="csY9354" fmla="*/ 369942 h 793834"/>
              <a:gd name="csX9355" fmla="*/ 2898078 w 3760185"/>
              <a:gd name="csY9355" fmla="*/ 377649 h 793834"/>
              <a:gd name="csX9356" fmla="*/ 2899444 w 3760185"/>
              <a:gd name="csY9356" fmla="*/ 395866 h 793834"/>
              <a:gd name="csX9357" fmla="*/ 2899444 w 3760185"/>
              <a:gd name="csY9357" fmla="*/ 393764 h 793834"/>
              <a:gd name="csX9358" fmla="*/ 2899889 w 3760185"/>
              <a:gd name="csY9358" fmla="*/ 404268 h 793834"/>
              <a:gd name="csX9359" fmla="*/ 2898078 w 3760185"/>
              <a:gd name="csY9359" fmla="*/ 404268 h 793834"/>
              <a:gd name="csX9360" fmla="*/ 2895347 w 3760185"/>
              <a:gd name="csY9360" fmla="*/ 404269 h 793834"/>
              <a:gd name="csX9361" fmla="*/ 2895347 w 3760185"/>
              <a:gd name="csY9361" fmla="*/ 383955 h 793834"/>
              <a:gd name="csX9362" fmla="*/ 2896713 w 3760185"/>
              <a:gd name="csY9362" fmla="*/ 391662 h 793834"/>
              <a:gd name="csX9363" fmla="*/ 1563760 w 3760185"/>
              <a:gd name="csY9363" fmla="*/ 367139 h 793834"/>
              <a:gd name="csX9364" fmla="*/ 1564285 w 3760185"/>
              <a:gd name="csY9364" fmla="*/ 404593 h 793834"/>
              <a:gd name="csX9365" fmla="*/ 1563596 w 3760185"/>
              <a:gd name="csY9365" fmla="*/ 404593 h 793834"/>
              <a:gd name="csX9366" fmla="*/ 1563760 w 3760185"/>
              <a:gd name="csY9366" fmla="*/ 383254 h 793834"/>
              <a:gd name="csX9367" fmla="*/ 506686 w 3760185"/>
              <a:gd name="csY9367" fmla="*/ 367139 h 793834"/>
              <a:gd name="csX9368" fmla="*/ 507852 w 3760185"/>
              <a:gd name="csY9368" fmla="*/ 404851 h 793834"/>
              <a:gd name="csX9369" fmla="*/ 505320 w 3760185"/>
              <a:gd name="csY9369" fmla="*/ 404851 h 793834"/>
              <a:gd name="csX9370" fmla="*/ 505320 w 3760185"/>
              <a:gd name="csY9370" fmla="*/ 404274 h 793834"/>
              <a:gd name="csX9371" fmla="*/ 506686 w 3760185"/>
              <a:gd name="csY9371" fmla="*/ 386758 h 793834"/>
              <a:gd name="csX9372" fmla="*/ 1496840 w 3760185"/>
              <a:gd name="csY9372" fmla="*/ 366439 h 793834"/>
              <a:gd name="csX9373" fmla="*/ 1497487 w 3760185"/>
              <a:gd name="csY9373" fmla="*/ 404610 h 793834"/>
              <a:gd name="csX9374" fmla="*/ 1496840 w 3760185"/>
              <a:gd name="csY9374" fmla="*/ 404610 h 793834"/>
              <a:gd name="csX9375" fmla="*/ 3104303 w 3760185"/>
              <a:gd name="csY9375" fmla="*/ 365738 h 793834"/>
              <a:gd name="csX9376" fmla="*/ 3104303 w 3760185"/>
              <a:gd name="csY9376" fmla="*/ 397267 h 793834"/>
              <a:gd name="csX9377" fmla="*/ 3105669 w 3760185"/>
              <a:gd name="csY9377" fmla="*/ 367840 h 793834"/>
              <a:gd name="csX9378" fmla="*/ 3105669 w 3760185"/>
              <a:gd name="csY9378" fmla="*/ 404218 h 793834"/>
              <a:gd name="csX9379" fmla="*/ 3103898 w 3760185"/>
              <a:gd name="csY9379" fmla="*/ 404218 h 793834"/>
              <a:gd name="csX9380" fmla="*/ 2424170 w 3760185"/>
              <a:gd name="csY9380" fmla="*/ 365738 h 793834"/>
              <a:gd name="csX9381" fmla="*/ 2424170 w 3760185"/>
              <a:gd name="csY9381" fmla="*/ 404384 h 793834"/>
              <a:gd name="csX9382" fmla="*/ 2423273 w 3760185"/>
              <a:gd name="csY9382" fmla="*/ 404384 h 793834"/>
              <a:gd name="csX9383" fmla="*/ 2294426 w 3760185"/>
              <a:gd name="csY9383" fmla="*/ 365738 h 793834"/>
              <a:gd name="csX9384" fmla="*/ 2294426 w 3760185"/>
              <a:gd name="csY9384" fmla="*/ 404416 h 793834"/>
              <a:gd name="csX9385" fmla="*/ 2294264 w 3760185"/>
              <a:gd name="csY9385" fmla="*/ 404416 h 793834"/>
              <a:gd name="csX9386" fmla="*/ 2217945 w 3760185"/>
              <a:gd name="csY9386" fmla="*/ 365738 h 793834"/>
              <a:gd name="csX9387" fmla="*/ 2218288 w 3760185"/>
              <a:gd name="csY9387" fmla="*/ 404434 h 793834"/>
              <a:gd name="csX9388" fmla="*/ 2217764 w 3760185"/>
              <a:gd name="csY9388" fmla="*/ 404434 h 793834"/>
              <a:gd name="csX9389" fmla="*/ 2217945 w 3760185"/>
              <a:gd name="csY9389" fmla="*/ 392363 h 793834"/>
              <a:gd name="csX9390" fmla="*/ 3365158 w 3760185"/>
              <a:gd name="csY9390" fmla="*/ 365037 h 793834"/>
              <a:gd name="csX9391" fmla="*/ 3366450 w 3760185"/>
              <a:gd name="csY9391" fmla="*/ 404154 h 793834"/>
              <a:gd name="csX9392" fmla="*/ 3365158 w 3760185"/>
              <a:gd name="csY9392" fmla="*/ 404155 h 793834"/>
              <a:gd name="csX9393" fmla="*/ 3000508 w 3760185"/>
              <a:gd name="csY9393" fmla="*/ 365037 h 793834"/>
              <a:gd name="csX9394" fmla="*/ 3000508 w 3760185"/>
              <a:gd name="csY9394" fmla="*/ 376948 h 793834"/>
              <a:gd name="csX9395" fmla="*/ 3001326 w 3760185"/>
              <a:gd name="csY9395" fmla="*/ 404243 h 793834"/>
              <a:gd name="csX9396" fmla="*/ 2999142 w 3760185"/>
              <a:gd name="csY9396" fmla="*/ 404244 h 793834"/>
              <a:gd name="csX9397" fmla="*/ 2999142 w 3760185"/>
              <a:gd name="csY9397" fmla="*/ 374847 h 793834"/>
              <a:gd name="csX9398" fmla="*/ 2396855 w 3760185"/>
              <a:gd name="csY9398" fmla="*/ 365037 h 793834"/>
              <a:gd name="csX9399" fmla="*/ 2397259 w 3760185"/>
              <a:gd name="csY9399" fmla="*/ 404390 h 793834"/>
              <a:gd name="csX9400" fmla="*/ 2396855 w 3760185"/>
              <a:gd name="csY9400" fmla="*/ 404391 h 793834"/>
              <a:gd name="csX9401" fmla="*/ 2301254 w 3760185"/>
              <a:gd name="csY9401" fmla="*/ 365037 h 793834"/>
              <a:gd name="csX9402" fmla="*/ 2301616 w 3760185"/>
              <a:gd name="csY9402" fmla="*/ 404414 h 793834"/>
              <a:gd name="csX9403" fmla="*/ 2301254 w 3760185"/>
              <a:gd name="csY9403" fmla="*/ 404414 h 793834"/>
              <a:gd name="csX9404" fmla="*/ 1360267 w 3760185"/>
              <a:gd name="csY9404" fmla="*/ 365037 h 793834"/>
              <a:gd name="csX9405" fmla="*/ 1360267 w 3760185"/>
              <a:gd name="csY9405" fmla="*/ 404643 h 793834"/>
              <a:gd name="csX9406" fmla="*/ 1359955 w 3760185"/>
              <a:gd name="csY9406" fmla="*/ 404643 h 793834"/>
              <a:gd name="csX9407" fmla="*/ 488931 w 3760185"/>
              <a:gd name="csY9407" fmla="*/ 365037 h 793834"/>
              <a:gd name="csX9408" fmla="*/ 488931 w 3760185"/>
              <a:gd name="csY9408" fmla="*/ 404855 h 793834"/>
              <a:gd name="csX9409" fmla="*/ 486200 w 3760185"/>
              <a:gd name="csY9409" fmla="*/ 404856 h 793834"/>
              <a:gd name="csX9410" fmla="*/ 486200 w 3760185"/>
              <a:gd name="csY9410" fmla="*/ 395165 h 793834"/>
              <a:gd name="csX9411" fmla="*/ 487565 w 3760185"/>
              <a:gd name="csY9411" fmla="*/ 398669 h 793834"/>
              <a:gd name="csX9412" fmla="*/ 487565 w 3760185"/>
              <a:gd name="csY9412" fmla="*/ 396567 h 793834"/>
              <a:gd name="csX9413" fmla="*/ 3179419 w 3760185"/>
              <a:gd name="csY9413" fmla="*/ 364337 h 793834"/>
              <a:gd name="csX9414" fmla="*/ 3180254 w 3760185"/>
              <a:gd name="csY9414" fmla="*/ 404200 h 793834"/>
              <a:gd name="csX9415" fmla="*/ 3179419 w 3760185"/>
              <a:gd name="csY9415" fmla="*/ 404200 h 793834"/>
              <a:gd name="csX9416" fmla="*/ 3068794 w 3760185"/>
              <a:gd name="csY9416" fmla="*/ 364337 h 793834"/>
              <a:gd name="csX9417" fmla="*/ 3068794 w 3760185"/>
              <a:gd name="csY9417" fmla="*/ 404227 h 793834"/>
              <a:gd name="csX9418" fmla="*/ 3067785 w 3760185"/>
              <a:gd name="csY9418" fmla="*/ 404227 h 793834"/>
              <a:gd name="csX9419" fmla="*/ 3063331 w 3760185"/>
              <a:gd name="csY9419" fmla="*/ 364337 h 793834"/>
              <a:gd name="csX9420" fmla="*/ 3063331 w 3760185"/>
              <a:gd name="csY9420" fmla="*/ 404228 h 793834"/>
              <a:gd name="csX9421" fmla="*/ 3062918 w 3760185"/>
              <a:gd name="csY9421" fmla="*/ 404228 h 793834"/>
              <a:gd name="csX9422" fmla="*/ 2138733 w 3760185"/>
              <a:gd name="csY9422" fmla="*/ 364337 h 793834"/>
              <a:gd name="csX9423" fmla="*/ 2140098 w 3760185"/>
              <a:gd name="csY9423" fmla="*/ 378350 h 793834"/>
              <a:gd name="csX9424" fmla="*/ 2140098 w 3760185"/>
              <a:gd name="csY9424" fmla="*/ 404453 h 793834"/>
              <a:gd name="csX9425" fmla="*/ 2138733 w 3760185"/>
              <a:gd name="csY9425" fmla="*/ 404453 h 793834"/>
              <a:gd name="csX9426" fmla="*/ 2024011 w 3760185"/>
              <a:gd name="csY9426" fmla="*/ 364337 h 793834"/>
              <a:gd name="csX9427" fmla="*/ 2024370 w 3760185"/>
              <a:gd name="csY9427" fmla="*/ 404481 h 793834"/>
              <a:gd name="csX9428" fmla="*/ 2024011 w 3760185"/>
              <a:gd name="csY9428" fmla="*/ 404481 h 793834"/>
              <a:gd name="csX9429" fmla="*/ 2024011 w 3760185"/>
              <a:gd name="csY9429" fmla="*/ 400770 h 793834"/>
              <a:gd name="csX9430" fmla="*/ 2874861 w 3760185"/>
              <a:gd name="csY9430" fmla="*/ 363636 h 793834"/>
              <a:gd name="csX9431" fmla="*/ 2876227 w 3760185"/>
              <a:gd name="csY9431" fmla="*/ 396567 h 793834"/>
              <a:gd name="csX9432" fmla="*/ 2876227 w 3760185"/>
              <a:gd name="csY9432" fmla="*/ 404274 h 793834"/>
              <a:gd name="csX9433" fmla="*/ 2874218 w 3760185"/>
              <a:gd name="csY9433" fmla="*/ 404274 h 793834"/>
              <a:gd name="csX9434" fmla="*/ 2874861 w 3760185"/>
              <a:gd name="csY9434" fmla="*/ 398669 h 793834"/>
              <a:gd name="csX9435" fmla="*/ 2791551 w 3760185"/>
              <a:gd name="csY9435" fmla="*/ 363636 h 793834"/>
              <a:gd name="csX9436" fmla="*/ 2792917 w 3760185"/>
              <a:gd name="csY9436" fmla="*/ 393764 h 793834"/>
              <a:gd name="csX9437" fmla="*/ 2792917 w 3760185"/>
              <a:gd name="csY9437" fmla="*/ 383955 h 793834"/>
              <a:gd name="csX9438" fmla="*/ 2794283 w 3760185"/>
              <a:gd name="csY9438" fmla="*/ 367139 h 793834"/>
              <a:gd name="csX9439" fmla="*/ 2794283 w 3760185"/>
              <a:gd name="csY9439" fmla="*/ 388859 h 793834"/>
              <a:gd name="csX9440" fmla="*/ 2795649 w 3760185"/>
              <a:gd name="csY9440" fmla="*/ 387458 h 793834"/>
              <a:gd name="csX9441" fmla="*/ 2795649 w 3760185"/>
              <a:gd name="csY9441" fmla="*/ 399369 h 793834"/>
              <a:gd name="csX9442" fmla="*/ 2797014 w 3760185"/>
              <a:gd name="csY9442" fmla="*/ 403573 h 793834"/>
              <a:gd name="csX9443" fmla="*/ 2797014 w 3760185"/>
              <a:gd name="csY9443" fmla="*/ 404293 h 793834"/>
              <a:gd name="csX9444" fmla="*/ 2791551 w 3760185"/>
              <a:gd name="csY9444" fmla="*/ 404294 h 793834"/>
              <a:gd name="csX9445" fmla="*/ 2002160 w 3760185"/>
              <a:gd name="csY9445" fmla="*/ 363636 h 793834"/>
              <a:gd name="csX9446" fmla="*/ 2003384 w 3760185"/>
              <a:gd name="csY9446" fmla="*/ 404486 h 793834"/>
              <a:gd name="csX9447" fmla="*/ 2001574 w 3760185"/>
              <a:gd name="csY9447" fmla="*/ 404487 h 793834"/>
              <a:gd name="csX9448" fmla="*/ 2002160 w 3760185"/>
              <a:gd name="csY9448" fmla="*/ 374146 h 793834"/>
              <a:gd name="csX9449" fmla="*/ 549023 w 3760185"/>
              <a:gd name="csY9449" fmla="*/ 363636 h 793834"/>
              <a:gd name="csX9450" fmla="*/ 549803 w 3760185"/>
              <a:gd name="csY9450" fmla="*/ 404840 h 793834"/>
              <a:gd name="csX9451" fmla="*/ 549023 w 3760185"/>
              <a:gd name="csY9451" fmla="*/ 404841 h 793834"/>
              <a:gd name="csX9452" fmla="*/ 376941 w 3760185"/>
              <a:gd name="csY9452" fmla="*/ 363636 h 793834"/>
              <a:gd name="csX9453" fmla="*/ 378307 w 3760185"/>
              <a:gd name="csY9453" fmla="*/ 400070 h 793834"/>
              <a:gd name="csX9454" fmla="*/ 378307 w 3760185"/>
              <a:gd name="csY9454" fmla="*/ 400770 h 793834"/>
              <a:gd name="csX9455" fmla="*/ 378307 w 3760185"/>
              <a:gd name="csY9455" fmla="*/ 401471 h 793834"/>
              <a:gd name="csX9456" fmla="*/ 379673 w 3760185"/>
              <a:gd name="csY9456" fmla="*/ 397968 h 793834"/>
              <a:gd name="csX9457" fmla="*/ 379673 w 3760185"/>
              <a:gd name="csY9457" fmla="*/ 403573 h 793834"/>
              <a:gd name="csX9458" fmla="*/ 379957 w 3760185"/>
              <a:gd name="csY9458" fmla="*/ 404882 h 793834"/>
              <a:gd name="csX9459" fmla="*/ 376941 w 3760185"/>
              <a:gd name="csY9459" fmla="*/ 404883 h 793834"/>
              <a:gd name="csX9460" fmla="*/ 3486707 w 3760185"/>
              <a:gd name="csY9460" fmla="*/ 362936 h 793834"/>
              <a:gd name="csX9461" fmla="*/ 3486707 w 3760185"/>
              <a:gd name="csY9461" fmla="*/ 393063 h 793834"/>
              <a:gd name="csX9462" fmla="*/ 3488073 w 3760185"/>
              <a:gd name="csY9462" fmla="*/ 400770 h 793834"/>
              <a:gd name="csX9463" fmla="*/ 3488073 w 3760185"/>
              <a:gd name="csY9463" fmla="*/ 404125 h 793834"/>
              <a:gd name="csX9464" fmla="*/ 3482611 w 3760185"/>
              <a:gd name="csY9464" fmla="*/ 404126 h 793834"/>
              <a:gd name="csX9465" fmla="*/ 3481245 w 3760185"/>
              <a:gd name="csY9465" fmla="*/ 404126 h 793834"/>
              <a:gd name="csX9466" fmla="*/ 3481245 w 3760185"/>
              <a:gd name="csY9466" fmla="*/ 381152 h 793834"/>
              <a:gd name="csX9467" fmla="*/ 3482611 w 3760185"/>
              <a:gd name="csY9467" fmla="*/ 386057 h 793834"/>
              <a:gd name="csX9468" fmla="*/ 3482611 w 3760185"/>
              <a:gd name="csY9468" fmla="*/ 388859 h 793834"/>
              <a:gd name="csX9469" fmla="*/ 3483976 w 3760185"/>
              <a:gd name="csY9469" fmla="*/ 395866 h 793834"/>
              <a:gd name="csX9470" fmla="*/ 3483976 w 3760185"/>
              <a:gd name="csY9470" fmla="*/ 379050 h 793834"/>
              <a:gd name="csX9471" fmla="*/ 3485342 w 3760185"/>
              <a:gd name="csY9471" fmla="*/ 400070 h 793834"/>
              <a:gd name="csX9472" fmla="*/ 3485342 w 3760185"/>
              <a:gd name="csY9472" fmla="*/ 386057 h 793834"/>
              <a:gd name="csX9473" fmla="*/ 3399301 w 3760185"/>
              <a:gd name="csY9473" fmla="*/ 362936 h 793834"/>
              <a:gd name="csX9474" fmla="*/ 3399301 w 3760185"/>
              <a:gd name="csY9474" fmla="*/ 404146 h 793834"/>
              <a:gd name="csX9475" fmla="*/ 3398887 w 3760185"/>
              <a:gd name="csY9475" fmla="*/ 404147 h 793834"/>
              <a:gd name="csX9476" fmla="*/ 1540543 w 3760185"/>
              <a:gd name="csY9476" fmla="*/ 362936 h 793834"/>
              <a:gd name="csX9477" fmla="*/ 1540994 w 3760185"/>
              <a:gd name="csY9477" fmla="*/ 404599 h 793834"/>
              <a:gd name="csX9478" fmla="*/ 1540543 w 3760185"/>
              <a:gd name="csY9478" fmla="*/ 404599 h 793834"/>
              <a:gd name="csX9479" fmla="*/ 1316563 w 3760185"/>
              <a:gd name="csY9479" fmla="*/ 362936 h 793834"/>
              <a:gd name="csX9480" fmla="*/ 1316563 w 3760185"/>
              <a:gd name="csY9480" fmla="*/ 404654 h 793834"/>
              <a:gd name="csX9481" fmla="*/ 1315618 w 3760185"/>
              <a:gd name="csY9481" fmla="*/ 404654 h 793834"/>
              <a:gd name="csX9482" fmla="*/ 950548 w 3760185"/>
              <a:gd name="csY9482" fmla="*/ 362936 h 793834"/>
              <a:gd name="csX9483" fmla="*/ 950548 w 3760185"/>
              <a:gd name="csY9483" fmla="*/ 393063 h 793834"/>
              <a:gd name="csX9484" fmla="*/ 951913 w 3760185"/>
              <a:gd name="csY9484" fmla="*/ 395866 h 793834"/>
              <a:gd name="csX9485" fmla="*/ 951913 w 3760185"/>
              <a:gd name="csY9485" fmla="*/ 397968 h 793834"/>
              <a:gd name="csX9486" fmla="*/ 951913 w 3760185"/>
              <a:gd name="csY9486" fmla="*/ 404742 h 793834"/>
              <a:gd name="csX9487" fmla="*/ 947170 w 3760185"/>
              <a:gd name="csY9487" fmla="*/ 404744 h 793834"/>
              <a:gd name="csX9488" fmla="*/ 947816 w 3760185"/>
              <a:gd name="csY9488" fmla="*/ 394465 h 793834"/>
              <a:gd name="csX9489" fmla="*/ 947816 w 3760185"/>
              <a:gd name="csY9489" fmla="*/ 403573 h 793834"/>
              <a:gd name="csX9490" fmla="*/ 949182 w 3760185"/>
              <a:gd name="csY9490" fmla="*/ 386758 h 793834"/>
              <a:gd name="csX9491" fmla="*/ 949182 w 3760185"/>
              <a:gd name="csY9491" fmla="*/ 383955 h 793834"/>
              <a:gd name="csX9492" fmla="*/ 831729 w 3760185"/>
              <a:gd name="csY9492" fmla="*/ 362936 h 793834"/>
              <a:gd name="csX9493" fmla="*/ 831729 w 3760185"/>
              <a:gd name="csY9493" fmla="*/ 404772 h 793834"/>
              <a:gd name="csX9494" fmla="*/ 831072 w 3760185"/>
              <a:gd name="csY9494" fmla="*/ 404772 h 793834"/>
              <a:gd name="csX9495" fmla="*/ 727934 w 3760185"/>
              <a:gd name="csY9495" fmla="*/ 362936 h 793834"/>
              <a:gd name="csX9496" fmla="*/ 727934 w 3760185"/>
              <a:gd name="csY9496" fmla="*/ 404797 h 793834"/>
              <a:gd name="csX9497" fmla="*/ 727212 w 3760185"/>
              <a:gd name="csY9497" fmla="*/ 404797 h 793834"/>
              <a:gd name="csX9498" fmla="*/ 3597332 w 3760185"/>
              <a:gd name="csY9498" fmla="*/ 362235 h 793834"/>
              <a:gd name="csX9499" fmla="*/ 3597332 w 3760185"/>
              <a:gd name="csY9499" fmla="*/ 396567 h 793834"/>
              <a:gd name="csX9500" fmla="*/ 3598310 w 3760185"/>
              <a:gd name="csY9500" fmla="*/ 404098 h 793834"/>
              <a:gd name="csX9501" fmla="*/ 3596037 w 3760185"/>
              <a:gd name="csY9501" fmla="*/ 404098 h 793834"/>
              <a:gd name="csX9502" fmla="*/ 2777894 w 3760185"/>
              <a:gd name="csY9502" fmla="*/ 362235 h 793834"/>
              <a:gd name="csX9503" fmla="*/ 2778757 w 3760185"/>
              <a:gd name="csY9503" fmla="*/ 404298 h 793834"/>
              <a:gd name="csX9504" fmla="*/ 2774776 w 3760185"/>
              <a:gd name="csY9504" fmla="*/ 404299 h 793834"/>
              <a:gd name="csX9505" fmla="*/ 2775163 w 3760185"/>
              <a:gd name="csY9505" fmla="*/ 393764 h 793834"/>
              <a:gd name="csX9506" fmla="*/ 2775163 w 3760185"/>
              <a:gd name="csY9506" fmla="*/ 395866 h 793834"/>
              <a:gd name="csX9507" fmla="*/ 2776528 w 3760185"/>
              <a:gd name="csY9507" fmla="*/ 381853 h 793834"/>
              <a:gd name="csX9508" fmla="*/ 2776528 w 3760185"/>
              <a:gd name="csY9508" fmla="*/ 390261 h 793834"/>
              <a:gd name="csX9509" fmla="*/ 2777894 w 3760185"/>
              <a:gd name="csY9509" fmla="*/ 363636 h 793834"/>
              <a:gd name="csX9510" fmla="*/ 1354804 w 3760185"/>
              <a:gd name="csY9510" fmla="*/ 361534 h 793834"/>
              <a:gd name="csX9511" fmla="*/ 1354804 w 3760185"/>
              <a:gd name="csY9511" fmla="*/ 404644 h 793834"/>
              <a:gd name="csX9512" fmla="*/ 1354455 w 3760185"/>
              <a:gd name="csY9512" fmla="*/ 404644 h 793834"/>
              <a:gd name="csX9513" fmla="*/ 2982753 w 3760185"/>
              <a:gd name="csY9513" fmla="*/ 360834 h 793834"/>
              <a:gd name="csX9514" fmla="*/ 2983094 w 3760185"/>
              <a:gd name="csY9514" fmla="*/ 404248 h 793834"/>
              <a:gd name="csX9515" fmla="*/ 2982640 w 3760185"/>
              <a:gd name="csY9515" fmla="*/ 404248 h 793834"/>
              <a:gd name="csX9516" fmla="*/ 2982753 w 3760185"/>
              <a:gd name="csY9516" fmla="*/ 401471 h 793834"/>
              <a:gd name="csX9517" fmla="*/ 3193076 w 3760185"/>
              <a:gd name="csY9517" fmla="*/ 360133 h 793834"/>
              <a:gd name="csX9518" fmla="*/ 3193526 w 3760185"/>
              <a:gd name="csY9518" fmla="*/ 404197 h 793834"/>
              <a:gd name="csX9519" fmla="*/ 3193076 w 3760185"/>
              <a:gd name="csY9519" fmla="*/ 404197 h 793834"/>
              <a:gd name="csX9520" fmla="*/ 2189265 w 3760185"/>
              <a:gd name="csY9520" fmla="*/ 360133 h 793834"/>
              <a:gd name="csX9521" fmla="*/ 2190630 w 3760185"/>
              <a:gd name="csY9521" fmla="*/ 397267 h 793834"/>
              <a:gd name="csX9522" fmla="*/ 2190630 w 3760185"/>
              <a:gd name="csY9522" fmla="*/ 404441 h 793834"/>
              <a:gd name="csX9523" fmla="*/ 2189265 w 3760185"/>
              <a:gd name="csY9523" fmla="*/ 404441 h 793834"/>
              <a:gd name="csX9524" fmla="*/ 3384278 w 3760185"/>
              <a:gd name="csY9524" fmla="*/ 359432 h 793834"/>
              <a:gd name="csX9525" fmla="*/ 3384820 w 3760185"/>
              <a:gd name="csY9525" fmla="*/ 404150 h 793834"/>
              <a:gd name="csX9526" fmla="*/ 3384278 w 3760185"/>
              <a:gd name="csY9526" fmla="*/ 404150 h 793834"/>
              <a:gd name="csX9527" fmla="*/ 1328855 w 3760185"/>
              <a:gd name="csY9527" fmla="*/ 359432 h 793834"/>
              <a:gd name="csX9528" fmla="*/ 1329628 w 3760185"/>
              <a:gd name="csY9528" fmla="*/ 404650 h 793834"/>
              <a:gd name="csX9529" fmla="*/ 1328171 w 3760185"/>
              <a:gd name="csY9529" fmla="*/ 404651 h 793834"/>
              <a:gd name="csX9530" fmla="*/ 1328855 w 3760185"/>
              <a:gd name="csY9530" fmla="*/ 381853 h 793834"/>
              <a:gd name="csX9531" fmla="*/ 1305637 w 3760185"/>
              <a:gd name="csY9531" fmla="*/ 359432 h 793834"/>
              <a:gd name="csX9532" fmla="*/ 1305637 w 3760185"/>
              <a:gd name="csY9532" fmla="*/ 404656 h 793834"/>
              <a:gd name="csX9533" fmla="*/ 1305185 w 3760185"/>
              <a:gd name="csY9533" fmla="*/ 404656 h 793834"/>
              <a:gd name="csX9534" fmla="*/ 554486 w 3760185"/>
              <a:gd name="csY9534" fmla="*/ 359432 h 793834"/>
              <a:gd name="csX9535" fmla="*/ 554486 w 3760185"/>
              <a:gd name="csY9535" fmla="*/ 404839 h 793834"/>
              <a:gd name="csX9536" fmla="*/ 553121 w 3760185"/>
              <a:gd name="csY9536" fmla="*/ 404840 h 793834"/>
              <a:gd name="csX9537" fmla="*/ 552847 w 3760185"/>
              <a:gd name="csY9537" fmla="*/ 404840 h 793834"/>
              <a:gd name="csX9538" fmla="*/ 553121 w 3760185"/>
              <a:gd name="csY9538" fmla="*/ 403573 h 793834"/>
              <a:gd name="csX9539" fmla="*/ 553121 w 3760185"/>
              <a:gd name="csY9539" fmla="*/ 398669 h 793834"/>
              <a:gd name="csX9540" fmla="*/ 2309449 w 3760185"/>
              <a:gd name="csY9540" fmla="*/ 358732 h 793834"/>
              <a:gd name="csX9541" fmla="*/ 2309449 w 3760185"/>
              <a:gd name="csY9541" fmla="*/ 390961 h 793834"/>
              <a:gd name="csX9542" fmla="*/ 2309449 w 3760185"/>
              <a:gd name="csY9542" fmla="*/ 404412 h 793834"/>
              <a:gd name="csX9543" fmla="*/ 2309027 w 3760185"/>
              <a:gd name="csY9543" fmla="*/ 404412 h 793834"/>
              <a:gd name="csX9544" fmla="*/ 1492742 w 3760185"/>
              <a:gd name="csY9544" fmla="*/ 358732 h 793834"/>
              <a:gd name="csX9545" fmla="*/ 1493054 w 3760185"/>
              <a:gd name="csY9545" fmla="*/ 404611 h 793834"/>
              <a:gd name="csX9546" fmla="*/ 1492742 w 3760185"/>
              <a:gd name="csY9546" fmla="*/ 404611 h 793834"/>
              <a:gd name="csX9547" fmla="*/ 930062 w 3760185"/>
              <a:gd name="csY9547" fmla="*/ 358732 h 793834"/>
              <a:gd name="csX9548" fmla="*/ 930062 w 3760185"/>
              <a:gd name="csY9548" fmla="*/ 400070 h 793834"/>
              <a:gd name="csX9549" fmla="*/ 930477 w 3760185"/>
              <a:gd name="csY9549" fmla="*/ 404748 h 793834"/>
              <a:gd name="csX9550" fmla="*/ 928780 w 3760185"/>
              <a:gd name="csY9550" fmla="*/ 404748 h 793834"/>
              <a:gd name="csX9551" fmla="*/ 543560 w 3760185"/>
              <a:gd name="csY9551" fmla="*/ 358732 h 793834"/>
              <a:gd name="csX9552" fmla="*/ 544140 w 3760185"/>
              <a:gd name="csY9552" fmla="*/ 404842 h 793834"/>
              <a:gd name="csX9553" fmla="*/ 543560 w 3760185"/>
              <a:gd name="csY9553" fmla="*/ 404842 h 793834"/>
              <a:gd name="csX9554" fmla="*/ 542195 w 3760185"/>
              <a:gd name="csY9554" fmla="*/ 404842 h 793834"/>
              <a:gd name="csX9555" fmla="*/ 542195 w 3760185"/>
              <a:gd name="csY9555" fmla="*/ 395165 h 793834"/>
              <a:gd name="csX9556" fmla="*/ 543560 w 3760185"/>
              <a:gd name="csY9556" fmla="*/ 402872 h 793834"/>
              <a:gd name="csX9557" fmla="*/ 3283214 w 3760185"/>
              <a:gd name="csY9557" fmla="*/ 358031 h 793834"/>
              <a:gd name="csX9558" fmla="*/ 3284580 w 3760185"/>
              <a:gd name="csY9558" fmla="*/ 397267 h 793834"/>
              <a:gd name="csX9559" fmla="*/ 3284580 w 3760185"/>
              <a:gd name="csY9559" fmla="*/ 404174 h 793834"/>
              <a:gd name="csX9560" fmla="*/ 3283214 w 3760185"/>
              <a:gd name="csY9560" fmla="*/ 404175 h 793834"/>
              <a:gd name="csX9561" fmla="*/ 2802477 w 3760185"/>
              <a:gd name="csY9561" fmla="*/ 358031 h 793834"/>
              <a:gd name="csX9562" fmla="*/ 2802477 w 3760185"/>
              <a:gd name="csY9562" fmla="*/ 382554 h 793834"/>
              <a:gd name="csX9563" fmla="*/ 2802477 w 3760185"/>
              <a:gd name="csY9563" fmla="*/ 404292 h 793834"/>
              <a:gd name="csX9564" fmla="*/ 2801258 w 3760185"/>
              <a:gd name="csY9564" fmla="*/ 404292 h 793834"/>
              <a:gd name="csX9565" fmla="*/ 3116595 w 3760185"/>
              <a:gd name="csY9565" fmla="*/ 357330 h 793834"/>
              <a:gd name="csX9566" fmla="*/ 3116595 w 3760185"/>
              <a:gd name="csY9566" fmla="*/ 404215 h 793834"/>
              <a:gd name="csX9567" fmla="*/ 3115786 w 3760185"/>
              <a:gd name="csY9567" fmla="*/ 404215 h 793834"/>
              <a:gd name="csX9568" fmla="*/ 2179705 w 3760185"/>
              <a:gd name="csY9568" fmla="*/ 357330 h 793834"/>
              <a:gd name="csX9569" fmla="*/ 2181070 w 3760185"/>
              <a:gd name="csY9569" fmla="*/ 387458 h 793834"/>
              <a:gd name="csX9570" fmla="*/ 2181070 w 3760185"/>
              <a:gd name="csY9570" fmla="*/ 404443 h 793834"/>
              <a:gd name="csX9571" fmla="*/ 2179705 w 3760185"/>
              <a:gd name="csY9571" fmla="*/ 404443 h 793834"/>
              <a:gd name="csX9572" fmla="*/ 2014451 w 3760185"/>
              <a:gd name="csY9572" fmla="*/ 357330 h 793834"/>
              <a:gd name="csX9573" fmla="*/ 2014451 w 3760185"/>
              <a:gd name="csY9573" fmla="*/ 404484 h 793834"/>
              <a:gd name="csX9574" fmla="*/ 2013473 w 3760185"/>
              <a:gd name="csY9574" fmla="*/ 404484 h 793834"/>
              <a:gd name="csX9575" fmla="*/ 773003 w 3760185"/>
              <a:gd name="csY9575" fmla="*/ 357330 h 793834"/>
              <a:gd name="csX9576" fmla="*/ 774369 w 3760185"/>
              <a:gd name="csY9576" fmla="*/ 375547 h 793834"/>
              <a:gd name="csX9577" fmla="*/ 774369 w 3760185"/>
              <a:gd name="csY9577" fmla="*/ 404786 h 793834"/>
              <a:gd name="csX9578" fmla="*/ 773003 w 3760185"/>
              <a:gd name="csY9578" fmla="*/ 404786 h 793834"/>
              <a:gd name="csX9579" fmla="*/ 741591 w 3760185"/>
              <a:gd name="csY9579" fmla="*/ 357330 h 793834"/>
              <a:gd name="csX9580" fmla="*/ 741591 w 3760185"/>
              <a:gd name="csY9580" fmla="*/ 404794 h 793834"/>
              <a:gd name="csX9581" fmla="*/ 741207 w 3760185"/>
              <a:gd name="csY9581" fmla="*/ 404794 h 793834"/>
              <a:gd name="csX9582" fmla="*/ 3309163 w 3760185"/>
              <a:gd name="csY9582" fmla="*/ 356630 h 793834"/>
              <a:gd name="csX9583" fmla="*/ 3309571 w 3760185"/>
              <a:gd name="csY9583" fmla="*/ 404168 h 793834"/>
              <a:gd name="csX9584" fmla="*/ 3309163 w 3760185"/>
              <a:gd name="csY9584" fmla="*/ 404168 h 793834"/>
              <a:gd name="csX9585" fmla="*/ 3183516 w 3760185"/>
              <a:gd name="csY9585" fmla="*/ 356630 h 793834"/>
              <a:gd name="csX9586" fmla="*/ 3183516 w 3760185"/>
              <a:gd name="csY9586" fmla="*/ 404199 h 793834"/>
              <a:gd name="csX9587" fmla="*/ 3182974 w 3760185"/>
              <a:gd name="csY9587" fmla="*/ 404199 h 793834"/>
              <a:gd name="csX9588" fmla="*/ 2271208 w 3760185"/>
              <a:gd name="csY9588" fmla="*/ 356630 h 793834"/>
              <a:gd name="csX9589" fmla="*/ 2271208 w 3760185"/>
              <a:gd name="csY9589" fmla="*/ 403573 h 793834"/>
              <a:gd name="csX9590" fmla="*/ 2271295 w 3760185"/>
              <a:gd name="csY9590" fmla="*/ 404421 h 793834"/>
              <a:gd name="csX9591" fmla="*/ 2270809 w 3760185"/>
              <a:gd name="csY9591" fmla="*/ 404421 h 793834"/>
              <a:gd name="csX9592" fmla="*/ 1408067 w 3760185"/>
              <a:gd name="csY9592" fmla="*/ 356630 h 793834"/>
              <a:gd name="csX9593" fmla="*/ 1409433 w 3760185"/>
              <a:gd name="csY9593" fmla="*/ 390961 h 793834"/>
              <a:gd name="csX9594" fmla="*/ 1409433 w 3760185"/>
              <a:gd name="csY9594" fmla="*/ 404631 h 793834"/>
              <a:gd name="csX9595" fmla="*/ 1406824 w 3760185"/>
              <a:gd name="csY9595" fmla="*/ 404632 h 793834"/>
              <a:gd name="csX9596" fmla="*/ 1408067 w 3760185"/>
              <a:gd name="csY9596" fmla="*/ 358732 h 793834"/>
              <a:gd name="csX9597" fmla="*/ 792123 w 3760185"/>
              <a:gd name="csY9597" fmla="*/ 356630 h 793834"/>
              <a:gd name="csX9598" fmla="*/ 792679 w 3760185"/>
              <a:gd name="csY9598" fmla="*/ 404781 h 793834"/>
              <a:gd name="csX9599" fmla="*/ 792123 w 3760185"/>
              <a:gd name="csY9599" fmla="*/ 404781 h 793834"/>
              <a:gd name="csX9600" fmla="*/ 682865 w 3760185"/>
              <a:gd name="csY9600" fmla="*/ 356630 h 793834"/>
              <a:gd name="csX9601" fmla="*/ 683340 w 3760185"/>
              <a:gd name="csY9601" fmla="*/ 404808 h 793834"/>
              <a:gd name="csX9602" fmla="*/ 682865 w 3760185"/>
              <a:gd name="csY9602" fmla="*/ 404808 h 793834"/>
              <a:gd name="csX9603" fmla="*/ 2380467 w 3760185"/>
              <a:gd name="csY9603" fmla="*/ 355929 h 793834"/>
              <a:gd name="csX9604" fmla="*/ 2381069 w 3760185"/>
              <a:gd name="csY9604" fmla="*/ 404394 h 793834"/>
              <a:gd name="csX9605" fmla="*/ 2380467 w 3760185"/>
              <a:gd name="csY9605" fmla="*/ 404395 h 793834"/>
              <a:gd name="csX9606" fmla="*/ 1619755 w 3760185"/>
              <a:gd name="csY9606" fmla="*/ 355929 h 793834"/>
              <a:gd name="csX9607" fmla="*/ 1619755 w 3760185"/>
              <a:gd name="csY9607" fmla="*/ 382554 h 793834"/>
              <a:gd name="csX9608" fmla="*/ 1621121 w 3760185"/>
              <a:gd name="csY9608" fmla="*/ 390961 h 793834"/>
              <a:gd name="csX9609" fmla="*/ 1621121 w 3760185"/>
              <a:gd name="csY9609" fmla="*/ 393764 h 793834"/>
              <a:gd name="csX9610" fmla="*/ 1621427 w 3760185"/>
              <a:gd name="csY9610" fmla="*/ 404579 h 793834"/>
              <a:gd name="csX9611" fmla="*/ 1618554 w 3760185"/>
              <a:gd name="csY9611" fmla="*/ 404580 h 793834"/>
              <a:gd name="csX9612" fmla="*/ 844021 w 3760185"/>
              <a:gd name="csY9612" fmla="*/ 355929 h 793834"/>
              <a:gd name="csX9613" fmla="*/ 845387 w 3760185"/>
              <a:gd name="csY9613" fmla="*/ 388859 h 793834"/>
              <a:gd name="csX9614" fmla="*/ 845387 w 3760185"/>
              <a:gd name="csY9614" fmla="*/ 404768 h 793834"/>
              <a:gd name="csX9615" fmla="*/ 842950 w 3760185"/>
              <a:gd name="csY9615" fmla="*/ 404769 h 793834"/>
              <a:gd name="csX9616" fmla="*/ 844021 w 3760185"/>
              <a:gd name="csY9616" fmla="*/ 381152 h 793834"/>
              <a:gd name="csX9617" fmla="*/ 2992313 w 3760185"/>
              <a:gd name="csY9617" fmla="*/ 355228 h 793834"/>
              <a:gd name="csX9618" fmla="*/ 2992313 w 3760185"/>
              <a:gd name="csY9618" fmla="*/ 404246 h 793834"/>
              <a:gd name="csX9619" fmla="*/ 2991668 w 3760185"/>
              <a:gd name="csY9619" fmla="*/ 404246 h 793834"/>
              <a:gd name="csX9620" fmla="*/ 1618389 w 3760185"/>
              <a:gd name="csY9620" fmla="*/ 355228 h 793834"/>
              <a:gd name="csX9621" fmla="*/ 1618389 w 3760185"/>
              <a:gd name="csY9621" fmla="*/ 404580 h 793834"/>
              <a:gd name="csX9622" fmla="*/ 1617377 w 3760185"/>
              <a:gd name="csY9622" fmla="*/ 404580 h 793834"/>
              <a:gd name="csX9623" fmla="*/ 719739 w 3760185"/>
              <a:gd name="csY9623" fmla="*/ 355228 h 793834"/>
              <a:gd name="csX9624" fmla="*/ 719739 w 3760185"/>
              <a:gd name="csY9624" fmla="*/ 404799 h 793834"/>
              <a:gd name="csX9625" fmla="*/ 718801 w 3760185"/>
              <a:gd name="csY9625" fmla="*/ 404799 h 793834"/>
              <a:gd name="csX9626" fmla="*/ 655550 w 3760185"/>
              <a:gd name="csY9626" fmla="*/ 355228 h 793834"/>
              <a:gd name="csX9627" fmla="*/ 655550 w 3760185"/>
              <a:gd name="csY9627" fmla="*/ 398669 h 793834"/>
              <a:gd name="csX9628" fmla="*/ 656916 w 3760185"/>
              <a:gd name="csY9628" fmla="*/ 391662 h 793834"/>
              <a:gd name="csX9629" fmla="*/ 656916 w 3760185"/>
              <a:gd name="csY9629" fmla="*/ 404814 h 793834"/>
              <a:gd name="csX9630" fmla="*/ 655550 w 3760185"/>
              <a:gd name="csY9630" fmla="*/ 404815 h 793834"/>
              <a:gd name="csX9631" fmla="*/ 654185 w 3760185"/>
              <a:gd name="csY9631" fmla="*/ 404815 h 793834"/>
              <a:gd name="csX9632" fmla="*/ 654185 w 3760185"/>
              <a:gd name="csY9632" fmla="*/ 370643 h 793834"/>
              <a:gd name="csX9633" fmla="*/ 3087915 w 3760185"/>
              <a:gd name="csY9633" fmla="*/ 354528 h 793834"/>
              <a:gd name="csX9634" fmla="*/ 3088622 w 3760185"/>
              <a:gd name="csY9634" fmla="*/ 404222 h 793834"/>
              <a:gd name="csX9635" fmla="*/ 3087915 w 3760185"/>
              <a:gd name="csY9635" fmla="*/ 404222 h 793834"/>
              <a:gd name="csX9636" fmla="*/ 1362998 w 3760185"/>
              <a:gd name="csY9636" fmla="*/ 354528 h 793834"/>
              <a:gd name="csX9637" fmla="*/ 1363756 w 3760185"/>
              <a:gd name="csY9637" fmla="*/ 404642 h 793834"/>
              <a:gd name="csX9638" fmla="*/ 1362998 w 3760185"/>
              <a:gd name="csY9638" fmla="*/ 404642 h 793834"/>
              <a:gd name="csX9639" fmla="*/ 786660 w 3760185"/>
              <a:gd name="csY9639" fmla="*/ 354528 h 793834"/>
              <a:gd name="csX9640" fmla="*/ 786660 w 3760185"/>
              <a:gd name="csY9640" fmla="*/ 404783 h 793834"/>
              <a:gd name="csX9641" fmla="*/ 786225 w 3760185"/>
              <a:gd name="csY9641" fmla="*/ 404783 h 793834"/>
              <a:gd name="csX9642" fmla="*/ 3300969 w 3760185"/>
              <a:gd name="csY9642" fmla="*/ 353126 h 793834"/>
              <a:gd name="csX9643" fmla="*/ 3300969 w 3760185"/>
              <a:gd name="csY9643" fmla="*/ 404170 h 793834"/>
              <a:gd name="csX9644" fmla="*/ 3299603 w 3760185"/>
              <a:gd name="csY9644" fmla="*/ 404171 h 793834"/>
              <a:gd name="csX9645" fmla="*/ 3299603 w 3760185"/>
              <a:gd name="csY9645" fmla="*/ 400770 h 793834"/>
              <a:gd name="csX9646" fmla="*/ 3156201 w 3760185"/>
              <a:gd name="csY9646" fmla="*/ 352426 h 793834"/>
              <a:gd name="csX9647" fmla="*/ 3157567 w 3760185"/>
              <a:gd name="csY9647" fmla="*/ 388859 h 793834"/>
              <a:gd name="csX9648" fmla="*/ 3157567 w 3760185"/>
              <a:gd name="csY9648" fmla="*/ 372745 h 793834"/>
              <a:gd name="csX9649" fmla="*/ 3158213 w 3760185"/>
              <a:gd name="csY9649" fmla="*/ 404205 h 793834"/>
              <a:gd name="csX9650" fmla="*/ 3156201 w 3760185"/>
              <a:gd name="csY9650" fmla="*/ 404206 h 793834"/>
              <a:gd name="csX9651" fmla="*/ 2249357 w 3760185"/>
              <a:gd name="csY9651" fmla="*/ 352426 h 793834"/>
              <a:gd name="csX9652" fmla="*/ 2249357 w 3760185"/>
              <a:gd name="csY9652" fmla="*/ 404426 h 793834"/>
              <a:gd name="csX9653" fmla="*/ 2249066 w 3760185"/>
              <a:gd name="csY9653" fmla="*/ 404427 h 793834"/>
              <a:gd name="csX9654" fmla="*/ 2222042 w 3760185"/>
              <a:gd name="csY9654" fmla="*/ 352426 h 793834"/>
              <a:gd name="csX9655" fmla="*/ 2223408 w 3760185"/>
              <a:gd name="csY9655" fmla="*/ 378350 h 793834"/>
              <a:gd name="csX9656" fmla="*/ 2223408 w 3760185"/>
              <a:gd name="csY9656" fmla="*/ 398669 h 793834"/>
              <a:gd name="csX9657" fmla="*/ 2223584 w 3760185"/>
              <a:gd name="csY9657" fmla="*/ 404433 h 793834"/>
              <a:gd name="csX9658" fmla="*/ 2222042 w 3760185"/>
              <a:gd name="csY9658" fmla="*/ 404433 h 793834"/>
              <a:gd name="csX9659" fmla="*/ 1274226 w 3760185"/>
              <a:gd name="csY9659" fmla="*/ 352426 h 793834"/>
              <a:gd name="csX9660" fmla="*/ 1274226 w 3760185"/>
              <a:gd name="csY9660" fmla="*/ 404664 h 793834"/>
              <a:gd name="csX9661" fmla="*/ 1272860 w 3760185"/>
              <a:gd name="csY9661" fmla="*/ 404664 h 793834"/>
              <a:gd name="csX9662" fmla="*/ 1272860 w 3760185"/>
              <a:gd name="csY9662" fmla="*/ 368541 h 793834"/>
              <a:gd name="csX9663" fmla="*/ 2990948 w 3760185"/>
              <a:gd name="csY9663" fmla="*/ 351725 h 793834"/>
              <a:gd name="csX9664" fmla="*/ 2990948 w 3760185"/>
              <a:gd name="csY9664" fmla="*/ 404246 h 793834"/>
              <a:gd name="csX9665" fmla="*/ 2990109 w 3760185"/>
              <a:gd name="csY9665" fmla="*/ 404246 h 793834"/>
              <a:gd name="csX9666" fmla="*/ 2028108 w 3760185"/>
              <a:gd name="csY9666" fmla="*/ 351725 h 793834"/>
              <a:gd name="csX9667" fmla="*/ 2028108 w 3760185"/>
              <a:gd name="csY9667" fmla="*/ 404480 h 793834"/>
              <a:gd name="csX9668" fmla="*/ 2027466 w 3760185"/>
              <a:gd name="csY9668" fmla="*/ 404481 h 793834"/>
              <a:gd name="csX9669" fmla="*/ 1375290 w 3760185"/>
              <a:gd name="csY9669" fmla="*/ 351725 h 793834"/>
              <a:gd name="csX9670" fmla="*/ 1375676 w 3760185"/>
              <a:gd name="csY9670" fmla="*/ 404639 h 793834"/>
              <a:gd name="csX9671" fmla="*/ 1374799 w 3760185"/>
              <a:gd name="csY9671" fmla="*/ 404639 h 793834"/>
              <a:gd name="csX9672" fmla="*/ 1375290 w 3760185"/>
              <a:gd name="csY9672" fmla="*/ 361534 h 793834"/>
              <a:gd name="csX9673" fmla="*/ 2344958 w 3760185"/>
              <a:gd name="csY9673" fmla="*/ 351025 h 793834"/>
              <a:gd name="csX9674" fmla="*/ 2344958 w 3760185"/>
              <a:gd name="csY9674" fmla="*/ 404403 h 793834"/>
              <a:gd name="csX9675" fmla="*/ 2343885 w 3760185"/>
              <a:gd name="csY9675" fmla="*/ 404403 h 793834"/>
              <a:gd name="csX9676" fmla="*/ 3052405 w 3760185"/>
              <a:gd name="csY9676" fmla="*/ 350324 h 793834"/>
              <a:gd name="csX9677" fmla="*/ 3053435 w 3760185"/>
              <a:gd name="csY9677" fmla="*/ 404231 h 793834"/>
              <a:gd name="csX9678" fmla="*/ 3052405 w 3760185"/>
              <a:gd name="csY9678" fmla="*/ 404231 h 793834"/>
              <a:gd name="csX9679" fmla="*/ 1666190 w 3760185"/>
              <a:gd name="csY9679" fmla="*/ 350324 h 793834"/>
              <a:gd name="csX9680" fmla="*/ 1667036 w 3760185"/>
              <a:gd name="csY9680" fmla="*/ 404568 h 793834"/>
              <a:gd name="csX9681" fmla="*/ 1664519 w 3760185"/>
              <a:gd name="csY9681" fmla="*/ 404569 h 793834"/>
              <a:gd name="csX9682" fmla="*/ 1664824 w 3760185"/>
              <a:gd name="csY9682" fmla="*/ 395165 h 793834"/>
              <a:gd name="csX9683" fmla="*/ 1664824 w 3760185"/>
              <a:gd name="csY9683" fmla="*/ 403573 h 793834"/>
              <a:gd name="csX9684" fmla="*/ 1666190 w 3760185"/>
              <a:gd name="csY9684" fmla="*/ 399369 h 793834"/>
              <a:gd name="csX9685" fmla="*/ 1436747 w 3760185"/>
              <a:gd name="csY9685" fmla="*/ 350324 h 793834"/>
              <a:gd name="csX9686" fmla="*/ 1436747 w 3760185"/>
              <a:gd name="csY9686" fmla="*/ 404624 h 793834"/>
              <a:gd name="csX9687" fmla="*/ 1436193 w 3760185"/>
              <a:gd name="csY9687" fmla="*/ 404625 h 793834"/>
              <a:gd name="csX9688" fmla="*/ 1505034 w 3760185"/>
              <a:gd name="csY9688" fmla="*/ 349623 h 793834"/>
              <a:gd name="csX9689" fmla="*/ 1505859 w 3760185"/>
              <a:gd name="csY9689" fmla="*/ 404608 h 793834"/>
              <a:gd name="csX9690" fmla="*/ 1503668 w 3760185"/>
              <a:gd name="csY9690" fmla="*/ 404608 h 793834"/>
              <a:gd name="csX9691" fmla="*/ 1503668 w 3760185"/>
              <a:gd name="csY9691" fmla="*/ 395165 h 793834"/>
              <a:gd name="csX9692" fmla="*/ 1505034 w 3760185"/>
              <a:gd name="csY9692" fmla="*/ 355228 h 793834"/>
              <a:gd name="csX9693" fmla="*/ 2926759 w 3760185"/>
              <a:gd name="csY9693" fmla="*/ 348923 h 793834"/>
              <a:gd name="csX9694" fmla="*/ 2926759 w 3760185"/>
              <a:gd name="csY9694" fmla="*/ 403573 h 793834"/>
              <a:gd name="csX9695" fmla="*/ 2928124 w 3760185"/>
              <a:gd name="csY9695" fmla="*/ 390961 h 793834"/>
              <a:gd name="csX9696" fmla="*/ 2928124 w 3760185"/>
              <a:gd name="csY9696" fmla="*/ 401471 h 793834"/>
              <a:gd name="csX9697" fmla="*/ 2928300 w 3760185"/>
              <a:gd name="csY9697" fmla="*/ 404261 h 793834"/>
              <a:gd name="csX9698" fmla="*/ 2925393 w 3760185"/>
              <a:gd name="csY9698" fmla="*/ 404262 h 793834"/>
              <a:gd name="csX9699" fmla="*/ 2924027 w 3760185"/>
              <a:gd name="csY9699" fmla="*/ 404262 h 793834"/>
              <a:gd name="csX9700" fmla="*/ 2924027 w 3760185"/>
              <a:gd name="csY9700" fmla="*/ 400070 h 793834"/>
              <a:gd name="csX9701" fmla="*/ 2925393 w 3760185"/>
              <a:gd name="csY9701" fmla="*/ 400770 h 793834"/>
              <a:gd name="csX9702" fmla="*/ 2925393 w 3760185"/>
              <a:gd name="csY9702" fmla="*/ 381152 h 793834"/>
              <a:gd name="csX9703" fmla="*/ 588629 w 3760185"/>
              <a:gd name="csY9703" fmla="*/ 348923 h 793834"/>
              <a:gd name="csX9704" fmla="*/ 588629 w 3760185"/>
              <a:gd name="csY9704" fmla="*/ 404831 h 793834"/>
              <a:gd name="csX9705" fmla="*/ 587264 w 3760185"/>
              <a:gd name="csY9705" fmla="*/ 404831 h 793834"/>
              <a:gd name="csX9706" fmla="*/ 587264 w 3760185"/>
              <a:gd name="csY9706" fmla="*/ 357330 h 793834"/>
              <a:gd name="csX9707" fmla="*/ 1533714 w 3760185"/>
              <a:gd name="csY9707" fmla="*/ 348222 h 793834"/>
              <a:gd name="csX9708" fmla="*/ 1533714 w 3760185"/>
              <a:gd name="csY9708" fmla="*/ 404601 h 793834"/>
              <a:gd name="csX9709" fmla="*/ 1532882 w 3760185"/>
              <a:gd name="csY9709" fmla="*/ 404601 h 793834"/>
              <a:gd name="csX9710" fmla="*/ 3219025 w 3760185"/>
              <a:gd name="csY9710" fmla="*/ 347521 h 793834"/>
              <a:gd name="csX9711" fmla="*/ 3219493 w 3760185"/>
              <a:gd name="csY9711" fmla="*/ 404190 h 793834"/>
              <a:gd name="csX9712" fmla="*/ 3218782 w 3760185"/>
              <a:gd name="csY9712" fmla="*/ 404190 h 793834"/>
              <a:gd name="csX9713" fmla="*/ 3219025 w 3760185"/>
              <a:gd name="csY9713" fmla="*/ 392363 h 793834"/>
              <a:gd name="csX9714" fmla="*/ 1261934 w 3760185"/>
              <a:gd name="csY9714" fmla="*/ 347521 h 793834"/>
              <a:gd name="csX9715" fmla="*/ 1261934 w 3760185"/>
              <a:gd name="csY9715" fmla="*/ 404667 h 793834"/>
              <a:gd name="csX9716" fmla="*/ 1260568 w 3760185"/>
              <a:gd name="csY9716" fmla="*/ 404667 h 793834"/>
              <a:gd name="csX9717" fmla="*/ 1260160 w 3760185"/>
              <a:gd name="csY9717" fmla="*/ 404667 h 793834"/>
              <a:gd name="csX9718" fmla="*/ 1260568 w 3760185"/>
              <a:gd name="csY9718" fmla="*/ 395866 h 793834"/>
              <a:gd name="csX9719" fmla="*/ 1260568 w 3760185"/>
              <a:gd name="csY9719" fmla="*/ 397968 h 793834"/>
              <a:gd name="csX9720" fmla="*/ 839924 w 3760185"/>
              <a:gd name="csY9720" fmla="*/ 347521 h 793834"/>
              <a:gd name="csX9721" fmla="*/ 839924 w 3760185"/>
              <a:gd name="csY9721" fmla="*/ 369942 h 793834"/>
              <a:gd name="csX9722" fmla="*/ 841289 w 3760185"/>
              <a:gd name="csY9722" fmla="*/ 397267 h 793834"/>
              <a:gd name="csX9723" fmla="*/ 841289 w 3760185"/>
              <a:gd name="csY9723" fmla="*/ 404769 h 793834"/>
              <a:gd name="csX9724" fmla="*/ 838558 w 3760185"/>
              <a:gd name="csY9724" fmla="*/ 404770 h 793834"/>
              <a:gd name="csX9725" fmla="*/ 838558 w 3760185"/>
              <a:gd name="csY9725" fmla="*/ 376948 h 793834"/>
              <a:gd name="csX9726" fmla="*/ 721105 w 3760185"/>
              <a:gd name="csY9726" fmla="*/ 347521 h 793834"/>
              <a:gd name="csX9727" fmla="*/ 721105 w 3760185"/>
              <a:gd name="csY9727" fmla="*/ 404799 h 793834"/>
              <a:gd name="csX9728" fmla="*/ 720535 w 3760185"/>
              <a:gd name="csY9728" fmla="*/ 404799 h 793834"/>
              <a:gd name="csX9729" fmla="*/ 2390027 w 3760185"/>
              <a:gd name="csY9729" fmla="*/ 346821 h 793834"/>
              <a:gd name="csX9730" fmla="*/ 2390554 w 3760185"/>
              <a:gd name="csY9730" fmla="*/ 404392 h 793834"/>
              <a:gd name="csX9731" fmla="*/ 2390027 w 3760185"/>
              <a:gd name="csY9731" fmla="*/ 404392 h 793834"/>
              <a:gd name="csX9732" fmla="*/ 3033285 w 3760185"/>
              <a:gd name="csY9732" fmla="*/ 346120 h 793834"/>
              <a:gd name="csX9733" fmla="*/ 3034517 w 3760185"/>
              <a:gd name="csY9733" fmla="*/ 404235 h 793834"/>
              <a:gd name="csX9734" fmla="*/ 3033285 w 3760185"/>
              <a:gd name="csY9734" fmla="*/ 404236 h 793834"/>
              <a:gd name="csX9735" fmla="*/ 1439479 w 3760185"/>
              <a:gd name="csY9735" fmla="*/ 346120 h 793834"/>
              <a:gd name="csX9736" fmla="*/ 1440406 w 3760185"/>
              <a:gd name="csY9736" fmla="*/ 404623 h 793834"/>
              <a:gd name="csX9737" fmla="*/ 1438113 w 3760185"/>
              <a:gd name="csY9737" fmla="*/ 404624 h 793834"/>
              <a:gd name="csX9738" fmla="*/ 1438113 w 3760185"/>
              <a:gd name="csY9738" fmla="*/ 385356 h 793834"/>
              <a:gd name="csX9739" fmla="*/ 1439479 w 3760185"/>
              <a:gd name="csY9739" fmla="*/ 371343 h 793834"/>
              <a:gd name="csX9740" fmla="*/ 3115229 w 3760185"/>
              <a:gd name="csY9740" fmla="*/ 345419 h 793834"/>
              <a:gd name="csX9741" fmla="*/ 3115229 w 3760185"/>
              <a:gd name="csY9741" fmla="*/ 404216 h 793834"/>
              <a:gd name="csX9742" fmla="*/ 3114392 w 3760185"/>
              <a:gd name="csY9742" fmla="*/ 404216 h 793834"/>
              <a:gd name="csX9743" fmla="*/ 1569223 w 3760185"/>
              <a:gd name="csY9743" fmla="*/ 345419 h 793834"/>
              <a:gd name="csX9744" fmla="*/ 1569815 w 3760185"/>
              <a:gd name="csY9744" fmla="*/ 404592 h 793834"/>
              <a:gd name="csX9745" fmla="*/ 1569223 w 3760185"/>
              <a:gd name="csY9745" fmla="*/ 404592 h 793834"/>
              <a:gd name="csX9746" fmla="*/ 1569223 w 3760185"/>
              <a:gd name="csY9746" fmla="*/ 366439 h 793834"/>
              <a:gd name="csX9747" fmla="*/ 1543274 w 3760185"/>
              <a:gd name="csY9747" fmla="*/ 344719 h 793834"/>
              <a:gd name="csX9748" fmla="*/ 1543274 w 3760185"/>
              <a:gd name="csY9748" fmla="*/ 404598 h 793834"/>
              <a:gd name="csX9749" fmla="*/ 1541933 w 3760185"/>
              <a:gd name="csY9749" fmla="*/ 404599 h 793834"/>
              <a:gd name="csX9750" fmla="*/ 1536446 w 3760185"/>
              <a:gd name="csY9750" fmla="*/ 344719 h 793834"/>
              <a:gd name="csX9751" fmla="*/ 1536446 w 3760185"/>
              <a:gd name="csY9751" fmla="*/ 404600 h 793834"/>
              <a:gd name="csX9752" fmla="*/ 1535743 w 3760185"/>
              <a:gd name="csY9752" fmla="*/ 404600 h 793834"/>
              <a:gd name="csX9753" fmla="*/ 1485914 w 3760185"/>
              <a:gd name="csY9753" fmla="*/ 344719 h 793834"/>
              <a:gd name="csX9754" fmla="*/ 1487279 w 3760185"/>
              <a:gd name="csY9754" fmla="*/ 352426 h 793834"/>
              <a:gd name="csX9755" fmla="*/ 1487279 w 3760185"/>
              <a:gd name="csY9755" fmla="*/ 404612 h 793834"/>
              <a:gd name="csX9756" fmla="*/ 1485914 w 3760185"/>
              <a:gd name="csY9756" fmla="*/ 404612 h 793834"/>
              <a:gd name="csX9757" fmla="*/ 2029474 w 3760185"/>
              <a:gd name="csY9757" fmla="*/ 344018 h 793834"/>
              <a:gd name="csX9758" fmla="*/ 2030058 w 3760185"/>
              <a:gd name="csY9758" fmla="*/ 404480 h 793834"/>
              <a:gd name="csX9759" fmla="*/ 2029474 w 3760185"/>
              <a:gd name="csY9759" fmla="*/ 404480 h 793834"/>
              <a:gd name="csX9760" fmla="*/ 1544640 w 3760185"/>
              <a:gd name="csY9760" fmla="*/ 344018 h 793834"/>
              <a:gd name="csX9761" fmla="*/ 1546006 w 3760185"/>
              <a:gd name="csY9761" fmla="*/ 370643 h 793834"/>
              <a:gd name="csX9762" fmla="*/ 1546006 w 3760185"/>
              <a:gd name="csY9762" fmla="*/ 373445 h 793834"/>
              <a:gd name="csX9763" fmla="*/ 1547372 w 3760185"/>
              <a:gd name="csY9763" fmla="*/ 363636 h 793834"/>
              <a:gd name="csX9764" fmla="*/ 1547372 w 3760185"/>
              <a:gd name="csY9764" fmla="*/ 346821 h 793834"/>
              <a:gd name="csX9765" fmla="*/ 1548737 w 3760185"/>
              <a:gd name="csY9765" fmla="*/ 358031 h 793834"/>
              <a:gd name="csX9766" fmla="*/ 1548737 w 3760185"/>
              <a:gd name="csY9766" fmla="*/ 402872 h 793834"/>
              <a:gd name="csX9767" fmla="*/ 1549043 w 3760185"/>
              <a:gd name="csY9767" fmla="*/ 404597 h 793834"/>
              <a:gd name="csX9768" fmla="*/ 1548737 w 3760185"/>
              <a:gd name="csY9768" fmla="*/ 404597 h 793834"/>
              <a:gd name="csX9769" fmla="*/ 1547372 w 3760185"/>
              <a:gd name="csY9769" fmla="*/ 404597 h 793834"/>
              <a:gd name="csX9770" fmla="*/ 1544640 w 3760185"/>
              <a:gd name="csY9770" fmla="*/ 404598 h 793834"/>
              <a:gd name="csX9771" fmla="*/ 1537811 w 3760185"/>
              <a:gd name="csY9771" fmla="*/ 344018 h 793834"/>
              <a:gd name="csX9772" fmla="*/ 1537811 w 3760185"/>
              <a:gd name="csY9772" fmla="*/ 366439 h 793834"/>
              <a:gd name="csX9773" fmla="*/ 1538803 w 3760185"/>
              <a:gd name="csY9773" fmla="*/ 404600 h 793834"/>
              <a:gd name="csX9774" fmla="*/ 1536819 w 3760185"/>
              <a:gd name="csY9774" fmla="*/ 404600 h 793834"/>
              <a:gd name="csX9775" fmla="*/ 1416262 w 3760185"/>
              <a:gd name="csY9775" fmla="*/ 344018 h 793834"/>
              <a:gd name="csX9776" fmla="*/ 1416262 w 3760185"/>
              <a:gd name="csY9776" fmla="*/ 346120 h 793834"/>
              <a:gd name="csX9777" fmla="*/ 1416966 w 3760185"/>
              <a:gd name="csY9777" fmla="*/ 404629 h 793834"/>
              <a:gd name="csX9778" fmla="*/ 1414896 w 3760185"/>
              <a:gd name="csY9778" fmla="*/ 404630 h 793834"/>
              <a:gd name="csX9779" fmla="*/ 1414896 w 3760185"/>
              <a:gd name="csY9779" fmla="*/ 360834 h 793834"/>
              <a:gd name="csX9780" fmla="*/ 1312466 w 3760185"/>
              <a:gd name="csY9780" fmla="*/ 344018 h 793834"/>
              <a:gd name="csX9781" fmla="*/ 1312466 w 3760185"/>
              <a:gd name="csY9781" fmla="*/ 358732 h 793834"/>
              <a:gd name="csX9782" fmla="*/ 1312466 w 3760185"/>
              <a:gd name="csY9782" fmla="*/ 404655 h 793834"/>
              <a:gd name="csX9783" fmla="*/ 1311762 w 3760185"/>
              <a:gd name="csY9783" fmla="*/ 404655 h 793834"/>
              <a:gd name="csX9784" fmla="*/ 3366523 w 3760185"/>
              <a:gd name="csY9784" fmla="*/ 343317 h 793834"/>
              <a:gd name="csX9785" fmla="*/ 3367415 w 3760185"/>
              <a:gd name="csY9785" fmla="*/ 404154 h 793834"/>
              <a:gd name="csX9786" fmla="*/ 3366523 w 3760185"/>
              <a:gd name="csY9786" fmla="*/ 404154 h 793834"/>
              <a:gd name="csX9787" fmla="*/ 2303986 w 3760185"/>
              <a:gd name="csY9787" fmla="*/ 343317 h 793834"/>
              <a:gd name="csX9788" fmla="*/ 2304357 w 3760185"/>
              <a:gd name="csY9788" fmla="*/ 404413 h 793834"/>
              <a:gd name="csX9789" fmla="*/ 2303508 w 3760185"/>
              <a:gd name="csY9789" fmla="*/ 404413 h 793834"/>
              <a:gd name="csX9790" fmla="*/ 2303986 w 3760185"/>
              <a:gd name="csY9790" fmla="*/ 401471 h 793834"/>
              <a:gd name="csX9791" fmla="*/ 658282 w 3760185"/>
              <a:gd name="csY9791" fmla="*/ 343317 h 793834"/>
              <a:gd name="csX9792" fmla="*/ 658282 w 3760185"/>
              <a:gd name="csY9792" fmla="*/ 404814 h 793834"/>
              <a:gd name="csX9793" fmla="*/ 657585 w 3760185"/>
              <a:gd name="csY9793" fmla="*/ 404814 h 793834"/>
              <a:gd name="csX9794" fmla="*/ 3127521 w 3760185"/>
              <a:gd name="csY9794" fmla="*/ 342617 h 793834"/>
              <a:gd name="csX9795" fmla="*/ 3127521 w 3760185"/>
              <a:gd name="csY9795" fmla="*/ 404213 h 793834"/>
              <a:gd name="csX9796" fmla="*/ 3126155 w 3760185"/>
              <a:gd name="csY9796" fmla="*/ 404213 h 793834"/>
              <a:gd name="csX9797" fmla="*/ 3126155 w 3760185"/>
              <a:gd name="csY9797" fmla="*/ 402872 h 793834"/>
              <a:gd name="csX9798" fmla="*/ 3034651 w 3760185"/>
              <a:gd name="csY9798" fmla="*/ 342617 h 793834"/>
              <a:gd name="csX9799" fmla="*/ 3035290 w 3760185"/>
              <a:gd name="csY9799" fmla="*/ 404235 h 793834"/>
              <a:gd name="csX9800" fmla="*/ 3034651 w 3760185"/>
              <a:gd name="csY9800" fmla="*/ 404235 h 793834"/>
              <a:gd name="csX9801" fmla="*/ 2021280 w 3760185"/>
              <a:gd name="csY9801" fmla="*/ 342617 h 793834"/>
              <a:gd name="csX9802" fmla="*/ 2021280 w 3760185"/>
              <a:gd name="csY9802" fmla="*/ 404482 h 793834"/>
              <a:gd name="csX9803" fmla="*/ 2020522 w 3760185"/>
              <a:gd name="csY9803" fmla="*/ 404482 h 793834"/>
              <a:gd name="csX9804" fmla="*/ 1427187 w 3760185"/>
              <a:gd name="csY9804" fmla="*/ 342617 h 793834"/>
              <a:gd name="csX9805" fmla="*/ 1427187 w 3760185"/>
              <a:gd name="csY9805" fmla="*/ 404627 h 793834"/>
              <a:gd name="csX9806" fmla="*/ 1426548 w 3760185"/>
              <a:gd name="csY9806" fmla="*/ 404627 h 793834"/>
              <a:gd name="csX9807" fmla="*/ 3160298 w 3760185"/>
              <a:gd name="csY9807" fmla="*/ 341916 h 793834"/>
              <a:gd name="csX9808" fmla="*/ 3160298 w 3760185"/>
              <a:gd name="csY9808" fmla="*/ 404205 h 793834"/>
              <a:gd name="csX9809" fmla="*/ 3159261 w 3760185"/>
              <a:gd name="csY9809" fmla="*/ 404205 h 793834"/>
              <a:gd name="csX9810" fmla="*/ 3098841 w 3760185"/>
              <a:gd name="csY9810" fmla="*/ 341916 h 793834"/>
              <a:gd name="csX9811" fmla="*/ 3098841 w 3760185"/>
              <a:gd name="csY9811" fmla="*/ 404220 h 793834"/>
              <a:gd name="csX9812" fmla="*/ 3097747 w 3760185"/>
              <a:gd name="csY9812" fmla="*/ 404220 h 793834"/>
              <a:gd name="csX9813" fmla="*/ 2198825 w 3760185"/>
              <a:gd name="csY9813" fmla="*/ 341916 h 793834"/>
              <a:gd name="csX9814" fmla="*/ 2200190 w 3760185"/>
              <a:gd name="csY9814" fmla="*/ 376248 h 793834"/>
              <a:gd name="csX9815" fmla="*/ 2200190 w 3760185"/>
              <a:gd name="csY9815" fmla="*/ 346821 h 793834"/>
              <a:gd name="csX9816" fmla="*/ 2200976 w 3760185"/>
              <a:gd name="csY9816" fmla="*/ 404438 h 793834"/>
              <a:gd name="csX9817" fmla="*/ 2198825 w 3760185"/>
              <a:gd name="csY9817" fmla="*/ 404439 h 793834"/>
              <a:gd name="csX9818" fmla="*/ 1311100 w 3760185"/>
              <a:gd name="csY9818" fmla="*/ 341916 h 793834"/>
              <a:gd name="csX9819" fmla="*/ 1311100 w 3760185"/>
              <a:gd name="csY9819" fmla="*/ 404655 h 793834"/>
              <a:gd name="csX9820" fmla="*/ 1310350 w 3760185"/>
              <a:gd name="csY9820" fmla="*/ 404655 h 793834"/>
              <a:gd name="csX9821" fmla="*/ 2771065 w 3760185"/>
              <a:gd name="csY9821" fmla="*/ 340515 h 793834"/>
              <a:gd name="csX9822" fmla="*/ 2771065 w 3760185"/>
              <a:gd name="csY9822" fmla="*/ 404299 h 793834"/>
              <a:gd name="csX9823" fmla="*/ 2769796 w 3760185"/>
              <a:gd name="csY9823" fmla="*/ 404300 h 793834"/>
              <a:gd name="csX9824" fmla="*/ 2227505 w 3760185"/>
              <a:gd name="csY9824" fmla="*/ 340515 h 793834"/>
              <a:gd name="csX9825" fmla="*/ 2228066 w 3760185"/>
              <a:gd name="csY9825" fmla="*/ 404432 h 793834"/>
              <a:gd name="csX9826" fmla="*/ 2227505 w 3760185"/>
              <a:gd name="csY9826" fmla="*/ 404432 h 793834"/>
              <a:gd name="csX9827" fmla="*/ 3089280 w 3760185"/>
              <a:gd name="csY9827" fmla="*/ 339814 h 793834"/>
              <a:gd name="csX9828" fmla="*/ 3089817 w 3760185"/>
              <a:gd name="csY9828" fmla="*/ 404222 h 793834"/>
              <a:gd name="csX9829" fmla="*/ 3089280 w 3760185"/>
              <a:gd name="csY9829" fmla="*/ 404222 h 793834"/>
              <a:gd name="csX9830" fmla="*/ 3075623 w 3760185"/>
              <a:gd name="csY9830" fmla="*/ 339814 h 793834"/>
              <a:gd name="csX9831" fmla="*/ 3075623 w 3760185"/>
              <a:gd name="csY9831" fmla="*/ 404225 h 793834"/>
              <a:gd name="csX9832" fmla="*/ 3074867 w 3760185"/>
              <a:gd name="csY9832" fmla="*/ 404225 h 793834"/>
              <a:gd name="csX9833" fmla="*/ 1323392 w 3760185"/>
              <a:gd name="csY9833" fmla="*/ 339814 h 793834"/>
              <a:gd name="csX9834" fmla="*/ 1324047 w 3760185"/>
              <a:gd name="csY9834" fmla="*/ 404652 h 793834"/>
              <a:gd name="csX9835" fmla="*/ 1323392 w 3760185"/>
              <a:gd name="csY9835" fmla="*/ 404652 h 793834"/>
              <a:gd name="csX9836" fmla="*/ 576338 w 3760185"/>
              <a:gd name="csY9836" fmla="*/ 339814 h 793834"/>
              <a:gd name="csX9837" fmla="*/ 577704 w 3760185"/>
              <a:gd name="csY9837" fmla="*/ 401471 h 793834"/>
              <a:gd name="csX9838" fmla="*/ 577704 w 3760185"/>
              <a:gd name="csY9838" fmla="*/ 404834 h 793834"/>
              <a:gd name="csX9839" fmla="*/ 575737 w 3760185"/>
              <a:gd name="csY9839" fmla="*/ 404834 h 793834"/>
              <a:gd name="csX9840" fmla="*/ 576338 w 3760185"/>
              <a:gd name="csY9840" fmla="*/ 367840 h 793834"/>
              <a:gd name="csX9841" fmla="*/ 3187613 w 3760185"/>
              <a:gd name="csY9841" fmla="*/ 338413 h 793834"/>
              <a:gd name="csX9842" fmla="*/ 3188979 w 3760185"/>
              <a:gd name="csY9842" fmla="*/ 339814 h 793834"/>
              <a:gd name="csX9843" fmla="*/ 3188979 w 3760185"/>
              <a:gd name="csY9843" fmla="*/ 365037 h 793834"/>
              <a:gd name="csX9844" fmla="*/ 3189626 w 3760185"/>
              <a:gd name="csY9844" fmla="*/ 404197 h 793834"/>
              <a:gd name="csX9845" fmla="*/ 3187613 w 3760185"/>
              <a:gd name="csY9845" fmla="*/ 404198 h 793834"/>
              <a:gd name="csX9846" fmla="*/ 3187613 w 3760185"/>
              <a:gd name="csY9846" fmla="*/ 380452 h 793834"/>
              <a:gd name="csX9847" fmla="*/ 2399587 w 3760185"/>
              <a:gd name="csY9847" fmla="*/ 338413 h 793834"/>
              <a:gd name="csX9848" fmla="*/ 2399587 w 3760185"/>
              <a:gd name="csY9848" fmla="*/ 404390 h 793834"/>
              <a:gd name="csX9849" fmla="*/ 2398997 w 3760185"/>
              <a:gd name="csY9849" fmla="*/ 404390 h 793834"/>
              <a:gd name="csX9850" fmla="*/ 3362426 w 3760185"/>
              <a:gd name="csY9850" fmla="*/ 337712 h 793834"/>
              <a:gd name="csX9851" fmla="*/ 3362426 w 3760185"/>
              <a:gd name="csY9851" fmla="*/ 404155 h 793834"/>
              <a:gd name="csX9852" fmla="*/ 3361878 w 3760185"/>
              <a:gd name="csY9852" fmla="*/ 404156 h 793834"/>
              <a:gd name="csX9853" fmla="*/ 1490011 w 3760185"/>
              <a:gd name="csY9853" fmla="*/ 337712 h 793834"/>
              <a:gd name="csX9854" fmla="*/ 1490847 w 3760185"/>
              <a:gd name="csY9854" fmla="*/ 404611 h 793834"/>
              <a:gd name="csX9855" fmla="*/ 1490011 w 3760185"/>
              <a:gd name="csY9855" fmla="*/ 404611 h 793834"/>
              <a:gd name="csX9856" fmla="*/ 1429919 w 3760185"/>
              <a:gd name="csY9856" fmla="*/ 337712 h 793834"/>
              <a:gd name="csX9857" fmla="*/ 1431034 w 3760185"/>
              <a:gd name="csY9857" fmla="*/ 404626 h 793834"/>
              <a:gd name="csX9858" fmla="*/ 1429919 w 3760185"/>
              <a:gd name="csY9858" fmla="*/ 404626 h 793834"/>
              <a:gd name="csX9859" fmla="*/ 2943147 w 3760185"/>
              <a:gd name="csY9859" fmla="*/ 337012 h 793834"/>
              <a:gd name="csX9860" fmla="*/ 2943947 w 3760185"/>
              <a:gd name="csY9860" fmla="*/ 404257 h 793834"/>
              <a:gd name="csX9861" fmla="*/ 2943147 w 3760185"/>
              <a:gd name="csY9861" fmla="*/ 404258 h 793834"/>
              <a:gd name="csX9862" fmla="*/ 2943147 w 3760185"/>
              <a:gd name="csY9862" fmla="*/ 393764 h 793834"/>
              <a:gd name="csX9863" fmla="*/ 1576052 w 3760185"/>
              <a:gd name="csY9863" fmla="*/ 337012 h 793834"/>
              <a:gd name="csX9864" fmla="*/ 1577418 w 3760185"/>
              <a:gd name="csY9864" fmla="*/ 383254 h 793834"/>
              <a:gd name="csX9865" fmla="*/ 1577418 w 3760185"/>
              <a:gd name="csY9865" fmla="*/ 404590 h 793834"/>
              <a:gd name="csX9866" fmla="*/ 1576052 w 3760185"/>
              <a:gd name="csY9866" fmla="*/ 404590 h 793834"/>
              <a:gd name="csX9867" fmla="*/ 1367095 w 3760185"/>
              <a:gd name="csY9867" fmla="*/ 337012 h 793834"/>
              <a:gd name="csX9868" fmla="*/ 1367885 w 3760185"/>
              <a:gd name="csY9868" fmla="*/ 404641 h 793834"/>
              <a:gd name="csX9869" fmla="*/ 1365730 w 3760185"/>
              <a:gd name="csY9869" fmla="*/ 404642 h 793834"/>
              <a:gd name="csX9870" fmla="*/ 1365730 w 3760185"/>
              <a:gd name="csY9870" fmla="*/ 399369 h 793834"/>
              <a:gd name="csX9871" fmla="*/ 1367095 w 3760185"/>
              <a:gd name="csY9871" fmla="*/ 359432 h 793834"/>
              <a:gd name="csX9872" fmla="*/ 1361632 w 3760185"/>
              <a:gd name="csY9872" fmla="*/ 337012 h 793834"/>
              <a:gd name="csX9873" fmla="*/ 1361632 w 3760185"/>
              <a:gd name="csY9873" fmla="*/ 404643 h 793834"/>
              <a:gd name="csX9874" fmla="*/ 1360980 w 3760185"/>
              <a:gd name="csY9874" fmla="*/ 404643 h 793834"/>
              <a:gd name="csX9875" fmla="*/ 747054 w 3760185"/>
              <a:gd name="csY9875" fmla="*/ 337012 h 793834"/>
              <a:gd name="csX9876" fmla="*/ 747054 w 3760185"/>
              <a:gd name="csY9876" fmla="*/ 404792 h 793834"/>
              <a:gd name="csX9877" fmla="*/ 745783 w 3760185"/>
              <a:gd name="csY9877" fmla="*/ 404793 h 793834"/>
              <a:gd name="csX9878" fmla="*/ 2426901 w 3760185"/>
              <a:gd name="csY9878" fmla="*/ 336311 h 793834"/>
              <a:gd name="csX9879" fmla="*/ 2426901 w 3760185"/>
              <a:gd name="csY9879" fmla="*/ 404383 h 793834"/>
              <a:gd name="csX9880" fmla="*/ 2425423 w 3760185"/>
              <a:gd name="csY9880" fmla="*/ 404384 h 793834"/>
              <a:gd name="csX9881" fmla="*/ 2425536 w 3760185"/>
              <a:gd name="csY9881" fmla="*/ 397968 h 793834"/>
              <a:gd name="csX9882" fmla="*/ 2425536 w 3760185"/>
              <a:gd name="csY9882" fmla="*/ 379050 h 793834"/>
              <a:gd name="csX9883" fmla="*/ 1266031 w 3760185"/>
              <a:gd name="csY9883" fmla="*/ 336311 h 793834"/>
              <a:gd name="csX9884" fmla="*/ 1267221 w 3760185"/>
              <a:gd name="csY9884" fmla="*/ 404666 h 793834"/>
              <a:gd name="csX9885" fmla="*/ 1265578 w 3760185"/>
              <a:gd name="csY9885" fmla="*/ 404666 h 793834"/>
              <a:gd name="csX9886" fmla="*/ 1266031 w 3760185"/>
              <a:gd name="csY9886" fmla="*/ 390261 h 793834"/>
              <a:gd name="csX9887" fmla="*/ 606384 w 3760185"/>
              <a:gd name="csY9887" fmla="*/ 336311 h 793834"/>
              <a:gd name="csX9888" fmla="*/ 606384 w 3760185"/>
              <a:gd name="csY9888" fmla="*/ 353126 h 793834"/>
              <a:gd name="csX9889" fmla="*/ 607584 w 3760185"/>
              <a:gd name="csY9889" fmla="*/ 404826 h 793834"/>
              <a:gd name="csX9890" fmla="*/ 605018 w 3760185"/>
              <a:gd name="csY9890" fmla="*/ 404827 h 793834"/>
              <a:gd name="csX9891" fmla="*/ 605018 w 3760185"/>
              <a:gd name="csY9891" fmla="*/ 342617 h 793834"/>
              <a:gd name="csX9892" fmla="*/ 3356963 w 3760185"/>
              <a:gd name="csY9892" fmla="*/ 335610 h 793834"/>
              <a:gd name="csX9893" fmla="*/ 3356963 w 3760185"/>
              <a:gd name="csY9893" fmla="*/ 372044 h 793834"/>
              <a:gd name="csX9894" fmla="*/ 3358241 w 3760185"/>
              <a:gd name="csY9894" fmla="*/ 404156 h 793834"/>
              <a:gd name="csX9895" fmla="*/ 3356123 w 3760185"/>
              <a:gd name="csY9895" fmla="*/ 404157 h 793834"/>
              <a:gd name="csX9896" fmla="*/ 3131618 w 3760185"/>
              <a:gd name="csY9896" fmla="*/ 335610 h 793834"/>
              <a:gd name="csX9897" fmla="*/ 3132984 w 3760185"/>
              <a:gd name="csY9897" fmla="*/ 392363 h 793834"/>
              <a:gd name="csX9898" fmla="*/ 3132984 w 3760185"/>
              <a:gd name="csY9898" fmla="*/ 404211 h 793834"/>
              <a:gd name="csX9899" fmla="*/ 3131618 w 3760185"/>
              <a:gd name="csY9899" fmla="*/ 404212 h 793834"/>
              <a:gd name="csX9900" fmla="*/ 2258917 w 3760185"/>
              <a:gd name="csY9900" fmla="*/ 335610 h 793834"/>
              <a:gd name="csX9901" fmla="*/ 2260283 w 3760185"/>
              <a:gd name="csY9901" fmla="*/ 397968 h 793834"/>
              <a:gd name="csX9902" fmla="*/ 2260283 w 3760185"/>
              <a:gd name="csY9902" fmla="*/ 404424 h 793834"/>
              <a:gd name="csX9903" fmla="*/ 2258917 w 3760185"/>
              <a:gd name="csY9903" fmla="*/ 404424 h 793834"/>
              <a:gd name="csX9904" fmla="*/ 2232968 w 3760185"/>
              <a:gd name="csY9904" fmla="*/ 335610 h 793834"/>
              <a:gd name="csX9905" fmla="*/ 2234333 w 3760185"/>
              <a:gd name="csY9905" fmla="*/ 352426 h 793834"/>
              <a:gd name="csX9906" fmla="*/ 2234333 w 3760185"/>
              <a:gd name="csY9906" fmla="*/ 404430 h 793834"/>
              <a:gd name="csX9907" fmla="*/ 2232891 w 3760185"/>
              <a:gd name="csY9907" fmla="*/ 404430 h 793834"/>
              <a:gd name="csX9908" fmla="*/ 2232968 w 3760185"/>
              <a:gd name="csY9908" fmla="*/ 395165 h 793834"/>
              <a:gd name="csX9909" fmla="*/ 1317929 w 3760185"/>
              <a:gd name="csY9909" fmla="*/ 335610 h 793834"/>
              <a:gd name="csX9910" fmla="*/ 1319295 w 3760185"/>
              <a:gd name="csY9910" fmla="*/ 394465 h 793834"/>
              <a:gd name="csX9911" fmla="*/ 1319295 w 3760185"/>
              <a:gd name="csY9911" fmla="*/ 404653 h 793834"/>
              <a:gd name="csX9912" fmla="*/ 1317929 w 3760185"/>
              <a:gd name="csY9912" fmla="*/ 404653 h 793834"/>
              <a:gd name="csX9913" fmla="*/ 3111132 w 3760185"/>
              <a:gd name="csY9913" fmla="*/ 334910 h 793834"/>
              <a:gd name="csX9914" fmla="*/ 3112360 w 3760185"/>
              <a:gd name="csY9914" fmla="*/ 404216 h 793834"/>
              <a:gd name="csX9915" fmla="*/ 3111132 w 3760185"/>
              <a:gd name="csY9915" fmla="*/ 404217 h 793834"/>
              <a:gd name="csX9916" fmla="*/ 2996411 w 3760185"/>
              <a:gd name="csY9916" fmla="*/ 334910 h 793834"/>
              <a:gd name="csX9917" fmla="*/ 2996411 w 3760185"/>
              <a:gd name="csY9917" fmla="*/ 404245 h 793834"/>
              <a:gd name="csX9918" fmla="*/ 2993679 w 3760185"/>
              <a:gd name="csY9918" fmla="*/ 404245 h 793834"/>
              <a:gd name="csX9919" fmla="*/ 2993679 w 3760185"/>
              <a:gd name="csY9919" fmla="*/ 397267 h 793834"/>
              <a:gd name="csX9920" fmla="*/ 2995045 w 3760185"/>
              <a:gd name="csY9920" fmla="*/ 360133 h 793834"/>
              <a:gd name="csX9921" fmla="*/ 2995045 w 3760185"/>
              <a:gd name="csY9921" fmla="*/ 355228 h 793834"/>
              <a:gd name="csX9922" fmla="*/ 1481817 w 3760185"/>
              <a:gd name="csY9922" fmla="*/ 334910 h 793834"/>
              <a:gd name="csX9923" fmla="*/ 1483182 w 3760185"/>
              <a:gd name="csY9923" fmla="*/ 364337 h 793834"/>
              <a:gd name="csX9924" fmla="*/ 1483182 w 3760185"/>
              <a:gd name="csY9924" fmla="*/ 404613 h 793834"/>
              <a:gd name="csX9925" fmla="*/ 1481817 w 3760185"/>
              <a:gd name="csY9925" fmla="*/ 404613 h 793834"/>
              <a:gd name="csX9926" fmla="*/ 3239511 w 3760185"/>
              <a:gd name="csY9926" fmla="*/ 333508 h 793834"/>
              <a:gd name="csX9927" fmla="*/ 3240876 w 3760185"/>
              <a:gd name="csY9927" fmla="*/ 374847 h 793834"/>
              <a:gd name="csX9928" fmla="*/ 3240876 w 3760185"/>
              <a:gd name="csY9928" fmla="*/ 365738 h 793834"/>
              <a:gd name="csX9929" fmla="*/ 3241728 w 3760185"/>
              <a:gd name="csY9929" fmla="*/ 404185 h 793834"/>
              <a:gd name="csX9930" fmla="*/ 3239511 w 3760185"/>
              <a:gd name="csY9930" fmla="*/ 404185 h 793834"/>
              <a:gd name="csX9931" fmla="*/ 2006257 w 3760185"/>
              <a:gd name="csY9931" fmla="*/ 332808 h 793834"/>
              <a:gd name="csX9932" fmla="*/ 2007623 w 3760185"/>
              <a:gd name="csY9932" fmla="*/ 370643 h 793834"/>
              <a:gd name="csX9933" fmla="*/ 2007623 w 3760185"/>
              <a:gd name="csY9933" fmla="*/ 404485 h 793834"/>
              <a:gd name="csX9934" fmla="*/ 2006257 w 3760185"/>
              <a:gd name="csY9934" fmla="*/ 404486 h 793834"/>
              <a:gd name="csX9935" fmla="*/ 3019628 w 3760185"/>
              <a:gd name="csY9935" fmla="*/ 331406 h 793834"/>
              <a:gd name="csX9936" fmla="*/ 3020994 w 3760185"/>
              <a:gd name="csY9936" fmla="*/ 354528 h 793834"/>
              <a:gd name="csX9937" fmla="*/ 3020994 w 3760185"/>
              <a:gd name="csY9937" fmla="*/ 404239 h 793834"/>
              <a:gd name="csX9938" fmla="*/ 3019628 w 3760185"/>
              <a:gd name="csY9938" fmla="*/ 404239 h 793834"/>
              <a:gd name="csX9939" fmla="*/ 1495474 w 3760185"/>
              <a:gd name="csY9939" fmla="*/ 331406 h 793834"/>
              <a:gd name="csX9940" fmla="*/ 1495474 w 3760185"/>
              <a:gd name="csY9940" fmla="*/ 404610 h 793834"/>
              <a:gd name="csX9941" fmla="*/ 1494108 w 3760185"/>
              <a:gd name="csY9941" fmla="*/ 404610 h 793834"/>
              <a:gd name="csX9942" fmla="*/ 1494108 w 3760185"/>
              <a:gd name="csY9942" fmla="*/ 397267 h 793834"/>
              <a:gd name="csX9943" fmla="*/ 1406701 w 3760185"/>
              <a:gd name="csY9943" fmla="*/ 331406 h 793834"/>
              <a:gd name="csX9944" fmla="*/ 1406701 w 3760185"/>
              <a:gd name="csY9944" fmla="*/ 404632 h 793834"/>
              <a:gd name="csX9945" fmla="*/ 1405930 w 3760185"/>
              <a:gd name="csY9945" fmla="*/ 404632 h 793834"/>
              <a:gd name="csX9946" fmla="*/ 1286517 w 3760185"/>
              <a:gd name="csY9946" fmla="*/ 331406 h 793834"/>
              <a:gd name="csX9947" fmla="*/ 1286517 w 3760185"/>
              <a:gd name="csY9947" fmla="*/ 377649 h 793834"/>
              <a:gd name="csX9948" fmla="*/ 1287102 w 3760185"/>
              <a:gd name="csY9948" fmla="*/ 404661 h 793834"/>
              <a:gd name="csX9949" fmla="*/ 1285732 w 3760185"/>
              <a:gd name="csY9949" fmla="*/ 404661 h 793834"/>
              <a:gd name="csX9950" fmla="*/ 3122058 w 3760185"/>
              <a:gd name="csY9950" fmla="*/ 330706 h 793834"/>
              <a:gd name="csX9951" fmla="*/ 3123423 w 3760185"/>
              <a:gd name="csY9951" fmla="*/ 387458 h 793834"/>
              <a:gd name="csX9952" fmla="*/ 3123423 w 3760185"/>
              <a:gd name="csY9952" fmla="*/ 404214 h 793834"/>
              <a:gd name="csX9953" fmla="*/ 3119936 w 3760185"/>
              <a:gd name="csY9953" fmla="*/ 404214 h 793834"/>
              <a:gd name="csX9954" fmla="*/ 3120692 w 3760185"/>
              <a:gd name="csY9954" fmla="*/ 335610 h 793834"/>
              <a:gd name="csX9955" fmla="*/ 3120692 w 3760185"/>
              <a:gd name="csY9955" fmla="*/ 393764 h 793834"/>
              <a:gd name="csX9956" fmla="*/ 3122058 w 3760185"/>
              <a:gd name="csY9956" fmla="*/ 397968 h 793834"/>
              <a:gd name="csX9957" fmla="*/ 3122058 w 3760185"/>
              <a:gd name="csY9957" fmla="*/ 348923 h 793834"/>
              <a:gd name="csX9958" fmla="*/ 2388661 w 3760185"/>
              <a:gd name="csY9958" fmla="*/ 330706 h 793834"/>
              <a:gd name="csX9959" fmla="*/ 2389442 w 3760185"/>
              <a:gd name="csY9959" fmla="*/ 404392 h 793834"/>
              <a:gd name="csX9960" fmla="*/ 2388661 w 3760185"/>
              <a:gd name="csY9960" fmla="*/ 404393 h 793834"/>
              <a:gd name="csX9961" fmla="*/ 2370907 w 3760185"/>
              <a:gd name="csY9961" fmla="*/ 330005 h 793834"/>
              <a:gd name="csX9962" fmla="*/ 2371989 w 3760185"/>
              <a:gd name="csY9962" fmla="*/ 404397 h 793834"/>
              <a:gd name="csX9963" fmla="*/ 2370907 w 3760185"/>
              <a:gd name="csY9963" fmla="*/ 404397 h 793834"/>
              <a:gd name="csX9964" fmla="*/ 2276671 w 3760185"/>
              <a:gd name="csY9964" fmla="*/ 330005 h 793834"/>
              <a:gd name="csX9965" fmla="*/ 2277561 w 3760185"/>
              <a:gd name="csY9965" fmla="*/ 404420 h 793834"/>
              <a:gd name="csX9966" fmla="*/ 2276671 w 3760185"/>
              <a:gd name="csY9966" fmla="*/ 404420 h 793834"/>
              <a:gd name="csX9967" fmla="*/ 594092 w 3760185"/>
              <a:gd name="csY9967" fmla="*/ 330005 h 793834"/>
              <a:gd name="csX9968" fmla="*/ 595350 w 3760185"/>
              <a:gd name="csY9968" fmla="*/ 404829 h 793834"/>
              <a:gd name="csX9969" fmla="*/ 594092 w 3760185"/>
              <a:gd name="csY9969" fmla="*/ 404830 h 793834"/>
              <a:gd name="csX9970" fmla="*/ 594092 w 3760185"/>
              <a:gd name="csY9970" fmla="*/ 348222 h 793834"/>
              <a:gd name="csX9971" fmla="*/ 1285151 w 3760185"/>
              <a:gd name="csY9971" fmla="*/ 329304 h 793834"/>
              <a:gd name="csX9972" fmla="*/ 1285151 w 3760185"/>
              <a:gd name="csY9972" fmla="*/ 404661 h 793834"/>
              <a:gd name="csX9973" fmla="*/ 1284095 w 3760185"/>
              <a:gd name="csY9973" fmla="*/ 404662 h 793834"/>
              <a:gd name="csX9974" fmla="*/ 697888 w 3760185"/>
              <a:gd name="csY9974" fmla="*/ 328604 h 793834"/>
              <a:gd name="csX9975" fmla="*/ 699106 w 3760185"/>
              <a:gd name="csY9975" fmla="*/ 404804 h 793834"/>
              <a:gd name="csX9976" fmla="*/ 697888 w 3760185"/>
              <a:gd name="csY9976" fmla="*/ 404804 h 793834"/>
              <a:gd name="csX9977" fmla="*/ 661013 w 3760185"/>
              <a:gd name="csY9977" fmla="*/ 328604 h 793834"/>
              <a:gd name="csX9978" fmla="*/ 661013 w 3760185"/>
              <a:gd name="csY9978" fmla="*/ 404813 h 793834"/>
              <a:gd name="csX9979" fmla="*/ 660540 w 3760185"/>
              <a:gd name="csY9979" fmla="*/ 404813 h 793834"/>
              <a:gd name="csX9980" fmla="*/ 3216293 w 3760185"/>
              <a:gd name="csY9980" fmla="*/ 327903 h 793834"/>
              <a:gd name="csX9981" fmla="*/ 3216293 w 3760185"/>
              <a:gd name="csY9981" fmla="*/ 404191 h 793834"/>
              <a:gd name="csX9982" fmla="*/ 3214927 w 3760185"/>
              <a:gd name="csY9982" fmla="*/ 404191 h 793834"/>
              <a:gd name="csX9983" fmla="*/ 3214927 w 3760185"/>
              <a:gd name="csY9983" fmla="*/ 349623 h 793834"/>
              <a:gd name="csX9984" fmla="*/ 3212196 w 3760185"/>
              <a:gd name="csY9984" fmla="*/ 327903 h 793834"/>
              <a:gd name="csX9985" fmla="*/ 3212196 w 3760185"/>
              <a:gd name="csY9985" fmla="*/ 400070 h 793834"/>
              <a:gd name="csX9986" fmla="*/ 3213562 w 3760185"/>
              <a:gd name="csY9986" fmla="*/ 353827 h 793834"/>
              <a:gd name="csX9987" fmla="*/ 3213562 w 3760185"/>
              <a:gd name="csY9987" fmla="*/ 404192 h 793834"/>
              <a:gd name="csX9988" fmla="*/ 3210830 w 3760185"/>
              <a:gd name="csY9988" fmla="*/ 404192 h 793834"/>
              <a:gd name="csX9989" fmla="*/ 3210830 w 3760185"/>
              <a:gd name="csY9989" fmla="*/ 364337 h 793834"/>
              <a:gd name="csX9990" fmla="*/ 2298523 w 3760185"/>
              <a:gd name="csY9990" fmla="*/ 327903 h 793834"/>
              <a:gd name="csX9991" fmla="*/ 2298523 w 3760185"/>
              <a:gd name="csY9991" fmla="*/ 404415 h 793834"/>
              <a:gd name="csX9992" fmla="*/ 2298215 w 3760185"/>
              <a:gd name="csY9992" fmla="*/ 404415 h 793834"/>
              <a:gd name="csX9993" fmla="*/ 2414610 w 3760185"/>
              <a:gd name="csY9993" fmla="*/ 327203 h 793834"/>
              <a:gd name="csX9994" fmla="*/ 2414610 w 3760185"/>
              <a:gd name="csY9994" fmla="*/ 404386 h 793834"/>
              <a:gd name="csX9995" fmla="*/ 2413774 w 3760185"/>
              <a:gd name="csY9995" fmla="*/ 404386 h 793834"/>
              <a:gd name="csX9996" fmla="*/ 1388947 w 3760185"/>
              <a:gd name="csY9996" fmla="*/ 327203 h 793834"/>
              <a:gd name="csX9997" fmla="*/ 1390313 w 3760185"/>
              <a:gd name="csY9997" fmla="*/ 375547 h 793834"/>
              <a:gd name="csX9998" fmla="*/ 1390313 w 3760185"/>
              <a:gd name="csY9998" fmla="*/ 356630 h 793834"/>
              <a:gd name="csX9999" fmla="*/ 1391679 w 3760185"/>
              <a:gd name="csY9999" fmla="*/ 369241 h 793834"/>
              <a:gd name="csX10000" fmla="*/ 1391679 w 3760185"/>
              <a:gd name="csY10000" fmla="*/ 404635 h 793834"/>
              <a:gd name="csX10001" fmla="*/ 1388947 w 3760185"/>
              <a:gd name="csY10001" fmla="*/ 404636 h 793834"/>
              <a:gd name="csX10002" fmla="*/ 680133 w 3760185"/>
              <a:gd name="csY10002" fmla="*/ 327203 h 793834"/>
              <a:gd name="csX10003" fmla="*/ 681499 w 3760185"/>
              <a:gd name="csY10003" fmla="*/ 360834 h 793834"/>
              <a:gd name="csX10004" fmla="*/ 681499 w 3760185"/>
              <a:gd name="csY10004" fmla="*/ 404808 h 793834"/>
              <a:gd name="csX10005" fmla="*/ 680133 w 3760185"/>
              <a:gd name="csY10005" fmla="*/ 404809 h 793834"/>
              <a:gd name="csX10006" fmla="*/ 3292774 w 3760185"/>
              <a:gd name="csY10006" fmla="*/ 326502 h 793834"/>
              <a:gd name="csX10007" fmla="*/ 3292774 w 3760185"/>
              <a:gd name="csY10007" fmla="*/ 404172 h 793834"/>
              <a:gd name="csX10008" fmla="*/ 3291919 w 3760185"/>
              <a:gd name="csY10008" fmla="*/ 404173 h 793834"/>
              <a:gd name="csX10009" fmla="*/ 3046943 w 3760185"/>
              <a:gd name="csY10009" fmla="*/ 326502 h 793834"/>
              <a:gd name="csX10010" fmla="*/ 3046943 w 3760185"/>
              <a:gd name="csY10010" fmla="*/ 400070 h 793834"/>
              <a:gd name="csX10011" fmla="*/ 3048309 w 3760185"/>
              <a:gd name="csY10011" fmla="*/ 361534 h 793834"/>
              <a:gd name="csX10012" fmla="*/ 3048309 w 3760185"/>
              <a:gd name="csY10012" fmla="*/ 366439 h 793834"/>
              <a:gd name="csX10013" fmla="*/ 3049674 w 3760185"/>
              <a:gd name="csY10013" fmla="*/ 391662 h 793834"/>
              <a:gd name="csX10014" fmla="*/ 3049674 w 3760185"/>
              <a:gd name="csY10014" fmla="*/ 404232 h 793834"/>
              <a:gd name="csX10015" fmla="*/ 3046943 w 3760185"/>
              <a:gd name="csY10015" fmla="*/ 404232 h 793834"/>
              <a:gd name="csX10016" fmla="*/ 3046120 w 3760185"/>
              <a:gd name="csY10016" fmla="*/ 404232 h 793834"/>
              <a:gd name="csX10017" fmla="*/ 766174 w 3760185"/>
              <a:gd name="csY10017" fmla="*/ 326502 h 793834"/>
              <a:gd name="csX10018" fmla="*/ 766174 w 3760185"/>
              <a:gd name="csY10018" fmla="*/ 349623 h 793834"/>
              <a:gd name="csX10019" fmla="*/ 766891 w 3760185"/>
              <a:gd name="csY10019" fmla="*/ 404788 h 793834"/>
              <a:gd name="csX10020" fmla="*/ 764809 w 3760185"/>
              <a:gd name="csY10020" fmla="*/ 404788 h 793834"/>
              <a:gd name="csX10021" fmla="*/ 764809 w 3760185"/>
              <a:gd name="csY10021" fmla="*/ 393764 h 793834"/>
              <a:gd name="csX10022" fmla="*/ 1582881 w 3760185"/>
              <a:gd name="csY10022" fmla="*/ 325801 h 793834"/>
              <a:gd name="csX10023" fmla="*/ 1582881 w 3760185"/>
              <a:gd name="csY10023" fmla="*/ 338413 h 793834"/>
              <a:gd name="csX10024" fmla="*/ 1582881 w 3760185"/>
              <a:gd name="csY10024" fmla="*/ 404589 h 793834"/>
              <a:gd name="csX10025" fmla="*/ 1582042 w 3760185"/>
              <a:gd name="csY10025" fmla="*/ 404589 h 793834"/>
              <a:gd name="csX10026" fmla="*/ 645990 w 3760185"/>
              <a:gd name="csY10026" fmla="*/ 325801 h 793834"/>
              <a:gd name="csX10027" fmla="*/ 645990 w 3760185"/>
              <a:gd name="csY10027" fmla="*/ 376248 h 793834"/>
              <a:gd name="csX10028" fmla="*/ 646204 w 3760185"/>
              <a:gd name="csY10028" fmla="*/ 404817 h 793834"/>
              <a:gd name="csX10029" fmla="*/ 644624 w 3760185"/>
              <a:gd name="csY10029" fmla="*/ 404817 h 793834"/>
              <a:gd name="csX10030" fmla="*/ 644624 w 3760185"/>
              <a:gd name="csY10030" fmla="*/ 330005 h 793834"/>
              <a:gd name="csX10031" fmla="*/ 3097475 w 3760185"/>
              <a:gd name="csY10031" fmla="*/ 325101 h 793834"/>
              <a:gd name="csX10032" fmla="*/ 3097475 w 3760185"/>
              <a:gd name="csY10032" fmla="*/ 373445 h 793834"/>
              <a:gd name="csX10033" fmla="*/ 3097475 w 3760185"/>
              <a:gd name="csY10033" fmla="*/ 404220 h 793834"/>
              <a:gd name="csX10034" fmla="*/ 3096761 w 3760185"/>
              <a:gd name="csY10034" fmla="*/ 404220 h 793834"/>
              <a:gd name="csX10035" fmla="*/ 2254819 w 3760185"/>
              <a:gd name="csY10035" fmla="*/ 325101 h 793834"/>
              <a:gd name="csX10036" fmla="*/ 2254819 w 3760185"/>
              <a:gd name="csY10036" fmla="*/ 404425 h 793834"/>
              <a:gd name="csX10037" fmla="*/ 2253454 w 3760185"/>
              <a:gd name="csY10037" fmla="*/ 404425 h 793834"/>
              <a:gd name="csX10038" fmla="*/ 2253454 w 3760185"/>
              <a:gd name="csY10038" fmla="*/ 372745 h 793834"/>
              <a:gd name="csX10039" fmla="*/ 1571955 w 3760185"/>
              <a:gd name="csY10039" fmla="*/ 325101 h 793834"/>
              <a:gd name="csX10040" fmla="*/ 1573321 w 3760185"/>
              <a:gd name="csY10040" fmla="*/ 399369 h 793834"/>
              <a:gd name="csX10041" fmla="*/ 1573321 w 3760185"/>
              <a:gd name="csY10041" fmla="*/ 404591 h 793834"/>
              <a:gd name="csX10042" fmla="*/ 1571341 w 3760185"/>
              <a:gd name="csY10042" fmla="*/ 404592 h 793834"/>
              <a:gd name="csX10043" fmla="*/ 1571955 w 3760185"/>
              <a:gd name="csY10043" fmla="*/ 354528 h 793834"/>
              <a:gd name="csX10044" fmla="*/ 823535 w 3760185"/>
              <a:gd name="csY10044" fmla="*/ 325101 h 793834"/>
              <a:gd name="csX10045" fmla="*/ 824712 w 3760185"/>
              <a:gd name="csY10045" fmla="*/ 404773 h 793834"/>
              <a:gd name="csX10046" fmla="*/ 823357 w 3760185"/>
              <a:gd name="csY10046" fmla="*/ 404774 h 793834"/>
              <a:gd name="csX10047" fmla="*/ 823535 w 3760185"/>
              <a:gd name="csY10047" fmla="*/ 396567 h 793834"/>
              <a:gd name="csX10048" fmla="*/ 823535 w 3760185"/>
              <a:gd name="csY10048" fmla="*/ 360133 h 793834"/>
              <a:gd name="csX10049" fmla="*/ 823535 w 3760185"/>
              <a:gd name="csY10049" fmla="*/ 327203 h 793834"/>
              <a:gd name="csX10050" fmla="*/ 665110 w 3760185"/>
              <a:gd name="csY10050" fmla="*/ 325101 h 793834"/>
              <a:gd name="csX10051" fmla="*/ 665110 w 3760185"/>
              <a:gd name="csY10051" fmla="*/ 370643 h 793834"/>
              <a:gd name="csX10052" fmla="*/ 665110 w 3760185"/>
              <a:gd name="csY10052" fmla="*/ 404812 h 793834"/>
              <a:gd name="csX10053" fmla="*/ 664604 w 3760185"/>
              <a:gd name="csY10053" fmla="*/ 404812 h 793834"/>
              <a:gd name="csX10054" fmla="*/ 2977291 w 3760185"/>
              <a:gd name="csY10054" fmla="*/ 324400 h 793834"/>
              <a:gd name="csX10055" fmla="*/ 2977901 w 3760185"/>
              <a:gd name="csY10055" fmla="*/ 404249 h 793834"/>
              <a:gd name="csX10056" fmla="*/ 2977186 w 3760185"/>
              <a:gd name="csY10056" fmla="*/ 404249 h 793834"/>
              <a:gd name="csX10057" fmla="*/ 2977291 w 3760185"/>
              <a:gd name="csY10057" fmla="*/ 397267 h 793834"/>
              <a:gd name="csX10058" fmla="*/ 1535080 w 3760185"/>
              <a:gd name="csY10058" fmla="*/ 324400 h 793834"/>
              <a:gd name="csX10059" fmla="*/ 1535080 w 3760185"/>
              <a:gd name="csY10059" fmla="*/ 404600 h 793834"/>
              <a:gd name="csX10060" fmla="*/ 1534321 w 3760185"/>
              <a:gd name="csY10060" fmla="*/ 404601 h 793834"/>
              <a:gd name="csX10061" fmla="*/ 1402604 w 3760185"/>
              <a:gd name="csY10061" fmla="*/ 324400 h 793834"/>
              <a:gd name="csX10062" fmla="*/ 1403941 w 3760185"/>
              <a:gd name="csY10062" fmla="*/ 404632 h 793834"/>
              <a:gd name="csX10063" fmla="*/ 1399873 w 3760185"/>
              <a:gd name="csY10063" fmla="*/ 404633 h 793834"/>
              <a:gd name="csX10064" fmla="*/ 1399873 w 3760185"/>
              <a:gd name="csY10064" fmla="*/ 381853 h 793834"/>
              <a:gd name="csX10065" fmla="*/ 1401239 w 3760185"/>
              <a:gd name="csY10065" fmla="*/ 391662 h 793834"/>
              <a:gd name="csX10066" fmla="*/ 1401239 w 3760185"/>
              <a:gd name="csY10066" fmla="*/ 402872 h 793834"/>
              <a:gd name="csX10067" fmla="*/ 1402604 w 3760185"/>
              <a:gd name="csY10067" fmla="*/ 387458 h 793834"/>
              <a:gd name="csX10068" fmla="*/ 3270922 w 3760185"/>
              <a:gd name="csY10068" fmla="*/ 323699 h 793834"/>
              <a:gd name="csX10069" fmla="*/ 3271997 w 3760185"/>
              <a:gd name="csY10069" fmla="*/ 404177 h 793834"/>
              <a:gd name="csX10070" fmla="*/ 3270922 w 3760185"/>
              <a:gd name="csY10070" fmla="*/ 404178 h 793834"/>
              <a:gd name="csX10071" fmla="*/ 3018263 w 3760185"/>
              <a:gd name="csY10071" fmla="*/ 323699 h 793834"/>
              <a:gd name="csX10072" fmla="*/ 3018263 w 3760185"/>
              <a:gd name="csY10072" fmla="*/ 379751 h 793834"/>
              <a:gd name="csX10073" fmla="*/ 3018263 w 3760185"/>
              <a:gd name="csY10073" fmla="*/ 404239 h 793834"/>
              <a:gd name="csX10074" fmla="*/ 3015894 w 3760185"/>
              <a:gd name="csY10074" fmla="*/ 404240 h 793834"/>
              <a:gd name="csX10075" fmla="*/ 3016897 w 3760185"/>
              <a:gd name="csY10075" fmla="*/ 336311 h 793834"/>
              <a:gd name="csX10076" fmla="*/ 3016897 w 3760185"/>
              <a:gd name="csY10076" fmla="*/ 341916 h 793834"/>
              <a:gd name="csX10077" fmla="*/ 2191996 w 3760185"/>
              <a:gd name="csY10077" fmla="*/ 323699 h 793834"/>
              <a:gd name="csX10078" fmla="*/ 2192687 w 3760185"/>
              <a:gd name="csY10078" fmla="*/ 404440 h 793834"/>
              <a:gd name="csX10079" fmla="*/ 2191605 w 3760185"/>
              <a:gd name="csY10079" fmla="*/ 404441 h 793834"/>
              <a:gd name="csX10080" fmla="*/ 2191996 w 3760185"/>
              <a:gd name="csY10080" fmla="*/ 340515 h 793834"/>
              <a:gd name="csX10081" fmla="*/ 805780 w 3760185"/>
              <a:gd name="csY10081" fmla="*/ 323699 h 793834"/>
              <a:gd name="csX10082" fmla="*/ 805780 w 3760185"/>
              <a:gd name="csY10082" fmla="*/ 404778 h 793834"/>
              <a:gd name="csX10083" fmla="*/ 805081 w 3760185"/>
              <a:gd name="csY10083" fmla="*/ 404778 h 793834"/>
              <a:gd name="csX10084" fmla="*/ 580435 w 3760185"/>
              <a:gd name="csY10084" fmla="*/ 322999 h 793834"/>
              <a:gd name="csX10085" fmla="*/ 581420 w 3760185"/>
              <a:gd name="csY10085" fmla="*/ 404833 h 793834"/>
              <a:gd name="csX10086" fmla="*/ 578350 w 3760185"/>
              <a:gd name="csY10086" fmla="*/ 404833 h 793834"/>
              <a:gd name="csX10087" fmla="*/ 579069 w 3760185"/>
              <a:gd name="csY10087" fmla="*/ 353126 h 793834"/>
              <a:gd name="csX10088" fmla="*/ 579069 w 3760185"/>
              <a:gd name="csY10088" fmla="*/ 374146 h 793834"/>
              <a:gd name="csX10089" fmla="*/ 580435 w 3760185"/>
              <a:gd name="csY10089" fmla="*/ 336311 h 793834"/>
              <a:gd name="csX10090" fmla="*/ 3320089 w 3760185"/>
              <a:gd name="csY10090" fmla="*/ 322298 h 793834"/>
              <a:gd name="csX10091" fmla="*/ 3321033 w 3760185"/>
              <a:gd name="csY10091" fmla="*/ 404165 h 793834"/>
              <a:gd name="csX10092" fmla="*/ 3320089 w 3760185"/>
              <a:gd name="csY10092" fmla="*/ 404166 h 793834"/>
              <a:gd name="csX10093" fmla="*/ 628236 w 3760185"/>
              <a:gd name="csY10093" fmla="*/ 322298 h 793834"/>
              <a:gd name="csX10094" fmla="*/ 629601 w 3760185"/>
              <a:gd name="csY10094" fmla="*/ 392363 h 793834"/>
              <a:gd name="csX10095" fmla="*/ 629601 w 3760185"/>
              <a:gd name="csY10095" fmla="*/ 325101 h 793834"/>
              <a:gd name="csX10096" fmla="*/ 630896 w 3760185"/>
              <a:gd name="csY10096" fmla="*/ 404821 h 793834"/>
              <a:gd name="csX10097" fmla="*/ 626870 w 3760185"/>
              <a:gd name="csY10097" fmla="*/ 404822 h 793834"/>
              <a:gd name="csX10098" fmla="*/ 626870 w 3760185"/>
              <a:gd name="csY10098" fmla="*/ 400070 h 793834"/>
              <a:gd name="csX10099" fmla="*/ 628236 w 3760185"/>
              <a:gd name="csY10099" fmla="*/ 397968 h 793834"/>
              <a:gd name="csX10100" fmla="*/ 557218 w 3760185"/>
              <a:gd name="csY10100" fmla="*/ 321597 h 793834"/>
              <a:gd name="csX10101" fmla="*/ 558195 w 3760185"/>
              <a:gd name="csY10101" fmla="*/ 404838 h 793834"/>
              <a:gd name="csX10102" fmla="*/ 557218 w 3760185"/>
              <a:gd name="csY10102" fmla="*/ 404839 h 793834"/>
              <a:gd name="csX10103" fmla="*/ 556378 w 3760185"/>
              <a:gd name="csY10103" fmla="*/ 404839 h 793834"/>
              <a:gd name="csX10104" fmla="*/ 557218 w 3760185"/>
              <a:gd name="csY10104" fmla="*/ 347521 h 793834"/>
              <a:gd name="csX10105" fmla="*/ 2010354 w 3760185"/>
              <a:gd name="csY10105" fmla="*/ 320897 h 793834"/>
              <a:gd name="csX10106" fmla="*/ 2011720 w 3760185"/>
              <a:gd name="csY10106" fmla="*/ 370643 h 793834"/>
              <a:gd name="csX10107" fmla="*/ 2011720 w 3760185"/>
              <a:gd name="csY10107" fmla="*/ 404484 h 793834"/>
              <a:gd name="csX10108" fmla="*/ 2009675 w 3760185"/>
              <a:gd name="csY10108" fmla="*/ 404485 h 793834"/>
              <a:gd name="csX10109" fmla="*/ 2010354 w 3760185"/>
              <a:gd name="csY10109" fmla="*/ 381853 h 793834"/>
              <a:gd name="csX10110" fmla="*/ 1337049 w 3760185"/>
              <a:gd name="csY10110" fmla="*/ 320897 h 793834"/>
              <a:gd name="csX10111" fmla="*/ 1338089 w 3760185"/>
              <a:gd name="csY10111" fmla="*/ 404648 h 793834"/>
              <a:gd name="csX10112" fmla="*/ 1335683 w 3760185"/>
              <a:gd name="csY10112" fmla="*/ 404649 h 793834"/>
              <a:gd name="csX10113" fmla="*/ 1335683 w 3760185"/>
              <a:gd name="csY10113" fmla="*/ 398669 h 793834"/>
              <a:gd name="csX10114" fmla="*/ 1335683 w 3760185"/>
              <a:gd name="csY10114" fmla="*/ 376948 h 793834"/>
              <a:gd name="csX10115" fmla="*/ 1337049 w 3760185"/>
              <a:gd name="csY10115" fmla="*/ 399369 h 793834"/>
              <a:gd name="csX10116" fmla="*/ 756614 w 3760185"/>
              <a:gd name="csY10116" fmla="*/ 320897 h 793834"/>
              <a:gd name="csX10117" fmla="*/ 756614 w 3760185"/>
              <a:gd name="csY10117" fmla="*/ 381853 h 793834"/>
              <a:gd name="csX10118" fmla="*/ 757372 w 3760185"/>
              <a:gd name="csY10118" fmla="*/ 404790 h 793834"/>
              <a:gd name="csX10119" fmla="*/ 755248 w 3760185"/>
              <a:gd name="csY10119" fmla="*/ 404790 h 793834"/>
              <a:gd name="csX10120" fmla="*/ 755248 w 3760185"/>
              <a:gd name="csY10120" fmla="*/ 360834 h 793834"/>
              <a:gd name="csX10121" fmla="*/ 738860 w 3760185"/>
              <a:gd name="csY10121" fmla="*/ 320897 h 793834"/>
              <a:gd name="csX10122" fmla="*/ 739763 w 3760185"/>
              <a:gd name="csY10122" fmla="*/ 404794 h 793834"/>
              <a:gd name="csX10123" fmla="*/ 736288 w 3760185"/>
              <a:gd name="csY10123" fmla="*/ 404795 h 793834"/>
              <a:gd name="csX10124" fmla="*/ 737494 w 3760185"/>
              <a:gd name="csY10124" fmla="*/ 376948 h 793834"/>
              <a:gd name="csX10125" fmla="*/ 737494 w 3760185"/>
              <a:gd name="csY10125" fmla="*/ 398669 h 793834"/>
              <a:gd name="csX10126" fmla="*/ 738860 w 3760185"/>
              <a:gd name="csY10126" fmla="*/ 337712 h 793834"/>
              <a:gd name="csX10127" fmla="*/ 1528251 w 3760185"/>
              <a:gd name="csY10127" fmla="*/ 320196 h 793834"/>
              <a:gd name="csX10128" fmla="*/ 1528251 w 3760185"/>
              <a:gd name="csY10128" fmla="*/ 404602 h 793834"/>
              <a:gd name="csX10129" fmla="*/ 1527085 w 3760185"/>
              <a:gd name="csY10129" fmla="*/ 404602 h 793834"/>
              <a:gd name="csX10130" fmla="*/ 807146 w 3760185"/>
              <a:gd name="csY10130" fmla="*/ 320196 h 793834"/>
              <a:gd name="csX10131" fmla="*/ 808512 w 3760185"/>
              <a:gd name="csY10131" fmla="*/ 352426 h 793834"/>
              <a:gd name="csX10132" fmla="*/ 808512 w 3760185"/>
              <a:gd name="csY10132" fmla="*/ 331406 h 793834"/>
              <a:gd name="csX10133" fmla="*/ 809307 w 3760185"/>
              <a:gd name="csY10133" fmla="*/ 404777 h 793834"/>
              <a:gd name="csX10134" fmla="*/ 806712 w 3760185"/>
              <a:gd name="csY10134" fmla="*/ 404778 h 793834"/>
              <a:gd name="csX10135" fmla="*/ 807146 w 3760185"/>
              <a:gd name="csY10135" fmla="*/ 367840 h 793834"/>
              <a:gd name="csX10136" fmla="*/ 3351501 w 3760185"/>
              <a:gd name="csY10136" fmla="*/ 319495 h 793834"/>
              <a:gd name="csX10137" fmla="*/ 3351501 w 3760185"/>
              <a:gd name="csY10137" fmla="*/ 404158 h 793834"/>
              <a:gd name="csX10138" fmla="*/ 3350641 w 3760185"/>
              <a:gd name="csY10138" fmla="*/ 404158 h 793834"/>
              <a:gd name="csX10139" fmla="*/ 2339495 w 3760185"/>
              <a:gd name="csY10139" fmla="*/ 318795 h 793834"/>
              <a:gd name="csX10140" fmla="*/ 2340130 w 3760185"/>
              <a:gd name="csY10140" fmla="*/ 404404 h 793834"/>
              <a:gd name="csX10141" fmla="*/ 2338500 w 3760185"/>
              <a:gd name="csY10141" fmla="*/ 404405 h 793834"/>
              <a:gd name="csX10142" fmla="*/ 2339495 w 3760185"/>
              <a:gd name="csY10142" fmla="*/ 331406 h 793834"/>
              <a:gd name="csX10143" fmla="*/ 1469525 w 3760185"/>
              <a:gd name="csY10143" fmla="*/ 318795 h 793834"/>
              <a:gd name="csX10144" fmla="*/ 1469525 w 3760185"/>
              <a:gd name="csY10144" fmla="*/ 404616 h 793834"/>
              <a:gd name="csX10145" fmla="*/ 1469047 w 3760185"/>
              <a:gd name="csY10145" fmla="*/ 404617 h 793834"/>
              <a:gd name="csX10146" fmla="*/ 3142544 w 3760185"/>
              <a:gd name="csY10146" fmla="*/ 318094 h 793834"/>
              <a:gd name="csX10147" fmla="*/ 3143641 w 3760185"/>
              <a:gd name="csY10147" fmla="*/ 404209 h 793834"/>
              <a:gd name="csX10148" fmla="*/ 3140843 w 3760185"/>
              <a:gd name="csY10148" fmla="*/ 404209 h 793834"/>
              <a:gd name="csX10149" fmla="*/ 3141178 w 3760185"/>
              <a:gd name="csY10149" fmla="*/ 392363 h 793834"/>
              <a:gd name="csX10150" fmla="*/ 3141178 w 3760185"/>
              <a:gd name="csY10150" fmla="*/ 382554 h 793834"/>
              <a:gd name="csX10151" fmla="*/ 3142544 w 3760185"/>
              <a:gd name="csY10151" fmla="*/ 342617 h 793834"/>
              <a:gd name="csX10152" fmla="*/ 1529617 w 3760185"/>
              <a:gd name="csY10152" fmla="*/ 318094 h 793834"/>
              <a:gd name="csX10153" fmla="*/ 1529617 w 3760185"/>
              <a:gd name="csY10153" fmla="*/ 365037 h 793834"/>
              <a:gd name="csX10154" fmla="*/ 1530983 w 3760185"/>
              <a:gd name="csY10154" fmla="*/ 341215 h 793834"/>
              <a:gd name="csX10155" fmla="*/ 1530983 w 3760185"/>
              <a:gd name="csY10155" fmla="*/ 404601 h 793834"/>
              <a:gd name="csX10156" fmla="*/ 1528701 w 3760185"/>
              <a:gd name="csY10156" fmla="*/ 404602 h 793834"/>
              <a:gd name="csX10157" fmla="*/ 1298809 w 3760185"/>
              <a:gd name="csY10157" fmla="*/ 318094 h 793834"/>
              <a:gd name="csX10158" fmla="*/ 1298809 w 3760185"/>
              <a:gd name="csY10158" fmla="*/ 404274 h 793834"/>
              <a:gd name="csX10159" fmla="*/ 1298813 w 3760185"/>
              <a:gd name="csY10159" fmla="*/ 404658 h 793834"/>
              <a:gd name="csX10160" fmla="*/ 1297443 w 3760185"/>
              <a:gd name="csY10160" fmla="*/ 404658 h 793834"/>
              <a:gd name="csX10161" fmla="*/ 1297030 w 3760185"/>
              <a:gd name="csY10161" fmla="*/ 404658 h 793834"/>
              <a:gd name="csX10162" fmla="*/ 1297443 w 3760185"/>
              <a:gd name="csY10162" fmla="*/ 376248 h 793834"/>
              <a:gd name="csX10163" fmla="*/ 1297443 w 3760185"/>
              <a:gd name="csY10163" fmla="*/ 352426 h 793834"/>
              <a:gd name="csX10164" fmla="*/ 610481 w 3760185"/>
              <a:gd name="csY10164" fmla="*/ 318094 h 793834"/>
              <a:gd name="csX10165" fmla="*/ 610932 w 3760185"/>
              <a:gd name="csY10165" fmla="*/ 404826 h 793834"/>
              <a:gd name="csX10166" fmla="*/ 608230 w 3760185"/>
              <a:gd name="csY10166" fmla="*/ 404826 h 793834"/>
              <a:gd name="csX10167" fmla="*/ 609115 w 3760185"/>
              <a:gd name="csY10167" fmla="*/ 374847 h 793834"/>
              <a:gd name="csX10168" fmla="*/ 609115 w 3760185"/>
              <a:gd name="csY10168" fmla="*/ 333508 h 793834"/>
              <a:gd name="csX10169" fmla="*/ 610481 w 3760185"/>
              <a:gd name="csY10169" fmla="*/ 400070 h 793834"/>
              <a:gd name="csX10170" fmla="*/ 2985485 w 3760185"/>
              <a:gd name="csY10170" fmla="*/ 317393 h 793834"/>
              <a:gd name="csX10171" fmla="*/ 2986358 w 3760185"/>
              <a:gd name="csY10171" fmla="*/ 404247 h 793834"/>
              <a:gd name="csX10172" fmla="*/ 2985485 w 3760185"/>
              <a:gd name="csY10172" fmla="*/ 404247 h 793834"/>
              <a:gd name="csX10173" fmla="*/ 1524154 w 3760185"/>
              <a:gd name="csY10173" fmla="*/ 316693 h 793834"/>
              <a:gd name="csX10174" fmla="*/ 1525168 w 3760185"/>
              <a:gd name="csY10174" fmla="*/ 404603 h 793834"/>
              <a:gd name="csX10175" fmla="*/ 1523715 w 3760185"/>
              <a:gd name="csY10175" fmla="*/ 404603 h 793834"/>
              <a:gd name="csX10176" fmla="*/ 1524154 w 3760185"/>
              <a:gd name="csY10176" fmla="*/ 374847 h 793834"/>
              <a:gd name="csX10177" fmla="*/ 1559663 w 3760185"/>
              <a:gd name="csY10177" fmla="*/ 315292 h 793834"/>
              <a:gd name="csX10178" fmla="*/ 1559663 w 3760185"/>
              <a:gd name="csY10178" fmla="*/ 319495 h 793834"/>
              <a:gd name="csX10179" fmla="*/ 1561029 w 3760185"/>
              <a:gd name="csY10179" fmla="*/ 388159 h 793834"/>
              <a:gd name="csX10180" fmla="*/ 1561029 w 3760185"/>
              <a:gd name="csY10180" fmla="*/ 404594 h 793834"/>
              <a:gd name="csX10181" fmla="*/ 1559663 w 3760185"/>
              <a:gd name="csY10181" fmla="*/ 404594 h 793834"/>
              <a:gd name="csX10182" fmla="*/ 1558685 w 3760185"/>
              <a:gd name="csY10182" fmla="*/ 404595 h 793834"/>
              <a:gd name="csX10183" fmla="*/ 1502303 w 3760185"/>
              <a:gd name="csY10183" fmla="*/ 315292 h 793834"/>
              <a:gd name="csX10184" fmla="*/ 1502303 w 3760185"/>
              <a:gd name="csY10184" fmla="*/ 355228 h 793834"/>
              <a:gd name="csX10185" fmla="*/ 1502883 w 3760185"/>
              <a:gd name="csY10185" fmla="*/ 404608 h 793834"/>
              <a:gd name="csX10186" fmla="*/ 1500937 w 3760185"/>
              <a:gd name="csY10186" fmla="*/ 404609 h 793834"/>
              <a:gd name="csX10187" fmla="*/ 1500937 w 3760185"/>
              <a:gd name="csY10187" fmla="*/ 341916 h 793834"/>
              <a:gd name="csX10188" fmla="*/ 1383484 w 3760185"/>
              <a:gd name="csY10188" fmla="*/ 315292 h 793834"/>
              <a:gd name="csX10189" fmla="*/ 1384195 w 3760185"/>
              <a:gd name="csY10189" fmla="*/ 404637 h 793834"/>
              <a:gd name="csX10190" fmla="*/ 1383484 w 3760185"/>
              <a:gd name="csY10190" fmla="*/ 404637 h 793834"/>
              <a:gd name="csX10191" fmla="*/ 3387009 w 3760185"/>
              <a:gd name="csY10191" fmla="*/ 314591 h 793834"/>
              <a:gd name="csX10192" fmla="*/ 3387009 w 3760185"/>
              <a:gd name="csY10192" fmla="*/ 404149 h 793834"/>
              <a:gd name="csX10193" fmla="*/ 3386227 w 3760185"/>
              <a:gd name="csY10193" fmla="*/ 404150 h 793834"/>
              <a:gd name="csX10194" fmla="*/ 3163030 w 3760185"/>
              <a:gd name="csY10194" fmla="*/ 314591 h 793834"/>
              <a:gd name="csX10195" fmla="*/ 3164395 w 3760185"/>
              <a:gd name="csY10195" fmla="*/ 367840 h 793834"/>
              <a:gd name="csX10196" fmla="*/ 3164395 w 3760185"/>
              <a:gd name="csY10196" fmla="*/ 378350 h 793834"/>
              <a:gd name="csX10197" fmla="*/ 3165761 w 3760185"/>
              <a:gd name="csY10197" fmla="*/ 400770 h 793834"/>
              <a:gd name="csX10198" fmla="*/ 3165761 w 3760185"/>
              <a:gd name="csY10198" fmla="*/ 404203 h 793834"/>
              <a:gd name="csX10199" fmla="*/ 3163030 w 3760185"/>
              <a:gd name="csY10199" fmla="*/ 404204 h 793834"/>
              <a:gd name="csX10200" fmla="*/ 2235699 w 3760185"/>
              <a:gd name="csY10200" fmla="*/ 314591 h 793834"/>
              <a:gd name="csX10201" fmla="*/ 2236062 w 3760185"/>
              <a:gd name="csY10201" fmla="*/ 404430 h 793834"/>
              <a:gd name="csX10202" fmla="*/ 2235699 w 3760185"/>
              <a:gd name="csY10202" fmla="*/ 404430 h 793834"/>
              <a:gd name="csX10203" fmla="*/ 2235699 w 3760185"/>
              <a:gd name="csY10203" fmla="*/ 387458 h 793834"/>
              <a:gd name="csX10204" fmla="*/ 568143 w 3760185"/>
              <a:gd name="csY10204" fmla="*/ 314591 h 793834"/>
              <a:gd name="csX10205" fmla="*/ 568143 w 3760185"/>
              <a:gd name="csY10205" fmla="*/ 359432 h 793834"/>
              <a:gd name="csX10206" fmla="*/ 568941 w 3760185"/>
              <a:gd name="csY10206" fmla="*/ 404836 h 793834"/>
              <a:gd name="csX10207" fmla="*/ 567508 w 3760185"/>
              <a:gd name="csY10207" fmla="*/ 404836 h 793834"/>
              <a:gd name="csX10208" fmla="*/ 3380181 w 3760185"/>
              <a:gd name="csY10208" fmla="*/ 313890 h 793834"/>
              <a:gd name="csX10209" fmla="*/ 3380181 w 3760185"/>
              <a:gd name="csY10209" fmla="*/ 404151 h 793834"/>
              <a:gd name="csX10210" fmla="*/ 3379204 w 3760185"/>
              <a:gd name="csY10210" fmla="*/ 404151 h 793834"/>
              <a:gd name="csX10211" fmla="*/ 3343306 w 3760185"/>
              <a:gd name="csY10211" fmla="*/ 313890 h 793834"/>
              <a:gd name="csX10212" fmla="*/ 3344672 w 3760185"/>
              <a:gd name="csY10212" fmla="*/ 384656 h 793834"/>
              <a:gd name="csX10213" fmla="*/ 3344672 w 3760185"/>
              <a:gd name="csY10213" fmla="*/ 404160 h 793834"/>
              <a:gd name="csX10214" fmla="*/ 3342090 w 3760185"/>
              <a:gd name="csY10214" fmla="*/ 404160 h 793834"/>
              <a:gd name="csX10215" fmla="*/ 3343306 w 3760185"/>
              <a:gd name="csY10215" fmla="*/ 334910 h 793834"/>
              <a:gd name="csX10216" fmla="*/ 1322026 w 3760185"/>
              <a:gd name="csY10216" fmla="*/ 313890 h 793834"/>
              <a:gd name="csX10217" fmla="*/ 1322026 w 3760185"/>
              <a:gd name="csY10217" fmla="*/ 363636 h 793834"/>
              <a:gd name="csX10218" fmla="*/ 1322420 w 3760185"/>
              <a:gd name="csY10218" fmla="*/ 404652 h 793834"/>
              <a:gd name="csX10219" fmla="*/ 1320661 w 3760185"/>
              <a:gd name="csY10219" fmla="*/ 404653 h 793834"/>
              <a:gd name="csX10220" fmla="*/ 1320661 w 3760185"/>
              <a:gd name="csY10220" fmla="*/ 376948 h 793834"/>
              <a:gd name="csX10221" fmla="*/ 1484548 w 3760185"/>
              <a:gd name="csY10221" fmla="*/ 313190 h 793834"/>
              <a:gd name="csX10222" fmla="*/ 1484548 w 3760185"/>
              <a:gd name="csY10222" fmla="*/ 400770 h 793834"/>
              <a:gd name="csX10223" fmla="*/ 1484735 w 3760185"/>
              <a:gd name="csY10223" fmla="*/ 404613 h 793834"/>
              <a:gd name="csX10224" fmla="*/ 1483266 w 3760185"/>
              <a:gd name="csY10224" fmla="*/ 404613 h 793834"/>
              <a:gd name="csX10225" fmla="*/ 1313832 w 3760185"/>
              <a:gd name="csY10225" fmla="*/ 312489 h 793834"/>
              <a:gd name="csX10226" fmla="*/ 1314709 w 3760185"/>
              <a:gd name="csY10226" fmla="*/ 404654 h 793834"/>
              <a:gd name="csX10227" fmla="*/ 1313832 w 3760185"/>
              <a:gd name="csY10227" fmla="*/ 404654 h 793834"/>
              <a:gd name="csX10228" fmla="*/ 790757 w 3760185"/>
              <a:gd name="csY10228" fmla="*/ 312489 h 793834"/>
              <a:gd name="csX10229" fmla="*/ 790757 w 3760185"/>
              <a:gd name="csY10229" fmla="*/ 327903 h 793834"/>
              <a:gd name="csX10230" fmla="*/ 790757 w 3760185"/>
              <a:gd name="csY10230" fmla="*/ 404782 h 793834"/>
              <a:gd name="csX10231" fmla="*/ 789840 w 3760185"/>
              <a:gd name="csY10231" fmla="*/ 404782 h 793834"/>
              <a:gd name="csX10232" fmla="*/ 2306717 w 3760185"/>
              <a:gd name="csY10232" fmla="*/ 311788 h 793834"/>
              <a:gd name="csX10233" fmla="*/ 2306717 w 3760185"/>
              <a:gd name="csY10233" fmla="*/ 385356 h 793834"/>
              <a:gd name="csX10234" fmla="*/ 2306866 w 3760185"/>
              <a:gd name="csY10234" fmla="*/ 404412 h 793834"/>
              <a:gd name="csX10235" fmla="*/ 2305819 w 3760185"/>
              <a:gd name="csY10235" fmla="*/ 404413 h 793834"/>
              <a:gd name="csX10236" fmla="*/ 1393044 w 3760185"/>
              <a:gd name="csY10236" fmla="*/ 311788 h 793834"/>
              <a:gd name="csX10237" fmla="*/ 1394410 w 3760185"/>
              <a:gd name="csY10237" fmla="*/ 402172 h 793834"/>
              <a:gd name="csX10238" fmla="*/ 1394410 w 3760185"/>
              <a:gd name="csY10238" fmla="*/ 389560 h 793834"/>
              <a:gd name="csX10239" fmla="*/ 1394625 w 3760185"/>
              <a:gd name="csY10239" fmla="*/ 404635 h 793834"/>
              <a:gd name="csX10240" fmla="*/ 1392309 w 3760185"/>
              <a:gd name="csY10240" fmla="*/ 404635 h 793834"/>
              <a:gd name="csX10241" fmla="*/ 1393044 w 3760185"/>
              <a:gd name="csY10241" fmla="*/ 320897 h 793834"/>
              <a:gd name="csX10242" fmla="*/ 3266825 w 3760185"/>
              <a:gd name="csY10242" fmla="*/ 311088 h 793834"/>
              <a:gd name="csX10243" fmla="*/ 3266825 w 3760185"/>
              <a:gd name="csY10243" fmla="*/ 369241 h 793834"/>
              <a:gd name="csX10244" fmla="*/ 3266825 w 3760185"/>
              <a:gd name="csY10244" fmla="*/ 404179 h 793834"/>
              <a:gd name="csX10245" fmla="*/ 3265151 w 3760185"/>
              <a:gd name="csY10245" fmla="*/ 404179 h 793834"/>
              <a:gd name="csX10246" fmla="*/ 3265459 w 3760185"/>
              <a:gd name="csY10246" fmla="*/ 386758 h 793834"/>
              <a:gd name="csX10247" fmla="*/ 3265459 w 3760185"/>
              <a:gd name="csY10247" fmla="*/ 378350 h 793834"/>
              <a:gd name="csX10248" fmla="*/ 652819 w 3760185"/>
              <a:gd name="csY10248" fmla="*/ 311088 h 793834"/>
              <a:gd name="csX10249" fmla="*/ 652819 w 3760185"/>
              <a:gd name="csY10249" fmla="*/ 404815 h 793834"/>
              <a:gd name="csX10250" fmla="*/ 651495 w 3760185"/>
              <a:gd name="csY10250" fmla="*/ 404816 h 793834"/>
              <a:gd name="csX10251" fmla="*/ 2265745 w 3760185"/>
              <a:gd name="csY10251" fmla="*/ 309686 h 793834"/>
              <a:gd name="csX10252" fmla="*/ 2265745 w 3760185"/>
              <a:gd name="csY10252" fmla="*/ 404422 h 793834"/>
              <a:gd name="csX10253" fmla="*/ 2264523 w 3760185"/>
              <a:gd name="csY10253" fmla="*/ 404423 h 793834"/>
              <a:gd name="csX10254" fmla="*/ 1550103 w 3760185"/>
              <a:gd name="csY10254" fmla="*/ 309686 h 793834"/>
              <a:gd name="csX10255" fmla="*/ 1551469 w 3760185"/>
              <a:gd name="csY10255" fmla="*/ 333508 h 793834"/>
              <a:gd name="csX10256" fmla="*/ 1551469 w 3760185"/>
              <a:gd name="csY10256" fmla="*/ 404596 h 793834"/>
              <a:gd name="csX10257" fmla="*/ 1550103 w 3760185"/>
              <a:gd name="csY10257" fmla="*/ 404597 h 793834"/>
              <a:gd name="csX10258" fmla="*/ 1550103 w 3760185"/>
              <a:gd name="csY10258" fmla="*/ 380452 h 793834"/>
              <a:gd name="csX10259" fmla="*/ 691059 w 3760185"/>
              <a:gd name="csY10259" fmla="*/ 309686 h 793834"/>
              <a:gd name="csX10260" fmla="*/ 692425 w 3760185"/>
              <a:gd name="csY10260" fmla="*/ 398669 h 793834"/>
              <a:gd name="csX10261" fmla="*/ 692425 w 3760185"/>
              <a:gd name="csY10261" fmla="*/ 400070 h 793834"/>
              <a:gd name="csX10262" fmla="*/ 693791 w 3760185"/>
              <a:gd name="csY10262" fmla="*/ 399369 h 793834"/>
              <a:gd name="csX10263" fmla="*/ 693791 w 3760185"/>
              <a:gd name="csY10263" fmla="*/ 404805 h 793834"/>
              <a:gd name="csX10264" fmla="*/ 692425 w 3760185"/>
              <a:gd name="csY10264" fmla="*/ 404806 h 793834"/>
              <a:gd name="csX10265" fmla="*/ 689693 w 3760185"/>
              <a:gd name="csY10265" fmla="*/ 404806 h 793834"/>
              <a:gd name="csX10266" fmla="*/ 689693 w 3760185"/>
              <a:gd name="csY10266" fmla="*/ 371343 h 793834"/>
              <a:gd name="csX10267" fmla="*/ 691059 w 3760185"/>
              <a:gd name="csY10267" fmla="*/ 393764 h 793834"/>
              <a:gd name="csX10268" fmla="*/ 1397141 w 3760185"/>
              <a:gd name="csY10268" fmla="*/ 308986 h 793834"/>
              <a:gd name="csX10269" fmla="*/ 1398507 w 3760185"/>
              <a:gd name="csY10269" fmla="*/ 404274 h 793834"/>
              <a:gd name="csX10270" fmla="*/ 1398507 w 3760185"/>
              <a:gd name="csY10270" fmla="*/ 344719 h 793834"/>
              <a:gd name="csX10271" fmla="*/ 1399302 w 3760185"/>
              <a:gd name="csY10271" fmla="*/ 404634 h 793834"/>
              <a:gd name="csX10272" fmla="*/ 1395776 w 3760185"/>
              <a:gd name="csY10272" fmla="*/ 404634 h 793834"/>
              <a:gd name="csX10273" fmla="*/ 1395776 w 3760185"/>
              <a:gd name="csY10273" fmla="*/ 351725 h 793834"/>
              <a:gd name="csX10274" fmla="*/ 1395776 w 3760185"/>
              <a:gd name="csY10274" fmla="*/ 346821 h 793834"/>
              <a:gd name="csX10275" fmla="*/ 1397141 w 3760185"/>
              <a:gd name="csY10275" fmla="*/ 387458 h 793834"/>
              <a:gd name="csX10276" fmla="*/ 618675 w 3760185"/>
              <a:gd name="csY10276" fmla="*/ 308986 h 793834"/>
              <a:gd name="csX10277" fmla="*/ 619873 w 3760185"/>
              <a:gd name="csY10277" fmla="*/ 404823 h 793834"/>
              <a:gd name="csX10278" fmla="*/ 618675 w 3760185"/>
              <a:gd name="csY10278" fmla="*/ 404824 h 793834"/>
              <a:gd name="csX10279" fmla="*/ 615944 w 3760185"/>
              <a:gd name="csY10279" fmla="*/ 404824 h 793834"/>
              <a:gd name="csX10280" fmla="*/ 615944 w 3760185"/>
              <a:gd name="csY10280" fmla="*/ 353126 h 793834"/>
              <a:gd name="csX10281" fmla="*/ 617310 w 3760185"/>
              <a:gd name="csY10281" fmla="*/ 382554 h 793834"/>
              <a:gd name="csX10282" fmla="*/ 617310 w 3760185"/>
              <a:gd name="csY10282" fmla="*/ 344719 h 793834"/>
              <a:gd name="csX10283" fmla="*/ 618675 w 3760185"/>
              <a:gd name="csY10283" fmla="*/ 374847 h 793834"/>
              <a:gd name="csX10284" fmla="*/ 3371986 w 3760185"/>
              <a:gd name="csY10284" fmla="*/ 308285 h 793834"/>
              <a:gd name="csX10285" fmla="*/ 3371986 w 3760185"/>
              <a:gd name="csY10285" fmla="*/ 309686 h 793834"/>
              <a:gd name="csX10286" fmla="*/ 3373352 w 3760185"/>
              <a:gd name="csY10286" fmla="*/ 400770 h 793834"/>
              <a:gd name="csX10287" fmla="*/ 3373352 w 3760185"/>
              <a:gd name="csY10287" fmla="*/ 404153 h 793834"/>
              <a:gd name="csX10288" fmla="*/ 3370781 w 3760185"/>
              <a:gd name="csY10288" fmla="*/ 404153 h 793834"/>
              <a:gd name="csX10289" fmla="*/ 3044211 w 3760185"/>
              <a:gd name="csY10289" fmla="*/ 308285 h 793834"/>
              <a:gd name="csX10290" fmla="*/ 3044211 w 3760185"/>
              <a:gd name="csY10290" fmla="*/ 374146 h 793834"/>
              <a:gd name="csX10291" fmla="*/ 3044571 w 3760185"/>
              <a:gd name="csY10291" fmla="*/ 404233 h 793834"/>
              <a:gd name="csX10292" fmla="*/ 3042845 w 3760185"/>
              <a:gd name="csY10292" fmla="*/ 404233 h 793834"/>
              <a:gd name="csX10293" fmla="*/ 3042845 w 3760185"/>
              <a:gd name="csY10293" fmla="*/ 346120 h 793834"/>
              <a:gd name="csX10294" fmla="*/ 2411879 w 3760185"/>
              <a:gd name="csY10294" fmla="*/ 307584 h 793834"/>
              <a:gd name="csX10295" fmla="*/ 2412301 w 3760185"/>
              <a:gd name="csY10295" fmla="*/ 404387 h 793834"/>
              <a:gd name="csX10296" fmla="*/ 2410513 w 3760185"/>
              <a:gd name="csY10296" fmla="*/ 404387 h 793834"/>
              <a:gd name="csX10297" fmla="*/ 2410513 w 3760185"/>
              <a:gd name="csY10297" fmla="*/ 386057 h 793834"/>
              <a:gd name="csX10298" fmla="*/ 2411879 w 3760185"/>
              <a:gd name="csY10298" fmla="*/ 396567 h 793834"/>
              <a:gd name="csX10299" fmla="*/ 2250722 w 3760185"/>
              <a:gd name="csY10299" fmla="*/ 307584 h 793834"/>
              <a:gd name="csX10300" fmla="*/ 2251298 w 3760185"/>
              <a:gd name="csY10300" fmla="*/ 404426 h 793834"/>
              <a:gd name="csX10301" fmla="*/ 2250712 w 3760185"/>
              <a:gd name="csY10301" fmla="*/ 404426 h 793834"/>
              <a:gd name="csX10302" fmla="*/ 2250722 w 3760185"/>
              <a:gd name="csY10302" fmla="*/ 402872 h 793834"/>
              <a:gd name="csX10303" fmla="*/ 1574686 w 3760185"/>
              <a:gd name="csY10303" fmla="*/ 307584 h 793834"/>
              <a:gd name="csX10304" fmla="*/ 1574686 w 3760185"/>
              <a:gd name="csY10304" fmla="*/ 404591 h 793834"/>
              <a:gd name="csX10305" fmla="*/ 1573976 w 3760185"/>
              <a:gd name="csY10305" fmla="*/ 404591 h 793834"/>
              <a:gd name="csX10306" fmla="*/ 1435382 w 3760185"/>
              <a:gd name="csY10306" fmla="*/ 307584 h 793834"/>
              <a:gd name="csX10307" fmla="*/ 1435382 w 3760185"/>
              <a:gd name="csY10307" fmla="*/ 404625 h 793834"/>
              <a:gd name="csX10308" fmla="*/ 1434319 w 3760185"/>
              <a:gd name="csY10308" fmla="*/ 404625 h 793834"/>
              <a:gd name="csX10309" fmla="*/ 633699 w 3760185"/>
              <a:gd name="csY10309" fmla="*/ 307584 h 793834"/>
              <a:gd name="csX10310" fmla="*/ 633699 w 3760185"/>
              <a:gd name="csY10310" fmla="*/ 404820 h 793834"/>
              <a:gd name="csX10311" fmla="*/ 632333 w 3760185"/>
              <a:gd name="csY10311" fmla="*/ 404820 h 793834"/>
              <a:gd name="csX10312" fmla="*/ 632333 w 3760185"/>
              <a:gd name="csY10312" fmla="*/ 372044 h 793834"/>
              <a:gd name="csX10313" fmla="*/ 3329649 w 3760185"/>
              <a:gd name="csY10313" fmla="*/ 306884 h 793834"/>
              <a:gd name="csX10314" fmla="*/ 3329649 w 3760185"/>
              <a:gd name="csY10314" fmla="*/ 404163 h 793834"/>
              <a:gd name="csX10315" fmla="*/ 3328540 w 3760185"/>
              <a:gd name="csY10315" fmla="*/ 404164 h 793834"/>
              <a:gd name="csX10316" fmla="*/ 3285945 w 3760185"/>
              <a:gd name="csY10316" fmla="*/ 306884 h 793834"/>
              <a:gd name="csX10317" fmla="*/ 3285945 w 3760185"/>
              <a:gd name="csY10317" fmla="*/ 404174 h 793834"/>
              <a:gd name="csX10318" fmla="*/ 3285084 w 3760185"/>
              <a:gd name="csY10318" fmla="*/ 404174 h 793834"/>
              <a:gd name="csX10319" fmla="*/ 3354232 w 3760185"/>
              <a:gd name="csY10319" fmla="*/ 306183 h 793834"/>
              <a:gd name="csX10320" fmla="*/ 3355597 w 3760185"/>
              <a:gd name="csY10320" fmla="*/ 397968 h 793834"/>
              <a:gd name="csX10321" fmla="*/ 3355597 w 3760185"/>
              <a:gd name="csY10321" fmla="*/ 404157 h 793834"/>
              <a:gd name="csX10322" fmla="*/ 3352700 w 3760185"/>
              <a:gd name="csY10322" fmla="*/ 404158 h 793834"/>
              <a:gd name="csX10323" fmla="*/ 3352866 w 3760185"/>
              <a:gd name="csY10323" fmla="*/ 393063 h 793834"/>
              <a:gd name="csX10324" fmla="*/ 3352866 w 3760185"/>
              <a:gd name="csY10324" fmla="*/ 383955 h 793834"/>
              <a:gd name="csX10325" fmla="*/ 3354232 w 3760185"/>
              <a:gd name="csY10325" fmla="*/ 376248 h 793834"/>
              <a:gd name="csX10326" fmla="*/ 2753311 w 3760185"/>
              <a:gd name="csY10326" fmla="*/ 306183 h 793834"/>
              <a:gd name="csX10327" fmla="*/ 2753311 w 3760185"/>
              <a:gd name="csY10327" fmla="*/ 404304 h 793834"/>
              <a:gd name="csX10328" fmla="*/ 2752409 w 3760185"/>
              <a:gd name="csY10328" fmla="*/ 404304 h 793834"/>
              <a:gd name="csX10329" fmla="*/ 2377735 w 3760185"/>
              <a:gd name="csY10329" fmla="*/ 304782 h 793834"/>
              <a:gd name="csX10330" fmla="*/ 2378528 w 3760185"/>
              <a:gd name="csY10330" fmla="*/ 404395 h 793834"/>
              <a:gd name="csX10331" fmla="*/ 2376945 w 3760185"/>
              <a:gd name="csY10331" fmla="*/ 404395 h 793834"/>
              <a:gd name="csX10332" fmla="*/ 2377735 w 3760185"/>
              <a:gd name="csY10332" fmla="*/ 328604 h 793834"/>
              <a:gd name="csX10333" fmla="*/ 2207019 w 3760185"/>
              <a:gd name="csY10333" fmla="*/ 304782 h 793834"/>
              <a:gd name="csX10334" fmla="*/ 2207842 w 3760185"/>
              <a:gd name="csY10334" fmla="*/ 404437 h 793834"/>
              <a:gd name="csX10335" fmla="*/ 2207019 w 3760185"/>
              <a:gd name="csY10335" fmla="*/ 404437 h 793834"/>
              <a:gd name="csX10336" fmla="*/ 2207019 w 3760185"/>
              <a:gd name="csY10336" fmla="*/ 402172 h 793834"/>
              <a:gd name="csX10337" fmla="*/ 1466794 w 3760185"/>
              <a:gd name="csY10337" fmla="*/ 304782 h 793834"/>
              <a:gd name="csX10338" fmla="*/ 1467363 w 3760185"/>
              <a:gd name="csY10338" fmla="*/ 404617 h 793834"/>
              <a:gd name="csX10339" fmla="*/ 1466794 w 3760185"/>
              <a:gd name="csY10339" fmla="*/ 404617 h 793834"/>
              <a:gd name="csX10340" fmla="*/ 1466794 w 3760185"/>
              <a:gd name="csY10340" fmla="*/ 374146 h 793834"/>
              <a:gd name="csX10341" fmla="*/ 1567857 w 3760185"/>
              <a:gd name="csY10341" fmla="*/ 302680 h 793834"/>
              <a:gd name="csX10342" fmla="*/ 1568943 w 3760185"/>
              <a:gd name="csY10342" fmla="*/ 404592 h 793834"/>
              <a:gd name="csX10343" fmla="*/ 1567268 w 3760185"/>
              <a:gd name="csY10343" fmla="*/ 404593 h 793834"/>
              <a:gd name="csX10344" fmla="*/ 1567857 w 3760185"/>
              <a:gd name="csY10344" fmla="*/ 333508 h 793834"/>
              <a:gd name="csX10345" fmla="*/ 636430 w 3760185"/>
              <a:gd name="csY10345" fmla="*/ 302680 h 793834"/>
              <a:gd name="csX10346" fmla="*/ 636430 w 3760185"/>
              <a:gd name="csY10346" fmla="*/ 355929 h 793834"/>
              <a:gd name="csX10347" fmla="*/ 636821 w 3760185"/>
              <a:gd name="csY10347" fmla="*/ 404819 h 793834"/>
              <a:gd name="csX10348" fmla="*/ 636430 w 3760185"/>
              <a:gd name="csY10348" fmla="*/ 404819 h 793834"/>
              <a:gd name="csX10349" fmla="*/ 635311 w 3760185"/>
              <a:gd name="csY10349" fmla="*/ 404820 h 793834"/>
              <a:gd name="csX10350" fmla="*/ 3247705 w 3760185"/>
              <a:gd name="csY10350" fmla="*/ 301279 h 793834"/>
              <a:gd name="csX10351" fmla="*/ 3247705 w 3760185"/>
              <a:gd name="csY10351" fmla="*/ 335610 h 793834"/>
              <a:gd name="csX10352" fmla="*/ 3247705 w 3760185"/>
              <a:gd name="csY10352" fmla="*/ 404183 h 793834"/>
              <a:gd name="csX10353" fmla="*/ 3247127 w 3760185"/>
              <a:gd name="csY10353" fmla="*/ 404183 h 793834"/>
              <a:gd name="csX10354" fmla="*/ 699254 w 3760185"/>
              <a:gd name="csY10354" fmla="*/ 301279 h 793834"/>
              <a:gd name="csX10355" fmla="*/ 700278 w 3760185"/>
              <a:gd name="csY10355" fmla="*/ 404804 h 793834"/>
              <a:gd name="csX10356" fmla="*/ 699254 w 3760185"/>
              <a:gd name="csY10356" fmla="*/ 404804 h 793834"/>
              <a:gd name="csX10357" fmla="*/ 3255899 w 3760185"/>
              <a:gd name="csY10357" fmla="*/ 300578 h 793834"/>
              <a:gd name="csX10358" fmla="*/ 3257087 w 3760185"/>
              <a:gd name="csY10358" fmla="*/ 404181 h 793834"/>
              <a:gd name="csX10359" fmla="*/ 3254533 w 3760185"/>
              <a:gd name="csY10359" fmla="*/ 404182 h 793834"/>
              <a:gd name="csX10360" fmla="*/ 3254533 w 3760185"/>
              <a:gd name="csY10360" fmla="*/ 321597 h 793834"/>
              <a:gd name="csX10361" fmla="*/ 3255899 w 3760185"/>
              <a:gd name="csY10361" fmla="*/ 382554 h 793834"/>
              <a:gd name="csX10362" fmla="*/ 3040114 w 3760185"/>
              <a:gd name="csY10362" fmla="*/ 300578 h 793834"/>
              <a:gd name="csX10363" fmla="*/ 3041480 w 3760185"/>
              <a:gd name="csY10363" fmla="*/ 371343 h 793834"/>
              <a:gd name="csX10364" fmla="*/ 3041480 w 3760185"/>
              <a:gd name="csY10364" fmla="*/ 318094 h 793834"/>
              <a:gd name="csX10365" fmla="*/ 3042503 w 3760185"/>
              <a:gd name="csY10365" fmla="*/ 404233 h 793834"/>
              <a:gd name="csX10366" fmla="*/ 3041480 w 3760185"/>
              <a:gd name="csY10366" fmla="*/ 404234 h 793834"/>
              <a:gd name="csX10367" fmla="*/ 3037835 w 3760185"/>
              <a:gd name="csY10367" fmla="*/ 404234 h 793834"/>
              <a:gd name="csX10368" fmla="*/ 3038748 w 3760185"/>
              <a:gd name="csY10368" fmla="*/ 354528 h 793834"/>
              <a:gd name="csX10369" fmla="*/ 3038748 w 3760185"/>
              <a:gd name="csY10369" fmla="*/ 333508 h 793834"/>
              <a:gd name="csX10370" fmla="*/ 3040114 w 3760185"/>
              <a:gd name="csY10370" fmla="*/ 359432 h 793834"/>
              <a:gd name="csX10371" fmla="*/ 2940416 w 3760185"/>
              <a:gd name="csY10371" fmla="*/ 299877 h 793834"/>
              <a:gd name="csX10372" fmla="*/ 2941612 w 3760185"/>
              <a:gd name="csY10372" fmla="*/ 404258 h 793834"/>
              <a:gd name="csX10373" fmla="*/ 2940416 w 3760185"/>
              <a:gd name="csY10373" fmla="*/ 404258 h 793834"/>
              <a:gd name="csX10374" fmla="*/ 1565126 w 3760185"/>
              <a:gd name="csY10374" fmla="*/ 299877 h 793834"/>
              <a:gd name="csX10375" fmla="*/ 1566010 w 3760185"/>
              <a:gd name="csY10375" fmla="*/ 404593 h 793834"/>
              <a:gd name="csX10376" fmla="*/ 1565126 w 3760185"/>
              <a:gd name="csY10376" fmla="*/ 404593 h 793834"/>
              <a:gd name="csX10377" fmla="*/ 730665 w 3760185"/>
              <a:gd name="csY10377" fmla="*/ 299877 h 793834"/>
              <a:gd name="csX10378" fmla="*/ 732031 w 3760185"/>
              <a:gd name="csY10378" fmla="*/ 335610 h 793834"/>
              <a:gd name="csX10379" fmla="*/ 732031 w 3760185"/>
              <a:gd name="csY10379" fmla="*/ 404796 h 793834"/>
              <a:gd name="csX10380" fmla="*/ 730665 w 3760185"/>
              <a:gd name="csY10380" fmla="*/ 404796 h 793834"/>
              <a:gd name="csX10381" fmla="*/ 3339209 w 3760185"/>
              <a:gd name="csY10381" fmla="*/ 299177 h 793834"/>
              <a:gd name="csX10382" fmla="*/ 3339209 w 3760185"/>
              <a:gd name="csY10382" fmla="*/ 335610 h 793834"/>
              <a:gd name="csX10383" fmla="*/ 3340575 w 3760185"/>
              <a:gd name="csY10383" fmla="*/ 395165 h 793834"/>
              <a:gd name="csX10384" fmla="*/ 3340575 w 3760185"/>
              <a:gd name="csY10384" fmla="*/ 404161 h 793834"/>
              <a:gd name="csX10385" fmla="*/ 3338109 w 3760185"/>
              <a:gd name="csY10385" fmla="*/ 404161 h 793834"/>
              <a:gd name="csX10386" fmla="*/ 1454502 w 3760185"/>
              <a:gd name="csY10386" fmla="*/ 299177 h 793834"/>
              <a:gd name="csX10387" fmla="*/ 1455192 w 3760185"/>
              <a:gd name="csY10387" fmla="*/ 404620 h 793834"/>
              <a:gd name="csX10388" fmla="*/ 1453179 w 3760185"/>
              <a:gd name="csY10388" fmla="*/ 404620 h 793834"/>
              <a:gd name="csX10389" fmla="*/ 1454502 w 3760185"/>
              <a:gd name="csY10389" fmla="*/ 393764 h 793834"/>
              <a:gd name="csX10390" fmla="*/ 3138447 w 3760185"/>
              <a:gd name="csY10390" fmla="*/ 298476 h 793834"/>
              <a:gd name="csX10391" fmla="*/ 3139673 w 3760185"/>
              <a:gd name="csY10391" fmla="*/ 404210 h 793834"/>
              <a:gd name="csX10392" fmla="*/ 3137532 w 3760185"/>
              <a:gd name="csY10392" fmla="*/ 404210 h 793834"/>
              <a:gd name="csX10393" fmla="*/ 3138447 w 3760185"/>
              <a:gd name="csY10393" fmla="*/ 322999 h 793834"/>
              <a:gd name="csX10394" fmla="*/ 3359695 w 3760185"/>
              <a:gd name="csY10394" fmla="*/ 297775 h 793834"/>
              <a:gd name="csX10395" fmla="*/ 3359695 w 3760185"/>
              <a:gd name="csY10395" fmla="*/ 359432 h 793834"/>
              <a:gd name="csX10396" fmla="*/ 3359695 w 3760185"/>
              <a:gd name="csY10396" fmla="*/ 404156 h 793834"/>
              <a:gd name="csX10397" fmla="*/ 3358949 w 3760185"/>
              <a:gd name="csY10397" fmla="*/ 404156 h 793834"/>
              <a:gd name="csX10398" fmla="*/ 793489 w 3760185"/>
              <a:gd name="csY10398" fmla="*/ 297775 h 793834"/>
              <a:gd name="csX10399" fmla="*/ 794855 w 3760185"/>
              <a:gd name="csY10399" fmla="*/ 379751 h 793834"/>
              <a:gd name="csX10400" fmla="*/ 794855 w 3760185"/>
              <a:gd name="csY10400" fmla="*/ 404781 h 793834"/>
              <a:gd name="csX10401" fmla="*/ 793489 w 3760185"/>
              <a:gd name="csY10401" fmla="*/ 404781 h 793834"/>
              <a:gd name="csX10402" fmla="*/ 3148007 w 3760185"/>
              <a:gd name="csY10402" fmla="*/ 297075 h 793834"/>
              <a:gd name="csX10403" fmla="*/ 3148007 w 3760185"/>
              <a:gd name="csY10403" fmla="*/ 362936 h 793834"/>
              <a:gd name="csX10404" fmla="*/ 3149264 w 3760185"/>
              <a:gd name="csY10404" fmla="*/ 404207 h 793834"/>
              <a:gd name="csX10405" fmla="*/ 3145028 w 3760185"/>
              <a:gd name="csY10405" fmla="*/ 404208 h 793834"/>
              <a:gd name="csX10406" fmla="*/ 3145275 w 3760185"/>
              <a:gd name="csY10406" fmla="*/ 383955 h 793834"/>
              <a:gd name="csX10407" fmla="*/ 3145275 w 3760185"/>
              <a:gd name="csY10407" fmla="*/ 369241 h 793834"/>
              <a:gd name="csX10408" fmla="*/ 3146641 w 3760185"/>
              <a:gd name="csY10408" fmla="*/ 402872 h 793834"/>
              <a:gd name="csX10409" fmla="*/ 3146641 w 3760185"/>
              <a:gd name="csY10409" fmla="*/ 376948 h 793834"/>
              <a:gd name="csX10410" fmla="*/ 1302906 w 3760185"/>
              <a:gd name="csY10410" fmla="*/ 297075 h 793834"/>
              <a:gd name="csX10411" fmla="*/ 1302906 w 3760185"/>
              <a:gd name="csY10411" fmla="*/ 334209 h 793834"/>
              <a:gd name="csX10412" fmla="*/ 1304272 w 3760185"/>
              <a:gd name="csY10412" fmla="*/ 301279 h 793834"/>
              <a:gd name="csX10413" fmla="*/ 1304272 w 3760185"/>
              <a:gd name="csY10413" fmla="*/ 404657 h 793834"/>
              <a:gd name="csX10414" fmla="*/ 1302906 w 3760185"/>
              <a:gd name="csY10414" fmla="*/ 404657 h 793834"/>
              <a:gd name="csX10415" fmla="*/ 1300175 w 3760185"/>
              <a:gd name="csY10415" fmla="*/ 404658 h 793834"/>
              <a:gd name="csX10416" fmla="*/ 1300175 w 3760185"/>
              <a:gd name="csY10416" fmla="*/ 363636 h 793834"/>
              <a:gd name="csX10417" fmla="*/ 1301540 w 3760185"/>
              <a:gd name="csY10417" fmla="*/ 348923 h 793834"/>
              <a:gd name="csX10418" fmla="*/ 1301540 w 3760185"/>
              <a:gd name="csY10418" fmla="*/ 351025 h 793834"/>
              <a:gd name="csX10419" fmla="*/ 1387581 w 3760185"/>
              <a:gd name="csY10419" fmla="*/ 296374 h 793834"/>
              <a:gd name="csX10420" fmla="*/ 1387581 w 3760185"/>
              <a:gd name="csY10420" fmla="*/ 404636 h 793834"/>
              <a:gd name="csX10421" fmla="*/ 1386215 w 3760185"/>
              <a:gd name="csY10421" fmla="*/ 404637 h 793834"/>
              <a:gd name="csX10422" fmla="*/ 1384850 w 3760185"/>
              <a:gd name="csY10422" fmla="*/ 404637 h 793834"/>
              <a:gd name="csX10423" fmla="*/ 1384850 w 3760185"/>
              <a:gd name="csY10423" fmla="*/ 346821 h 793834"/>
              <a:gd name="csX10424" fmla="*/ 1386215 w 3760185"/>
              <a:gd name="csY10424" fmla="*/ 346821 h 793834"/>
              <a:gd name="csX10425" fmla="*/ 1386215 w 3760185"/>
              <a:gd name="csY10425" fmla="*/ 344018 h 793834"/>
              <a:gd name="csX10426" fmla="*/ 3228585 w 3760185"/>
              <a:gd name="csY10426" fmla="*/ 294973 h 793834"/>
              <a:gd name="csX10427" fmla="*/ 3228585 w 3760185"/>
              <a:gd name="csY10427" fmla="*/ 337012 h 793834"/>
              <a:gd name="csX10428" fmla="*/ 3228585 w 3760185"/>
              <a:gd name="csY10428" fmla="*/ 390961 h 793834"/>
              <a:gd name="csX10429" fmla="*/ 3229111 w 3760185"/>
              <a:gd name="csY10429" fmla="*/ 404188 h 793834"/>
              <a:gd name="csX10430" fmla="*/ 3227219 w 3760185"/>
              <a:gd name="csY10430" fmla="*/ 404188 h 793834"/>
              <a:gd name="csX10431" fmla="*/ 3227219 w 3760185"/>
              <a:gd name="csY10431" fmla="*/ 397267 h 793834"/>
              <a:gd name="csX10432" fmla="*/ 3227219 w 3760185"/>
              <a:gd name="csY10432" fmla="*/ 360133 h 793834"/>
              <a:gd name="csX10433" fmla="*/ 599555 w 3760185"/>
              <a:gd name="csY10433" fmla="*/ 294973 h 793834"/>
              <a:gd name="csX10434" fmla="*/ 600921 w 3760185"/>
              <a:gd name="csY10434" fmla="*/ 376248 h 793834"/>
              <a:gd name="csX10435" fmla="*/ 600921 w 3760185"/>
              <a:gd name="csY10435" fmla="*/ 385356 h 793834"/>
              <a:gd name="csX10436" fmla="*/ 602287 w 3760185"/>
              <a:gd name="csY10436" fmla="*/ 308285 h 793834"/>
              <a:gd name="csX10437" fmla="*/ 602287 w 3760185"/>
              <a:gd name="csY10437" fmla="*/ 325101 h 793834"/>
              <a:gd name="csX10438" fmla="*/ 602963 w 3760185"/>
              <a:gd name="csY10438" fmla="*/ 404827 h 793834"/>
              <a:gd name="csX10439" fmla="*/ 599555 w 3760185"/>
              <a:gd name="csY10439" fmla="*/ 404828 h 793834"/>
              <a:gd name="csX10440" fmla="*/ 1507765 w 3760185"/>
              <a:gd name="csY10440" fmla="*/ 294272 h 793834"/>
              <a:gd name="csX10441" fmla="*/ 1509131 w 3760185"/>
              <a:gd name="csY10441" fmla="*/ 342617 h 793834"/>
              <a:gd name="csX10442" fmla="*/ 1509131 w 3760185"/>
              <a:gd name="csY10442" fmla="*/ 381853 h 793834"/>
              <a:gd name="csX10443" fmla="*/ 1510497 w 3760185"/>
              <a:gd name="csY10443" fmla="*/ 294272 h 793834"/>
              <a:gd name="csX10444" fmla="*/ 1510497 w 3760185"/>
              <a:gd name="csY10444" fmla="*/ 359432 h 793834"/>
              <a:gd name="csX10445" fmla="*/ 1511250 w 3760185"/>
              <a:gd name="csY10445" fmla="*/ 404606 h 793834"/>
              <a:gd name="csX10446" fmla="*/ 1506400 w 3760185"/>
              <a:gd name="csY10446" fmla="*/ 404607 h 793834"/>
              <a:gd name="csX10447" fmla="*/ 1506400 w 3760185"/>
              <a:gd name="csY10447" fmla="*/ 386057 h 793834"/>
              <a:gd name="csX10448" fmla="*/ 1507765 w 3760185"/>
              <a:gd name="csY10448" fmla="*/ 360133 h 793834"/>
              <a:gd name="csX10449" fmla="*/ 733397 w 3760185"/>
              <a:gd name="csY10449" fmla="*/ 293571 h 793834"/>
              <a:gd name="csX10450" fmla="*/ 734763 w 3760185"/>
              <a:gd name="csY10450" fmla="*/ 372745 h 793834"/>
              <a:gd name="csX10451" fmla="*/ 734763 w 3760185"/>
              <a:gd name="csY10451" fmla="*/ 355929 h 793834"/>
              <a:gd name="csX10452" fmla="*/ 736128 w 3760185"/>
              <a:gd name="csY10452" fmla="*/ 371343 h 793834"/>
              <a:gd name="csX10453" fmla="*/ 736128 w 3760185"/>
              <a:gd name="csY10453" fmla="*/ 404795 h 793834"/>
              <a:gd name="csX10454" fmla="*/ 733384 w 3760185"/>
              <a:gd name="csY10454" fmla="*/ 404796 h 793834"/>
              <a:gd name="csX10455" fmla="*/ 733397 w 3760185"/>
              <a:gd name="csY10455" fmla="*/ 404274 h 793834"/>
              <a:gd name="csX10456" fmla="*/ 3150738 w 3760185"/>
              <a:gd name="csY10456" fmla="*/ 292871 h 793834"/>
              <a:gd name="csX10457" fmla="*/ 3150738 w 3760185"/>
              <a:gd name="csY10457" fmla="*/ 399369 h 793834"/>
              <a:gd name="csX10458" fmla="*/ 3152104 w 3760185"/>
              <a:gd name="csY10458" fmla="*/ 390961 h 793834"/>
              <a:gd name="csX10459" fmla="*/ 3152104 w 3760185"/>
              <a:gd name="csY10459" fmla="*/ 404207 h 793834"/>
              <a:gd name="csX10460" fmla="*/ 3149373 w 3760185"/>
              <a:gd name="csY10460" fmla="*/ 404207 h 793834"/>
              <a:gd name="csX10461" fmla="*/ 3149373 w 3760185"/>
              <a:gd name="csY10461" fmla="*/ 397267 h 793834"/>
              <a:gd name="csX10462" fmla="*/ 614578 w 3760185"/>
              <a:gd name="csY10462" fmla="*/ 292871 h 793834"/>
              <a:gd name="csX10463" fmla="*/ 615870 w 3760185"/>
              <a:gd name="csY10463" fmla="*/ 404824 h 793834"/>
              <a:gd name="csX10464" fmla="*/ 614578 w 3760185"/>
              <a:gd name="csY10464" fmla="*/ 404825 h 793834"/>
              <a:gd name="csX10465" fmla="*/ 1511863 w 3760185"/>
              <a:gd name="csY10465" fmla="*/ 292170 h 793834"/>
              <a:gd name="csX10466" fmla="*/ 1513228 w 3760185"/>
              <a:gd name="csY10466" fmla="*/ 338413 h 793834"/>
              <a:gd name="csX10467" fmla="*/ 1513228 w 3760185"/>
              <a:gd name="csY10467" fmla="*/ 404606 h 793834"/>
              <a:gd name="csX10468" fmla="*/ 1511863 w 3760185"/>
              <a:gd name="csY10468" fmla="*/ 404606 h 793834"/>
              <a:gd name="csX10469" fmla="*/ 1425822 w 3760185"/>
              <a:gd name="csY10469" fmla="*/ 291470 h 793834"/>
              <a:gd name="csX10470" fmla="*/ 1425822 w 3760185"/>
              <a:gd name="csY10470" fmla="*/ 404627 h 793834"/>
              <a:gd name="csX10471" fmla="*/ 1423956 w 3760185"/>
              <a:gd name="csY10471" fmla="*/ 404628 h 793834"/>
              <a:gd name="csX10472" fmla="*/ 1424456 w 3760185"/>
              <a:gd name="csY10472" fmla="*/ 364337 h 793834"/>
              <a:gd name="csX10473" fmla="*/ 1424456 w 3760185"/>
              <a:gd name="csY10473" fmla="*/ 400770 h 793834"/>
              <a:gd name="csX10474" fmla="*/ 1282420 w 3760185"/>
              <a:gd name="csY10474" fmla="*/ 291470 h 793834"/>
              <a:gd name="csX10475" fmla="*/ 1282420 w 3760185"/>
              <a:gd name="csY10475" fmla="*/ 404662 h 793834"/>
              <a:gd name="csX10476" fmla="*/ 1281054 w 3760185"/>
              <a:gd name="csY10476" fmla="*/ 404662 h 793834"/>
              <a:gd name="csX10477" fmla="*/ 1281054 w 3760185"/>
              <a:gd name="csY10477" fmla="*/ 298476 h 793834"/>
              <a:gd name="csX10478" fmla="*/ 2310815 w 3760185"/>
              <a:gd name="csY10478" fmla="*/ 290769 h 793834"/>
              <a:gd name="csX10479" fmla="*/ 2311864 w 3760185"/>
              <a:gd name="csY10479" fmla="*/ 404411 h 793834"/>
              <a:gd name="csX10480" fmla="*/ 2310815 w 3760185"/>
              <a:gd name="csY10480" fmla="*/ 404412 h 793834"/>
              <a:gd name="csX10481" fmla="*/ 809878 w 3760185"/>
              <a:gd name="csY10481" fmla="*/ 290769 h 793834"/>
              <a:gd name="csX10482" fmla="*/ 811060 w 3760185"/>
              <a:gd name="csY10482" fmla="*/ 404777 h 793834"/>
              <a:gd name="csX10483" fmla="*/ 809878 w 3760185"/>
              <a:gd name="csY10483" fmla="*/ 404777 h 793834"/>
              <a:gd name="csX10484" fmla="*/ 611847 w 3760185"/>
              <a:gd name="csY10484" fmla="*/ 290769 h 793834"/>
              <a:gd name="csX10485" fmla="*/ 612588 w 3760185"/>
              <a:gd name="csY10485" fmla="*/ 404825 h 793834"/>
              <a:gd name="csX10486" fmla="*/ 611847 w 3760185"/>
              <a:gd name="csY10486" fmla="*/ 404825 h 793834"/>
              <a:gd name="csX10487" fmla="*/ 2332666 w 3760185"/>
              <a:gd name="csY10487" fmla="*/ 290068 h 793834"/>
              <a:gd name="csX10488" fmla="*/ 2332666 w 3760185"/>
              <a:gd name="csY10488" fmla="*/ 322999 h 793834"/>
              <a:gd name="csX10489" fmla="*/ 2333408 w 3760185"/>
              <a:gd name="csY10489" fmla="*/ 404406 h 793834"/>
              <a:gd name="csX10490" fmla="*/ 2331301 w 3760185"/>
              <a:gd name="csY10490" fmla="*/ 404407 h 793834"/>
              <a:gd name="csX10491" fmla="*/ 2331301 w 3760185"/>
              <a:gd name="csY10491" fmla="*/ 324400 h 793834"/>
              <a:gd name="csX10492" fmla="*/ 3184881 w 3760185"/>
              <a:gd name="csY10492" fmla="*/ 289368 h 793834"/>
              <a:gd name="csX10493" fmla="*/ 3185640 w 3760185"/>
              <a:gd name="csY10493" fmla="*/ 404198 h 793834"/>
              <a:gd name="csX10494" fmla="*/ 3184881 w 3760185"/>
              <a:gd name="csY10494" fmla="*/ 404199 h 793834"/>
              <a:gd name="csX10495" fmla="*/ 3249071 w 3760185"/>
              <a:gd name="csY10495" fmla="*/ 288667 h 793834"/>
              <a:gd name="csX10496" fmla="*/ 3250437 w 3760185"/>
              <a:gd name="csY10496" fmla="*/ 294973 h 793834"/>
              <a:gd name="csX10497" fmla="*/ 3250437 w 3760185"/>
              <a:gd name="csY10497" fmla="*/ 325101 h 793834"/>
              <a:gd name="csX10498" fmla="*/ 3251802 w 3760185"/>
              <a:gd name="csY10498" fmla="*/ 389560 h 793834"/>
              <a:gd name="csX10499" fmla="*/ 3251802 w 3760185"/>
              <a:gd name="csY10499" fmla="*/ 374847 h 793834"/>
              <a:gd name="csX10500" fmla="*/ 3253168 w 3760185"/>
              <a:gd name="csY10500" fmla="*/ 386758 h 793834"/>
              <a:gd name="csX10501" fmla="*/ 3253168 w 3760185"/>
              <a:gd name="csY10501" fmla="*/ 404182 h 793834"/>
              <a:gd name="csX10502" fmla="*/ 3249071 w 3760185"/>
              <a:gd name="csY10502" fmla="*/ 404183 h 793834"/>
              <a:gd name="csX10503" fmla="*/ 3235413 w 3760185"/>
              <a:gd name="csY10503" fmla="*/ 288667 h 793834"/>
              <a:gd name="csX10504" fmla="*/ 3236779 w 3760185"/>
              <a:gd name="csY10504" fmla="*/ 393063 h 793834"/>
              <a:gd name="csX10505" fmla="*/ 3236779 w 3760185"/>
              <a:gd name="csY10505" fmla="*/ 367840 h 793834"/>
              <a:gd name="csX10506" fmla="*/ 3238145 w 3760185"/>
              <a:gd name="csY10506" fmla="*/ 330706 h 793834"/>
              <a:gd name="csX10507" fmla="*/ 3238145 w 3760185"/>
              <a:gd name="csY10507" fmla="*/ 363636 h 793834"/>
              <a:gd name="csX10508" fmla="*/ 3239014 w 3760185"/>
              <a:gd name="csY10508" fmla="*/ 404185 h 793834"/>
              <a:gd name="csX10509" fmla="*/ 3238145 w 3760185"/>
              <a:gd name="csY10509" fmla="*/ 404186 h 793834"/>
              <a:gd name="csX10510" fmla="*/ 3234703 w 3760185"/>
              <a:gd name="csY10510" fmla="*/ 404186 h 793834"/>
              <a:gd name="csX10511" fmla="*/ 3235413 w 3760185"/>
              <a:gd name="csY10511" fmla="*/ 360834 h 793834"/>
              <a:gd name="csX10512" fmla="*/ 827632 w 3760185"/>
              <a:gd name="csY10512" fmla="*/ 287266 h 793834"/>
              <a:gd name="csX10513" fmla="*/ 827632 w 3760185"/>
              <a:gd name="csY10513" fmla="*/ 353126 h 793834"/>
              <a:gd name="csX10514" fmla="*/ 828998 w 3760185"/>
              <a:gd name="csY10514" fmla="*/ 340515 h 793834"/>
              <a:gd name="csX10515" fmla="*/ 828998 w 3760185"/>
              <a:gd name="csY10515" fmla="*/ 318795 h 793834"/>
              <a:gd name="csX10516" fmla="*/ 830364 w 3760185"/>
              <a:gd name="csY10516" fmla="*/ 373445 h 793834"/>
              <a:gd name="csX10517" fmla="*/ 830364 w 3760185"/>
              <a:gd name="csY10517" fmla="*/ 404772 h 793834"/>
              <a:gd name="csX10518" fmla="*/ 824901 w 3760185"/>
              <a:gd name="csY10518" fmla="*/ 404773 h 793834"/>
              <a:gd name="csX10519" fmla="*/ 824901 w 3760185"/>
              <a:gd name="csY10519" fmla="*/ 391662 h 793834"/>
              <a:gd name="csX10520" fmla="*/ 826266 w 3760185"/>
              <a:gd name="csY10520" fmla="*/ 363636 h 793834"/>
              <a:gd name="csX10521" fmla="*/ 826266 w 3760185"/>
              <a:gd name="csY10521" fmla="*/ 395866 h 793834"/>
              <a:gd name="csX10522" fmla="*/ 2365444 w 3760185"/>
              <a:gd name="csY10522" fmla="*/ 286565 h 793834"/>
              <a:gd name="csX10523" fmla="*/ 2366115 w 3760185"/>
              <a:gd name="csY10523" fmla="*/ 404398 h 793834"/>
              <a:gd name="csX10524" fmla="*/ 2365256 w 3760185"/>
              <a:gd name="csY10524" fmla="*/ 404398 h 793834"/>
              <a:gd name="csX10525" fmla="*/ 2365444 w 3760185"/>
              <a:gd name="csY10525" fmla="*/ 397267 h 793834"/>
              <a:gd name="csX10526" fmla="*/ 2216579 w 3760185"/>
              <a:gd name="csY10526" fmla="*/ 285864 h 793834"/>
              <a:gd name="csX10527" fmla="*/ 2216579 w 3760185"/>
              <a:gd name="csY10527" fmla="*/ 404434 h 793834"/>
              <a:gd name="csX10528" fmla="*/ 2215288 w 3760185"/>
              <a:gd name="csY10528" fmla="*/ 404435 h 793834"/>
              <a:gd name="csX10529" fmla="*/ 837192 w 3760185"/>
              <a:gd name="csY10529" fmla="*/ 284463 h 793834"/>
              <a:gd name="csX10530" fmla="*/ 837192 w 3760185"/>
              <a:gd name="csY10530" fmla="*/ 367139 h 793834"/>
              <a:gd name="csX10531" fmla="*/ 837770 w 3760185"/>
              <a:gd name="csY10531" fmla="*/ 404770 h 793834"/>
              <a:gd name="csX10532" fmla="*/ 833095 w 3760185"/>
              <a:gd name="csY10532" fmla="*/ 404771 h 793834"/>
              <a:gd name="csX10533" fmla="*/ 833095 w 3760185"/>
              <a:gd name="csY10533" fmla="*/ 357330 h 793834"/>
              <a:gd name="csX10534" fmla="*/ 833095 w 3760185"/>
              <a:gd name="csY10534" fmla="*/ 328604 h 793834"/>
              <a:gd name="csX10535" fmla="*/ 834461 w 3760185"/>
              <a:gd name="csY10535" fmla="*/ 384656 h 793834"/>
              <a:gd name="csX10536" fmla="*/ 834461 w 3760185"/>
              <a:gd name="csY10536" fmla="*/ 373445 h 793834"/>
              <a:gd name="csX10537" fmla="*/ 835827 w 3760185"/>
              <a:gd name="csY10537" fmla="*/ 314591 h 793834"/>
              <a:gd name="csX10538" fmla="*/ 835827 w 3760185"/>
              <a:gd name="csY10538" fmla="*/ 377649 h 793834"/>
              <a:gd name="csX10539" fmla="*/ 2238431 w 3760185"/>
              <a:gd name="csY10539" fmla="*/ 283062 h 793834"/>
              <a:gd name="csX10540" fmla="*/ 2239797 w 3760185"/>
              <a:gd name="csY10540" fmla="*/ 304782 h 793834"/>
              <a:gd name="csX10541" fmla="*/ 2239797 w 3760185"/>
              <a:gd name="csY10541" fmla="*/ 320196 h 793834"/>
              <a:gd name="csX10542" fmla="*/ 2239797 w 3760185"/>
              <a:gd name="csY10542" fmla="*/ 404429 h 793834"/>
              <a:gd name="csX10543" fmla="*/ 2237065 w 3760185"/>
              <a:gd name="csY10543" fmla="*/ 404429 h 793834"/>
              <a:gd name="csX10544" fmla="*/ 2237065 w 3760185"/>
              <a:gd name="csY10544" fmla="*/ 404274 h 793834"/>
              <a:gd name="csX10545" fmla="*/ 2238431 w 3760185"/>
              <a:gd name="csY10545" fmla="*/ 368541 h 793834"/>
              <a:gd name="csX10546" fmla="*/ 722471 w 3760185"/>
              <a:gd name="csY10546" fmla="*/ 283062 h 793834"/>
              <a:gd name="csX10547" fmla="*/ 723409 w 3760185"/>
              <a:gd name="csY10547" fmla="*/ 404798 h 793834"/>
              <a:gd name="csX10548" fmla="*/ 721993 w 3760185"/>
              <a:gd name="csY10548" fmla="*/ 404798 h 793834"/>
              <a:gd name="csX10549" fmla="*/ 722471 w 3760185"/>
              <a:gd name="csY10549" fmla="*/ 344719 h 793834"/>
              <a:gd name="csX10550" fmla="*/ 573606 w 3760185"/>
              <a:gd name="csY10550" fmla="*/ 282361 h 793834"/>
              <a:gd name="csX10551" fmla="*/ 574972 w 3760185"/>
              <a:gd name="csY10551" fmla="*/ 365037 h 793834"/>
              <a:gd name="csX10552" fmla="*/ 574972 w 3760185"/>
              <a:gd name="csY10552" fmla="*/ 404834 h 793834"/>
              <a:gd name="csX10553" fmla="*/ 573606 w 3760185"/>
              <a:gd name="csY10553" fmla="*/ 404835 h 793834"/>
              <a:gd name="csX10554" fmla="*/ 3161664 w 3760185"/>
              <a:gd name="csY10554" fmla="*/ 281660 h 793834"/>
              <a:gd name="csX10555" fmla="*/ 3161664 w 3760185"/>
              <a:gd name="csY10555" fmla="*/ 378350 h 793834"/>
              <a:gd name="csX10556" fmla="*/ 3161664 w 3760185"/>
              <a:gd name="csY10556" fmla="*/ 404204 h 793834"/>
              <a:gd name="csX10557" fmla="*/ 3160487 w 3760185"/>
              <a:gd name="csY10557" fmla="*/ 404205 h 793834"/>
              <a:gd name="csX10558" fmla="*/ 1464062 w 3760185"/>
              <a:gd name="csY10558" fmla="*/ 281660 h 793834"/>
              <a:gd name="csX10559" fmla="*/ 1465351 w 3760185"/>
              <a:gd name="csY10559" fmla="*/ 404617 h 793834"/>
              <a:gd name="csX10560" fmla="*/ 1464062 w 3760185"/>
              <a:gd name="csY10560" fmla="*/ 404618 h 793834"/>
              <a:gd name="csX10561" fmla="*/ 3137081 w 3760185"/>
              <a:gd name="csY10561" fmla="*/ 280259 h 793834"/>
              <a:gd name="csX10562" fmla="*/ 3137081 w 3760185"/>
              <a:gd name="csY10562" fmla="*/ 404210 h 793834"/>
              <a:gd name="csX10563" fmla="*/ 3135715 w 3760185"/>
              <a:gd name="csY10563" fmla="*/ 404211 h 793834"/>
              <a:gd name="csX10564" fmla="*/ 3135715 w 3760185"/>
              <a:gd name="csY10564" fmla="*/ 372745 h 793834"/>
              <a:gd name="csX10565" fmla="*/ 666476 w 3760185"/>
              <a:gd name="csY10565" fmla="*/ 280259 h 793834"/>
              <a:gd name="csX10566" fmla="*/ 666476 w 3760185"/>
              <a:gd name="csY10566" fmla="*/ 372044 h 793834"/>
              <a:gd name="csX10567" fmla="*/ 666949 w 3760185"/>
              <a:gd name="csY10567" fmla="*/ 404812 h 793834"/>
              <a:gd name="csX10568" fmla="*/ 665680 w 3760185"/>
              <a:gd name="csY10568" fmla="*/ 404812 h 793834"/>
              <a:gd name="csX10569" fmla="*/ 3008702 w 3760185"/>
              <a:gd name="csY10569" fmla="*/ 279559 h 793834"/>
              <a:gd name="csX10570" fmla="*/ 3010068 w 3760185"/>
              <a:gd name="csY10570" fmla="*/ 354528 h 793834"/>
              <a:gd name="csX10571" fmla="*/ 3010068 w 3760185"/>
              <a:gd name="csY10571" fmla="*/ 404241 h 793834"/>
              <a:gd name="csX10572" fmla="*/ 3007337 w 3760185"/>
              <a:gd name="csY10572" fmla="*/ 404242 h 793834"/>
              <a:gd name="csX10573" fmla="*/ 3007337 w 3760185"/>
              <a:gd name="csY10573" fmla="*/ 361534 h 793834"/>
              <a:gd name="csX10574" fmla="*/ 3008702 w 3760185"/>
              <a:gd name="csY10574" fmla="*/ 351025 h 793834"/>
              <a:gd name="csX10575" fmla="*/ 3008702 w 3760185"/>
              <a:gd name="csY10575" fmla="*/ 329304 h 793834"/>
              <a:gd name="csX10576" fmla="*/ 1555566 w 3760185"/>
              <a:gd name="csY10576" fmla="*/ 278858 h 793834"/>
              <a:gd name="csX10577" fmla="*/ 1555566 w 3760185"/>
              <a:gd name="csY10577" fmla="*/ 344719 h 793834"/>
              <a:gd name="csX10578" fmla="*/ 1555566 w 3760185"/>
              <a:gd name="csY10578" fmla="*/ 395866 h 793834"/>
              <a:gd name="csX10579" fmla="*/ 1556932 w 3760185"/>
              <a:gd name="csY10579" fmla="*/ 345419 h 793834"/>
              <a:gd name="csX10580" fmla="*/ 1556932 w 3760185"/>
              <a:gd name="csY10580" fmla="*/ 404595 h 793834"/>
              <a:gd name="csX10581" fmla="*/ 1552412 w 3760185"/>
              <a:gd name="csY10581" fmla="*/ 404596 h 793834"/>
              <a:gd name="csX10582" fmla="*/ 1552835 w 3760185"/>
              <a:gd name="csY10582" fmla="*/ 365738 h 793834"/>
              <a:gd name="csX10583" fmla="*/ 1552835 w 3760185"/>
              <a:gd name="csY10583" fmla="*/ 320897 h 793834"/>
              <a:gd name="csX10584" fmla="*/ 1554200 w 3760185"/>
              <a:gd name="csY10584" fmla="*/ 383254 h 793834"/>
              <a:gd name="csX10585" fmla="*/ 1554200 w 3760185"/>
              <a:gd name="csY10585" fmla="*/ 338413 h 793834"/>
              <a:gd name="csX10586" fmla="*/ 1413530 w 3760185"/>
              <a:gd name="csY10586" fmla="*/ 278858 h 793834"/>
              <a:gd name="csX10587" fmla="*/ 1414801 w 3760185"/>
              <a:gd name="csY10587" fmla="*/ 404630 h 793834"/>
              <a:gd name="csX10588" fmla="*/ 1412432 w 3760185"/>
              <a:gd name="csY10588" fmla="*/ 404630 h 793834"/>
              <a:gd name="csX10589" fmla="*/ 1413530 w 3760185"/>
              <a:gd name="csY10589" fmla="*/ 331406 h 793834"/>
              <a:gd name="csX10590" fmla="*/ 3093377 w 3760185"/>
              <a:gd name="csY10590" fmla="*/ 278157 h 793834"/>
              <a:gd name="csX10591" fmla="*/ 3093993 w 3760185"/>
              <a:gd name="csY10591" fmla="*/ 404221 h 793834"/>
              <a:gd name="csX10592" fmla="*/ 3093377 w 3760185"/>
              <a:gd name="csY10592" fmla="*/ 404221 h 793834"/>
              <a:gd name="csX10593" fmla="*/ 3093377 w 3760185"/>
              <a:gd name="csY10593" fmla="*/ 385356 h 793834"/>
              <a:gd name="csX10594" fmla="*/ 3153469 w 3760185"/>
              <a:gd name="csY10594" fmla="*/ 277457 h 793834"/>
              <a:gd name="csX10595" fmla="*/ 3154835 w 3760185"/>
              <a:gd name="csY10595" fmla="*/ 366439 h 793834"/>
              <a:gd name="csX10596" fmla="*/ 3154835 w 3760185"/>
              <a:gd name="csY10596" fmla="*/ 388159 h 793834"/>
              <a:gd name="csX10597" fmla="*/ 3154835 w 3760185"/>
              <a:gd name="csY10597" fmla="*/ 392363 h 793834"/>
              <a:gd name="csX10598" fmla="*/ 3154951 w 3760185"/>
              <a:gd name="csY10598" fmla="*/ 404206 h 793834"/>
              <a:gd name="csX10599" fmla="*/ 3152314 w 3760185"/>
              <a:gd name="csY10599" fmla="*/ 404207 h 793834"/>
              <a:gd name="csX10600" fmla="*/ 3153469 w 3760185"/>
              <a:gd name="csY10600" fmla="*/ 326502 h 793834"/>
              <a:gd name="csX10601" fmla="*/ 1428553 w 3760185"/>
              <a:gd name="csY10601" fmla="*/ 277457 h 793834"/>
              <a:gd name="csX10602" fmla="*/ 1428553 w 3760185"/>
              <a:gd name="csY10602" fmla="*/ 404626 h 793834"/>
              <a:gd name="csX10603" fmla="*/ 1427405 w 3760185"/>
              <a:gd name="csY10603" fmla="*/ 404627 h 793834"/>
              <a:gd name="csX10604" fmla="*/ 816706 w 3760185"/>
              <a:gd name="csY10604" fmla="*/ 277457 h 793834"/>
              <a:gd name="csX10605" fmla="*/ 818072 w 3760185"/>
              <a:gd name="csY10605" fmla="*/ 351025 h 793834"/>
              <a:gd name="csX10606" fmla="*/ 818072 w 3760185"/>
              <a:gd name="csY10606" fmla="*/ 347521 h 793834"/>
              <a:gd name="csX10607" fmla="*/ 819438 w 3760185"/>
              <a:gd name="csY10607" fmla="*/ 308285 h 793834"/>
              <a:gd name="csX10608" fmla="*/ 819438 w 3760185"/>
              <a:gd name="csY10608" fmla="*/ 404775 h 793834"/>
              <a:gd name="csX10609" fmla="*/ 815341 w 3760185"/>
              <a:gd name="csY10609" fmla="*/ 404776 h 793834"/>
              <a:gd name="csX10610" fmla="*/ 815341 w 3760185"/>
              <a:gd name="csY10610" fmla="*/ 386758 h 793834"/>
              <a:gd name="csX10611" fmla="*/ 816706 w 3760185"/>
              <a:gd name="csY10611" fmla="*/ 369942 h 793834"/>
              <a:gd name="csX10612" fmla="*/ 3134349 w 3760185"/>
              <a:gd name="csY10612" fmla="*/ 276756 h 793834"/>
              <a:gd name="csX10613" fmla="*/ 3134349 w 3760185"/>
              <a:gd name="csY10613" fmla="*/ 360133 h 793834"/>
              <a:gd name="csX10614" fmla="*/ 3134349 w 3760185"/>
              <a:gd name="csY10614" fmla="*/ 404211 h 793834"/>
              <a:gd name="csX10615" fmla="*/ 3133390 w 3760185"/>
              <a:gd name="csY10615" fmla="*/ 404211 h 793834"/>
              <a:gd name="csX10616" fmla="*/ 1296077 w 3760185"/>
              <a:gd name="csY10616" fmla="*/ 276756 h 793834"/>
              <a:gd name="csX10617" fmla="*/ 1296077 w 3760185"/>
              <a:gd name="csY10617" fmla="*/ 404659 h 793834"/>
              <a:gd name="csX10618" fmla="*/ 1293346 w 3760185"/>
              <a:gd name="csY10618" fmla="*/ 404659 h 793834"/>
              <a:gd name="csX10619" fmla="*/ 1293346 w 3760185"/>
              <a:gd name="csY10619" fmla="*/ 388159 h 793834"/>
              <a:gd name="csX10620" fmla="*/ 1294712 w 3760185"/>
              <a:gd name="csY10620" fmla="*/ 315292 h 793834"/>
              <a:gd name="csX10621" fmla="*/ 1294712 w 3760185"/>
              <a:gd name="csY10621" fmla="*/ 383955 h 793834"/>
              <a:gd name="csX10622" fmla="*/ 647356 w 3760185"/>
              <a:gd name="csY10622" fmla="*/ 276756 h 793834"/>
              <a:gd name="csX10623" fmla="*/ 647971 w 3760185"/>
              <a:gd name="csY10623" fmla="*/ 404816 h 793834"/>
              <a:gd name="csX10624" fmla="*/ 647356 w 3760185"/>
              <a:gd name="csY10624" fmla="*/ 404817 h 793834"/>
              <a:gd name="csX10625" fmla="*/ 1525520 w 3760185"/>
              <a:gd name="csY10625" fmla="*/ 276055 h 793834"/>
              <a:gd name="csX10626" fmla="*/ 1526886 w 3760185"/>
              <a:gd name="csY10626" fmla="*/ 342617 h 793834"/>
              <a:gd name="csX10627" fmla="*/ 1526886 w 3760185"/>
              <a:gd name="csY10627" fmla="*/ 404602 h 793834"/>
              <a:gd name="csX10628" fmla="*/ 1525520 w 3760185"/>
              <a:gd name="csY10628" fmla="*/ 404603 h 793834"/>
              <a:gd name="csX10629" fmla="*/ 669207 w 3760185"/>
              <a:gd name="csY10629" fmla="*/ 276055 h 793834"/>
              <a:gd name="csX10630" fmla="*/ 669207 w 3760185"/>
              <a:gd name="csY10630" fmla="*/ 404811 h 793834"/>
              <a:gd name="csX10631" fmla="*/ 668702 w 3760185"/>
              <a:gd name="csY10631" fmla="*/ 404811 h 793834"/>
              <a:gd name="csX10632" fmla="*/ 2219311 w 3760185"/>
              <a:gd name="csY10632" fmla="*/ 274654 h 793834"/>
              <a:gd name="csX10633" fmla="*/ 2220396 w 3760185"/>
              <a:gd name="csY10633" fmla="*/ 404434 h 793834"/>
              <a:gd name="csX10634" fmla="*/ 2219311 w 3760185"/>
              <a:gd name="csY10634" fmla="*/ 404434 h 793834"/>
              <a:gd name="csX10635" fmla="*/ 603653 w 3760185"/>
              <a:gd name="csY10635" fmla="*/ 271851 h 793834"/>
              <a:gd name="csX10636" fmla="*/ 604899 w 3760185"/>
              <a:gd name="csY10636" fmla="*/ 404827 h 793834"/>
              <a:gd name="csX10637" fmla="*/ 603653 w 3760185"/>
              <a:gd name="csY10637" fmla="*/ 404827 h 793834"/>
              <a:gd name="csX10638" fmla="*/ 2263014 w 3760185"/>
              <a:gd name="csY10638" fmla="*/ 271151 h 793834"/>
              <a:gd name="csX10639" fmla="*/ 2263014 w 3760185"/>
              <a:gd name="csY10639" fmla="*/ 351025 h 793834"/>
              <a:gd name="csX10640" fmla="*/ 2264380 w 3760185"/>
              <a:gd name="csY10640" fmla="*/ 367840 h 793834"/>
              <a:gd name="csX10641" fmla="*/ 2264380 w 3760185"/>
              <a:gd name="csY10641" fmla="*/ 404423 h 793834"/>
              <a:gd name="csX10642" fmla="*/ 2261648 w 3760185"/>
              <a:gd name="csY10642" fmla="*/ 404423 h 793834"/>
              <a:gd name="csX10643" fmla="*/ 2261648 w 3760185"/>
              <a:gd name="csY10643" fmla="*/ 376248 h 793834"/>
              <a:gd name="csX10644" fmla="*/ 801683 w 3760185"/>
              <a:gd name="csY10644" fmla="*/ 271151 h 793834"/>
              <a:gd name="csX10645" fmla="*/ 801683 w 3760185"/>
              <a:gd name="csY10645" fmla="*/ 404779 h 793834"/>
              <a:gd name="csX10646" fmla="*/ 800753 w 3760185"/>
              <a:gd name="csY10646" fmla="*/ 404779 h 793834"/>
              <a:gd name="csX10647" fmla="*/ 796220 w 3760185"/>
              <a:gd name="csY10647" fmla="*/ 271151 h 793834"/>
              <a:gd name="csX10648" fmla="*/ 796220 w 3760185"/>
              <a:gd name="csY10648" fmla="*/ 372044 h 793834"/>
              <a:gd name="csX10649" fmla="*/ 797586 w 3760185"/>
              <a:gd name="csY10649" fmla="*/ 402872 h 793834"/>
              <a:gd name="csX10650" fmla="*/ 797586 w 3760185"/>
              <a:gd name="csY10650" fmla="*/ 328604 h 793834"/>
              <a:gd name="csX10651" fmla="*/ 798952 w 3760185"/>
              <a:gd name="csY10651" fmla="*/ 308986 h 793834"/>
              <a:gd name="csX10652" fmla="*/ 798952 w 3760185"/>
              <a:gd name="csY10652" fmla="*/ 404780 h 793834"/>
              <a:gd name="csX10653" fmla="*/ 796220 w 3760185"/>
              <a:gd name="csY10653" fmla="*/ 404780 h 793834"/>
              <a:gd name="csX10654" fmla="*/ 795273 w 3760185"/>
              <a:gd name="csY10654" fmla="*/ 404781 h 793834"/>
              <a:gd name="csX10655" fmla="*/ 696522 w 3760185"/>
              <a:gd name="csY10655" fmla="*/ 271151 h 793834"/>
              <a:gd name="csX10656" fmla="*/ 696522 w 3760185"/>
              <a:gd name="csY10656" fmla="*/ 404805 h 793834"/>
              <a:gd name="csX10657" fmla="*/ 695728 w 3760185"/>
              <a:gd name="csY10657" fmla="*/ 404805 h 793834"/>
              <a:gd name="csX10658" fmla="*/ 2288963 w 3760185"/>
              <a:gd name="csY10658" fmla="*/ 270450 h 793834"/>
              <a:gd name="csX10659" fmla="*/ 2288963 w 3760185"/>
              <a:gd name="csY10659" fmla="*/ 376248 h 793834"/>
              <a:gd name="csX10660" fmla="*/ 2289157 w 3760185"/>
              <a:gd name="csY10660" fmla="*/ 404417 h 793834"/>
              <a:gd name="csX10661" fmla="*/ 2287597 w 3760185"/>
              <a:gd name="csY10661" fmla="*/ 404417 h 793834"/>
              <a:gd name="csX10662" fmla="*/ 2287597 w 3760185"/>
              <a:gd name="csY10662" fmla="*/ 387458 h 793834"/>
              <a:gd name="csX10663" fmla="*/ 1291980 w 3760185"/>
              <a:gd name="csY10663" fmla="*/ 270450 h 793834"/>
              <a:gd name="csX10664" fmla="*/ 1291980 w 3760185"/>
              <a:gd name="csY10664" fmla="*/ 369241 h 793834"/>
              <a:gd name="csX10665" fmla="*/ 1292723 w 3760185"/>
              <a:gd name="csY10665" fmla="*/ 404659 h 793834"/>
              <a:gd name="csX10666" fmla="*/ 1291100 w 3760185"/>
              <a:gd name="csY10666" fmla="*/ 404660 h 793834"/>
              <a:gd name="csX10667" fmla="*/ 1276957 w 3760185"/>
              <a:gd name="csY10667" fmla="*/ 270450 h 793834"/>
              <a:gd name="csX10668" fmla="*/ 1278306 w 3760185"/>
              <a:gd name="csY10668" fmla="*/ 404663 h 793834"/>
              <a:gd name="csX10669" fmla="*/ 1276492 w 3760185"/>
              <a:gd name="csY10669" fmla="*/ 404663 h 793834"/>
              <a:gd name="csX10670" fmla="*/ 1276957 w 3760185"/>
              <a:gd name="csY10670" fmla="*/ 397267 h 793834"/>
              <a:gd name="csX10671" fmla="*/ 1515960 w 3760185"/>
              <a:gd name="csY10671" fmla="*/ 268348 h 793834"/>
              <a:gd name="csX10672" fmla="*/ 1515960 w 3760185"/>
              <a:gd name="csY10672" fmla="*/ 308986 h 793834"/>
              <a:gd name="csX10673" fmla="*/ 1517326 w 3760185"/>
              <a:gd name="csY10673" fmla="*/ 365738 h 793834"/>
              <a:gd name="csX10674" fmla="*/ 1517326 w 3760185"/>
              <a:gd name="csY10674" fmla="*/ 404605 h 793834"/>
              <a:gd name="csX10675" fmla="*/ 1514594 w 3760185"/>
              <a:gd name="csY10675" fmla="*/ 404605 h 793834"/>
              <a:gd name="csX10676" fmla="*/ 1514594 w 3760185"/>
              <a:gd name="csY10676" fmla="*/ 367840 h 793834"/>
              <a:gd name="csX10677" fmla="*/ 1514594 w 3760185"/>
              <a:gd name="csY10677" fmla="*/ 362235 h 793834"/>
              <a:gd name="csX10678" fmla="*/ 1514594 w 3760185"/>
              <a:gd name="csY10678" fmla="*/ 359432 h 793834"/>
              <a:gd name="csX10679" fmla="*/ 2966365 w 3760185"/>
              <a:gd name="csY10679" fmla="*/ 266947 h 793834"/>
              <a:gd name="csX10680" fmla="*/ 2967411 w 3760185"/>
              <a:gd name="csY10680" fmla="*/ 404252 h 793834"/>
              <a:gd name="csX10681" fmla="*/ 2966365 w 3760185"/>
              <a:gd name="csY10681" fmla="*/ 404252 h 793834"/>
              <a:gd name="csX10682" fmla="*/ 584532 w 3760185"/>
              <a:gd name="csY10682" fmla="*/ 266947 h 793834"/>
              <a:gd name="csX10683" fmla="*/ 585898 w 3760185"/>
              <a:gd name="csY10683" fmla="*/ 376948 h 793834"/>
              <a:gd name="csX10684" fmla="*/ 585898 w 3760185"/>
              <a:gd name="csY10684" fmla="*/ 404832 h 793834"/>
              <a:gd name="csX10685" fmla="*/ 584532 w 3760185"/>
              <a:gd name="csY10685" fmla="*/ 404832 h 793834"/>
              <a:gd name="csX10686" fmla="*/ 2383198 w 3760185"/>
              <a:gd name="csY10686" fmla="*/ 265546 h 793834"/>
              <a:gd name="csX10687" fmla="*/ 2383198 w 3760185"/>
              <a:gd name="csY10687" fmla="*/ 404394 h 793834"/>
              <a:gd name="csX10688" fmla="*/ 2381833 w 3760185"/>
              <a:gd name="csY10688" fmla="*/ 404394 h 793834"/>
              <a:gd name="csX10689" fmla="*/ 2381833 w 3760185"/>
              <a:gd name="csY10689" fmla="*/ 390961 h 793834"/>
              <a:gd name="csX10690" fmla="*/ 670573 w 3760185"/>
              <a:gd name="csY10690" fmla="*/ 263444 h 793834"/>
              <a:gd name="csX10691" fmla="*/ 671939 w 3760185"/>
              <a:gd name="csY10691" fmla="*/ 339814 h 793834"/>
              <a:gd name="csX10692" fmla="*/ 671939 w 3760185"/>
              <a:gd name="csY10692" fmla="*/ 398669 h 793834"/>
              <a:gd name="csX10693" fmla="*/ 673305 w 3760185"/>
              <a:gd name="csY10693" fmla="*/ 395165 h 793834"/>
              <a:gd name="csX10694" fmla="*/ 673305 w 3760185"/>
              <a:gd name="csY10694" fmla="*/ 376248 h 793834"/>
              <a:gd name="csX10695" fmla="*/ 674670 w 3760185"/>
              <a:gd name="csY10695" fmla="*/ 382554 h 793834"/>
              <a:gd name="csX10696" fmla="*/ 674670 w 3760185"/>
              <a:gd name="csY10696" fmla="*/ 404810 h 793834"/>
              <a:gd name="csX10697" fmla="*/ 670304 w 3760185"/>
              <a:gd name="csY10697" fmla="*/ 404811 h 793834"/>
              <a:gd name="csX10698" fmla="*/ 670573 w 3760185"/>
              <a:gd name="csY10698" fmla="*/ 366439 h 793834"/>
              <a:gd name="csX10699" fmla="*/ 3026457 w 3760185"/>
              <a:gd name="csY10699" fmla="*/ 262743 h 793834"/>
              <a:gd name="csX10700" fmla="*/ 3027823 w 3760185"/>
              <a:gd name="csY10700" fmla="*/ 308285 h 793834"/>
              <a:gd name="csX10701" fmla="*/ 3027823 w 3760185"/>
              <a:gd name="csY10701" fmla="*/ 365738 h 793834"/>
              <a:gd name="csX10702" fmla="*/ 3029188 w 3760185"/>
              <a:gd name="csY10702" fmla="*/ 358031 h 793834"/>
              <a:gd name="csX10703" fmla="*/ 3029188 w 3760185"/>
              <a:gd name="csY10703" fmla="*/ 313190 h 793834"/>
              <a:gd name="csX10704" fmla="*/ 3030257 w 3760185"/>
              <a:gd name="csY10704" fmla="*/ 404236 h 793834"/>
              <a:gd name="csX10705" fmla="*/ 3027823 w 3760185"/>
              <a:gd name="csY10705" fmla="*/ 404237 h 793834"/>
              <a:gd name="csX10706" fmla="*/ 3026457 w 3760185"/>
              <a:gd name="csY10706" fmla="*/ 404237 h 793834"/>
              <a:gd name="csX10707" fmla="*/ 1405336 w 3760185"/>
              <a:gd name="csY10707" fmla="*/ 262743 h 793834"/>
              <a:gd name="csX10708" fmla="*/ 1405336 w 3760185"/>
              <a:gd name="csY10708" fmla="*/ 286565 h 793834"/>
              <a:gd name="csX10709" fmla="*/ 1405336 w 3760185"/>
              <a:gd name="csY10709" fmla="*/ 404632 h 793834"/>
              <a:gd name="csX10710" fmla="*/ 1404452 w 3760185"/>
              <a:gd name="csY10710" fmla="*/ 404632 h 793834"/>
              <a:gd name="csX10711" fmla="*/ 3012799 w 3760185"/>
              <a:gd name="csY10711" fmla="*/ 262042 h 793834"/>
              <a:gd name="csX10712" fmla="*/ 3012799 w 3760185"/>
              <a:gd name="csY10712" fmla="*/ 311088 h 793834"/>
              <a:gd name="csX10713" fmla="*/ 3014165 w 3760185"/>
              <a:gd name="csY10713" fmla="*/ 370643 h 793834"/>
              <a:gd name="csX10714" fmla="*/ 3014165 w 3760185"/>
              <a:gd name="csY10714" fmla="*/ 332107 h 793834"/>
              <a:gd name="csX10715" fmla="*/ 3015531 w 3760185"/>
              <a:gd name="csY10715" fmla="*/ 386758 h 793834"/>
              <a:gd name="csX10716" fmla="*/ 3015531 w 3760185"/>
              <a:gd name="csY10716" fmla="*/ 404240 h 793834"/>
              <a:gd name="csX10717" fmla="*/ 3012799 w 3760185"/>
              <a:gd name="csY10717" fmla="*/ 404241 h 793834"/>
              <a:gd name="csX10718" fmla="*/ 3011252 w 3760185"/>
              <a:gd name="csY10718" fmla="*/ 404241 h 793834"/>
              <a:gd name="csX10719" fmla="*/ 3011434 w 3760185"/>
              <a:gd name="csY10719" fmla="*/ 397968 h 793834"/>
              <a:gd name="csX10720" fmla="*/ 3011434 w 3760185"/>
              <a:gd name="csY10720" fmla="*/ 364337 h 793834"/>
              <a:gd name="csX10721" fmla="*/ 595458 w 3760185"/>
              <a:gd name="csY10721" fmla="*/ 261342 h 793834"/>
              <a:gd name="csX10722" fmla="*/ 596426 w 3760185"/>
              <a:gd name="csY10722" fmla="*/ 404829 h 793834"/>
              <a:gd name="csX10723" fmla="*/ 595458 w 3760185"/>
              <a:gd name="csY10723" fmla="*/ 404829 h 793834"/>
              <a:gd name="csX10724" fmla="*/ 3243608 w 3760185"/>
              <a:gd name="csY10724" fmla="*/ 260641 h 793834"/>
              <a:gd name="csX10725" fmla="*/ 3243608 w 3760185"/>
              <a:gd name="csY10725" fmla="*/ 400770 h 793834"/>
              <a:gd name="csX10726" fmla="*/ 3244973 w 3760185"/>
              <a:gd name="csY10726" fmla="*/ 367139 h 793834"/>
              <a:gd name="csX10727" fmla="*/ 3244973 w 3760185"/>
              <a:gd name="csY10727" fmla="*/ 334910 h 793834"/>
              <a:gd name="csX10728" fmla="*/ 3246190 w 3760185"/>
              <a:gd name="csY10728" fmla="*/ 404184 h 793834"/>
              <a:gd name="csX10729" fmla="*/ 3243608 w 3760185"/>
              <a:gd name="csY10729" fmla="*/ 404184 h 793834"/>
              <a:gd name="csX10730" fmla="*/ 3242242 w 3760185"/>
              <a:gd name="csY10730" fmla="*/ 404185 h 793834"/>
              <a:gd name="csX10731" fmla="*/ 3242242 w 3760185"/>
              <a:gd name="csY10731" fmla="*/ 341215 h 793834"/>
              <a:gd name="csX10732" fmla="*/ 621407 w 3760185"/>
              <a:gd name="csY10732" fmla="*/ 260641 h 793834"/>
              <a:gd name="csX10733" fmla="*/ 622773 w 3760185"/>
              <a:gd name="csY10733" fmla="*/ 311088 h 793834"/>
              <a:gd name="csX10734" fmla="*/ 622773 w 3760185"/>
              <a:gd name="csY10734" fmla="*/ 404823 h 793834"/>
              <a:gd name="csX10735" fmla="*/ 621407 w 3760185"/>
              <a:gd name="csY10735" fmla="*/ 404823 h 793834"/>
              <a:gd name="csX10736" fmla="*/ 1518691 w 3760185"/>
              <a:gd name="csY10736" fmla="*/ 258539 h 793834"/>
              <a:gd name="csX10737" fmla="*/ 1520057 w 3760185"/>
              <a:gd name="csY10737" fmla="*/ 390961 h 793834"/>
              <a:gd name="csX10738" fmla="*/ 1520057 w 3760185"/>
              <a:gd name="csY10738" fmla="*/ 404604 h 793834"/>
              <a:gd name="csX10739" fmla="*/ 1517917 w 3760185"/>
              <a:gd name="csY10739" fmla="*/ 404605 h 793834"/>
              <a:gd name="csX10740" fmla="*/ 1518691 w 3760185"/>
              <a:gd name="csY10740" fmla="*/ 351725 h 793834"/>
              <a:gd name="csX10741" fmla="*/ 589995 w 3760185"/>
              <a:gd name="csY10741" fmla="*/ 257838 h 793834"/>
              <a:gd name="csX10742" fmla="*/ 591361 w 3760185"/>
              <a:gd name="csY10742" fmla="*/ 351025 h 793834"/>
              <a:gd name="csX10743" fmla="*/ 591361 w 3760185"/>
              <a:gd name="csY10743" fmla="*/ 379050 h 793834"/>
              <a:gd name="csX10744" fmla="*/ 592727 w 3760185"/>
              <a:gd name="csY10744" fmla="*/ 372745 h 793834"/>
              <a:gd name="csX10745" fmla="*/ 592727 w 3760185"/>
              <a:gd name="csY10745" fmla="*/ 397267 h 793834"/>
              <a:gd name="csX10746" fmla="*/ 592829 w 3760185"/>
              <a:gd name="csY10746" fmla="*/ 404830 h 793834"/>
              <a:gd name="csX10747" fmla="*/ 592727 w 3760185"/>
              <a:gd name="csY10747" fmla="*/ 404830 h 793834"/>
              <a:gd name="csX10748" fmla="*/ 589388 w 3760185"/>
              <a:gd name="csY10748" fmla="*/ 404831 h 793834"/>
              <a:gd name="csX10749" fmla="*/ 589995 w 3760185"/>
              <a:gd name="csY10749" fmla="*/ 386758 h 793834"/>
              <a:gd name="csX10750" fmla="*/ 2247991 w 3760185"/>
              <a:gd name="csY10750" fmla="*/ 257138 h 793834"/>
              <a:gd name="csX10751" fmla="*/ 2247991 w 3760185"/>
              <a:gd name="csY10751" fmla="*/ 404427 h 793834"/>
              <a:gd name="csX10752" fmla="*/ 2246991 w 3760185"/>
              <a:gd name="csY10752" fmla="*/ 404427 h 793834"/>
              <a:gd name="csX10753" fmla="*/ 714277 w 3760185"/>
              <a:gd name="csY10753" fmla="*/ 256437 h 793834"/>
              <a:gd name="csX10754" fmla="*/ 714277 w 3760185"/>
              <a:gd name="csY10754" fmla="*/ 401471 h 793834"/>
              <a:gd name="csX10755" fmla="*/ 715642 w 3760185"/>
              <a:gd name="csY10755" fmla="*/ 388159 h 793834"/>
              <a:gd name="csX10756" fmla="*/ 715642 w 3760185"/>
              <a:gd name="csY10756" fmla="*/ 404800 h 793834"/>
              <a:gd name="csX10757" fmla="*/ 712911 w 3760185"/>
              <a:gd name="csY10757" fmla="*/ 404801 h 793834"/>
              <a:gd name="csX10758" fmla="*/ 712911 w 3760185"/>
              <a:gd name="csY10758" fmla="*/ 332808 h 793834"/>
              <a:gd name="csX10759" fmla="*/ 2364078 w 3760185"/>
              <a:gd name="csY10759" fmla="*/ 255737 h 793834"/>
              <a:gd name="csX10760" fmla="*/ 2364078 w 3760185"/>
              <a:gd name="csY10760" fmla="*/ 404399 h 793834"/>
              <a:gd name="csX10761" fmla="*/ 2363068 w 3760185"/>
              <a:gd name="csY10761" fmla="*/ 404399 h 793834"/>
              <a:gd name="csX10762" fmla="*/ 711545 w 3760185"/>
              <a:gd name="csY10762" fmla="*/ 253635 h 793834"/>
              <a:gd name="csX10763" fmla="*/ 712826 w 3760185"/>
              <a:gd name="csY10763" fmla="*/ 404801 h 793834"/>
              <a:gd name="csX10764" fmla="*/ 711545 w 3760185"/>
              <a:gd name="csY10764" fmla="*/ 404801 h 793834"/>
              <a:gd name="csX10765" fmla="*/ 711545 w 3760185"/>
              <a:gd name="csY10765" fmla="*/ 257138 h 793834"/>
              <a:gd name="csX10766" fmla="*/ 723837 w 3760185"/>
              <a:gd name="csY10766" fmla="*/ 251533 h 793834"/>
              <a:gd name="csX10767" fmla="*/ 725202 w 3760185"/>
              <a:gd name="csY10767" fmla="*/ 342617 h 793834"/>
              <a:gd name="csX10768" fmla="*/ 725202 w 3760185"/>
              <a:gd name="csY10768" fmla="*/ 368541 h 793834"/>
              <a:gd name="csX10769" fmla="*/ 726568 w 3760185"/>
              <a:gd name="csY10769" fmla="*/ 335610 h 793834"/>
              <a:gd name="csX10770" fmla="*/ 726568 w 3760185"/>
              <a:gd name="csY10770" fmla="*/ 404797 h 793834"/>
              <a:gd name="csX10771" fmla="*/ 725202 w 3760185"/>
              <a:gd name="csY10771" fmla="*/ 404798 h 793834"/>
              <a:gd name="csX10772" fmla="*/ 723837 w 3760185"/>
              <a:gd name="csY10772" fmla="*/ 404798 h 793834"/>
              <a:gd name="csX10773" fmla="*/ 598190 w 3760185"/>
              <a:gd name="csY10773" fmla="*/ 251533 h 793834"/>
              <a:gd name="csX10774" fmla="*/ 599535 w 3760185"/>
              <a:gd name="csY10774" fmla="*/ 404828 h 793834"/>
              <a:gd name="csX10775" fmla="*/ 597674 w 3760185"/>
              <a:gd name="csY10775" fmla="*/ 404829 h 793834"/>
              <a:gd name="csX10776" fmla="*/ 598190 w 3760185"/>
              <a:gd name="csY10776" fmla="*/ 358732 h 793834"/>
              <a:gd name="csX10777" fmla="*/ 598190 w 3760185"/>
              <a:gd name="csY10777" fmla="*/ 297775 h 793834"/>
              <a:gd name="csX10778" fmla="*/ 1290615 w 3760185"/>
              <a:gd name="csY10778" fmla="*/ 247329 h 793834"/>
              <a:gd name="csX10779" fmla="*/ 1290615 w 3760185"/>
              <a:gd name="csY10779" fmla="*/ 404660 h 793834"/>
              <a:gd name="csX10780" fmla="*/ 1287883 w 3760185"/>
              <a:gd name="csY10780" fmla="*/ 404661 h 793834"/>
              <a:gd name="csX10781" fmla="*/ 1287883 w 3760185"/>
              <a:gd name="csY10781" fmla="*/ 404274 h 793834"/>
              <a:gd name="csX10782" fmla="*/ 1287883 w 3760185"/>
              <a:gd name="csY10782" fmla="*/ 332808 h 793834"/>
              <a:gd name="csX10783" fmla="*/ 1289249 w 3760185"/>
              <a:gd name="csY10783" fmla="*/ 369942 h 793834"/>
              <a:gd name="csX10784" fmla="*/ 1289249 w 3760185"/>
              <a:gd name="csY10784" fmla="*/ 339114 h 793834"/>
              <a:gd name="csX10785" fmla="*/ 2361347 w 3760185"/>
              <a:gd name="csY10785" fmla="*/ 245927 h 793834"/>
              <a:gd name="csX10786" fmla="*/ 2361347 w 3760185"/>
              <a:gd name="csY10786" fmla="*/ 305482 h 793834"/>
              <a:gd name="csX10787" fmla="*/ 2362481 w 3760185"/>
              <a:gd name="csY10787" fmla="*/ 404399 h 793834"/>
              <a:gd name="csX10788" fmla="*/ 2360519 w 3760185"/>
              <a:gd name="csY10788" fmla="*/ 404399 h 793834"/>
              <a:gd name="csX10789" fmla="*/ 2351786 w 3760185"/>
              <a:gd name="csY10789" fmla="*/ 245927 h 793834"/>
              <a:gd name="csX10790" fmla="*/ 2352926 w 3760185"/>
              <a:gd name="csY10790" fmla="*/ 404401 h 793834"/>
              <a:gd name="csX10791" fmla="*/ 2350470 w 3760185"/>
              <a:gd name="csY10791" fmla="*/ 404402 h 793834"/>
              <a:gd name="csX10792" fmla="*/ 2351786 w 3760185"/>
              <a:gd name="csY10792" fmla="*/ 276756 h 793834"/>
              <a:gd name="csX10793" fmla="*/ 2355883 w 3760185"/>
              <a:gd name="csY10793" fmla="*/ 245227 h 793834"/>
              <a:gd name="csX10794" fmla="*/ 2356655 w 3760185"/>
              <a:gd name="csY10794" fmla="*/ 404400 h 793834"/>
              <a:gd name="csX10795" fmla="*/ 2354636 w 3760185"/>
              <a:gd name="csY10795" fmla="*/ 404401 h 793834"/>
              <a:gd name="csX10796" fmla="*/ 2355883 w 3760185"/>
              <a:gd name="csY10796" fmla="*/ 368541 h 793834"/>
              <a:gd name="csX10797" fmla="*/ 583167 w 3760185"/>
              <a:gd name="csY10797" fmla="*/ 243826 h 793834"/>
              <a:gd name="csX10798" fmla="*/ 584264 w 3760185"/>
              <a:gd name="csY10798" fmla="*/ 404832 h 793834"/>
              <a:gd name="csX10799" fmla="*/ 581801 w 3760185"/>
              <a:gd name="csY10799" fmla="*/ 404833 h 793834"/>
              <a:gd name="csX10800" fmla="*/ 581801 w 3760185"/>
              <a:gd name="csY10800" fmla="*/ 301279 h 793834"/>
              <a:gd name="csX10801" fmla="*/ 583167 w 3760185"/>
              <a:gd name="csY10801" fmla="*/ 381152 h 793834"/>
              <a:gd name="csX10802" fmla="*/ 3261362 w 3760185"/>
              <a:gd name="csY10802" fmla="*/ 239622 h 793834"/>
              <a:gd name="csX10803" fmla="*/ 3262728 w 3760185"/>
              <a:gd name="csY10803" fmla="*/ 382554 h 793834"/>
              <a:gd name="csX10804" fmla="*/ 3262728 w 3760185"/>
              <a:gd name="csY10804" fmla="*/ 404180 h 793834"/>
              <a:gd name="csX10805" fmla="*/ 3261362 w 3760185"/>
              <a:gd name="csY10805" fmla="*/ 404180 h 793834"/>
              <a:gd name="csX10806" fmla="*/ 3260681 w 3760185"/>
              <a:gd name="csY10806" fmla="*/ 404180 h 793834"/>
              <a:gd name="csX10807" fmla="*/ 3261362 w 3760185"/>
              <a:gd name="csY10807" fmla="*/ 342617 h 793834"/>
              <a:gd name="csX10808" fmla="*/ 3261362 w 3760185"/>
              <a:gd name="csY10808" fmla="*/ 307584 h 793834"/>
              <a:gd name="csX10809" fmla="*/ 2291694 w 3760185"/>
              <a:gd name="csY10809" fmla="*/ 239622 h 793834"/>
              <a:gd name="csX10810" fmla="*/ 2291694 w 3760185"/>
              <a:gd name="csY10810" fmla="*/ 404416 h 793834"/>
              <a:gd name="csX10811" fmla="*/ 2290329 w 3760185"/>
              <a:gd name="csY10811" fmla="*/ 404416 h 793834"/>
              <a:gd name="csX10812" fmla="*/ 2290329 w 3760185"/>
              <a:gd name="csY10812" fmla="*/ 275355 h 793834"/>
              <a:gd name="csX10813" fmla="*/ 813975 w 3760185"/>
              <a:gd name="csY10813" fmla="*/ 236819 h 793834"/>
              <a:gd name="csX10814" fmla="*/ 815108 w 3760185"/>
              <a:gd name="csY10814" fmla="*/ 404776 h 793834"/>
              <a:gd name="csX10815" fmla="*/ 811378 w 3760185"/>
              <a:gd name="csY10815" fmla="*/ 404777 h 793834"/>
              <a:gd name="csX10816" fmla="*/ 812609 w 3760185"/>
              <a:gd name="csY10816" fmla="*/ 300578 h 793834"/>
              <a:gd name="csX10817" fmla="*/ 812609 w 3760185"/>
              <a:gd name="csY10817" fmla="*/ 355929 h 793834"/>
              <a:gd name="csX10818" fmla="*/ 813975 w 3760185"/>
              <a:gd name="csY10818" fmla="*/ 361534 h 793834"/>
              <a:gd name="csX10819" fmla="*/ 3031920 w 3760185"/>
              <a:gd name="csY10819" fmla="*/ 235418 h 793834"/>
              <a:gd name="csX10820" fmla="*/ 3032964 w 3760185"/>
              <a:gd name="csY10820" fmla="*/ 404236 h 793834"/>
              <a:gd name="csX10821" fmla="*/ 3031213 w 3760185"/>
              <a:gd name="csY10821" fmla="*/ 404236 h 793834"/>
              <a:gd name="csX10822" fmla="*/ 3031920 w 3760185"/>
              <a:gd name="csY10822" fmla="*/ 342617 h 793834"/>
              <a:gd name="csX10823" fmla="*/ 3031920 w 3760185"/>
              <a:gd name="csY10823" fmla="*/ 309686 h 793834"/>
              <a:gd name="csX10824" fmla="*/ 2321740 w 3760185"/>
              <a:gd name="csY10824" fmla="*/ 235418 h 793834"/>
              <a:gd name="csX10825" fmla="*/ 2323106 w 3760185"/>
              <a:gd name="csY10825" fmla="*/ 288667 h 793834"/>
              <a:gd name="csX10826" fmla="*/ 2323106 w 3760185"/>
              <a:gd name="csY10826" fmla="*/ 378350 h 793834"/>
              <a:gd name="csX10827" fmla="*/ 2324472 w 3760185"/>
              <a:gd name="csY10827" fmla="*/ 353126 h 793834"/>
              <a:gd name="csX10828" fmla="*/ 2324472 w 3760185"/>
              <a:gd name="csY10828" fmla="*/ 324400 h 793834"/>
              <a:gd name="csX10829" fmla="*/ 2325837 w 3760185"/>
              <a:gd name="csY10829" fmla="*/ 254335 h 793834"/>
              <a:gd name="csX10830" fmla="*/ 2325837 w 3760185"/>
              <a:gd name="csY10830" fmla="*/ 404408 h 793834"/>
              <a:gd name="csX10831" fmla="*/ 2324472 w 3760185"/>
              <a:gd name="csY10831" fmla="*/ 404408 h 793834"/>
              <a:gd name="csX10832" fmla="*/ 2321740 w 3760185"/>
              <a:gd name="csY10832" fmla="*/ 404409 h 793834"/>
              <a:gd name="csX10833" fmla="*/ 822169 w 3760185"/>
              <a:gd name="csY10833" fmla="*/ 235418 h 793834"/>
              <a:gd name="csX10834" fmla="*/ 822169 w 3760185"/>
              <a:gd name="csY10834" fmla="*/ 404774 h 793834"/>
              <a:gd name="csX10835" fmla="*/ 821372 w 3760185"/>
              <a:gd name="csY10835" fmla="*/ 404774 h 793834"/>
              <a:gd name="csX10836" fmla="*/ 2368175 w 3760185"/>
              <a:gd name="csY10836" fmla="*/ 234016 h 793834"/>
              <a:gd name="csX10837" fmla="*/ 2368175 w 3760185"/>
              <a:gd name="csY10837" fmla="*/ 404398 h 793834"/>
              <a:gd name="csX10838" fmla="*/ 2367576 w 3760185"/>
              <a:gd name="csY10838" fmla="*/ 404398 h 793834"/>
              <a:gd name="csX10839" fmla="*/ 2375004 w 3760185"/>
              <a:gd name="csY10839" fmla="*/ 233316 h 793834"/>
              <a:gd name="csX10840" fmla="*/ 2375004 w 3760185"/>
              <a:gd name="csY10840" fmla="*/ 253635 h 793834"/>
              <a:gd name="csX10841" fmla="*/ 2375881 w 3760185"/>
              <a:gd name="csY10841" fmla="*/ 404396 h 793834"/>
              <a:gd name="csX10842" fmla="*/ 2375004 w 3760185"/>
              <a:gd name="csY10842" fmla="*/ 404396 h 793834"/>
              <a:gd name="csX10843" fmla="*/ 2374294 w 3760185"/>
              <a:gd name="csY10843" fmla="*/ 404396 h 793834"/>
              <a:gd name="csX10844" fmla="*/ 1450405 w 3760185"/>
              <a:gd name="csY10844" fmla="*/ 233316 h 793834"/>
              <a:gd name="csX10845" fmla="*/ 1451763 w 3760185"/>
              <a:gd name="csY10845" fmla="*/ 404621 h 793834"/>
              <a:gd name="csX10846" fmla="*/ 1450405 w 3760185"/>
              <a:gd name="csY10846" fmla="*/ 404621 h 793834"/>
              <a:gd name="csX10847" fmla="*/ 2279403 w 3760185"/>
              <a:gd name="csY10847" fmla="*/ 232615 h 793834"/>
              <a:gd name="csX10848" fmla="*/ 2279403 w 3760185"/>
              <a:gd name="csY10848" fmla="*/ 404419 h 793834"/>
              <a:gd name="csX10849" fmla="*/ 2278680 w 3760185"/>
              <a:gd name="csY10849" fmla="*/ 404419 h 793834"/>
              <a:gd name="csX10850" fmla="*/ 3335112 w 3760185"/>
              <a:gd name="csY10850" fmla="*/ 231214 h 793834"/>
              <a:gd name="csX10851" fmla="*/ 3335112 w 3760185"/>
              <a:gd name="csY10851" fmla="*/ 404162 h 793834"/>
              <a:gd name="csX10852" fmla="*/ 3333849 w 3760185"/>
              <a:gd name="csY10852" fmla="*/ 404162 h 793834"/>
              <a:gd name="csX10853" fmla="*/ 2241162 w 3760185"/>
              <a:gd name="csY10853" fmla="*/ 229112 h 793834"/>
              <a:gd name="csX10854" fmla="*/ 2242528 w 3760185"/>
              <a:gd name="csY10854" fmla="*/ 315292 h 793834"/>
              <a:gd name="csX10855" fmla="*/ 2242528 w 3760185"/>
              <a:gd name="csY10855" fmla="*/ 352426 h 793834"/>
              <a:gd name="csX10856" fmla="*/ 2243894 w 3760185"/>
              <a:gd name="csY10856" fmla="*/ 360133 h 793834"/>
              <a:gd name="csX10857" fmla="*/ 2243894 w 3760185"/>
              <a:gd name="csY10857" fmla="*/ 404428 h 793834"/>
              <a:gd name="csX10858" fmla="*/ 2240127 w 3760185"/>
              <a:gd name="csY10858" fmla="*/ 404429 h 793834"/>
              <a:gd name="csX10859" fmla="*/ 2241162 w 3760185"/>
              <a:gd name="csY10859" fmla="*/ 275355 h 793834"/>
              <a:gd name="csX10860" fmla="*/ 1421725 w 3760185"/>
              <a:gd name="csY10860" fmla="*/ 228411 h 793834"/>
              <a:gd name="csX10861" fmla="*/ 1422893 w 3760185"/>
              <a:gd name="csY10861" fmla="*/ 404628 h 793834"/>
              <a:gd name="csX10862" fmla="*/ 1418993 w 3760185"/>
              <a:gd name="csY10862" fmla="*/ 404629 h 793834"/>
              <a:gd name="csX10863" fmla="*/ 1417627 w 3760185"/>
              <a:gd name="csY10863" fmla="*/ 404629 h 793834"/>
              <a:gd name="csX10864" fmla="*/ 1417627 w 3760185"/>
              <a:gd name="csY10864" fmla="*/ 322298 h 793834"/>
              <a:gd name="csX10865" fmla="*/ 1418993 w 3760185"/>
              <a:gd name="csY10865" fmla="*/ 321597 h 793834"/>
              <a:gd name="csX10866" fmla="*/ 1418993 w 3760185"/>
              <a:gd name="csY10866" fmla="*/ 377649 h 793834"/>
              <a:gd name="csX10867" fmla="*/ 1420359 w 3760185"/>
              <a:gd name="csY10867" fmla="*/ 336311 h 793834"/>
              <a:gd name="csX10868" fmla="*/ 1420359 w 3760185"/>
              <a:gd name="csY10868" fmla="*/ 394465 h 793834"/>
              <a:gd name="csX10869" fmla="*/ 1421725 w 3760185"/>
              <a:gd name="csY10869" fmla="*/ 311788 h 793834"/>
              <a:gd name="csX10870" fmla="*/ 2340861 w 3760185"/>
              <a:gd name="csY10870" fmla="*/ 227711 h 793834"/>
              <a:gd name="csX10871" fmla="*/ 2342226 w 3760185"/>
              <a:gd name="csY10871" fmla="*/ 288667 h 793834"/>
              <a:gd name="csX10872" fmla="*/ 2342226 w 3760185"/>
              <a:gd name="csY10872" fmla="*/ 404404 h 793834"/>
              <a:gd name="csX10873" fmla="*/ 2340861 w 3760185"/>
              <a:gd name="csY10873" fmla="*/ 404404 h 793834"/>
              <a:gd name="csX10874" fmla="*/ 2205653 w 3760185"/>
              <a:gd name="csY10874" fmla="*/ 227711 h 793834"/>
              <a:gd name="csX10875" fmla="*/ 2206451 w 3760185"/>
              <a:gd name="csY10875" fmla="*/ 404437 h 793834"/>
              <a:gd name="csX10876" fmla="*/ 2205653 w 3760185"/>
              <a:gd name="csY10876" fmla="*/ 404437 h 793834"/>
              <a:gd name="csX10877" fmla="*/ 639161 w 3760185"/>
              <a:gd name="csY10877" fmla="*/ 227711 h 793834"/>
              <a:gd name="csX10878" fmla="*/ 639161 w 3760185"/>
              <a:gd name="csY10878" fmla="*/ 404819 h 793834"/>
              <a:gd name="csX10879" fmla="*/ 638218 w 3760185"/>
              <a:gd name="csY10879" fmla="*/ 404819 h 793834"/>
              <a:gd name="csX10880" fmla="*/ 3264094 w 3760185"/>
              <a:gd name="csY10880" fmla="*/ 222806 h 793834"/>
              <a:gd name="csX10881" fmla="*/ 3264094 w 3760185"/>
              <a:gd name="csY10881" fmla="*/ 404179 h 793834"/>
              <a:gd name="csX10882" fmla="*/ 3262862 w 3760185"/>
              <a:gd name="csY10882" fmla="*/ 404180 h 793834"/>
              <a:gd name="csX10883" fmla="*/ 1443576 w 3760185"/>
              <a:gd name="csY10883" fmla="*/ 222105 h 793834"/>
              <a:gd name="csX10884" fmla="*/ 1443576 w 3760185"/>
              <a:gd name="csY10884" fmla="*/ 334209 h 793834"/>
              <a:gd name="csX10885" fmla="*/ 1443576 w 3760185"/>
              <a:gd name="csY10885" fmla="*/ 404623 h 793834"/>
              <a:gd name="csX10886" fmla="*/ 1442560 w 3760185"/>
              <a:gd name="csY10886" fmla="*/ 404623 h 793834"/>
              <a:gd name="csX10887" fmla="*/ 2201556 w 3760185"/>
              <a:gd name="csY10887" fmla="*/ 220003 h 793834"/>
              <a:gd name="csX10888" fmla="*/ 2202431 w 3760185"/>
              <a:gd name="csY10888" fmla="*/ 404438 h 793834"/>
              <a:gd name="csX10889" fmla="*/ 2201556 w 3760185"/>
              <a:gd name="csY10889" fmla="*/ 404438 h 793834"/>
              <a:gd name="csX10890" fmla="*/ 707448 w 3760185"/>
              <a:gd name="csY10890" fmla="*/ 219303 h 793834"/>
              <a:gd name="csX10891" fmla="*/ 708717 w 3760185"/>
              <a:gd name="csY10891" fmla="*/ 404802 h 793834"/>
              <a:gd name="csX10892" fmla="*/ 702831 w 3760185"/>
              <a:gd name="csY10892" fmla="*/ 404803 h 793834"/>
              <a:gd name="csX10893" fmla="*/ 703351 w 3760185"/>
              <a:gd name="csY10893" fmla="*/ 362936 h 793834"/>
              <a:gd name="csX10894" fmla="*/ 703351 w 3760185"/>
              <a:gd name="csY10894" fmla="*/ 339114 h 793834"/>
              <a:gd name="csX10895" fmla="*/ 704716 w 3760185"/>
              <a:gd name="csY10895" fmla="*/ 354528 h 793834"/>
              <a:gd name="csX10896" fmla="*/ 704716 w 3760185"/>
              <a:gd name="csY10896" fmla="*/ 396567 h 793834"/>
              <a:gd name="csX10897" fmla="*/ 706082 w 3760185"/>
              <a:gd name="csY10897" fmla="*/ 392363 h 793834"/>
              <a:gd name="csX10898" fmla="*/ 706082 w 3760185"/>
              <a:gd name="csY10898" fmla="*/ 378350 h 793834"/>
              <a:gd name="csX10899" fmla="*/ 707448 w 3760185"/>
              <a:gd name="csY10899" fmla="*/ 391662 h 793834"/>
              <a:gd name="csX10900" fmla="*/ 707448 w 3760185"/>
              <a:gd name="csY10900" fmla="*/ 309686 h 793834"/>
              <a:gd name="csX10901" fmla="*/ 2230237 w 3760185"/>
              <a:gd name="csY10901" fmla="*/ 218602 h 793834"/>
              <a:gd name="csX10902" fmla="*/ 2231602 w 3760185"/>
              <a:gd name="csY10902" fmla="*/ 249431 h 793834"/>
              <a:gd name="csX10903" fmla="*/ 2231602 w 3760185"/>
              <a:gd name="csY10903" fmla="*/ 338413 h 793834"/>
              <a:gd name="csX10904" fmla="*/ 2231602 w 3760185"/>
              <a:gd name="csY10904" fmla="*/ 404431 h 793834"/>
              <a:gd name="csX10905" fmla="*/ 2230237 w 3760185"/>
              <a:gd name="csY10905" fmla="*/ 404431 h 793834"/>
              <a:gd name="csX10906" fmla="*/ 3005971 w 3760185"/>
              <a:gd name="csY10906" fmla="*/ 217902 h 793834"/>
              <a:gd name="csX10907" fmla="*/ 3005971 w 3760185"/>
              <a:gd name="csY10907" fmla="*/ 404242 h 793834"/>
              <a:gd name="csX10908" fmla="*/ 3004839 w 3760185"/>
              <a:gd name="csY10908" fmla="*/ 404242 h 793834"/>
              <a:gd name="csX10909" fmla="*/ 2350421 w 3760185"/>
              <a:gd name="csY10909" fmla="*/ 217902 h 793834"/>
              <a:gd name="csX10910" fmla="*/ 2350421 w 3760185"/>
              <a:gd name="csY10910" fmla="*/ 404402 h 793834"/>
              <a:gd name="csX10911" fmla="*/ 2349778 w 3760185"/>
              <a:gd name="csY10911" fmla="*/ 404402 h 793834"/>
              <a:gd name="csX10912" fmla="*/ 2246625 w 3760185"/>
              <a:gd name="csY10912" fmla="*/ 217902 h 793834"/>
              <a:gd name="csX10913" fmla="*/ 2246625 w 3760185"/>
              <a:gd name="csY10913" fmla="*/ 404427 h 793834"/>
              <a:gd name="csX10914" fmla="*/ 2245810 w 3760185"/>
              <a:gd name="csY10914" fmla="*/ 404427 h 793834"/>
              <a:gd name="csX10915" fmla="*/ 744323 w 3760185"/>
              <a:gd name="csY10915" fmla="*/ 217201 h 793834"/>
              <a:gd name="csX10916" fmla="*/ 744323 w 3760185"/>
              <a:gd name="csY10916" fmla="*/ 339814 h 793834"/>
              <a:gd name="csX10917" fmla="*/ 745688 w 3760185"/>
              <a:gd name="csY10917" fmla="*/ 395165 h 793834"/>
              <a:gd name="csX10918" fmla="*/ 745688 w 3760185"/>
              <a:gd name="csY10918" fmla="*/ 404793 h 793834"/>
              <a:gd name="csX10919" fmla="*/ 742957 w 3760185"/>
              <a:gd name="csY10919" fmla="*/ 404793 h 793834"/>
              <a:gd name="csX10920" fmla="*/ 742957 w 3760185"/>
              <a:gd name="csY10920" fmla="*/ 369241 h 793834"/>
              <a:gd name="csX10921" fmla="*/ 2354518 w 3760185"/>
              <a:gd name="csY10921" fmla="*/ 216500 h 793834"/>
              <a:gd name="csX10922" fmla="*/ 2354518 w 3760185"/>
              <a:gd name="csY10922" fmla="*/ 404401 h 793834"/>
              <a:gd name="csX10923" fmla="*/ 2353687 w 3760185"/>
              <a:gd name="csY10923" fmla="*/ 404401 h 793834"/>
              <a:gd name="csX10924" fmla="*/ 2256185 w 3760185"/>
              <a:gd name="csY10924" fmla="*/ 216500 h 793834"/>
              <a:gd name="csX10925" fmla="*/ 2256185 w 3760185"/>
              <a:gd name="csY10925" fmla="*/ 404425 h 793834"/>
              <a:gd name="csX10926" fmla="*/ 2255088 w 3760185"/>
              <a:gd name="csY10926" fmla="*/ 404425 h 793834"/>
              <a:gd name="csX10927" fmla="*/ 2202922 w 3760185"/>
              <a:gd name="csY10927" fmla="*/ 214398 h 793834"/>
              <a:gd name="csX10928" fmla="*/ 2204287 w 3760185"/>
              <a:gd name="csY10928" fmla="*/ 299877 h 793834"/>
              <a:gd name="csX10929" fmla="*/ 2204287 w 3760185"/>
              <a:gd name="csY10929" fmla="*/ 382554 h 793834"/>
              <a:gd name="csX10930" fmla="*/ 2205049 w 3760185"/>
              <a:gd name="csY10930" fmla="*/ 404437 h 793834"/>
              <a:gd name="csX10931" fmla="*/ 2202922 w 3760185"/>
              <a:gd name="csY10931" fmla="*/ 404438 h 793834"/>
              <a:gd name="csX10932" fmla="*/ 2202922 w 3760185"/>
              <a:gd name="csY10932" fmla="*/ 301279 h 793834"/>
              <a:gd name="csX10933" fmla="*/ 2283500 w 3760185"/>
              <a:gd name="csY10933" fmla="*/ 210895 h 793834"/>
              <a:gd name="csX10934" fmla="*/ 2283500 w 3760185"/>
              <a:gd name="csY10934" fmla="*/ 299877 h 793834"/>
              <a:gd name="csX10935" fmla="*/ 2284190 w 3760185"/>
              <a:gd name="csY10935" fmla="*/ 404418 h 793834"/>
              <a:gd name="csX10936" fmla="*/ 2282952 w 3760185"/>
              <a:gd name="csY10936" fmla="*/ 404418 h 793834"/>
              <a:gd name="csX10937" fmla="*/ 1326123 w 3760185"/>
              <a:gd name="csY10937" fmla="*/ 210194 h 793834"/>
              <a:gd name="csX10938" fmla="*/ 1327489 w 3760185"/>
              <a:gd name="csY10938" fmla="*/ 375547 h 793834"/>
              <a:gd name="csX10939" fmla="*/ 1327489 w 3760185"/>
              <a:gd name="csY10939" fmla="*/ 404651 h 793834"/>
              <a:gd name="csX10940" fmla="*/ 1325804 w 3760185"/>
              <a:gd name="csY10940" fmla="*/ 404651 h 793834"/>
              <a:gd name="csX10941" fmla="*/ 1326123 w 3760185"/>
              <a:gd name="csY10941" fmla="*/ 395165 h 793834"/>
              <a:gd name="csX10942" fmla="*/ 1326123 w 3760185"/>
              <a:gd name="csY10942" fmla="*/ 282361 h 793834"/>
              <a:gd name="csX10943" fmla="*/ 3363792 w 3760185"/>
              <a:gd name="csY10943" fmla="*/ 209494 h 793834"/>
              <a:gd name="csX10944" fmla="*/ 3363792 w 3760185"/>
              <a:gd name="csY10944" fmla="*/ 404155 h 793834"/>
              <a:gd name="csX10945" fmla="*/ 3362470 w 3760185"/>
              <a:gd name="csY10945" fmla="*/ 404155 h 793834"/>
              <a:gd name="csX10946" fmla="*/ 2245259 w 3760185"/>
              <a:gd name="csY10946" fmla="*/ 206691 h 793834"/>
              <a:gd name="csX10947" fmla="*/ 2245259 w 3760185"/>
              <a:gd name="csY10947" fmla="*/ 404427 h 793834"/>
              <a:gd name="csX10948" fmla="*/ 2244036 w 3760185"/>
              <a:gd name="csY10948" fmla="*/ 404428 h 793834"/>
              <a:gd name="csX10949" fmla="*/ 2273940 w 3760185"/>
              <a:gd name="csY10949" fmla="*/ 200385 h 793834"/>
              <a:gd name="csX10950" fmla="*/ 2273940 w 3760185"/>
              <a:gd name="csY10950" fmla="*/ 399369 h 793834"/>
              <a:gd name="csX10951" fmla="*/ 2273989 w 3760185"/>
              <a:gd name="csY10951" fmla="*/ 404420 h 793834"/>
              <a:gd name="csX10952" fmla="*/ 2273191 w 3760185"/>
              <a:gd name="csY10952" fmla="*/ 404421 h 793834"/>
              <a:gd name="csX10953" fmla="*/ 635064 w 3760185"/>
              <a:gd name="csY10953" fmla="*/ 199685 h 793834"/>
              <a:gd name="csX10954" fmla="*/ 635064 w 3760185"/>
              <a:gd name="csY10954" fmla="*/ 404820 h 793834"/>
              <a:gd name="csX10955" fmla="*/ 634509 w 3760185"/>
              <a:gd name="csY10955" fmla="*/ 404820 h 793834"/>
              <a:gd name="csX10956" fmla="*/ 2407781 w 3760185"/>
              <a:gd name="csY10956" fmla="*/ 195481 h 793834"/>
              <a:gd name="csX10957" fmla="*/ 2408731 w 3760185"/>
              <a:gd name="csY10957" fmla="*/ 404388 h 793834"/>
              <a:gd name="csX10958" fmla="*/ 2407781 w 3760185"/>
              <a:gd name="csY10958" fmla="*/ 404388 h 793834"/>
              <a:gd name="csX10959" fmla="*/ 2407781 w 3760185"/>
              <a:gd name="csY10959" fmla="*/ 393764 h 793834"/>
              <a:gd name="csX10960" fmla="*/ 2295791 w 3760185"/>
              <a:gd name="csY10960" fmla="*/ 192678 h 793834"/>
              <a:gd name="csX10961" fmla="*/ 2295791 w 3760185"/>
              <a:gd name="csY10961" fmla="*/ 404415 h 793834"/>
              <a:gd name="csX10962" fmla="*/ 2294849 w 3760185"/>
              <a:gd name="csY10962" fmla="*/ 404415 h 793834"/>
              <a:gd name="csX10963" fmla="*/ 710179 w 3760185"/>
              <a:gd name="csY10963" fmla="*/ 189175 h 793834"/>
              <a:gd name="csX10964" fmla="*/ 711380 w 3760185"/>
              <a:gd name="csY10964" fmla="*/ 404801 h 793834"/>
              <a:gd name="csX10965" fmla="*/ 709876 w 3760185"/>
              <a:gd name="csY10965" fmla="*/ 404801 h 793834"/>
              <a:gd name="csX10966" fmla="*/ 710179 w 3760185"/>
              <a:gd name="csY10966" fmla="*/ 383955 h 793834"/>
              <a:gd name="csX10967" fmla="*/ 643259 w 3760185"/>
              <a:gd name="csY10967" fmla="*/ 188474 h 793834"/>
              <a:gd name="csX10968" fmla="*/ 643259 w 3760185"/>
              <a:gd name="csY10968" fmla="*/ 404818 h 793834"/>
              <a:gd name="csX10969" fmla="*/ 641893 w 3760185"/>
              <a:gd name="csY10969" fmla="*/ 404818 h 793834"/>
              <a:gd name="csX10970" fmla="*/ 640485 w 3760185"/>
              <a:gd name="csY10970" fmla="*/ 404818 h 793834"/>
              <a:gd name="csX10971" fmla="*/ 640527 w 3760185"/>
              <a:gd name="csY10971" fmla="*/ 403573 h 793834"/>
              <a:gd name="csX10972" fmla="*/ 640527 w 3760185"/>
              <a:gd name="csY10972" fmla="*/ 339114 h 793834"/>
              <a:gd name="csX10973" fmla="*/ 641893 w 3760185"/>
              <a:gd name="csY10973" fmla="*/ 377649 h 793834"/>
              <a:gd name="csX10974" fmla="*/ 641893 w 3760185"/>
              <a:gd name="csY10974" fmla="*/ 393764 h 793834"/>
              <a:gd name="csX10975" fmla="*/ 624138 w 3760185"/>
              <a:gd name="csY10975" fmla="*/ 185672 h 793834"/>
              <a:gd name="csX10976" fmla="*/ 625504 w 3760185"/>
              <a:gd name="csY10976" fmla="*/ 346821 h 793834"/>
              <a:gd name="csX10977" fmla="*/ 625504 w 3760185"/>
              <a:gd name="csY10977" fmla="*/ 363636 h 793834"/>
              <a:gd name="csX10978" fmla="*/ 626575 w 3760185"/>
              <a:gd name="csY10978" fmla="*/ 404822 h 793834"/>
              <a:gd name="csX10979" fmla="*/ 624138 w 3760185"/>
              <a:gd name="csY10979" fmla="*/ 404822 h 793834"/>
              <a:gd name="csX10980" fmla="*/ 2349055 w 3760185"/>
              <a:gd name="csY10980" fmla="*/ 168856 h 793834"/>
              <a:gd name="csX10981" fmla="*/ 2349055 w 3760185"/>
              <a:gd name="csY10981" fmla="*/ 404402 h 793834"/>
              <a:gd name="csX10982" fmla="*/ 2347951 w 3760185"/>
              <a:gd name="csY10982" fmla="*/ 404402 h 793834"/>
              <a:gd name="csX10983" fmla="*/ 2334032 w 3760185"/>
              <a:gd name="csY10983" fmla="*/ 167455 h 793834"/>
              <a:gd name="csX10984" fmla="*/ 2335397 w 3760185"/>
              <a:gd name="csY10984" fmla="*/ 292871 h 793834"/>
              <a:gd name="csX10985" fmla="*/ 2335397 w 3760185"/>
              <a:gd name="csY10985" fmla="*/ 229813 h 793834"/>
              <a:gd name="csX10986" fmla="*/ 2336763 w 3760185"/>
              <a:gd name="csY10986" fmla="*/ 378350 h 793834"/>
              <a:gd name="csX10987" fmla="*/ 2336763 w 3760185"/>
              <a:gd name="csY10987" fmla="*/ 257138 h 793834"/>
              <a:gd name="csX10988" fmla="*/ 2338129 w 3760185"/>
              <a:gd name="csY10988" fmla="*/ 315992 h 793834"/>
              <a:gd name="csX10989" fmla="*/ 2338129 w 3760185"/>
              <a:gd name="csY10989" fmla="*/ 404405 h 793834"/>
              <a:gd name="csX10990" fmla="*/ 2334032 w 3760185"/>
              <a:gd name="csY10990" fmla="*/ 404406 h 793834"/>
              <a:gd name="csX10991" fmla="*/ 2334032 w 3760185"/>
              <a:gd name="csY10991" fmla="*/ 322298 h 793834"/>
              <a:gd name="csX10992" fmla="*/ 2317643 w 3760185"/>
              <a:gd name="csY10992" fmla="*/ 163251 h 793834"/>
              <a:gd name="csX10993" fmla="*/ 2319009 w 3760185"/>
              <a:gd name="csY10993" fmla="*/ 259940 h 793834"/>
              <a:gd name="csX10994" fmla="*/ 2319009 w 3760185"/>
              <a:gd name="csY10994" fmla="*/ 404410 h 793834"/>
              <a:gd name="csX10995" fmla="*/ 2317422 w 3760185"/>
              <a:gd name="csY10995" fmla="*/ 404410 h 793834"/>
              <a:gd name="csX10996" fmla="*/ 2317643 w 3760185"/>
              <a:gd name="csY10996" fmla="*/ 393764 h 793834"/>
              <a:gd name="csX10997" fmla="*/ 2226139 w 3760185"/>
              <a:gd name="csY10997" fmla="*/ 152041 h 793834"/>
              <a:gd name="csX10998" fmla="*/ 2226139 w 3760185"/>
              <a:gd name="csY10998" fmla="*/ 234717 h 793834"/>
              <a:gd name="csX10999" fmla="*/ 2226923 w 3760185"/>
              <a:gd name="csY10999" fmla="*/ 404432 h 793834"/>
              <a:gd name="csX11000" fmla="*/ 2224773 w 3760185"/>
              <a:gd name="csY11000" fmla="*/ 404432 h 793834"/>
              <a:gd name="csX11001" fmla="*/ 2224773 w 3760185"/>
              <a:gd name="csY11001" fmla="*/ 315292 h 793834"/>
              <a:gd name="csX11002" fmla="*/ 2211116 w 3760185"/>
              <a:gd name="csY11002" fmla="*/ 149238 h 793834"/>
              <a:gd name="csX11003" fmla="*/ 2212482 w 3760185"/>
              <a:gd name="csY11003" fmla="*/ 245227 h 793834"/>
              <a:gd name="csX11004" fmla="*/ 2212482 w 3760185"/>
              <a:gd name="csY11004" fmla="*/ 212296 h 793834"/>
              <a:gd name="csX11005" fmla="*/ 2213848 w 3760185"/>
              <a:gd name="csY11005" fmla="*/ 404274 h 793834"/>
              <a:gd name="csX11006" fmla="*/ 2213848 w 3760185"/>
              <a:gd name="csY11006" fmla="*/ 365037 h 793834"/>
              <a:gd name="csX11007" fmla="*/ 2214188 w 3760185"/>
              <a:gd name="csY11007" fmla="*/ 404435 h 793834"/>
              <a:gd name="csX11008" fmla="*/ 2211116 w 3760185"/>
              <a:gd name="csY11008" fmla="*/ 404436 h 793834"/>
              <a:gd name="csX11009" fmla="*/ 2209961 w 3760185"/>
              <a:gd name="csY11009" fmla="*/ 404436 h 793834"/>
              <a:gd name="csX11010" fmla="*/ 2211116 w 3760185"/>
              <a:gd name="csY11010" fmla="*/ 227711 h 793834"/>
              <a:gd name="csX11011" fmla="*/ 2313546 w 3760185"/>
              <a:gd name="csY11011" fmla="*/ 103696 h 793834"/>
              <a:gd name="csX11012" fmla="*/ 2313546 w 3760185"/>
              <a:gd name="csY11012" fmla="*/ 404411 h 793834"/>
              <a:gd name="csX11013" fmla="*/ 2312180 w 3760185"/>
              <a:gd name="csY11013" fmla="*/ 404411 h 793834"/>
              <a:gd name="csX11014" fmla="*/ 2312180 w 3760185"/>
              <a:gd name="csY11014" fmla="*/ 383955 h 793834"/>
              <a:gd name="csX11015" fmla="*/ 2329935 w 3760185"/>
              <a:gd name="csY11015" fmla="*/ 0 h 793834"/>
              <a:gd name="csX11016" fmla="*/ 2329935 w 3760185"/>
              <a:gd name="csY11016" fmla="*/ 297775 h 793834"/>
              <a:gd name="csX11017" fmla="*/ 2330975 w 3760185"/>
              <a:gd name="csY11017" fmla="*/ 404407 h 793834"/>
              <a:gd name="csX11018" fmla="*/ 2326661 w 3760185"/>
              <a:gd name="csY11018" fmla="*/ 404408 h 793834"/>
              <a:gd name="csX11019" fmla="*/ 2327203 w 3760185"/>
              <a:gd name="csY11019" fmla="*/ 310387 h 793834"/>
              <a:gd name="csX11020" fmla="*/ 2327203 w 3760185"/>
              <a:gd name="csY11020" fmla="*/ 232615 h 793834"/>
              <a:gd name="csX11021" fmla="*/ 2328569 w 3760185"/>
              <a:gd name="csY11021" fmla="*/ 397968 h 793834"/>
              <a:gd name="csX11022" fmla="*/ 2328569 w 3760185"/>
              <a:gd name="csY11022" fmla="*/ 260641 h 7938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 ang="0">
                <a:pos x="csX1475" y="csY1475"/>
              </a:cxn>
              <a:cxn ang="0">
                <a:pos x="csX1476" y="csY1476"/>
              </a:cxn>
              <a:cxn ang="0">
                <a:pos x="csX1477" y="csY1477"/>
              </a:cxn>
              <a:cxn ang="0">
                <a:pos x="csX1478" y="csY1478"/>
              </a:cxn>
              <a:cxn ang="0">
                <a:pos x="csX1479" y="csY1479"/>
              </a:cxn>
              <a:cxn ang="0">
                <a:pos x="csX1480" y="csY1480"/>
              </a:cxn>
              <a:cxn ang="0">
                <a:pos x="csX1481" y="csY1481"/>
              </a:cxn>
              <a:cxn ang="0">
                <a:pos x="csX1482" y="csY1482"/>
              </a:cxn>
              <a:cxn ang="0">
                <a:pos x="csX1483" y="csY1483"/>
              </a:cxn>
              <a:cxn ang="0">
                <a:pos x="csX1484" y="csY1484"/>
              </a:cxn>
              <a:cxn ang="0">
                <a:pos x="csX1485" y="csY1485"/>
              </a:cxn>
              <a:cxn ang="0">
                <a:pos x="csX1486" y="csY1486"/>
              </a:cxn>
              <a:cxn ang="0">
                <a:pos x="csX1487" y="csY1487"/>
              </a:cxn>
              <a:cxn ang="0">
                <a:pos x="csX1488" y="csY1488"/>
              </a:cxn>
              <a:cxn ang="0">
                <a:pos x="csX1489" y="csY1489"/>
              </a:cxn>
              <a:cxn ang="0">
                <a:pos x="csX1490" y="csY1490"/>
              </a:cxn>
              <a:cxn ang="0">
                <a:pos x="csX1491" y="csY1491"/>
              </a:cxn>
              <a:cxn ang="0">
                <a:pos x="csX1492" y="csY1492"/>
              </a:cxn>
              <a:cxn ang="0">
                <a:pos x="csX1493" y="csY1493"/>
              </a:cxn>
              <a:cxn ang="0">
                <a:pos x="csX1494" y="csY1494"/>
              </a:cxn>
              <a:cxn ang="0">
                <a:pos x="csX1495" y="csY1495"/>
              </a:cxn>
              <a:cxn ang="0">
                <a:pos x="csX1496" y="csY1496"/>
              </a:cxn>
              <a:cxn ang="0">
                <a:pos x="csX1497" y="csY1497"/>
              </a:cxn>
              <a:cxn ang="0">
                <a:pos x="csX1498" y="csY1498"/>
              </a:cxn>
              <a:cxn ang="0">
                <a:pos x="csX1499" y="csY1499"/>
              </a:cxn>
              <a:cxn ang="0">
                <a:pos x="csX1500" y="csY1500"/>
              </a:cxn>
              <a:cxn ang="0">
                <a:pos x="csX1501" y="csY1501"/>
              </a:cxn>
              <a:cxn ang="0">
                <a:pos x="csX1502" y="csY1502"/>
              </a:cxn>
              <a:cxn ang="0">
                <a:pos x="csX1503" y="csY1503"/>
              </a:cxn>
              <a:cxn ang="0">
                <a:pos x="csX1504" y="csY1504"/>
              </a:cxn>
              <a:cxn ang="0">
                <a:pos x="csX1505" y="csY1505"/>
              </a:cxn>
              <a:cxn ang="0">
                <a:pos x="csX1506" y="csY1506"/>
              </a:cxn>
              <a:cxn ang="0">
                <a:pos x="csX1507" y="csY1507"/>
              </a:cxn>
              <a:cxn ang="0">
                <a:pos x="csX1508" y="csY1508"/>
              </a:cxn>
              <a:cxn ang="0">
                <a:pos x="csX1509" y="csY1509"/>
              </a:cxn>
              <a:cxn ang="0">
                <a:pos x="csX1510" y="csY1510"/>
              </a:cxn>
              <a:cxn ang="0">
                <a:pos x="csX1511" y="csY1511"/>
              </a:cxn>
              <a:cxn ang="0">
                <a:pos x="csX1512" y="csY1512"/>
              </a:cxn>
              <a:cxn ang="0">
                <a:pos x="csX1513" y="csY1513"/>
              </a:cxn>
              <a:cxn ang="0">
                <a:pos x="csX1514" y="csY1514"/>
              </a:cxn>
              <a:cxn ang="0">
                <a:pos x="csX1515" y="csY1515"/>
              </a:cxn>
              <a:cxn ang="0">
                <a:pos x="csX1516" y="csY1516"/>
              </a:cxn>
              <a:cxn ang="0">
                <a:pos x="csX1517" y="csY1517"/>
              </a:cxn>
              <a:cxn ang="0">
                <a:pos x="csX1518" y="csY1518"/>
              </a:cxn>
              <a:cxn ang="0">
                <a:pos x="csX1519" y="csY1519"/>
              </a:cxn>
              <a:cxn ang="0">
                <a:pos x="csX1520" y="csY1520"/>
              </a:cxn>
              <a:cxn ang="0">
                <a:pos x="csX1521" y="csY1521"/>
              </a:cxn>
              <a:cxn ang="0">
                <a:pos x="csX1522" y="csY1522"/>
              </a:cxn>
              <a:cxn ang="0">
                <a:pos x="csX1523" y="csY1523"/>
              </a:cxn>
              <a:cxn ang="0">
                <a:pos x="csX1524" y="csY1524"/>
              </a:cxn>
              <a:cxn ang="0">
                <a:pos x="csX1525" y="csY1525"/>
              </a:cxn>
              <a:cxn ang="0">
                <a:pos x="csX1526" y="csY1526"/>
              </a:cxn>
              <a:cxn ang="0">
                <a:pos x="csX1527" y="csY1527"/>
              </a:cxn>
              <a:cxn ang="0">
                <a:pos x="csX1528" y="csY1528"/>
              </a:cxn>
              <a:cxn ang="0">
                <a:pos x="csX1529" y="csY1529"/>
              </a:cxn>
              <a:cxn ang="0">
                <a:pos x="csX1530" y="csY1530"/>
              </a:cxn>
              <a:cxn ang="0">
                <a:pos x="csX1531" y="csY1531"/>
              </a:cxn>
              <a:cxn ang="0">
                <a:pos x="csX1532" y="csY1532"/>
              </a:cxn>
              <a:cxn ang="0">
                <a:pos x="csX1533" y="csY1533"/>
              </a:cxn>
              <a:cxn ang="0">
                <a:pos x="csX1534" y="csY1534"/>
              </a:cxn>
              <a:cxn ang="0">
                <a:pos x="csX1535" y="csY1535"/>
              </a:cxn>
              <a:cxn ang="0">
                <a:pos x="csX1536" y="csY1536"/>
              </a:cxn>
              <a:cxn ang="0">
                <a:pos x="csX1537" y="csY1537"/>
              </a:cxn>
              <a:cxn ang="0">
                <a:pos x="csX1538" y="csY1538"/>
              </a:cxn>
              <a:cxn ang="0">
                <a:pos x="csX1539" y="csY1539"/>
              </a:cxn>
              <a:cxn ang="0">
                <a:pos x="csX1540" y="csY1540"/>
              </a:cxn>
              <a:cxn ang="0">
                <a:pos x="csX1541" y="csY1541"/>
              </a:cxn>
              <a:cxn ang="0">
                <a:pos x="csX1542" y="csY1542"/>
              </a:cxn>
              <a:cxn ang="0">
                <a:pos x="csX1543" y="csY1543"/>
              </a:cxn>
              <a:cxn ang="0">
                <a:pos x="csX1544" y="csY1544"/>
              </a:cxn>
              <a:cxn ang="0">
                <a:pos x="csX1545" y="csY1545"/>
              </a:cxn>
              <a:cxn ang="0">
                <a:pos x="csX1546" y="csY1546"/>
              </a:cxn>
              <a:cxn ang="0">
                <a:pos x="csX1547" y="csY1547"/>
              </a:cxn>
              <a:cxn ang="0">
                <a:pos x="csX1548" y="csY1548"/>
              </a:cxn>
              <a:cxn ang="0">
                <a:pos x="csX1549" y="csY1549"/>
              </a:cxn>
              <a:cxn ang="0">
                <a:pos x="csX1550" y="csY1550"/>
              </a:cxn>
              <a:cxn ang="0">
                <a:pos x="csX1551" y="csY1551"/>
              </a:cxn>
              <a:cxn ang="0">
                <a:pos x="csX1552" y="csY1552"/>
              </a:cxn>
              <a:cxn ang="0">
                <a:pos x="csX1553" y="csY1553"/>
              </a:cxn>
              <a:cxn ang="0">
                <a:pos x="csX1554" y="csY1554"/>
              </a:cxn>
              <a:cxn ang="0">
                <a:pos x="csX1555" y="csY1555"/>
              </a:cxn>
              <a:cxn ang="0">
                <a:pos x="csX1556" y="csY1556"/>
              </a:cxn>
              <a:cxn ang="0">
                <a:pos x="csX1557" y="csY1557"/>
              </a:cxn>
              <a:cxn ang="0">
                <a:pos x="csX1558" y="csY1558"/>
              </a:cxn>
              <a:cxn ang="0">
                <a:pos x="csX1559" y="csY1559"/>
              </a:cxn>
              <a:cxn ang="0">
                <a:pos x="csX1560" y="csY1560"/>
              </a:cxn>
              <a:cxn ang="0">
                <a:pos x="csX1561" y="csY1561"/>
              </a:cxn>
              <a:cxn ang="0">
                <a:pos x="csX1562" y="csY1562"/>
              </a:cxn>
              <a:cxn ang="0">
                <a:pos x="csX1563" y="csY1563"/>
              </a:cxn>
              <a:cxn ang="0">
                <a:pos x="csX1564" y="csY1564"/>
              </a:cxn>
              <a:cxn ang="0">
                <a:pos x="csX1565" y="csY1565"/>
              </a:cxn>
              <a:cxn ang="0">
                <a:pos x="csX1566" y="csY1566"/>
              </a:cxn>
              <a:cxn ang="0">
                <a:pos x="csX1567" y="csY1567"/>
              </a:cxn>
              <a:cxn ang="0">
                <a:pos x="csX1568" y="csY1568"/>
              </a:cxn>
              <a:cxn ang="0">
                <a:pos x="csX1569" y="csY1569"/>
              </a:cxn>
              <a:cxn ang="0">
                <a:pos x="csX1570" y="csY1570"/>
              </a:cxn>
              <a:cxn ang="0">
                <a:pos x="csX1571" y="csY1571"/>
              </a:cxn>
              <a:cxn ang="0">
                <a:pos x="csX1572" y="csY1572"/>
              </a:cxn>
              <a:cxn ang="0">
                <a:pos x="csX1573" y="csY1573"/>
              </a:cxn>
              <a:cxn ang="0">
                <a:pos x="csX1574" y="csY1574"/>
              </a:cxn>
              <a:cxn ang="0">
                <a:pos x="csX1575" y="csY1575"/>
              </a:cxn>
              <a:cxn ang="0">
                <a:pos x="csX1576" y="csY1576"/>
              </a:cxn>
              <a:cxn ang="0">
                <a:pos x="csX1577" y="csY1577"/>
              </a:cxn>
              <a:cxn ang="0">
                <a:pos x="csX1578" y="csY1578"/>
              </a:cxn>
              <a:cxn ang="0">
                <a:pos x="csX1579" y="csY1579"/>
              </a:cxn>
              <a:cxn ang="0">
                <a:pos x="csX1580" y="csY1580"/>
              </a:cxn>
              <a:cxn ang="0">
                <a:pos x="csX1581" y="csY1581"/>
              </a:cxn>
              <a:cxn ang="0">
                <a:pos x="csX1582" y="csY1582"/>
              </a:cxn>
              <a:cxn ang="0">
                <a:pos x="csX1583" y="csY1583"/>
              </a:cxn>
              <a:cxn ang="0">
                <a:pos x="csX1584" y="csY1584"/>
              </a:cxn>
              <a:cxn ang="0">
                <a:pos x="csX1585" y="csY1585"/>
              </a:cxn>
              <a:cxn ang="0">
                <a:pos x="csX1586" y="csY1586"/>
              </a:cxn>
              <a:cxn ang="0">
                <a:pos x="csX1587" y="csY1587"/>
              </a:cxn>
              <a:cxn ang="0">
                <a:pos x="csX1588" y="csY1588"/>
              </a:cxn>
              <a:cxn ang="0">
                <a:pos x="csX1589" y="csY1589"/>
              </a:cxn>
              <a:cxn ang="0">
                <a:pos x="csX1590" y="csY1590"/>
              </a:cxn>
              <a:cxn ang="0">
                <a:pos x="csX1591" y="csY1591"/>
              </a:cxn>
              <a:cxn ang="0">
                <a:pos x="csX1592" y="csY1592"/>
              </a:cxn>
              <a:cxn ang="0">
                <a:pos x="csX1593" y="csY1593"/>
              </a:cxn>
              <a:cxn ang="0">
                <a:pos x="csX1594" y="csY1594"/>
              </a:cxn>
              <a:cxn ang="0">
                <a:pos x="csX1595" y="csY1595"/>
              </a:cxn>
              <a:cxn ang="0">
                <a:pos x="csX1596" y="csY1596"/>
              </a:cxn>
              <a:cxn ang="0">
                <a:pos x="csX1597" y="csY1597"/>
              </a:cxn>
              <a:cxn ang="0">
                <a:pos x="csX1598" y="csY1598"/>
              </a:cxn>
              <a:cxn ang="0">
                <a:pos x="csX1599" y="csY1599"/>
              </a:cxn>
              <a:cxn ang="0">
                <a:pos x="csX1600" y="csY1600"/>
              </a:cxn>
              <a:cxn ang="0">
                <a:pos x="csX1601" y="csY1601"/>
              </a:cxn>
              <a:cxn ang="0">
                <a:pos x="csX1602" y="csY1602"/>
              </a:cxn>
              <a:cxn ang="0">
                <a:pos x="csX1603" y="csY1603"/>
              </a:cxn>
              <a:cxn ang="0">
                <a:pos x="csX1604" y="csY1604"/>
              </a:cxn>
              <a:cxn ang="0">
                <a:pos x="csX1605" y="csY1605"/>
              </a:cxn>
              <a:cxn ang="0">
                <a:pos x="csX1606" y="csY1606"/>
              </a:cxn>
              <a:cxn ang="0">
                <a:pos x="csX1607" y="csY1607"/>
              </a:cxn>
              <a:cxn ang="0">
                <a:pos x="csX1608" y="csY1608"/>
              </a:cxn>
              <a:cxn ang="0">
                <a:pos x="csX1609" y="csY1609"/>
              </a:cxn>
              <a:cxn ang="0">
                <a:pos x="csX1610" y="csY1610"/>
              </a:cxn>
              <a:cxn ang="0">
                <a:pos x="csX1611" y="csY1611"/>
              </a:cxn>
              <a:cxn ang="0">
                <a:pos x="csX1612" y="csY1612"/>
              </a:cxn>
              <a:cxn ang="0">
                <a:pos x="csX1613" y="csY1613"/>
              </a:cxn>
              <a:cxn ang="0">
                <a:pos x="csX1614" y="csY1614"/>
              </a:cxn>
              <a:cxn ang="0">
                <a:pos x="csX1615" y="csY1615"/>
              </a:cxn>
              <a:cxn ang="0">
                <a:pos x="csX1616" y="csY1616"/>
              </a:cxn>
              <a:cxn ang="0">
                <a:pos x="csX1617" y="csY1617"/>
              </a:cxn>
              <a:cxn ang="0">
                <a:pos x="csX1618" y="csY1618"/>
              </a:cxn>
              <a:cxn ang="0">
                <a:pos x="csX1619" y="csY1619"/>
              </a:cxn>
              <a:cxn ang="0">
                <a:pos x="csX1620" y="csY1620"/>
              </a:cxn>
              <a:cxn ang="0">
                <a:pos x="csX1621" y="csY1621"/>
              </a:cxn>
              <a:cxn ang="0">
                <a:pos x="csX1622" y="csY1622"/>
              </a:cxn>
              <a:cxn ang="0">
                <a:pos x="csX1623" y="csY1623"/>
              </a:cxn>
              <a:cxn ang="0">
                <a:pos x="csX1624" y="csY1624"/>
              </a:cxn>
              <a:cxn ang="0">
                <a:pos x="csX1625" y="csY1625"/>
              </a:cxn>
              <a:cxn ang="0">
                <a:pos x="csX1626" y="csY1626"/>
              </a:cxn>
              <a:cxn ang="0">
                <a:pos x="csX1627" y="csY1627"/>
              </a:cxn>
              <a:cxn ang="0">
                <a:pos x="csX1628" y="csY1628"/>
              </a:cxn>
              <a:cxn ang="0">
                <a:pos x="csX1629" y="csY1629"/>
              </a:cxn>
              <a:cxn ang="0">
                <a:pos x="csX1630" y="csY1630"/>
              </a:cxn>
              <a:cxn ang="0">
                <a:pos x="csX1631" y="csY1631"/>
              </a:cxn>
              <a:cxn ang="0">
                <a:pos x="csX1632" y="csY1632"/>
              </a:cxn>
              <a:cxn ang="0">
                <a:pos x="csX1633" y="csY1633"/>
              </a:cxn>
              <a:cxn ang="0">
                <a:pos x="csX1634" y="csY1634"/>
              </a:cxn>
              <a:cxn ang="0">
                <a:pos x="csX1635" y="csY1635"/>
              </a:cxn>
              <a:cxn ang="0">
                <a:pos x="csX1636" y="csY1636"/>
              </a:cxn>
              <a:cxn ang="0">
                <a:pos x="csX1637" y="csY1637"/>
              </a:cxn>
              <a:cxn ang="0">
                <a:pos x="csX1638" y="csY1638"/>
              </a:cxn>
              <a:cxn ang="0">
                <a:pos x="csX1639" y="csY1639"/>
              </a:cxn>
              <a:cxn ang="0">
                <a:pos x="csX1640" y="csY1640"/>
              </a:cxn>
              <a:cxn ang="0">
                <a:pos x="csX1641" y="csY1641"/>
              </a:cxn>
              <a:cxn ang="0">
                <a:pos x="csX1642" y="csY1642"/>
              </a:cxn>
              <a:cxn ang="0">
                <a:pos x="csX1643" y="csY1643"/>
              </a:cxn>
              <a:cxn ang="0">
                <a:pos x="csX1644" y="csY1644"/>
              </a:cxn>
              <a:cxn ang="0">
                <a:pos x="csX1645" y="csY1645"/>
              </a:cxn>
              <a:cxn ang="0">
                <a:pos x="csX1646" y="csY1646"/>
              </a:cxn>
              <a:cxn ang="0">
                <a:pos x="csX1647" y="csY1647"/>
              </a:cxn>
              <a:cxn ang="0">
                <a:pos x="csX1648" y="csY1648"/>
              </a:cxn>
              <a:cxn ang="0">
                <a:pos x="csX1649" y="csY1649"/>
              </a:cxn>
              <a:cxn ang="0">
                <a:pos x="csX1650" y="csY1650"/>
              </a:cxn>
              <a:cxn ang="0">
                <a:pos x="csX1651" y="csY1651"/>
              </a:cxn>
              <a:cxn ang="0">
                <a:pos x="csX1652" y="csY1652"/>
              </a:cxn>
              <a:cxn ang="0">
                <a:pos x="csX1653" y="csY1653"/>
              </a:cxn>
              <a:cxn ang="0">
                <a:pos x="csX1654" y="csY1654"/>
              </a:cxn>
              <a:cxn ang="0">
                <a:pos x="csX1655" y="csY1655"/>
              </a:cxn>
              <a:cxn ang="0">
                <a:pos x="csX1656" y="csY1656"/>
              </a:cxn>
              <a:cxn ang="0">
                <a:pos x="csX1657" y="csY1657"/>
              </a:cxn>
              <a:cxn ang="0">
                <a:pos x="csX1658" y="csY1658"/>
              </a:cxn>
              <a:cxn ang="0">
                <a:pos x="csX1659" y="csY1659"/>
              </a:cxn>
              <a:cxn ang="0">
                <a:pos x="csX1660" y="csY1660"/>
              </a:cxn>
              <a:cxn ang="0">
                <a:pos x="csX1661" y="csY1661"/>
              </a:cxn>
              <a:cxn ang="0">
                <a:pos x="csX1662" y="csY1662"/>
              </a:cxn>
              <a:cxn ang="0">
                <a:pos x="csX1663" y="csY1663"/>
              </a:cxn>
              <a:cxn ang="0">
                <a:pos x="csX1664" y="csY1664"/>
              </a:cxn>
              <a:cxn ang="0">
                <a:pos x="csX1665" y="csY1665"/>
              </a:cxn>
              <a:cxn ang="0">
                <a:pos x="csX1666" y="csY1666"/>
              </a:cxn>
              <a:cxn ang="0">
                <a:pos x="csX1667" y="csY1667"/>
              </a:cxn>
              <a:cxn ang="0">
                <a:pos x="csX1668" y="csY1668"/>
              </a:cxn>
              <a:cxn ang="0">
                <a:pos x="csX1669" y="csY1669"/>
              </a:cxn>
              <a:cxn ang="0">
                <a:pos x="csX1670" y="csY1670"/>
              </a:cxn>
              <a:cxn ang="0">
                <a:pos x="csX1671" y="csY1671"/>
              </a:cxn>
              <a:cxn ang="0">
                <a:pos x="csX1672" y="csY1672"/>
              </a:cxn>
              <a:cxn ang="0">
                <a:pos x="csX1673" y="csY1673"/>
              </a:cxn>
              <a:cxn ang="0">
                <a:pos x="csX1674" y="csY1674"/>
              </a:cxn>
              <a:cxn ang="0">
                <a:pos x="csX1675" y="csY1675"/>
              </a:cxn>
              <a:cxn ang="0">
                <a:pos x="csX1676" y="csY1676"/>
              </a:cxn>
              <a:cxn ang="0">
                <a:pos x="csX1677" y="csY1677"/>
              </a:cxn>
              <a:cxn ang="0">
                <a:pos x="csX1678" y="csY1678"/>
              </a:cxn>
              <a:cxn ang="0">
                <a:pos x="csX1679" y="csY1679"/>
              </a:cxn>
              <a:cxn ang="0">
                <a:pos x="csX1680" y="csY1680"/>
              </a:cxn>
              <a:cxn ang="0">
                <a:pos x="csX1681" y="csY1681"/>
              </a:cxn>
              <a:cxn ang="0">
                <a:pos x="csX1682" y="csY1682"/>
              </a:cxn>
              <a:cxn ang="0">
                <a:pos x="csX1683" y="csY1683"/>
              </a:cxn>
              <a:cxn ang="0">
                <a:pos x="csX1684" y="csY1684"/>
              </a:cxn>
              <a:cxn ang="0">
                <a:pos x="csX1685" y="csY1685"/>
              </a:cxn>
              <a:cxn ang="0">
                <a:pos x="csX1686" y="csY1686"/>
              </a:cxn>
              <a:cxn ang="0">
                <a:pos x="csX1687" y="csY1687"/>
              </a:cxn>
              <a:cxn ang="0">
                <a:pos x="csX1688" y="csY1688"/>
              </a:cxn>
              <a:cxn ang="0">
                <a:pos x="csX1689" y="csY1689"/>
              </a:cxn>
              <a:cxn ang="0">
                <a:pos x="csX1690" y="csY1690"/>
              </a:cxn>
              <a:cxn ang="0">
                <a:pos x="csX1691" y="csY1691"/>
              </a:cxn>
              <a:cxn ang="0">
                <a:pos x="csX1692" y="csY1692"/>
              </a:cxn>
              <a:cxn ang="0">
                <a:pos x="csX1693" y="csY1693"/>
              </a:cxn>
              <a:cxn ang="0">
                <a:pos x="csX1694" y="csY1694"/>
              </a:cxn>
              <a:cxn ang="0">
                <a:pos x="csX1695" y="csY1695"/>
              </a:cxn>
              <a:cxn ang="0">
                <a:pos x="csX1696" y="csY1696"/>
              </a:cxn>
              <a:cxn ang="0">
                <a:pos x="csX1697" y="csY1697"/>
              </a:cxn>
              <a:cxn ang="0">
                <a:pos x="csX1698" y="csY1698"/>
              </a:cxn>
              <a:cxn ang="0">
                <a:pos x="csX1699" y="csY1699"/>
              </a:cxn>
              <a:cxn ang="0">
                <a:pos x="csX1700" y="csY1700"/>
              </a:cxn>
              <a:cxn ang="0">
                <a:pos x="csX1701" y="csY1701"/>
              </a:cxn>
              <a:cxn ang="0">
                <a:pos x="csX1702" y="csY1702"/>
              </a:cxn>
              <a:cxn ang="0">
                <a:pos x="csX1703" y="csY1703"/>
              </a:cxn>
              <a:cxn ang="0">
                <a:pos x="csX1704" y="csY1704"/>
              </a:cxn>
              <a:cxn ang="0">
                <a:pos x="csX1705" y="csY1705"/>
              </a:cxn>
              <a:cxn ang="0">
                <a:pos x="csX1706" y="csY1706"/>
              </a:cxn>
              <a:cxn ang="0">
                <a:pos x="csX1707" y="csY1707"/>
              </a:cxn>
              <a:cxn ang="0">
                <a:pos x="csX1708" y="csY1708"/>
              </a:cxn>
              <a:cxn ang="0">
                <a:pos x="csX1709" y="csY1709"/>
              </a:cxn>
              <a:cxn ang="0">
                <a:pos x="csX1710" y="csY1710"/>
              </a:cxn>
              <a:cxn ang="0">
                <a:pos x="csX1711" y="csY1711"/>
              </a:cxn>
              <a:cxn ang="0">
                <a:pos x="csX1712" y="csY1712"/>
              </a:cxn>
              <a:cxn ang="0">
                <a:pos x="csX1713" y="csY1713"/>
              </a:cxn>
              <a:cxn ang="0">
                <a:pos x="csX1714" y="csY1714"/>
              </a:cxn>
              <a:cxn ang="0">
                <a:pos x="csX1715" y="csY1715"/>
              </a:cxn>
              <a:cxn ang="0">
                <a:pos x="csX1716" y="csY1716"/>
              </a:cxn>
              <a:cxn ang="0">
                <a:pos x="csX1717" y="csY1717"/>
              </a:cxn>
              <a:cxn ang="0">
                <a:pos x="csX1718" y="csY1718"/>
              </a:cxn>
              <a:cxn ang="0">
                <a:pos x="csX1719" y="csY1719"/>
              </a:cxn>
              <a:cxn ang="0">
                <a:pos x="csX1720" y="csY1720"/>
              </a:cxn>
              <a:cxn ang="0">
                <a:pos x="csX1721" y="csY1721"/>
              </a:cxn>
              <a:cxn ang="0">
                <a:pos x="csX1722" y="csY1722"/>
              </a:cxn>
              <a:cxn ang="0">
                <a:pos x="csX1723" y="csY1723"/>
              </a:cxn>
              <a:cxn ang="0">
                <a:pos x="csX1724" y="csY1724"/>
              </a:cxn>
              <a:cxn ang="0">
                <a:pos x="csX1725" y="csY1725"/>
              </a:cxn>
              <a:cxn ang="0">
                <a:pos x="csX1726" y="csY1726"/>
              </a:cxn>
              <a:cxn ang="0">
                <a:pos x="csX1727" y="csY1727"/>
              </a:cxn>
              <a:cxn ang="0">
                <a:pos x="csX1728" y="csY1728"/>
              </a:cxn>
              <a:cxn ang="0">
                <a:pos x="csX1729" y="csY1729"/>
              </a:cxn>
              <a:cxn ang="0">
                <a:pos x="csX1730" y="csY1730"/>
              </a:cxn>
              <a:cxn ang="0">
                <a:pos x="csX1731" y="csY1731"/>
              </a:cxn>
              <a:cxn ang="0">
                <a:pos x="csX1732" y="csY1732"/>
              </a:cxn>
              <a:cxn ang="0">
                <a:pos x="csX1733" y="csY1733"/>
              </a:cxn>
              <a:cxn ang="0">
                <a:pos x="csX1734" y="csY1734"/>
              </a:cxn>
              <a:cxn ang="0">
                <a:pos x="csX1735" y="csY1735"/>
              </a:cxn>
              <a:cxn ang="0">
                <a:pos x="csX1736" y="csY1736"/>
              </a:cxn>
              <a:cxn ang="0">
                <a:pos x="csX1737" y="csY1737"/>
              </a:cxn>
              <a:cxn ang="0">
                <a:pos x="csX1738" y="csY1738"/>
              </a:cxn>
              <a:cxn ang="0">
                <a:pos x="csX1739" y="csY1739"/>
              </a:cxn>
              <a:cxn ang="0">
                <a:pos x="csX1740" y="csY1740"/>
              </a:cxn>
              <a:cxn ang="0">
                <a:pos x="csX1741" y="csY1741"/>
              </a:cxn>
              <a:cxn ang="0">
                <a:pos x="csX1742" y="csY1742"/>
              </a:cxn>
              <a:cxn ang="0">
                <a:pos x="csX1743" y="csY1743"/>
              </a:cxn>
              <a:cxn ang="0">
                <a:pos x="csX1744" y="csY1744"/>
              </a:cxn>
              <a:cxn ang="0">
                <a:pos x="csX1745" y="csY1745"/>
              </a:cxn>
              <a:cxn ang="0">
                <a:pos x="csX1746" y="csY1746"/>
              </a:cxn>
              <a:cxn ang="0">
                <a:pos x="csX1747" y="csY1747"/>
              </a:cxn>
              <a:cxn ang="0">
                <a:pos x="csX1748" y="csY1748"/>
              </a:cxn>
              <a:cxn ang="0">
                <a:pos x="csX1749" y="csY1749"/>
              </a:cxn>
              <a:cxn ang="0">
                <a:pos x="csX1750" y="csY1750"/>
              </a:cxn>
              <a:cxn ang="0">
                <a:pos x="csX1751" y="csY1751"/>
              </a:cxn>
              <a:cxn ang="0">
                <a:pos x="csX1752" y="csY1752"/>
              </a:cxn>
              <a:cxn ang="0">
                <a:pos x="csX1753" y="csY1753"/>
              </a:cxn>
              <a:cxn ang="0">
                <a:pos x="csX1754" y="csY1754"/>
              </a:cxn>
              <a:cxn ang="0">
                <a:pos x="csX1755" y="csY1755"/>
              </a:cxn>
              <a:cxn ang="0">
                <a:pos x="csX1756" y="csY1756"/>
              </a:cxn>
              <a:cxn ang="0">
                <a:pos x="csX1757" y="csY1757"/>
              </a:cxn>
              <a:cxn ang="0">
                <a:pos x="csX1758" y="csY1758"/>
              </a:cxn>
              <a:cxn ang="0">
                <a:pos x="csX1759" y="csY1759"/>
              </a:cxn>
              <a:cxn ang="0">
                <a:pos x="csX1760" y="csY1760"/>
              </a:cxn>
              <a:cxn ang="0">
                <a:pos x="csX1761" y="csY1761"/>
              </a:cxn>
              <a:cxn ang="0">
                <a:pos x="csX1762" y="csY1762"/>
              </a:cxn>
              <a:cxn ang="0">
                <a:pos x="csX1763" y="csY1763"/>
              </a:cxn>
              <a:cxn ang="0">
                <a:pos x="csX1764" y="csY1764"/>
              </a:cxn>
              <a:cxn ang="0">
                <a:pos x="csX1765" y="csY1765"/>
              </a:cxn>
              <a:cxn ang="0">
                <a:pos x="csX1766" y="csY1766"/>
              </a:cxn>
              <a:cxn ang="0">
                <a:pos x="csX1767" y="csY1767"/>
              </a:cxn>
              <a:cxn ang="0">
                <a:pos x="csX1768" y="csY1768"/>
              </a:cxn>
              <a:cxn ang="0">
                <a:pos x="csX1769" y="csY1769"/>
              </a:cxn>
              <a:cxn ang="0">
                <a:pos x="csX1770" y="csY1770"/>
              </a:cxn>
              <a:cxn ang="0">
                <a:pos x="csX1771" y="csY1771"/>
              </a:cxn>
              <a:cxn ang="0">
                <a:pos x="csX1772" y="csY1772"/>
              </a:cxn>
              <a:cxn ang="0">
                <a:pos x="csX1773" y="csY1773"/>
              </a:cxn>
              <a:cxn ang="0">
                <a:pos x="csX1774" y="csY1774"/>
              </a:cxn>
              <a:cxn ang="0">
                <a:pos x="csX1775" y="csY1775"/>
              </a:cxn>
              <a:cxn ang="0">
                <a:pos x="csX1776" y="csY1776"/>
              </a:cxn>
              <a:cxn ang="0">
                <a:pos x="csX1777" y="csY1777"/>
              </a:cxn>
              <a:cxn ang="0">
                <a:pos x="csX1778" y="csY1778"/>
              </a:cxn>
              <a:cxn ang="0">
                <a:pos x="csX1779" y="csY1779"/>
              </a:cxn>
              <a:cxn ang="0">
                <a:pos x="csX1780" y="csY1780"/>
              </a:cxn>
              <a:cxn ang="0">
                <a:pos x="csX1781" y="csY1781"/>
              </a:cxn>
              <a:cxn ang="0">
                <a:pos x="csX1782" y="csY1782"/>
              </a:cxn>
              <a:cxn ang="0">
                <a:pos x="csX1783" y="csY1783"/>
              </a:cxn>
              <a:cxn ang="0">
                <a:pos x="csX1784" y="csY1784"/>
              </a:cxn>
              <a:cxn ang="0">
                <a:pos x="csX1785" y="csY1785"/>
              </a:cxn>
              <a:cxn ang="0">
                <a:pos x="csX1786" y="csY1786"/>
              </a:cxn>
              <a:cxn ang="0">
                <a:pos x="csX1787" y="csY1787"/>
              </a:cxn>
              <a:cxn ang="0">
                <a:pos x="csX1788" y="csY1788"/>
              </a:cxn>
              <a:cxn ang="0">
                <a:pos x="csX1789" y="csY1789"/>
              </a:cxn>
              <a:cxn ang="0">
                <a:pos x="csX1790" y="csY1790"/>
              </a:cxn>
              <a:cxn ang="0">
                <a:pos x="csX1791" y="csY1791"/>
              </a:cxn>
              <a:cxn ang="0">
                <a:pos x="csX1792" y="csY1792"/>
              </a:cxn>
              <a:cxn ang="0">
                <a:pos x="csX1793" y="csY1793"/>
              </a:cxn>
              <a:cxn ang="0">
                <a:pos x="csX1794" y="csY1794"/>
              </a:cxn>
              <a:cxn ang="0">
                <a:pos x="csX1795" y="csY1795"/>
              </a:cxn>
              <a:cxn ang="0">
                <a:pos x="csX1796" y="csY1796"/>
              </a:cxn>
              <a:cxn ang="0">
                <a:pos x="csX1797" y="csY1797"/>
              </a:cxn>
              <a:cxn ang="0">
                <a:pos x="csX1798" y="csY1798"/>
              </a:cxn>
              <a:cxn ang="0">
                <a:pos x="csX1799" y="csY1799"/>
              </a:cxn>
              <a:cxn ang="0">
                <a:pos x="csX1800" y="csY1800"/>
              </a:cxn>
              <a:cxn ang="0">
                <a:pos x="csX1801" y="csY1801"/>
              </a:cxn>
              <a:cxn ang="0">
                <a:pos x="csX1802" y="csY1802"/>
              </a:cxn>
              <a:cxn ang="0">
                <a:pos x="csX1803" y="csY1803"/>
              </a:cxn>
              <a:cxn ang="0">
                <a:pos x="csX1804" y="csY1804"/>
              </a:cxn>
              <a:cxn ang="0">
                <a:pos x="csX1805" y="csY1805"/>
              </a:cxn>
              <a:cxn ang="0">
                <a:pos x="csX1806" y="csY1806"/>
              </a:cxn>
              <a:cxn ang="0">
                <a:pos x="csX1807" y="csY1807"/>
              </a:cxn>
              <a:cxn ang="0">
                <a:pos x="csX1808" y="csY1808"/>
              </a:cxn>
              <a:cxn ang="0">
                <a:pos x="csX1809" y="csY1809"/>
              </a:cxn>
              <a:cxn ang="0">
                <a:pos x="csX1810" y="csY1810"/>
              </a:cxn>
              <a:cxn ang="0">
                <a:pos x="csX1811" y="csY1811"/>
              </a:cxn>
              <a:cxn ang="0">
                <a:pos x="csX1812" y="csY1812"/>
              </a:cxn>
              <a:cxn ang="0">
                <a:pos x="csX1813" y="csY1813"/>
              </a:cxn>
              <a:cxn ang="0">
                <a:pos x="csX1814" y="csY1814"/>
              </a:cxn>
              <a:cxn ang="0">
                <a:pos x="csX1815" y="csY1815"/>
              </a:cxn>
              <a:cxn ang="0">
                <a:pos x="csX1816" y="csY1816"/>
              </a:cxn>
              <a:cxn ang="0">
                <a:pos x="csX1817" y="csY1817"/>
              </a:cxn>
              <a:cxn ang="0">
                <a:pos x="csX1818" y="csY1818"/>
              </a:cxn>
              <a:cxn ang="0">
                <a:pos x="csX1819" y="csY1819"/>
              </a:cxn>
              <a:cxn ang="0">
                <a:pos x="csX1820" y="csY1820"/>
              </a:cxn>
              <a:cxn ang="0">
                <a:pos x="csX1821" y="csY1821"/>
              </a:cxn>
              <a:cxn ang="0">
                <a:pos x="csX1822" y="csY1822"/>
              </a:cxn>
              <a:cxn ang="0">
                <a:pos x="csX1823" y="csY1823"/>
              </a:cxn>
              <a:cxn ang="0">
                <a:pos x="csX1824" y="csY1824"/>
              </a:cxn>
              <a:cxn ang="0">
                <a:pos x="csX1825" y="csY1825"/>
              </a:cxn>
              <a:cxn ang="0">
                <a:pos x="csX1826" y="csY1826"/>
              </a:cxn>
              <a:cxn ang="0">
                <a:pos x="csX1827" y="csY1827"/>
              </a:cxn>
              <a:cxn ang="0">
                <a:pos x="csX1828" y="csY1828"/>
              </a:cxn>
              <a:cxn ang="0">
                <a:pos x="csX1829" y="csY1829"/>
              </a:cxn>
              <a:cxn ang="0">
                <a:pos x="csX1830" y="csY1830"/>
              </a:cxn>
              <a:cxn ang="0">
                <a:pos x="csX1831" y="csY1831"/>
              </a:cxn>
              <a:cxn ang="0">
                <a:pos x="csX1832" y="csY1832"/>
              </a:cxn>
              <a:cxn ang="0">
                <a:pos x="csX1833" y="csY1833"/>
              </a:cxn>
              <a:cxn ang="0">
                <a:pos x="csX1834" y="csY1834"/>
              </a:cxn>
              <a:cxn ang="0">
                <a:pos x="csX1835" y="csY1835"/>
              </a:cxn>
              <a:cxn ang="0">
                <a:pos x="csX1836" y="csY1836"/>
              </a:cxn>
              <a:cxn ang="0">
                <a:pos x="csX1837" y="csY1837"/>
              </a:cxn>
              <a:cxn ang="0">
                <a:pos x="csX1838" y="csY1838"/>
              </a:cxn>
              <a:cxn ang="0">
                <a:pos x="csX1839" y="csY1839"/>
              </a:cxn>
              <a:cxn ang="0">
                <a:pos x="csX1840" y="csY1840"/>
              </a:cxn>
              <a:cxn ang="0">
                <a:pos x="csX1841" y="csY1841"/>
              </a:cxn>
              <a:cxn ang="0">
                <a:pos x="csX1842" y="csY1842"/>
              </a:cxn>
              <a:cxn ang="0">
                <a:pos x="csX1843" y="csY1843"/>
              </a:cxn>
              <a:cxn ang="0">
                <a:pos x="csX1844" y="csY1844"/>
              </a:cxn>
              <a:cxn ang="0">
                <a:pos x="csX1845" y="csY1845"/>
              </a:cxn>
              <a:cxn ang="0">
                <a:pos x="csX1846" y="csY1846"/>
              </a:cxn>
              <a:cxn ang="0">
                <a:pos x="csX1847" y="csY1847"/>
              </a:cxn>
              <a:cxn ang="0">
                <a:pos x="csX1848" y="csY1848"/>
              </a:cxn>
              <a:cxn ang="0">
                <a:pos x="csX1849" y="csY1849"/>
              </a:cxn>
              <a:cxn ang="0">
                <a:pos x="csX1850" y="csY1850"/>
              </a:cxn>
              <a:cxn ang="0">
                <a:pos x="csX1851" y="csY1851"/>
              </a:cxn>
              <a:cxn ang="0">
                <a:pos x="csX1852" y="csY1852"/>
              </a:cxn>
              <a:cxn ang="0">
                <a:pos x="csX1853" y="csY1853"/>
              </a:cxn>
              <a:cxn ang="0">
                <a:pos x="csX1854" y="csY1854"/>
              </a:cxn>
              <a:cxn ang="0">
                <a:pos x="csX1855" y="csY1855"/>
              </a:cxn>
              <a:cxn ang="0">
                <a:pos x="csX1856" y="csY1856"/>
              </a:cxn>
              <a:cxn ang="0">
                <a:pos x="csX1857" y="csY1857"/>
              </a:cxn>
              <a:cxn ang="0">
                <a:pos x="csX1858" y="csY1858"/>
              </a:cxn>
              <a:cxn ang="0">
                <a:pos x="csX1859" y="csY1859"/>
              </a:cxn>
              <a:cxn ang="0">
                <a:pos x="csX1860" y="csY1860"/>
              </a:cxn>
              <a:cxn ang="0">
                <a:pos x="csX1861" y="csY1861"/>
              </a:cxn>
              <a:cxn ang="0">
                <a:pos x="csX1862" y="csY1862"/>
              </a:cxn>
              <a:cxn ang="0">
                <a:pos x="csX1863" y="csY1863"/>
              </a:cxn>
              <a:cxn ang="0">
                <a:pos x="csX1864" y="csY1864"/>
              </a:cxn>
              <a:cxn ang="0">
                <a:pos x="csX1865" y="csY1865"/>
              </a:cxn>
              <a:cxn ang="0">
                <a:pos x="csX1866" y="csY1866"/>
              </a:cxn>
              <a:cxn ang="0">
                <a:pos x="csX1867" y="csY1867"/>
              </a:cxn>
              <a:cxn ang="0">
                <a:pos x="csX1868" y="csY1868"/>
              </a:cxn>
              <a:cxn ang="0">
                <a:pos x="csX1869" y="csY1869"/>
              </a:cxn>
              <a:cxn ang="0">
                <a:pos x="csX1870" y="csY1870"/>
              </a:cxn>
              <a:cxn ang="0">
                <a:pos x="csX1871" y="csY1871"/>
              </a:cxn>
              <a:cxn ang="0">
                <a:pos x="csX1872" y="csY1872"/>
              </a:cxn>
              <a:cxn ang="0">
                <a:pos x="csX1873" y="csY1873"/>
              </a:cxn>
              <a:cxn ang="0">
                <a:pos x="csX1874" y="csY1874"/>
              </a:cxn>
              <a:cxn ang="0">
                <a:pos x="csX1875" y="csY1875"/>
              </a:cxn>
              <a:cxn ang="0">
                <a:pos x="csX1876" y="csY1876"/>
              </a:cxn>
              <a:cxn ang="0">
                <a:pos x="csX1877" y="csY1877"/>
              </a:cxn>
              <a:cxn ang="0">
                <a:pos x="csX1878" y="csY1878"/>
              </a:cxn>
              <a:cxn ang="0">
                <a:pos x="csX1879" y="csY1879"/>
              </a:cxn>
              <a:cxn ang="0">
                <a:pos x="csX1880" y="csY1880"/>
              </a:cxn>
              <a:cxn ang="0">
                <a:pos x="csX1881" y="csY1881"/>
              </a:cxn>
              <a:cxn ang="0">
                <a:pos x="csX1882" y="csY1882"/>
              </a:cxn>
              <a:cxn ang="0">
                <a:pos x="csX1883" y="csY1883"/>
              </a:cxn>
              <a:cxn ang="0">
                <a:pos x="csX1884" y="csY1884"/>
              </a:cxn>
              <a:cxn ang="0">
                <a:pos x="csX1885" y="csY1885"/>
              </a:cxn>
              <a:cxn ang="0">
                <a:pos x="csX1886" y="csY1886"/>
              </a:cxn>
              <a:cxn ang="0">
                <a:pos x="csX1887" y="csY1887"/>
              </a:cxn>
              <a:cxn ang="0">
                <a:pos x="csX1888" y="csY1888"/>
              </a:cxn>
              <a:cxn ang="0">
                <a:pos x="csX1889" y="csY1889"/>
              </a:cxn>
              <a:cxn ang="0">
                <a:pos x="csX1890" y="csY1890"/>
              </a:cxn>
              <a:cxn ang="0">
                <a:pos x="csX1891" y="csY1891"/>
              </a:cxn>
              <a:cxn ang="0">
                <a:pos x="csX1892" y="csY1892"/>
              </a:cxn>
              <a:cxn ang="0">
                <a:pos x="csX1893" y="csY1893"/>
              </a:cxn>
              <a:cxn ang="0">
                <a:pos x="csX1894" y="csY1894"/>
              </a:cxn>
              <a:cxn ang="0">
                <a:pos x="csX1895" y="csY1895"/>
              </a:cxn>
              <a:cxn ang="0">
                <a:pos x="csX1896" y="csY1896"/>
              </a:cxn>
              <a:cxn ang="0">
                <a:pos x="csX1897" y="csY1897"/>
              </a:cxn>
              <a:cxn ang="0">
                <a:pos x="csX1898" y="csY1898"/>
              </a:cxn>
              <a:cxn ang="0">
                <a:pos x="csX1899" y="csY1899"/>
              </a:cxn>
              <a:cxn ang="0">
                <a:pos x="csX1900" y="csY1900"/>
              </a:cxn>
              <a:cxn ang="0">
                <a:pos x="csX1901" y="csY1901"/>
              </a:cxn>
              <a:cxn ang="0">
                <a:pos x="csX1902" y="csY1902"/>
              </a:cxn>
              <a:cxn ang="0">
                <a:pos x="csX1903" y="csY1903"/>
              </a:cxn>
              <a:cxn ang="0">
                <a:pos x="csX1904" y="csY1904"/>
              </a:cxn>
              <a:cxn ang="0">
                <a:pos x="csX1905" y="csY1905"/>
              </a:cxn>
              <a:cxn ang="0">
                <a:pos x="csX1906" y="csY1906"/>
              </a:cxn>
              <a:cxn ang="0">
                <a:pos x="csX1907" y="csY1907"/>
              </a:cxn>
              <a:cxn ang="0">
                <a:pos x="csX1908" y="csY1908"/>
              </a:cxn>
              <a:cxn ang="0">
                <a:pos x="csX1909" y="csY1909"/>
              </a:cxn>
              <a:cxn ang="0">
                <a:pos x="csX1910" y="csY1910"/>
              </a:cxn>
              <a:cxn ang="0">
                <a:pos x="csX1911" y="csY1911"/>
              </a:cxn>
              <a:cxn ang="0">
                <a:pos x="csX1912" y="csY1912"/>
              </a:cxn>
              <a:cxn ang="0">
                <a:pos x="csX1913" y="csY1913"/>
              </a:cxn>
              <a:cxn ang="0">
                <a:pos x="csX1914" y="csY1914"/>
              </a:cxn>
              <a:cxn ang="0">
                <a:pos x="csX1915" y="csY1915"/>
              </a:cxn>
              <a:cxn ang="0">
                <a:pos x="csX1916" y="csY1916"/>
              </a:cxn>
              <a:cxn ang="0">
                <a:pos x="csX1917" y="csY1917"/>
              </a:cxn>
              <a:cxn ang="0">
                <a:pos x="csX1918" y="csY1918"/>
              </a:cxn>
              <a:cxn ang="0">
                <a:pos x="csX1919" y="csY1919"/>
              </a:cxn>
              <a:cxn ang="0">
                <a:pos x="csX1920" y="csY1920"/>
              </a:cxn>
              <a:cxn ang="0">
                <a:pos x="csX1921" y="csY1921"/>
              </a:cxn>
              <a:cxn ang="0">
                <a:pos x="csX1922" y="csY1922"/>
              </a:cxn>
              <a:cxn ang="0">
                <a:pos x="csX1923" y="csY1923"/>
              </a:cxn>
              <a:cxn ang="0">
                <a:pos x="csX1924" y="csY1924"/>
              </a:cxn>
              <a:cxn ang="0">
                <a:pos x="csX1925" y="csY1925"/>
              </a:cxn>
              <a:cxn ang="0">
                <a:pos x="csX1926" y="csY1926"/>
              </a:cxn>
              <a:cxn ang="0">
                <a:pos x="csX1927" y="csY1927"/>
              </a:cxn>
              <a:cxn ang="0">
                <a:pos x="csX1928" y="csY1928"/>
              </a:cxn>
              <a:cxn ang="0">
                <a:pos x="csX1929" y="csY1929"/>
              </a:cxn>
              <a:cxn ang="0">
                <a:pos x="csX1930" y="csY1930"/>
              </a:cxn>
              <a:cxn ang="0">
                <a:pos x="csX1931" y="csY1931"/>
              </a:cxn>
              <a:cxn ang="0">
                <a:pos x="csX1932" y="csY1932"/>
              </a:cxn>
              <a:cxn ang="0">
                <a:pos x="csX1933" y="csY1933"/>
              </a:cxn>
              <a:cxn ang="0">
                <a:pos x="csX1934" y="csY1934"/>
              </a:cxn>
              <a:cxn ang="0">
                <a:pos x="csX1935" y="csY1935"/>
              </a:cxn>
              <a:cxn ang="0">
                <a:pos x="csX1936" y="csY1936"/>
              </a:cxn>
              <a:cxn ang="0">
                <a:pos x="csX1937" y="csY1937"/>
              </a:cxn>
              <a:cxn ang="0">
                <a:pos x="csX1938" y="csY1938"/>
              </a:cxn>
              <a:cxn ang="0">
                <a:pos x="csX1939" y="csY1939"/>
              </a:cxn>
              <a:cxn ang="0">
                <a:pos x="csX1940" y="csY1940"/>
              </a:cxn>
              <a:cxn ang="0">
                <a:pos x="csX1941" y="csY1941"/>
              </a:cxn>
              <a:cxn ang="0">
                <a:pos x="csX1942" y="csY1942"/>
              </a:cxn>
              <a:cxn ang="0">
                <a:pos x="csX1943" y="csY1943"/>
              </a:cxn>
              <a:cxn ang="0">
                <a:pos x="csX1944" y="csY1944"/>
              </a:cxn>
              <a:cxn ang="0">
                <a:pos x="csX1945" y="csY1945"/>
              </a:cxn>
              <a:cxn ang="0">
                <a:pos x="csX1946" y="csY1946"/>
              </a:cxn>
              <a:cxn ang="0">
                <a:pos x="csX1947" y="csY1947"/>
              </a:cxn>
              <a:cxn ang="0">
                <a:pos x="csX1948" y="csY1948"/>
              </a:cxn>
              <a:cxn ang="0">
                <a:pos x="csX1949" y="csY1949"/>
              </a:cxn>
              <a:cxn ang="0">
                <a:pos x="csX1950" y="csY1950"/>
              </a:cxn>
              <a:cxn ang="0">
                <a:pos x="csX1951" y="csY1951"/>
              </a:cxn>
              <a:cxn ang="0">
                <a:pos x="csX1952" y="csY1952"/>
              </a:cxn>
              <a:cxn ang="0">
                <a:pos x="csX1953" y="csY1953"/>
              </a:cxn>
              <a:cxn ang="0">
                <a:pos x="csX1954" y="csY1954"/>
              </a:cxn>
              <a:cxn ang="0">
                <a:pos x="csX1955" y="csY1955"/>
              </a:cxn>
              <a:cxn ang="0">
                <a:pos x="csX1956" y="csY1956"/>
              </a:cxn>
              <a:cxn ang="0">
                <a:pos x="csX1957" y="csY1957"/>
              </a:cxn>
              <a:cxn ang="0">
                <a:pos x="csX1958" y="csY1958"/>
              </a:cxn>
              <a:cxn ang="0">
                <a:pos x="csX1959" y="csY1959"/>
              </a:cxn>
              <a:cxn ang="0">
                <a:pos x="csX1960" y="csY1960"/>
              </a:cxn>
              <a:cxn ang="0">
                <a:pos x="csX1961" y="csY1961"/>
              </a:cxn>
              <a:cxn ang="0">
                <a:pos x="csX1962" y="csY1962"/>
              </a:cxn>
              <a:cxn ang="0">
                <a:pos x="csX1963" y="csY1963"/>
              </a:cxn>
              <a:cxn ang="0">
                <a:pos x="csX1964" y="csY1964"/>
              </a:cxn>
              <a:cxn ang="0">
                <a:pos x="csX1965" y="csY1965"/>
              </a:cxn>
              <a:cxn ang="0">
                <a:pos x="csX1966" y="csY1966"/>
              </a:cxn>
              <a:cxn ang="0">
                <a:pos x="csX1967" y="csY1967"/>
              </a:cxn>
              <a:cxn ang="0">
                <a:pos x="csX1968" y="csY1968"/>
              </a:cxn>
              <a:cxn ang="0">
                <a:pos x="csX1969" y="csY1969"/>
              </a:cxn>
              <a:cxn ang="0">
                <a:pos x="csX1970" y="csY1970"/>
              </a:cxn>
              <a:cxn ang="0">
                <a:pos x="csX1971" y="csY1971"/>
              </a:cxn>
              <a:cxn ang="0">
                <a:pos x="csX1972" y="csY1972"/>
              </a:cxn>
              <a:cxn ang="0">
                <a:pos x="csX1973" y="csY1973"/>
              </a:cxn>
              <a:cxn ang="0">
                <a:pos x="csX1974" y="csY1974"/>
              </a:cxn>
              <a:cxn ang="0">
                <a:pos x="csX1975" y="csY1975"/>
              </a:cxn>
              <a:cxn ang="0">
                <a:pos x="csX1976" y="csY1976"/>
              </a:cxn>
              <a:cxn ang="0">
                <a:pos x="csX1977" y="csY1977"/>
              </a:cxn>
              <a:cxn ang="0">
                <a:pos x="csX1978" y="csY1978"/>
              </a:cxn>
              <a:cxn ang="0">
                <a:pos x="csX1979" y="csY1979"/>
              </a:cxn>
              <a:cxn ang="0">
                <a:pos x="csX1980" y="csY1980"/>
              </a:cxn>
              <a:cxn ang="0">
                <a:pos x="csX1981" y="csY1981"/>
              </a:cxn>
              <a:cxn ang="0">
                <a:pos x="csX1982" y="csY1982"/>
              </a:cxn>
              <a:cxn ang="0">
                <a:pos x="csX1983" y="csY1983"/>
              </a:cxn>
              <a:cxn ang="0">
                <a:pos x="csX1984" y="csY1984"/>
              </a:cxn>
              <a:cxn ang="0">
                <a:pos x="csX1985" y="csY1985"/>
              </a:cxn>
              <a:cxn ang="0">
                <a:pos x="csX1986" y="csY1986"/>
              </a:cxn>
              <a:cxn ang="0">
                <a:pos x="csX1987" y="csY1987"/>
              </a:cxn>
              <a:cxn ang="0">
                <a:pos x="csX1988" y="csY1988"/>
              </a:cxn>
              <a:cxn ang="0">
                <a:pos x="csX1989" y="csY1989"/>
              </a:cxn>
              <a:cxn ang="0">
                <a:pos x="csX1990" y="csY1990"/>
              </a:cxn>
              <a:cxn ang="0">
                <a:pos x="csX1991" y="csY1991"/>
              </a:cxn>
              <a:cxn ang="0">
                <a:pos x="csX1992" y="csY1992"/>
              </a:cxn>
              <a:cxn ang="0">
                <a:pos x="csX1993" y="csY1993"/>
              </a:cxn>
              <a:cxn ang="0">
                <a:pos x="csX1994" y="csY1994"/>
              </a:cxn>
              <a:cxn ang="0">
                <a:pos x="csX1995" y="csY1995"/>
              </a:cxn>
              <a:cxn ang="0">
                <a:pos x="csX1996" y="csY1996"/>
              </a:cxn>
              <a:cxn ang="0">
                <a:pos x="csX1997" y="csY1997"/>
              </a:cxn>
              <a:cxn ang="0">
                <a:pos x="csX1998" y="csY1998"/>
              </a:cxn>
              <a:cxn ang="0">
                <a:pos x="csX1999" y="csY1999"/>
              </a:cxn>
              <a:cxn ang="0">
                <a:pos x="csX2000" y="csY2000"/>
              </a:cxn>
              <a:cxn ang="0">
                <a:pos x="csX2001" y="csY2001"/>
              </a:cxn>
              <a:cxn ang="0">
                <a:pos x="csX2002" y="csY2002"/>
              </a:cxn>
              <a:cxn ang="0">
                <a:pos x="csX2003" y="csY2003"/>
              </a:cxn>
              <a:cxn ang="0">
                <a:pos x="csX2004" y="csY2004"/>
              </a:cxn>
              <a:cxn ang="0">
                <a:pos x="csX2005" y="csY2005"/>
              </a:cxn>
              <a:cxn ang="0">
                <a:pos x="csX2006" y="csY2006"/>
              </a:cxn>
              <a:cxn ang="0">
                <a:pos x="csX2007" y="csY2007"/>
              </a:cxn>
              <a:cxn ang="0">
                <a:pos x="csX2008" y="csY2008"/>
              </a:cxn>
              <a:cxn ang="0">
                <a:pos x="csX2009" y="csY2009"/>
              </a:cxn>
              <a:cxn ang="0">
                <a:pos x="csX2010" y="csY2010"/>
              </a:cxn>
              <a:cxn ang="0">
                <a:pos x="csX2011" y="csY2011"/>
              </a:cxn>
              <a:cxn ang="0">
                <a:pos x="csX2012" y="csY2012"/>
              </a:cxn>
              <a:cxn ang="0">
                <a:pos x="csX2013" y="csY2013"/>
              </a:cxn>
              <a:cxn ang="0">
                <a:pos x="csX2014" y="csY2014"/>
              </a:cxn>
              <a:cxn ang="0">
                <a:pos x="csX2015" y="csY2015"/>
              </a:cxn>
              <a:cxn ang="0">
                <a:pos x="csX2016" y="csY2016"/>
              </a:cxn>
              <a:cxn ang="0">
                <a:pos x="csX2017" y="csY2017"/>
              </a:cxn>
              <a:cxn ang="0">
                <a:pos x="csX2018" y="csY2018"/>
              </a:cxn>
              <a:cxn ang="0">
                <a:pos x="csX2019" y="csY2019"/>
              </a:cxn>
              <a:cxn ang="0">
                <a:pos x="csX2020" y="csY2020"/>
              </a:cxn>
              <a:cxn ang="0">
                <a:pos x="csX2021" y="csY2021"/>
              </a:cxn>
              <a:cxn ang="0">
                <a:pos x="csX2022" y="csY2022"/>
              </a:cxn>
              <a:cxn ang="0">
                <a:pos x="csX2023" y="csY2023"/>
              </a:cxn>
              <a:cxn ang="0">
                <a:pos x="csX2024" y="csY2024"/>
              </a:cxn>
              <a:cxn ang="0">
                <a:pos x="csX2025" y="csY2025"/>
              </a:cxn>
              <a:cxn ang="0">
                <a:pos x="csX2026" y="csY2026"/>
              </a:cxn>
              <a:cxn ang="0">
                <a:pos x="csX2027" y="csY2027"/>
              </a:cxn>
              <a:cxn ang="0">
                <a:pos x="csX2028" y="csY2028"/>
              </a:cxn>
              <a:cxn ang="0">
                <a:pos x="csX2029" y="csY2029"/>
              </a:cxn>
              <a:cxn ang="0">
                <a:pos x="csX2030" y="csY2030"/>
              </a:cxn>
              <a:cxn ang="0">
                <a:pos x="csX2031" y="csY2031"/>
              </a:cxn>
              <a:cxn ang="0">
                <a:pos x="csX2032" y="csY2032"/>
              </a:cxn>
              <a:cxn ang="0">
                <a:pos x="csX2033" y="csY2033"/>
              </a:cxn>
              <a:cxn ang="0">
                <a:pos x="csX2034" y="csY2034"/>
              </a:cxn>
              <a:cxn ang="0">
                <a:pos x="csX2035" y="csY2035"/>
              </a:cxn>
              <a:cxn ang="0">
                <a:pos x="csX2036" y="csY2036"/>
              </a:cxn>
              <a:cxn ang="0">
                <a:pos x="csX2037" y="csY2037"/>
              </a:cxn>
              <a:cxn ang="0">
                <a:pos x="csX2038" y="csY2038"/>
              </a:cxn>
              <a:cxn ang="0">
                <a:pos x="csX2039" y="csY2039"/>
              </a:cxn>
              <a:cxn ang="0">
                <a:pos x="csX2040" y="csY2040"/>
              </a:cxn>
              <a:cxn ang="0">
                <a:pos x="csX2041" y="csY2041"/>
              </a:cxn>
              <a:cxn ang="0">
                <a:pos x="csX2042" y="csY2042"/>
              </a:cxn>
              <a:cxn ang="0">
                <a:pos x="csX2043" y="csY2043"/>
              </a:cxn>
              <a:cxn ang="0">
                <a:pos x="csX2044" y="csY2044"/>
              </a:cxn>
              <a:cxn ang="0">
                <a:pos x="csX2045" y="csY2045"/>
              </a:cxn>
              <a:cxn ang="0">
                <a:pos x="csX2046" y="csY2046"/>
              </a:cxn>
              <a:cxn ang="0">
                <a:pos x="csX2047" y="csY2047"/>
              </a:cxn>
              <a:cxn ang="0">
                <a:pos x="csX2048" y="csY2048"/>
              </a:cxn>
              <a:cxn ang="0">
                <a:pos x="csX2049" y="csY2049"/>
              </a:cxn>
              <a:cxn ang="0">
                <a:pos x="csX2050" y="csY2050"/>
              </a:cxn>
              <a:cxn ang="0">
                <a:pos x="csX2051" y="csY2051"/>
              </a:cxn>
              <a:cxn ang="0">
                <a:pos x="csX2052" y="csY2052"/>
              </a:cxn>
              <a:cxn ang="0">
                <a:pos x="csX2053" y="csY2053"/>
              </a:cxn>
              <a:cxn ang="0">
                <a:pos x="csX2054" y="csY2054"/>
              </a:cxn>
              <a:cxn ang="0">
                <a:pos x="csX2055" y="csY2055"/>
              </a:cxn>
              <a:cxn ang="0">
                <a:pos x="csX2056" y="csY2056"/>
              </a:cxn>
              <a:cxn ang="0">
                <a:pos x="csX2057" y="csY2057"/>
              </a:cxn>
              <a:cxn ang="0">
                <a:pos x="csX2058" y="csY2058"/>
              </a:cxn>
              <a:cxn ang="0">
                <a:pos x="csX2059" y="csY2059"/>
              </a:cxn>
              <a:cxn ang="0">
                <a:pos x="csX2060" y="csY2060"/>
              </a:cxn>
              <a:cxn ang="0">
                <a:pos x="csX2061" y="csY2061"/>
              </a:cxn>
              <a:cxn ang="0">
                <a:pos x="csX2062" y="csY2062"/>
              </a:cxn>
              <a:cxn ang="0">
                <a:pos x="csX2063" y="csY2063"/>
              </a:cxn>
              <a:cxn ang="0">
                <a:pos x="csX2064" y="csY2064"/>
              </a:cxn>
              <a:cxn ang="0">
                <a:pos x="csX2065" y="csY2065"/>
              </a:cxn>
              <a:cxn ang="0">
                <a:pos x="csX2066" y="csY2066"/>
              </a:cxn>
              <a:cxn ang="0">
                <a:pos x="csX2067" y="csY2067"/>
              </a:cxn>
              <a:cxn ang="0">
                <a:pos x="csX2068" y="csY2068"/>
              </a:cxn>
              <a:cxn ang="0">
                <a:pos x="csX2069" y="csY2069"/>
              </a:cxn>
              <a:cxn ang="0">
                <a:pos x="csX2070" y="csY2070"/>
              </a:cxn>
              <a:cxn ang="0">
                <a:pos x="csX2071" y="csY2071"/>
              </a:cxn>
              <a:cxn ang="0">
                <a:pos x="csX2072" y="csY2072"/>
              </a:cxn>
              <a:cxn ang="0">
                <a:pos x="csX2073" y="csY2073"/>
              </a:cxn>
              <a:cxn ang="0">
                <a:pos x="csX2074" y="csY2074"/>
              </a:cxn>
              <a:cxn ang="0">
                <a:pos x="csX2075" y="csY2075"/>
              </a:cxn>
              <a:cxn ang="0">
                <a:pos x="csX2076" y="csY2076"/>
              </a:cxn>
              <a:cxn ang="0">
                <a:pos x="csX2077" y="csY2077"/>
              </a:cxn>
              <a:cxn ang="0">
                <a:pos x="csX2078" y="csY2078"/>
              </a:cxn>
              <a:cxn ang="0">
                <a:pos x="csX2079" y="csY2079"/>
              </a:cxn>
              <a:cxn ang="0">
                <a:pos x="csX2080" y="csY2080"/>
              </a:cxn>
              <a:cxn ang="0">
                <a:pos x="csX2081" y="csY2081"/>
              </a:cxn>
              <a:cxn ang="0">
                <a:pos x="csX2082" y="csY2082"/>
              </a:cxn>
              <a:cxn ang="0">
                <a:pos x="csX2083" y="csY2083"/>
              </a:cxn>
              <a:cxn ang="0">
                <a:pos x="csX2084" y="csY2084"/>
              </a:cxn>
              <a:cxn ang="0">
                <a:pos x="csX2085" y="csY2085"/>
              </a:cxn>
              <a:cxn ang="0">
                <a:pos x="csX2086" y="csY2086"/>
              </a:cxn>
              <a:cxn ang="0">
                <a:pos x="csX2087" y="csY2087"/>
              </a:cxn>
              <a:cxn ang="0">
                <a:pos x="csX2088" y="csY2088"/>
              </a:cxn>
              <a:cxn ang="0">
                <a:pos x="csX2089" y="csY2089"/>
              </a:cxn>
              <a:cxn ang="0">
                <a:pos x="csX2090" y="csY2090"/>
              </a:cxn>
              <a:cxn ang="0">
                <a:pos x="csX2091" y="csY2091"/>
              </a:cxn>
              <a:cxn ang="0">
                <a:pos x="csX2092" y="csY2092"/>
              </a:cxn>
              <a:cxn ang="0">
                <a:pos x="csX2093" y="csY2093"/>
              </a:cxn>
              <a:cxn ang="0">
                <a:pos x="csX2094" y="csY2094"/>
              </a:cxn>
              <a:cxn ang="0">
                <a:pos x="csX2095" y="csY2095"/>
              </a:cxn>
              <a:cxn ang="0">
                <a:pos x="csX2096" y="csY2096"/>
              </a:cxn>
              <a:cxn ang="0">
                <a:pos x="csX2097" y="csY2097"/>
              </a:cxn>
              <a:cxn ang="0">
                <a:pos x="csX2098" y="csY2098"/>
              </a:cxn>
              <a:cxn ang="0">
                <a:pos x="csX2099" y="csY2099"/>
              </a:cxn>
              <a:cxn ang="0">
                <a:pos x="csX2100" y="csY2100"/>
              </a:cxn>
              <a:cxn ang="0">
                <a:pos x="csX2101" y="csY2101"/>
              </a:cxn>
              <a:cxn ang="0">
                <a:pos x="csX2102" y="csY2102"/>
              </a:cxn>
              <a:cxn ang="0">
                <a:pos x="csX2103" y="csY2103"/>
              </a:cxn>
              <a:cxn ang="0">
                <a:pos x="csX2104" y="csY2104"/>
              </a:cxn>
              <a:cxn ang="0">
                <a:pos x="csX2105" y="csY2105"/>
              </a:cxn>
              <a:cxn ang="0">
                <a:pos x="csX2106" y="csY2106"/>
              </a:cxn>
              <a:cxn ang="0">
                <a:pos x="csX2107" y="csY2107"/>
              </a:cxn>
              <a:cxn ang="0">
                <a:pos x="csX2108" y="csY2108"/>
              </a:cxn>
              <a:cxn ang="0">
                <a:pos x="csX2109" y="csY2109"/>
              </a:cxn>
              <a:cxn ang="0">
                <a:pos x="csX2110" y="csY2110"/>
              </a:cxn>
              <a:cxn ang="0">
                <a:pos x="csX2111" y="csY2111"/>
              </a:cxn>
              <a:cxn ang="0">
                <a:pos x="csX2112" y="csY2112"/>
              </a:cxn>
              <a:cxn ang="0">
                <a:pos x="csX2113" y="csY2113"/>
              </a:cxn>
              <a:cxn ang="0">
                <a:pos x="csX2114" y="csY2114"/>
              </a:cxn>
              <a:cxn ang="0">
                <a:pos x="csX2115" y="csY2115"/>
              </a:cxn>
              <a:cxn ang="0">
                <a:pos x="csX2116" y="csY2116"/>
              </a:cxn>
              <a:cxn ang="0">
                <a:pos x="csX2117" y="csY2117"/>
              </a:cxn>
              <a:cxn ang="0">
                <a:pos x="csX2118" y="csY2118"/>
              </a:cxn>
              <a:cxn ang="0">
                <a:pos x="csX2119" y="csY2119"/>
              </a:cxn>
              <a:cxn ang="0">
                <a:pos x="csX2120" y="csY2120"/>
              </a:cxn>
              <a:cxn ang="0">
                <a:pos x="csX2121" y="csY2121"/>
              </a:cxn>
              <a:cxn ang="0">
                <a:pos x="csX2122" y="csY2122"/>
              </a:cxn>
              <a:cxn ang="0">
                <a:pos x="csX2123" y="csY2123"/>
              </a:cxn>
              <a:cxn ang="0">
                <a:pos x="csX2124" y="csY2124"/>
              </a:cxn>
              <a:cxn ang="0">
                <a:pos x="csX2125" y="csY2125"/>
              </a:cxn>
              <a:cxn ang="0">
                <a:pos x="csX2126" y="csY2126"/>
              </a:cxn>
              <a:cxn ang="0">
                <a:pos x="csX2127" y="csY2127"/>
              </a:cxn>
              <a:cxn ang="0">
                <a:pos x="csX2128" y="csY2128"/>
              </a:cxn>
              <a:cxn ang="0">
                <a:pos x="csX2129" y="csY2129"/>
              </a:cxn>
              <a:cxn ang="0">
                <a:pos x="csX2130" y="csY2130"/>
              </a:cxn>
              <a:cxn ang="0">
                <a:pos x="csX2131" y="csY2131"/>
              </a:cxn>
              <a:cxn ang="0">
                <a:pos x="csX2132" y="csY2132"/>
              </a:cxn>
              <a:cxn ang="0">
                <a:pos x="csX2133" y="csY2133"/>
              </a:cxn>
              <a:cxn ang="0">
                <a:pos x="csX2134" y="csY2134"/>
              </a:cxn>
              <a:cxn ang="0">
                <a:pos x="csX2135" y="csY2135"/>
              </a:cxn>
              <a:cxn ang="0">
                <a:pos x="csX2136" y="csY2136"/>
              </a:cxn>
              <a:cxn ang="0">
                <a:pos x="csX2137" y="csY2137"/>
              </a:cxn>
              <a:cxn ang="0">
                <a:pos x="csX2138" y="csY2138"/>
              </a:cxn>
              <a:cxn ang="0">
                <a:pos x="csX2139" y="csY2139"/>
              </a:cxn>
              <a:cxn ang="0">
                <a:pos x="csX2140" y="csY2140"/>
              </a:cxn>
              <a:cxn ang="0">
                <a:pos x="csX2141" y="csY2141"/>
              </a:cxn>
              <a:cxn ang="0">
                <a:pos x="csX2142" y="csY2142"/>
              </a:cxn>
              <a:cxn ang="0">
                <a:pos x="csX2143" y="csY2143"/>
              </a:cxn>
              <a:cxn ang="0">
                <a:pos x="csX2144" y="csY2144"/>
              </a:cxn>
              <a:cxn ang="0">
                <a:pos x="csX2145" y="csY2145"/>
              </a:cxn>
              <a:cxn ang="0">
                <a:pos x="csX2146" y="csY2146"/>
              </a:cxn>
              <a:cxn ang="0">
                <a:pos x="csX2147" y="csY2147"/>
              </a:cxn>
              <a:cxn ang="0">
                <a:pos x="csX2148" y="csY2148"/>
              </a:cxn>
              <a:cxn ang="0">
                <a:pos x="csX2149" y="csY2149"/>
              </a:cxn>
              <a:cxn ang="0">
                <a:pos x="csX2150" y="csY2150"/>
              </a:cxn>
              <a:cxn ang="0">
                <a:pos x="csX2151" y="csY2151"/>
              </a:cxn>
              <a:cxn ang="0">
                <a:pos x="csX2152" y="csY2152"/>
              </a:cxn>
              <a:cxn ang="0">
                <a:pos x="csX2153" y="csY2153"/>
              </a:cxn>
              <a:cxn ang="0">
                <a:pos x="csX2154" y="csY2154"/>
              </a:cxn>
              <a:cxn ang="0">
                <a:pos x="csX2155" y="csY2155"/>
              </a:cxn>
              <a:cxn ang="0">
                <a:pos x="csX2156" y="csY2156"/>
              </a:cxn>
              <a:cxn ang="0">
                <a:pos x="csX2157" y="csY2157"/>
              </a:cxn>
              <a:cxn ang="0">
                <a:pos x="csX2158" y="csY2158"/>
              </a:cxn>
              <a:cxn ang="0">
                <a:pos x="csX2159" y="csY2159"/>
              </a:cxn>
              <a:cxn ang="0">
                <a:pos x="csX2160" y="csY2160"/>
              </a:cxn>
              <a:cxn ang="0">
                <a:pos x="csX2161" y="csY2161"/>
              </a:cxn>
              <a:cxn ang="0">
                <a:pos x="csX2162" y="csY2162"/>
              </a:cxn>
              <a:cxn ang="0">
                <a:pos x="csX2163" y="csY2163"/>
              </a:cxn>
              <a:cxn ang="0">
                <a:pos x="csX2164" y="csY2164"/>
              </a:cxn>
              <a:cxn ang="0">
                <a:pos x="csX2165" y="csY2165"/>
              </a:cxn>
              <a:cxn ang="0">
                <a:pos x="csX2166" y="csY2166"/>
              </a:cxn>
              <a:cxn ang="0">
                <a:pos x="csX2167" y="csY2167"/>
              </a:cxn>
              <a:cxn ang="0">
                <a:pos x="csX2168" y="csY2168"/>
              </a:cxn>
              <a:cxn ang="0">
                <a:pos x="csX2169" y="csY2169"/>
              </a:cxn>
              <a:cxn ang="0">
                <a:pos x="csX2170" y="csY2170"/>
              </a:cxn>
              <a:cxn ang="0">
                <a:pos x="csX2171" y="csY2171"/>
              </a:cxn>
              <a:cxn ang="0">
                <a:pos x="csX2172" y="csY2172"/>
              </a:cxn>
              <a:cxn ang="0">
                <a:pos x="csX2173" y="csY2173"/>
              </a:cxn>
              <a:cxn ang="0">
                <a:pos x="csX2174" y="csY2174"/>
              </a:cxn>
              <a:cxn ang="0">
                <a:pos x="csX2175" y="csY2175"/>
              </a:cxn>
              <a:cxn ang="0">
                <a:pos x="csX2176" y="csY2176"/>
              </a:cxn>
              <a:cxn ang="0">
                <a:pos x="csX2177" y="csY2177"/>
              </a:cxn>
              <a:cxn ang="0">
                <a:pos x="csX2178" y="csY2178"/>
              </a:cxn>
              <a:cxn ang="0">
                <a:pos x="csX2179" y="csY2179"/>
              </a:cxn>
              <a:cxn ang="0">
                <a:pos x="csX2180" y="csY2180"/>
              </a:cxn>
              <a:cxn ang="0">
                <a:pos x="csX2181" y="csY2181"/>
              </a:cxn>
              <a:cxn ang="0">
                <a:pos x="csX2182" y="csY2182"/>
              </a:cxn>
              <a:cxn ang="0">
                <a:pos x="csX2183" y="csY2183"/>
              </a:cxn>
              <a:cxn ang="0">
                <a:pos x="csX2184" y="csY2184"/>
              </a:cxn>
              <a:cxn ang="0">
                <a:pos x="csX2185" y="csY2185"/>
              </a:cxn>
              <a:cxn ang="0">
                <a:pos x="csX2186" y="csY2186"/>
              </a:cxn>
              <a:cxn ang="0">
                <a:pos x="csX2187" y="csY2187"/>
              </a:cxn>
              <a:cxn ang="0">
                <a:pos x="csX2188" y="csY2188"/>
              </a:cxn>
              <a:cxn ang="0">
                <a:pos x="csX2189" y="csY2189"/>
              </a:cxn>
              <a:cxn ang="0">
                <a:pos x="csX2190" y="csY2190"/>
              </a:cxn>
              <a:cxn ang="0">
                <a:pos x="csX2191" y="csY2191"/>
              </a:cxn>
              <a:cxn ang="0">
                <a:pos x="csX2192" y="csY2192"/>
              </a:cxn>
              <a:cxn ang="0">
                <a:pos x="csX2193" y="csY2193"/>
              </a:cxn>
              <a:cxn ang="0">
                <a:pos x="csX2194" y="csY2194"/>
              </a:cxn>
              <a:cxn ang="0">
                <a:pos x="csX2195" y="csY2195"/>
              </a:cxn>
              <a:cxn ang="0">
                <a:pos x="csX2196" y="csY2196"/>
              </a:cxn>
              <a:cxn ang="0">
                <a:pos x="csX2197" y="csY2197"/>
              </a:cxn>
              <a:cxn ang="0">
                <a:pos x="csX2198" y="csY2198"/>
              </a:cxn>
              <a:cxn ang="0">
                <a:pos x="csX2199" y="csY2199"/>
              </a:cxn>
              <a:cxn ang="0">
                <a:pos x="csX2200" y="csY2200"/>
              </a:cxn>
              <a:cxn ang="0">
                <a:pos x="csX2201" y="csY2201"/>
              </a:cxn>
              <a:cxn ang="0">
                <a:pos x="csX2202" y="csY2202"/>
              </a:cxn>
              <a:cxn ang="0">
                <a:pos x="csX2203" y="csY2203"/>
              </a:cxn>
              <a:cxn ang="0">
                <a:pos x="csX2204" y="csY2204"/>
              </a:cxn>
              <a:cxn ang="0">
                <a:pos x="csX2205" y="csY2205"/>
              </a:cxn>
              <a:cxn ang="0">
                <a:pos x="csX2206" y="csY2206"/>
              </a:cxn>
              <a:cxn ang="0">
                <a:pos x="csX2207" y="csY2207"/>
              </a:cxn>
              <a:cxn ang="0">
                <a:pos x="csX2208" y="csY2208"/>
              </a:cxn>
              <a:cxn ang="0">
                <a:pos x="csX2209" y="csY2209"/>
              </a:cxn>
              <a:cxn ang="0">
                <a:pos x="csX2210" y="csY2210"/>
              </a:cxn>
              <a:cxn ang="0">
                <a:pos x="csX2211" y="csY2211"/>
              </a:cxn>
              <a:cxn ang="0">
                <a:pos x="csX2212" y="csY2212"/>
              </a:cxn>
              <a:cxn ang="0">
                <a:pos x="csX2213" y="csY2213"/>
              </a:cxn>
              <a:cxn ang="0">
                <a:pos x="csX2214" y="csY2214"/>
              </a:cxn>
              <a:cxn ang="0">
                <a:pos x="csX2215" y="csY2215"/>
              </a:cxn>
              <a:cxn ang="0">
                <a:pos x="csX2216" y="csY2216"/>
              </a:cxn>
              <a:cxn ang="0">
                <a:pos x="csX2217" y="csY2217"/>
              </a:cxn>
              <a:cxn ang="0">
                <a:pos x="csX2218" y="csY2218"/>
              </a:cxn>
              <a:cxn ang="0">
                <a:pos x="csX2219" y="csY2219"/>
              </a:cxn>
              <a:cxn ang="0">
                <a:pos x="csX2220" y="csY2220"/>
              </a:cxn>
              <a:cxn ang="0">
                <a:pos x="csX2221" y="csY2221"/>
              </a:cxn>
              <a:cxn ang="0">
                <a:pos x="csX2222" y="csY2222"/>
              </a:cxn>
              <a:cxn ang="0">
                <a:pos x="csX2223" y="csY2223"/>
              </a:cxn>
              <a:cxn ang="0">
                <a:pos x="csX2224" y="csY2224"/>
              </a:cxn>
              <a:cxn ang="0">
                <a:pos x="csX2225" y="csY2225"/>
              </a:cxn>
              <a:cxn ang="0">
                <a:pos x="csX2226" y="csY2226"/>
              </a:cxn>
              <a:cxn ang="0">
                <a:pos x="csX2227" y="csY2227"/>
              </a:cxn>
              <a:cxn ang="0">
                <a:pos x="csX2228" y="csY2228"/>
              </a:cxn>
              <a:cxn ang="0">
                <a:pos x="csX2229" y="csY2229"/>
              </a:cxn>
              <a:cxn ang="0">
                <a:pos x="csX2230" y="csY2230"/>
              </a:cxn>
              <a:cxn ang="0">
                <a:pos x="csX2231" y="csY2231"/>
              </a:cxn>
              <a:cxn ang="0">
                <a:pos x="csX2232" y="csY2232"/>
              </a:cxn>
              <a:cxn ang="0">
                <a:pos x="csX2233" y="csY2233"/>
              </a:cxn>
              <a:cxn ang="0">
                <a:pos x="csX2234" y="csY2234"/>
              </a:cxn>
              <a:cxn ang="0">
                <a:pos x="csX2235" y="csY2235"/>
              </a:cxn>
              <a:cxn ang="0">
                <a:pos x="csX2236" y="csY2236"/>
              </a:cxn>
              <a:cxn ang="0">
                <a:pos x="csX2237" y="csY2237"/>
              </a:cxn>
              <a:cxn ang="0">
                <a:pos x="csX2238" y="csY2238"/>
              </a:cxn>
              <a:cxn ang="0">
                <a:pos x="csX2239" y="csY2239"/>
              </a:cxn>
              <a:cxn ang="0">
                <a:pos x="csX2240" y="csY2240"/>
              </a:cxn>
              <a:cxn ang="0">
                <a:pos x="csX2241" y="csY2241"/>
              </a:cxn>
              <a:cxn ang="0">
                <a:pos x="csX2242" y="csY2242"/>
              </a:cxn>
              <a:cxn ang="0">
                <a:pos x="csX2243" y="csY2243"/>
              </a:cxn>
              <a:cxn ang="0">
                <a:pos x="csX2244" y="csY2244"/>
              </a:cxn>
              <a:cxn ang="0">
                <a:pos x="csX2245" y="csY2245"/>
              </a:cxn>
              <a:cxn ang="0">
                <a:pos x="csX2246" y="csY2246"/>
              </a:cxn>
              <a:cxn ang="0">
                <a:pos x="csX2247" y="csY2247"/>
              </a:cxn>
              <a:cxn ang="0">
                <a:pos x="csX2248" y="csY2248"/>
              </a:cxn>
              <a:cxn ang="0">
                <a:pos x="csX2249" y="csY2249"/>
              </a:cxn>
              <a:cxn ang="0">
                <a:pos x="csX2250" y="csY2250"/>
              </a:cxn>
              <a:cxn ang="0">
                <a:pos x="csX2251" y="csY2251"/>
              </a:cxn>
              <a:cxn ang="0">
                <a:pos x="csX2252" y="csY2252"/>
              </a:cxn>
              <a:cxn ang="0">
                <a:pos x="csX2253" y="csY2253"/>
              </a:cxn>
              <a:cxn ang="0">
                <a:pos x="csX2254" y="csY2254"/>
              </a:cxn>
              <a:cxn ang="0">
                <a:pos x="csX2255" y="csY2255"/>
              </a:cxn>
              <a:cxn ang="0">
                <a:pos x="csX2256" y="csY2256"/>
              </a:cxn>
              <a:cxn ang="0">
                <a:pos x="csX2257" y="csY2257"/>
              </a:cxn>
              <a:cxn ang="0">
                <a:pos x="csX2258" y="csY2258"/>
              </a:cxn>
              <a:cxn ang="0">
                <a:pos x="csX2259" y="csY2259"/>
              </a:cxn>
              <a:cxn ang="0">
                <a:pos x="csX2260" y="csY2260"/>
              </a:cxn>
              <a:cxn ang="0">
                <a:pos x="csX2261" y="csY2261"/>
              </a:cxn>
              <a:cxn ang="0">
                <a:pos x="csX2262" y="csY2262"/>
              </a:cxn>
              <a:cxn ang="0">
                <a:pos x="csX2263" y="csY2263"/>
              </a:cxn>
              <a:cxn ang="0">
                <a:pos x="csX2264" y="csY2264"/>
              </a:cxn>
              <a:cxn ang="0">
                <a:pos x="csX2265" y="csY2265"/>
              </a:cxn>
              <a:cxn ang="0">
                <a:pos x="csX2266" y="csY2266"/>
              </a:cxn>
              <a:cxn ang="0">
                <a:pos x="csX2267" y="csY2267"/>
              </a:cxn>
              <a:cxn ang="0">
                <a:pos x="csX2268" y="csY2268"/>
              </a:cxn>
              <a:cxn ang="0">
                <a:pos x="csX2269" y="csY2269"/>
              </a:cxn>
              <a:cxn ang="0">
                <a:pos x="csX2270" y="csY2270"/>
              </a:cxn>
              <a:cxn ang="0">
                <a:pos x="csX2271" y="csY2271"/>
              </a:cxn>
              <a:cxn ang="0">
                <a:pos x="csX2272" y="csY2272"/>
              </a:cxn>
              <a:cxn ang="0">
                <a:pos x="csX2273" y="csY2273"/>
              </a:cxn>
              <a:cxn ang="0">
                <a:pos x="csX2274" y="csY2274"/>
              </a:cxn>
              <a:cxn ang="0">
                <a:pos x="csX2275" y="csY2275"/>
              </a:cxn>
              <a:cxn ang="0">
                <a:pos x="csX2276" y="csY2276"/>
              </a:cxn>
              <a:cxn ang="0">
                <a:pos x="csX2277" y="csY2277"/>
              </a:cxn>
              <a:cxn ang="0">
                <a:pos x="csX2278" y="csY2278"/>
              </a:cxn>
              <a:cxn ang="0">
                <a:pos x="csX2279" y="csY2279"/>
              </a:cxn>
              <a:cxn ang="0">
                <a:pos x="csX2280" y="csY2280"/>
              </a:cxn>
              <a:cxn ang="0">
                <a:pos x="csX2281" y="csY2281"/>
              </a:cxn>
              <a:cxn ang="0">
                <a:pos x="csX2282" y="csY2282"/>
              </a:cxn>
              <a:cxn ang="0">
                <a:pos x="csX2283" y="csY2283"/>
              </a:cxn>
              <a:cxn ang="0">
                <a:pos x="csX2284" y="csY2284"/>
              </a:cxn>
              <a:cxn ang="0">
                <a:pos x="csX2285" y="csY2285"/>
              </a:cxn>
              <a:cxn ang="0">
                <a:pos x="csX2286" y="csY2286"/>
              </a:cxn>
              <a:cxn ang="0">
                <a:pos x="csX2287" y="csY2287"/>
              </a:cxn>
              <a:cxn ang="0">
                <a:pos x="csX2288" y="csY2288"/>
              </a:cxn>
              <a:cxn ang="0">
                <a:pos x="csX2289" y="csY2289"/>
              </a:cxn>
              <a:cxn ang="0">
                <a:pos x="csX2290" y="csY2290"/>
              </a:cxn>
              <a:cxn ang="0">
                <a:pos x="csX2291" y="csY2291"/>
              </a:cxn>
              <a:cxn ang="0">
                <a:pos x="csX2292" y="csY2292"/>
              </a:cxn>
              <a:cxn ang="0">
                <a:pos x="csX2293" y="csY2293"/>
              </a:cxn>
              <a:cxn ang="0">
                <a:pos x="csX2294" y="csY2294"/>
              </a:cxn>
              <a:cxn ang="0">
                <a:pos x="csX2295" y="csY2295"/>
              </a:cxn>
              <a:cxn ang="0">
                <a:pos x="csX2296" y="csY2296"/>
              </a:cxn>
              <a:cxn ang="0">
                <a:pos x="csX2297" y="csY2297"/>
              </a:cxn>
              <a:cxn ang="0">
                <a:pos x="csX2298" y="csY2298"/>
              </a:cxn>
              <a:cxn ang="0">
                <a:pos x="csX2299" y="csY2299"/>
              </a:cxn>
              <a:cxn ang="0">
                <a:pos x="csX2300" y="csY2300"/>
              </a:cxn>
              <a:cxn ang="0">
                <a:pos x="csX2301" y="csY2301"/>
              </a:cxn>
              <a:cxn ang="0">
                <a:pos x="csX2302" y="csY2302"/>
              </a:cxn>
              <a:cxn ang="0">
                <a:pos x="csX2303" y="csY2303"/>
              </a:cxn>
              <a:cxn ang="0">
                <a:pos x="csX2304" y="csY2304"/>
              </a:cxn>
              <a:cxn ang="0">
                <a:pos x="csX2305" y="csY2305"/>
              </a:cxn>
              <a:cxn ang="0">
                <a:pos x="csX2306" y="csY2306"/>
              </a:cxn>
              <a:cxn ang="0">
                <a:pos x="csX2307" y="csY2307"/>
              </a:cxn>
              <a:cxn ang="0">
                <a:pos x="csX2308" y="csY2308"/>
              </a:cxn>
              <a:cxn ang="0">
                <a:pos x="csX2309" y="csY2309"/>
              </a:cxn>
              <a:cxn ang="0">
                <a:pos x="csX2310" y="csY2310"/>
              </a:cxn>
              <a:cxn ang="0">
                <a:pos x="csX2311" y="csY2311"/>
              </a:cxn>
              <a:cxn ang="0">
                <a:pos x="csX2312" y="csY2312"/>
              </a:cxn>
              <a:cxn ang="0">
                <a:pos x="csX2313" y="csY2313"/>
              </a:cxn>
              <a:cxn ang="0">
                <a:pos x="csX2314" y="csY2314"/>
              </a:cxn>
              <a:cxn ang="0">
                <a:pos x="csX2315" y="csY2315"/>
              </a:cxn>
              <a:cxn ang="0">
                <a:pos x="csX2316" y="csY2316"/>
              </a:cxn>
              <a:cxn ang="0">
                <a:pos x="csX2317" y="csY2317"/>
              </a:cxn>
              <a:cxn ang="0">
                <a:pos x="csX2318" y="csY2318"/>
              </a:cxn>
              <a:cxn ang="0">
                <a:pos x="csX2319" y="csY2319"/>
              </a:cxn>
              <a:cxn ang="0">
                <a:pos x="csX2320" y="csY2320"/>
              </a:cxn>
              <a:cxn ang="0">
                <a:pos x="csX2321" y="csY2321"/>
              </a:cxn>
              <a:cxn ang="0">
                <a:pos x="csX2322" y="csY2322"/>
              </a:cxn>
              <a:cxn ang="0">
                <a:pos x="csX2323" y="csY2323"/>
              </a:cxn>
              <a:cxn ang="0">
                <a:pos x="csX2324" y="csY2324"/>
              </a:cxn>
              <a:cxn ang="0">
                <a:pos x="csX2325" y="csY2325"/>
              </a:cxn>
              <a:cxn ang="0">
                <a:pos x="csX2326" y="csY2326"/>
              </a:cxn>
              <a:cxn ang="0">
                <a:pos x="csX2327" y="csY2327"/>
              </a:cxn>
              <a:cxn ang="0">
                <a:pos x="csX2328" y="csY2328"/>
              </a:cxn>
              <a:cxn ang="0">
                <a:pos x="csX2329" y="csY2329"/>
              </a:cxn>
              <a:cxn ang="0">
                <a:pos x="csX2330" y="csY2330"/>
              </a:cxn>
              <a:cxn ang="0">
                <a:pos x="csX2331" y="csY2331"/>
              </a:cxn>
              <a:cxn ang="0">
                <a:pos x="csX2332" y="csY2332"/>
              </a:cxn>
              <a:cxn ang="0">
                <a:pos x="csX2333" y="csY2333"/>
              </a:cxn>
              <a:cxn ang="0">
                <a:pos x="csX2334" y="csY2334"/>
              </a:cxn>
              <a:cxn ang="0">
                <a:pos x="csX2335" y="csY2335"/>
              </a:cxn>
              <a:cxn ang="0">
                <a:pos x="csX2336" y="csY2336"/>
              </a:cxn>
              <a:cxn ang="0">
                <a:pos x="csX2337" y="csY2337"/>
              </a:cxn>
              <a:cxn ang="0">
                <a:pos x="csX2338" y="csY2338"/>
              </a:cxn>
              <a:cxn ang="0">
                <a:pos x="csX2339" y="csY2339"/>
              </a:cxn>
              <a:cxn ang="0">
                <a:pos x="csX2340" y="csY2340"/>
              </a:cxn>
              <a:cxn ang="0">
                <a:pos x="csX2341" y="csY2341"/>
              </a:cxn>
              <a:cxn ang="0">
                <a:pos x="csX2342" y="csY2342"/>
              </a:cxn>
              <a:cxn ang="0">
                <a:pos x="csX2343" y="csY2343"/>
              </a:cxn>
              <a:cxn ang="0">
                <a:pos x="csX2344" y="csY2344"/>
              </a:cxn>
              <a:cxn ang="0">
                <a:pos x="csX2345" y="csY2345"/>
              </a:cxn>
              <a:cxn ang="0">
                <a:pos x="csX2346" y="csY2346"/>
              </a:cxn>
              <a:cxn ang="0">
                <a:pos x="csX2347" y="csY2347"/>
              </a:cxn>
              <a:cxn ang="0">
                <a:pos x="csX2348" y="csY2348"/>
              </a:cxn>
              <a:cxn ang="0">
                <a:pos x="csX2349" y="csY2349"/>
              </a:cxn>
              <a:cxn ang="0">
                <a:pos x="csX2350" y="csY2350"/>
              </a:cxn>
              <a:cxn ang="0">
                <a:pos x="csX2351" y="csY2351"/>
              </a:cxn>
              <a:cxn ang="0">
                <a:pos x="csX2352" y="csY2352"/>
              </a:cxn>
              <a:cxn ang="0">
                <a:pos x="csX2353" y="csY2353"/>
              </a:cxn>
              <a:cxn ang="0">
                <a:pos x="csX2354" y="csY2354"/>
              </a:cxn>
              <a:cxn ang="0">
                <a:pos x="csX2355" y="csY2355"/>
              </a:cxn>
              <a:cxn ang="0">
                <a:pos x="csX2356" y="csY2356"/>
              </a:cxn>
              <a:cxn ang="0">
                <a:pos x="csX2357" y="csY2357"/>
              </a:cxn>
              <a:cxn ang="0">
                <a:pos x="csX2358" y="csY2358"/>
              </a:cxn>
              <a:cxn ang="0">
                <a:pos x="csX2359" y="csY2359"/>
              </a:cxn>
              <a:cxn ang="0">
                <a:pos x="csX2360" y="csY2360"/>
              </a:cxn>
              <a:cxn ang="0">
                <a:pos x="csX2361" y="csY2361"/>
              </a:cxn>
              <a:cxn ang="0">
                <a:pos x="csX2362" y="csY2362"/>
              </a:cxn>
              <a:cxn ang="0">
                <a:pos x="csX2363" y="csY2363"/>
              </a:cxn>
              <a:cxn ang="0">
                <a:pos x="csX2364" y="csY2364"/>
              </a:cxn>
              <a:cxn ang="0">
                <a:pos x="csX2365" y="csY2365"/>
              </a:cxn>
              <a:cxn ang="0">
                <a:pos x="csX2366" y="csY2366"/>
              </a:cxn>
              <a:cxn ang="0">
                <a:pos x="csX2367" y="csY2367"/>
              </a:cxn>
              <a:cxn ang="0">
                <a:pos x="csX2368" y="csY2368"/>
              </a:cxn>
              <a:cxn ang="0">
                <a:pos x="csX2369" y="csY2369"/>
              </a:cxn>
              <a:cxn ang="0">
                <a:pos x="csX2370" y="csY2370"/>
              </a:cxn>
              <a:cxn ang="0">
                <a:pos x="csX2371" y="csY2371"/>
              </a:cxn>
              <a:cxn ang="0">
                <a:pos x="csX2372" y="csY2372"/>
              </a:cxn>
              <a:cxn ang="0">
                <a:pos x="csX2373" y="csY2373"/>
              </a:cxn>
              <a:cxn ang="0">
                <a:pos x="csX2374" y="csY2374"/>
              </a:cxn>
              <a:cxn ang="0">
                <a:pos x="csX2375" y="csY2375"/>
              </a:cxn>
              <a:cxn ang="0">
                <a:pos x="csX2376" y="csY2376"/>
              </a:cxn>
              <a:cxn ang="0">
                <a:pos x="csX2377" y="csY2377"/>
              </a:cxn>
              <a:cxn ang="0">
                <a:pos x="csX2378" y="csY2378"/>
              </a:cxn>
              <a:cxn ang="0">
                <a:pos x="csX2379" y="csY2379"/>
              </a:cxn>
              <a:cxn ang="0">
                <a:pos x="csX2380" y="csY2380"/>
              </a:cxn>
              <a:cxn ang="0">
                <a:pos x="csX2381" y="csY2381"/>
              </a:cxn>
              <a:cxn ang="0">
                <a:pos x="csX2382" y="csY2382"/>
              </a:cxn>
              <a:cxn ang="0">
                <a:pos x="csX2383" y="csY2383"/>
              </a:cxn>
              <a:cxn ang="0">
                <a:pos x="csX2384" y="csY2384"/>
              </a:cxn>
              <a:cxn ang="0">
                <a:pos x="csX2385" y="csY2385"/>
              </a:cxn>
              <a:cxn ang="0">
                <a:pos x="csX2386" y="csY2386"/>
              </a:cxn>
              <a:cxn ang="0">
                <a:pos x="csX2387" y="csY2387"/>
              </a:cxn>
              <a:cxn ang="0">
                <a:pos x="csX2388" y="csY2388"/>
              </a:cxn>
              <a:cxn ang="0">
                <a:pos x="csX2389" y="csY2389"/>
              </a:cxn>
              <a:cxn ang="0">
                <a:pos x="csX2390" y="csY2390"/>
              </a:cxn>
              <a:cxn ang="0">
                <a:pos x="csX2391" y="csY2391"/>
              </a:cxn>
              <a:cxn ang="0">
                <a:pos x="csX2392" y="csY2392"/>
              </a:cxn>
              <a:cxn ang="0">
                <a:pos x="csX2393" y="csY2393"/>
              </a:cxn>
              <a:cxn ang="0">
                <a:pos x="csX2394" y="csY2394"/>
              </a:cxn>
              <a:cxn ang="0">
                <a:pos x="csX2395" y="csY2395"/>
              </a:cxn>
              <a:cxn ang="0">
                <a:pos x="csX2396" y="csY2396"/>
              </a:cxn>
              <a:cxn ang="0">
                <a:pos x="csX2397" y="csY2397"/>
              </a:cxn>
              <a:cxn ang="0">
                <a:pos x="csX2398" y="csY2398"/>
              </a:cxn>
              <a:cxn ang="0">
                <a:pos x="csX2399" y="csY2399"/>
              </a:cxn>
              <a:cxn ang="0">
                <a:pos x="csX2400" y="csY2400"/>
              </a:cxn>
              <a:cxn ang="0">
                <a:pos x="csX2401" y="csY2401"/>
              </a:cxn>
              <a:cxn ang="0">
                <a:pos x="csX2402" y="csY2402"/>
              </a:cxn>
              <a:cxn ang="0">
                <a:pos x="csX2403" y="csY2403"/>
              </a:cxn>
              <a:cxn ang="0">
                <a:pos x="csX2404" y="csY2404"/>
              </a:cxn>
              <a:cxn ang="0">
                <a:pos x="csX2405" y="csY2405"/>
              </a:cxn>
              <a:cxn ang="0">
                <a:pos x="csX2406" y="csY2406"/>
              </a:cxn>
              <a:cxn ang="0">
                <a:pos x="csX2407" y="csY2407"/>
              </a:cxn>
              <a:cxn ang="0">
                <a:pos x="csX2408" y="csY2408"/>
              </a:cxn>
              <a:cxn ang="0">
                <a:pos x="csX2409" y="csY2409"/>
              </a:cxn>
              <a:cxn ang="0">
                <a:pos x="csX2410" y="csY2410"/>
              </a:cxn>
              <a:cxn ang="0">
                <a:pos x="csX2411" y="csY2411"/>
              </a:cxn>
              <a:cxn ang="0">
                <a:pos x="csX2412" y="csY2412"/>
              </a:cxn>
              <a:cxn ang="0">
                <a:pos x="csX2413" y="csY2413"/>
              </a:cxn>
              <a:cxn ang="0">
                <a:pos x="csX2414" y="csY2414"/>
              </a:cxn>
              <a:cxn ang="0">
                <a:pos x="csX2415" y="csY2415"/>
              </a:cxn>
              <a:cxn ang="0">
                <a:pos x="csX2416" y="csY2416"/>
              </a:cxn>
              <a:cxn ang="0">
                <a:pos x="csX2417" y="csY2417"/>
              </a:cxn>
              <a:cxn ang="0">
                <a:pos x="csX2418" y="csY2418"/>
              </a:cxn>
              <a:cxn ang="0">
                <a:pos x="csX2419" y="csY2419"/>
              </a:cxn>
              <a:cxn ang="0">
                <a:pos x="csX2420" y="csY2420"/>
              </a:cxn>
              <a:cxn ang="0">
                <a:pos x="csX2421" y="csY2421"/>
              </a:cxn>
              <a:cxn ang="0">
                <a:pos x="csX2422" y="csY2422"/>
              </a:cxn>
              <a:cxn ang="0">
                <a:pos x="csX2423" y="csY2423"/>
              </a:cxn>
              <a:cxn ang="0">
                <a:pos x="csX2424" y="csY2424"/>
              </a:cxn>
              <a:cxn ang="0">
                <a:pos x="csX2425" y="csY2425"/>
              </a:cxn>
              <a:cxn ang="0">
                <a:pos x="csX2426" y="csY2426"/>
              </a:cxn>
              <a:cxn ang="0">
                <a:pos x="csX2427" y="csY2427"/>
              </a:cxn>
              <a:cxn ang="0">
                <a:pos x="csX2428" y="csY2428"/>
              </a:cxn>
              <a:cxn ang="0">
                <a:pos x="csX2429" y="csY2429"/>
              </a:cxn>
              <a:cxn ang="0">
                <a:pos x="csX2430" y="csY2430"/>
              </a:cxn>
              <a:cxn ang="0">
                <a:pos x="csX2431" y="csY2431"/>
              </a:cxn>
              <a:cxn ang="0">
                <a:pos x="csX2432" y="csY2432"/>
              </a:cxn>
              <a:cxn ang="0">
                <a:pos x="csX2433" y="csY2433"/>
              </a:cxn>
              <a:cxn ang="0">
                <a:pos x="csX2434" y="csY2434"/>
              </a:cxn>
              <a:cxn ang="0">
                <a:pos x="csX2435" y="csY2435"/>
              </a:cxn>
              <a:cxn ang="0">
                <a:pos x="csX2436" y="csY2436"/>
              </a:cxn>
              <a:cxn ang="0">
                <a:pos x="csX2437" y="csY2437"/>
              </a:cxn>
              <a:cxn ang="0">
                <a:pos x="csX2438" y="csY2438"/>
              </a:cxn>
              <a:cxn ang="0">
                <a:pos x="csX2439" y="csY2439"/>
              </a:cxn>
              <a:cxn ang="0">
                <a:pos x="csX2440" y="csY2440"/>
              </a:cxn>
              <a:cxn ang="0">
                <a:pos x="csX2441" y="csY2441"/>
              </a:cxn>
              <a:cxn ang="0">
                <a:pos x="csX2442" y="csY2442"/>
              </a:cxn>
              <a:cxn ang="0">
                <a:pos x="csX2443" y="csY2443"/>
              </a:cxn>
              <a:cxn ang="0">
                <a:pos x="csX2444" y="csY2444"/>
              </a:cxn>
              <a:cxn ang="0">
                <a:pos x="csX2445" y="csY2445"/>
              </a:cxn>
              <a:cxn ang="0">
                <a:pos x="csX2446" y="csY2446"/>
              </a:cxn>
              <a:cxn ang="0">
                <a:pos x="csX2447" y="csY2447"/>
              </a:cxn>
              <a:cxn ang="0">
                <a:pos x="csX2448" y="csY2448"/>
              </a:cxn>
              <a:cxn ang="0">
                <a:pos x="csX2449" y="csY2449"/>
              </a:cxn>
              <a:cxn ang="0">
                <a:pos x="csX2450" y="csY2450"/>
              </a:cxn>
              <a:cxn ang="0">
                <a:pos x="csX2451" y="csY2451"/>
              </a:cxn>
              <a:cxn ang="0">
                <a:pos x="csX2452" y="csY2452"/>
              </a:cxn>
              <a:cxn ang="0">
                <a:pos x="csX2453" y="csY2453"/>
              </a:cxn>
              <a:cxn ang="0">
                <a:pos x="csX2454" y="csY2454"/>
              </a:cxn>
              <a:cxn ang="0">
                <a:pos x="csX2455" y="csY2455"/>
              </a:cxn>
              <a:cxn ang="0">
                <a:pos x="csX2456" y="csY2456"/>
              </a:cxn>
              <a:cxn ang="0">
                <a:pos x="csX2457" y="csY2457"/>
              </a:cxn>
              <a:cxn ang="0">
                <a:pos x="csX2458" y="csY2458"/>
              </a:cxn>
              <a:cxn ang="0">
                <a:pos x="csX2459" y="csY2459"/>
              </a:cxn>
              <a:cxn ang="0">
                <a:pos x="csX2460" y="csY2460"/>
              </a:cxn>
              <a:cxn ang="0">
                <a:pos x="csX2461" y="csY2461"/>
              </a:cxn>
              <a:cxn ang="0">
                <a:pos x="csX2462" y="csY2462"/>
              </a:cxn>
              <a:cxn ang="0">
                <a:pos x="csX2463" y="csY2463"/>
              </a:cxn>
              <a:cxn ang="0">
                <a:pos x="csX2464" y="csY2464"/>
              </a:cxn>
              <a:cxn ang="0">
                <a:pos x="csX2465" y="csY2465"/>
              </a:cxn>
              <a:cxn ang="0">
                <a:pos x="csX2466" y="csY2466"/>
              </a:cxn>
              <a:cxn ang="0">
                <a:pos x="csX2467" y="csY2467"/>
              </a:cxn>
              <a:cxn ang="0">
                <a:pos x="csX2468" y="csY2468"/>
              </a:cxn>
              <a:cxn ang="0">
                <a:pos x="csX2469" y="csY2469"/>
              </a:cxn>
              <a:cxn ang="0">
                <a:pos x="csX2470" y="csY2470"/>
              </a:cxn>
              <a:cxn ang="0">
                <a:pos x="csX2471" y="csY2471"/>
              </a:cxn>
              <a:cxn ang="0">
                <a:pos x="csX2472" y="csY2472"/>
              </a:cxn>
              <a:cxn ang="0">
                <a:pos x="csX2473" y="csY2473"/>
              </a:cxn>
              <a:cxn ang="0">
                <a:pos x="csX2474" y="csY2474"/>
              </a:cxn>
              <a:cxn ang="0">
                <a:pos x="csX2475" y="csY2475"/>
              </a:cxn>
              <a:cxn ang="0">
                <a:pos x="csX2476" y="csY2476"/>
              </a:cxn>
              <a:cxn ang="0">
                <a:pos x="csX2477" y="csY2477"/>
              </a:cxn>
              <a:cxn ang="0">
                <a:pos x="csX2478" y="csY2478"/>
              </a:cxn>
              <a:cxn ang="0">
                <a:pos x="csX2479" y="csY2479"/>
              </a:cxn>
              <a:cxn ang="0">
                <a:pos x="csX2480" y="csY2480"/>
              </a:cxn>
              <a:cxn ang="0">
                <a:pos x="csX2481" y="csY2481"/>
              </a:cxn>
              <a:cxn ang="0">
                <a:pos x="csX2482" y="csY2482"/>
              </a:cxn>
              <a:cxn ang="0">
                <a:pos x="csX2483" y="csY2483"/>
              </a:cxn>
              <a:cxn ang="0">
                <a:pos x="csX2484" y="csY2484"/>
              </a:cxn>
              <a:cxn ang="0">
                <a:pos x="csX2485" y="csY2485"/>
              </a:cxn>
              <a:cxn ang="0">
                <a:pos x="csX2486" y="csY2486"/>
              </a:cxn>
              <a:cxn ang="0">
                <a:pos x="csX2487" y="csY2487"/>
              </a:cxn>
              <a:cxn ang="0">
                <a:pos x="csX2488" y="csY2488"/>
              </a:cxn>
              <a:cxn ang="0">
                <a:pos x="csX2489" y="csY2489"/>
              </a:cxn>
              <a:cxn ang="0">
                <a:pos x="csX2490" y="csY2490"/>
              </a:cxn>
              <a:cxn ang="0">
                <a:pos x="csX2491" y="csY2491"/>
              </a:cxn>
              <a:cxn ang="0">
                <a:pos x="csX2492" y="csY2492"/>
              </a:cxn>
              <a:cxn ang="0">
                <a:pos x="csX2493" y="csY2493"/>
              </a:cxn>
              <a:cxn ang="0">
                <a:pos x="csX2494" y="csY2494"/>
              </a:cxn>
              <a:cxn ang="0">
                <a:pos x="csX2495" y="csY2495"/>
              </a:cxn>
              <a:cxn ang="0">
                <a:pos x="csX2496" y="csY2496"/>
              </a:cxn>
              <a:cxn ang="0">
                <a:pos x="csX2497" y="csY2497"/>
              </a:cxn>
              <a:cxn ang="0">
                <a:pos x="csX2498" y="csY2498"/>
              </a:cxn>
              <a:cxn ang="0">
                <a:pos x="csX2499" y="csY2499"/>
              </a:cxn>
              <a:cxn ang="0">
                <a:pos x="csX2500" y="csY2500"/>
              </a:cxn>
              <a:cxn ang="0">
                <a:pos x="csX2501" y="csY2501"/>
              </a:cxn>
              <a:cxn ang="0">
                <a:pos x="csX2502" y="csY2502"/>
              </a:cxn>
              <a:cxn ang="0">
                <a:pos x="csX2503" y="csY2503"/>
              </a:cxn>
              <a:cxn ang="0">
                <a:pos x="csX2504" y="csY2504"/>
              </a:cxn>
              <a:cxn ang="0">
                <a:pos x="csX2505" y="csY2505"/>
              </a:cxn>
              <a:cxn ang="0">
                <a:pos x="csX2506" y="csY2506"/>
              </a:cxn>
              <a:cxn ang="0">
                <a:pos x="csX2507" y="csY2507"/>
              </a:cxn>
              <a:cxn ang="0">
                <a:pos x="csX2508" y="csY2508"/>
              </a:cxn>
              <a:cxn ang="0">
                <a:pos x="csX2509" y="csY2509"/>
              </a:cxn>
              <a:cxn ang="0">
                <a:pos x="csX2510" y="csY2510"/>
              </a:cxn>
              <a:cxn ang="0">
                <a:pos x="csX2511" y="csY2511"/>
              </a:cxn>
              <a:cxn ang="0">
                <a:pos x="csX2512" y="csY2512"/>
              </a:cxn>
              <a:cxn ang="0">
                <a:pos x="csX2513" y="csY2513"/>
              </a:cxn>
              <a:cxn ang="0">
                <a:pos x="csX2514" y="csY2514"/>
              </a:cxn>
              <a:cxn ang="0">
                <a:pos x="csX2515" y="csY2515"/>
              </a:cxn>
              <a:cxn ang="0">
                <a:pos x="csX2516" y="csY2516"/>
              </a:cxn>
              <a:cxn ang="0">
                <a:pos x="csX2517" y="csY2517"/>
              </a:cxn>
              <a:cxn ang="0">
                <a:pos x="csX2518" y="csY2518"/>
              </a:cxn>
              <a:cxn ang="0">
                <a:pos x="csX2519" y="csY2519"/>
              </a:cxn>
              <a:cxn ang="0">
                <a:pos x="csX2520" y="csY2520"/>
              </a:cxn>
              <a:cxn ang="0">
                <a:pos x="csX2521" y="csY2521"/>
              </a:cxn>
              <a:cxn ang="0">
                <a:pos x="csX2522" y="csY2522"/>
              </a:cxn>
              <a:cxn ang="0">
                <a:pos x="csX2523" y="csY2523"/>
              </a:cxn>
              <a:cxn ang="0">
                <a:pos x="csX2524" y="csY2524"/>
              </a:cxn>
              <a:cxn ang="0">
                <a:pos x="csX2525" y="csY2525"/>
              </a:cxn>
              <a:cxn ang="0">
                <a:pos x="csX2526" y="csY2526"/>
              </a:cxn>
              <a:cxn ang="0">
                <a:pos x="csX2527" y="csY2527"/>
              </a:cxn>
              <a:cxn ang="0">
                <a:pos x="csX2528" y="csY2528"/>
              </a:cxn>
              <a:cxn ang="0">
                <a:pos x="csX2529" y="csY2529"/>
              </a:cxn>
              <a:cxn ang="0">
                <a:pos x="csX2530" y="csY2530"/>
              </a:cxn>
              <a:cxn ang="0">
                <a:pos x="csX2531" y="csY2531"/>
              </a:cxn>
              <a:cxn ang="0">
                <a:pos x="csX2532" y="csY2532"/>
              </a:cxn>
              <a:cxn ang="0">
                <a:pos x="csX2533" y="csY2533"/>
              </a:cxn>
              <a:cxn ang="0">
                <a:pos x="csX2534" y="csY2534"/>
              </a:cxn>
              <a:cxn ang="0">
                <a:pos x="csX2535" y="csY2535"/>
              </a:cxn>
              <a:cxn ang="0">
                <a:pos x="csX2536" y="csY2536"/>
              </a:cxn>
              <a:cxn ang="0">
                <a:pos x="csX2537" y="csY2537"/>
              </a:cxn>
              <a:cxn ang="0">
                <a:pos x="csX2538" y="csY2538"/>
              </a:cxn>
              <a:cxn ang="0">
                <a:pos x="csX2539" y="csY2539"/>
              </a:cxn>
              <a:cxn ang="0">
                <a:pos x="csX2540" y="csY2540"/>
              </a:cxn>
              <a:cxn ang="0">
                <a:pos x="csX2541" y="csY2541"/>
              </a:cxn>
              <a:cxn ang="0">
                <a:pos x="csX2542" y="csY2542"/>
              </a:cxn>
              <a:cxn ang="0">
                <a:pos x="csX2543" y="csY2543"/>
              </a:cxn>
              <a:cxn ang="0">
                <a:pos x="csX2544" y="csY2544"/>
              </a:cxn>
              <a:cxn ang="0">
                <a:pos x="csX2545" y="csY2545"/>
              </a:cxn>
              <a:cxn ang="0">
                <a:pos x="csX2546" y="csY2546"/>
              </a:cxn>
              <a:cxn ang="0">
                <a:pos x="csX2547" y="csY2547"/>
              </a:cxn>
              <a:cxn ang="0">
                <a:pos x="csX2548" y="csY2548"/>
              </a:cxn>
              <a:cxn ang="0">
                <a:pos x="csX2549" y="csY2549"/>
              </a:cxn>
              <a:cxn ang="0">
                <a:pos x="csX2550" y="csY2550"/>
              </a:cxn>
              <a:cxn ang="0">
                <a:pos x="csX2551" y="csY2551"/>
              </a:cxn>
              <a:cxn ang="0">
                <a:pos x="csX2552" y="csY2552"/>
              </a:cxn>
              <a:cxn ang="0">
                <a:pos x="csX2553" y="csY2553"/>
              </a:cxn>
              <a:cxn ang="0">
                <a:pos x="csX2554" y="csY2554"/>
              </a:cxn>
              <a:cxn ang="0">
                <a:pos x="csX2555" y="csY2555"/>
              </a:cxn>
              <a:cxn ang="0">
                <a:pos x="csX2556" y="csY2556"/>
              </a:cxn>
              <a:cxn ang="0">
                <a:pos x="csX2557" y="csY2557"/>
              </a:cxn>
              <a:cxn ang="0">
                <a:pos x="csX2558" y="csY2558"/>
              </a:cxn>
              <a:cxn ang="0">
                <a:pos x="csX2559" y="csY2559"/>
              </a:cxn>
              <a:cxn ang="0">
                <a:pos x="csX2560" y="csY2560"/>
              </a:cxn>
              <a:cxn ang="0">
                <a:pos x="csX2561" y="csY2561"/>
              </a:cxn>
              <a:cxn ang="0">
                <a:pos x="csX2562" y="csY2562"/>
              </a:cxn>
              <a:cxn ang="0">
                <a:pos x="csX2563" y="csY2563"/>
              </a:cxn>
              <a:cxn ang="0">
                <a:pos x="csX2564" y="csY2564"/>
              </a:cxn>
              <a:cxn ang="0">
                <a:pos x="csX2565" y="csY2565"/>
              </a:cxn>
              <a:cxn ang="0">
                <a:pos x="csX2566" y="csY2566"/>
              </a:cxn>
              <a:cxn ang="0">
                <a:pos x="csX2567" y="csY2567"/>
              </a:cxn>
              <a:cxn ang="0">
                <a:pos x="csX2568" y="csY2568"/>
              </a:cxn>
              <a:cxn ang="0">
                <a:pos x="csX2569" y="csY2569"/>
              </a:cxn>
              <a:cxn ang="0">
                <a:pos x="csX2570" y="csY2570"/>
              </a:cxn>
              <a:cxn ang="0">
                <a:pos x="csX2571" y="csY2571"/>
              </a:cxn>
              <a:cxn ang="0">
                <a:pos x="csX2572" y="csY2572"/>
              </a:cxn>
              <a:cxn ang="0">
                <a:pos x="csX2573" y="csY2573"/>
              </a:cxn>
              <a:cxn ang="0">
                <a:pos x="csX2574" y="csY2574"/>
              </a:cxn>
              <a:cxn ang="0">
                <a:pos x="csX2575" y="csY2575"/>
              </a:cxn>
              <a:cxn ang="0">
                <a:pos x="csX2576" y="csY2576"/>
              </a:cxn>
              <a:cxn ang="0">
                <a:pos x="csX2577" y="csY2577"/>
              </a:cxn>
              <a:cxn ang="0">
                <a:pos x="csX2578" y="csY2578"/>
              </a:cxn>
              <a:cxn ang="0">
                <a:pos x="csX2579" y="csY2579"/>
              </a:cxn>
              <a:cxn ang="0">
                <a:pos x="csX2580" y="csY2580"/>
              </a:cxn>
              <a:cxn ang="0">
                <a:pos x="csX2581" y="csY2581"/>
              </a:cxn>
              <a:cxn ang="0">
                <a:pos x="csX2582" y="csY2582"/>
              </a:cxn>
              <a:cxn ang="0">
                <a:pos x="csX2583" y="csY2583"/>
              </a:cxn>
              <a:cxn ang="0">
                <a:pos x="csX2584" y="csY2584"/>
              </a:cxn>
              <a:cxn ang="0">
                <a:pos x="csX2585" y="csY2585"/>
              </a:cxn>
              <a:cxn ang="0">
                <a:pos x="csX2586" y="csY2586"/>
              </a:cxn>
              <a:cxn ang="0">
                <a:pos x="csX2587" y="csY2587"/>
              </a:cxn>
              <a:cxn ang="0">
                <a:pos x="csX2588" y="csY2588"/>
              </a:cxn>
              <a:cxn ang="0">
                <a:pos x="csX2589" y="csY2589"/>
              </a:cxn>
              <a:cxn ang="0">
                <a:pos x="csX2590" y="csY2590"/>
              </a:cxn>
              <a:cxn ang="0">
                <a:pos x="csX2591" y="csY2591"/>
              </a:cxn>
              <a:cxn ang="0">
                <a:pos x="csX2592" y="csY2592"/>
              </a:cxn>
              <a:cxn ang="0">
                <a:pos x="csX2593" y="csY2593"/>
              </a:cxn>
              <a:cxn ang="0">
                <a:pos x="csX2594" y="csY2594"/>
              </a:cxn>
              <a:cxn ang="0">
                <a:pos x="csX2595" y="csY2595"/>
              </a:cxn>
              <a:cxn ang="0">
                <a:pos x="csX2596" y="csY2596"/>
              </a:cxn>
              <a:cxn ang="0">
                <a:pos x="csX2597" y="csY2597"/>
              </a:cxn>
              <a:cxn ang="0">
                <a:pos x="csX2598" y="csY2598"/>
              </a:cxn>
              <a:cxn ang="0">
                <a:pos x="csX2599" y="csY2599"/>
              </a:cxn>
              <a:cxn ang="0">
                <a:pos x="csX2600" y="csY2600"/>
              </a:cxn>
              <a:cxn ang="0">
                <a:pos x="csX2601" y="csY2601"/>
              </a:cxn>
              <a:cxn ang="0">
                <a:pos x="csX2602" y="csY2602"/>
              </a:cxn>
              <a:cxn ang="0">
                <a:pos x="csX2603" y="csY2603"/>
              </a:cxn>
              <a:cxn ang="0">
                <a:pos x="csX2604" y="csY2604"/>
              </a:cxn>
              <a:cxn ang="0">
                <a:pos x="csX2605" y="csY2605"/>
              </a:cxn>
              <a:cxn ang="0">
                <a:pos x="csX2606" y="csY2606"/>
              </a:cxn>
              <a:cxn ang="0">
                <a:pos x="csX2607" y="csY2607"/>
              </a:cxn>
              <a:cxn ang="0">
                <a:pos x="csX2608" y="csY2608"/>
              </a:cxn>
              <a:cxn ang="0">
                <a:pos x="csX2609" y="csY2609"/>
              </a:cxn>
              <a:cxn ang="0">
                <a:pos x="csX2610" y="csY2610"/>
              </a:cxn>
              <a:cxn ang="0">
                <a:pos x="csX2611" y="csY2611"/>
              </a:cxn>
              <a:cxn ang="0">
                <a:pos x="csX2612" y="csY2612"/>
              </a:cxn>
              <a:cxn ang="0">
                <a:pos x="csX2613" y="csY2613"/>
              </a:cxn>
              <a:cxn ang="0">
                <a:pos x="csX2614" y="csY2614"/>
              </a:cxn>
              <a:cxn ang="0">
                <a:pos x="csX2615" y="csY2615"/>
              </a:cxn>
              <a:cxn ang="0">
                <a:pos x="csX2616" y="csY2616"/>
              </a:cxn>
              <a:cxn ang="0">
                <a:pos x="csX2617" y="csY2617"/>
              </a:cxn>
              <a:cxn ang="0">
                <a:pos x="csX2618" y="csY2618"/>
              </a:cxn>
              <a:cxn ang="0">
                <a:pos x="csX2619" y="csY2619"/>
              </a:cxn>
              <a:cxn ang="0">
                <a:pos x="csX2620" y="csY2620"/>
              </a:cxn>
              <a:cxn ang="0">
                <a:pos x="csX2621" y="csY2621"/>
              </a:cxn>
              <a:cxn ang="0">
                <a:pos x="csX2622" y="csY2622"/>
              </a:cxn>
              <a:cxn ang="0">
                <a:pos x="csX2623" y="csY2623"/>
              </a:cxn>
              <a:cxn ang="0">
                <a:pos x="csX2624" y="csY2624"/>
              </a:cxn>
              <a:cxn ang="0">
                <a:pos x="csX2625" y="csY2625"/>
              </a:cxn>
              <a:cxn ang="0">
                <a:pos x="csX2626" y="csY2626"/>
              </a:cxn>
              <a:cxn ang="0">
                <a:pos x="csX2627" y="csY2627"/>
              </a:cxn>
              <a:cxn ang="0">
                <a:pos x="csX2628" y="csY2628"/>
              </a:cxn>
              <a:cxn ang="0">
                <a:pos x="csX2629" y="csY2629"/>
              </a:cxn>
              <a:cxn ang="0">
                <a:pos x="csX2630" y="csY2630"/>
              </a:cxn>
              <a:cxn ang="0">
                <a:pos x="csX2631" y="csY2631"/>
              </a:cxn>
              <a:cxn ang="0">
                <a:pos x="csX2632" y="csY2632"/>
              </a:cxn>
              <a:cxn ang="0">
                <a:pos x="csX2633" y="csY2633"/>
              </a:cxn>
              <a:cxn ang="0">
                <a:pos x="csX2634" y="csY2634"/>
              </a:cxn>
              <a:cxn ang="0">
                <a:pos x="csX2635" y="csY2635"/>
              </a:cxn>
              <a:cxn ang="0">
                <a:pos x="csX2636" y="csY2636"/>
              </a:cxn>
              <a:cxn ang="0">
                <a:pos x="csX2637" y="csY2637"/>
              </a:cxn>
              <a:cxn ang="0">
                <a:pos x="csX2638" y="csY2638"/>
              </a:cxn>
              <a:cxn ang="0">
                <a:pos x="csX2639" y="csY2639"/>
              </a:cxn>
              <a:cxn ang="0">
                <a:pos x="csX2640" y="csY2640"/>
              </a:cxn>
              <a:cxn ang="0">
                <a:pos x="csX2641" y="csY2641"/>
              </a:cxn>
              <a:cxn ang="0">
                <a:pos x="csX2642" y="csY2642"/>
              </a:cxn>
              <a:cxn ang="0">
                <a:pos x="csX2643" y="csY2643"/>
              </a:cxn>
              <a:cxn ang="0">
                <a:pos x="csX2644" y="csY2644"/>
              </a:cxn>
              <a:cxn ang="0">
                <a:pos x="csX2645" y="csY2645"/>
              </a:cxn>
              <a:cxn ang="0">
                <a:pos x="csX2646" y="csY2646"/>
              </a:cxn>
              <a:cxn ang="0">
                <a:pos x="csX2647" y="csY2647"/>
              </a:cxn>
              <a:cxn ang="0">
                <a:pos x="csX2648" y="csY2648"/>
              </a:cxn>
              <a:cxn ang="0">
                <a:pos x="csX2649" y="csY2649"/>
              </a:cxn>
              <a:cxn ang="0">
                <a:pos x="csX2650" y="csY2650"/>
              </a:cxn>
              <a:cxn ang="0">
                <a:pos x="csX2651" y="csY2651"/>
              </a:cxn>
              <a:cxn ang="0">
                <a:pos x="csX2652" y="csY2652"/>
              </a:cxn>
              <a:cxn ang="0">
                <a:pos x="csX2653" y="csY2653"/>
              </a:cxn>
              <a:cxn ang="0">
                <a:pos x="csX2654" y="csY2654"/>
              </a:cxn>
              <a:cxn ang="0">
                <a:pos x="csX2655" y="csY2655"/>
              </a:cxn>
              <a:cxn ang="0">
                <a:pos x="csX2656" y="csY2656"/>
              </a:cxn>
              <a:cxn ang="0">
                <a:pos x="csX2657" y="csY2657"/>
              </a:cxn>
              <a:cxn ang="0">
                <a:pos x="csX2658" y="csY2658"/>
              </a:cxn>
              <a:cxn ang="0">
                <a:pos x="csX2659" y="csY2659"/>
              </a:cxn>
              <a:cxn ang="0">
                <a:pos x="csX2660" y="csY2660"/>
              </a:cxn>
              <a:cxn ang="0">
                <a:pos x="csX2661" y="csY2661"/>
              </a:cxn>
              <a:cxn ang="0">
                <a:pos x="csX2662" y="csY2662"/>
              </a:cxn>
              <a:cxn ang="0">
                <a:pos x="csX2663" y="csY2663"/>
              </a:cxn>
              <a:cxn ang="0">
                <a:pos x="csX2664" y="csY2664"/>
              </a:cxn>
              <a:cxn ang="0">
                <a:pos x="csX2665" y="csY2665"/>
              </a:cxn>
              <a:cxn ang="0">
                <a:pos x="csX2666" y="csY2666"/>
              </a:cxn>
              <a:cxn ang="0">
                <a:pos x="csX2667" y="csY2667"/>
              </a:cxn>
              <a:cxn ang="0">
                <a:pos x="csX2668" y="csY2668"/>
              </a:cxn>
              <a:cxn ang="0">
                <a:pos x="csX2669" y="csY2669"/>
              </a:cxn>
              <a:cxn ang="0">
                <a:pos x="csX2670" y="csY2670"/>
              </a:cxn>
              <a:cxn ang="0">
                <a:pos x="csX2671" y="csY2671"/>
              </a:cxn>
              <a:cxn ang="0">
                <a:pos x="csX2672" y="csY2672"/>
              </a:cxn>
              <a:cxn ang="0">
                <a:pos x="csX2673" y="csY2673"/>
              </a:cxn>
              <a:cxn ang="0">
                <a:pos x="csX2674" y="csY2674"/>
              </a:cxn>
              <a:cxn ang="0">
                <a:pos x="csX2675" y="csY2675"/>
              </a:cxn>
              <a:cxn ang="0">
                <a:pos x="csX2676" y="csY2676"/>
              </a:cxn>
              <a:cxn ang="0">
                <a:pos x="csX2677" y="csY2677"/>
              </a:cxn>
              <a:cxn ang="0">
                <a:pos x="csX2678" y="csY2678"/>
              </a:cxn>
              <a:cxn ang="0">
                <a:pos x="csX2679" y="csY2679"/>
              </a:cxn>
              <a:cxn ang="0">
                <a:pos x="csX2680" y="csY2680"/>
              </a:cxn>
              <a:cxn ang="0">
                <a:pos x="csX2681" y="csY2681"/>
              </a:cxn>
              <a:cxn ang="0">
                <a:pos x="csX2682" y="csY2682"/>
              </a:cxn>
              <a:cxn ang="0">
                <a:pos x="csX2683" y="csY2683"/>
              </a:cxn>
              <a:cxn ang="0">
                <a:pos x="csX2684" y="csY2684"/>
              </a:cxn>
              <a:cxn ang="0">
                <a:pos x="csX2685" y="csY2685"/>
              </a:cxn>
              <a:cxn ang="0">
                <a:pos x="csX2686" y="csY2686"/>
              </a:cxn>
              <a:cxn ang="0">
                <a:pos x="csX2687" y="csY2687"/>
              </a:cxn>
              <a:cxn ang="0">
                <a:pos x="csX2688" y="csY2688"/>
              </a:cxn>
              <a:cxn ang="0">
                <a:pos x="csX2689" y="csY2689"/>
              </a:cxn>
              <a:cxn ang="0">
                <a:pos x="csX2690" y="csY2690"/>
              </a:cxn>
              <a:cxn ang="0">
                <a:pos x="csX2691" y="csY2691"/>
              </a:cxn>
              <a:cxn ang="0">
                <a:pos x="csX2692" y="csY2692"/>
              </a:cxn>
              <a:cxn ang="0">
                <a:pos x="csX2693" y="csY2693"/>
              </a:cxn>
              <a:cxn ang="0">
                <a:pos x="csX2694" y="csY2694"/>
              </a:cxn>
              <a:cxn ang="0">
                <a:pos x="csX2695" y="csY2695"/>
              </a:cxn>
              <a:cxn ang="0">
                <a:pos x="csX2696" y="csY2696"/>
              </a:cxn>
              <a:cxn ang="0">
                <a:pos x="csX2697" y="csY2697"/>
              </a:cxn>
              <a:cxn ang="0">
                <a:pos x="csX2698" y="csY2698"/>
              </a:cxn>
              <a:cxn ang="0">
                <a:pos x="csX2699" y="csY2699"/>
              </a:cxn>
              <a:cxn ang="0">
                <a:pos x="csX2700" y="csY2700"/>
              </a:cxn>
              <a:cxn ang="0">
                <a:pos x="csX2701" y="csY2701"/>
              </a:cxn>
              <a:cxn ang="0">
                <a:pos x="csX2702" y="csY2702"/>
              </a:cxn>
              <a:cxn ang="0">
                <a:pos x="csX2703" y="csY2703"/>
              </a:cxn>
              <a:cxn ang="0">
                <a:pos x="csX2704" y="csY2704"/>
              </a:cxn>
              <a:cxn ang="0">
                <a:pos x="csX2705" y="csY2705"/>
              </a:cxn>
              <a:cxn ang="0">
                <a:pos x="csX2706" y="csY2706"/>
              </a:cxn>
              <a:cxn ang="0">
                <a:pos x="csX2707" y="csY2707"/>
              </a:cxn>
              <a:cxn ang="0">
                <a:pos x="csX2708" y="csY2708"/>
              </a:cxn>
              <a:cxn ang="0">
                <a:pos x="csX2709" y="csY2709"/>
              </a:cxn>
              <a:cxn ang="0">
                <a:pos x="csX2710" y="csY2710"/>
              </a:cxn>
              <a:cxn ang="0">
                <a:pos x="csX2711" y="csY2711"/>
              </a:cxn>
              <a:cxn ang="0">
                <a:pos x="csX2712" y="csY2712"/>
              </a:cxn>
              <a:cxn ang="0">
                <a:pos x="csX2713" y="csY2713"/>
              </a:cxn>
              <a:cxn ang="0">
                <a:pos x="csX2714" y="csY2714"/>
              </a:cxn>
              <a:cxn ang="0">
                <a:pos x="csX2715" y="csY2715"/>
              </a:cxn>
              <a:cxn ang="0">
                <a:pos x="csX2716" y="csY2716"/>
              </a:cxn>
              <a:cxn ang="0">
                <a:pos x="csX2717" y="csY2717"/>
              </a:cxn>
              <a:cxn ang="0">
                <a:pos x="csX2718" y="csY2718"/>
              </a:cxn>
              <a:cxn ang="0">
                <a:pos x="csX2719" y="csY2719"/>
              </a:cxn>
              <a:cxn ang="0">
                <a:pos x="csX2720" y="csY2720"/>
              </a:cxn>
              <a:cxn ang="0">
                <a:pos x="csX2721" y="csY2721"/>
              </a:cxn>
              <a:cxn ang="0">
                <a:pos x="csX2722" y="csY2722"/>
              </a:cxn>
              <a:cxn ang="0">
                <a:pos x="csX2723" y="csY2723"/>
              </a:cxn>
              <a:cxn ang="0">
                <a:pos x="csX2724" y="csY2724"/>
              </a:cxn>
              <a:cxn ang="0">
                <a:pos x="csX2725" y="csY2725"/>
              </a:cxn>
              <a:cxn ang="0">
                <a:pos x="csX2726" y="csY2726"/>
              </a:cxn>
              <a:cxn ang="0">
                <a:pos x="csX2727" y="csY2727"/>
              </a:cxn>
              <a:cxn ang="0">
                <a:pos x="csX2728" y="csY2728"/>
              </a:cxn>
              <a:cxn ang="0">
                <a:pos x="csX2729" y="csY2729"/>
              </a:cxn>
              <a:cxn ang="0">
                <a:pos x="csX2730" y="csY2730"/>
              </a:cxn>
              <a:cxn ang="0">
                <a:pos x="csX2731" y="csY2731"/>
              </a:cxn>
              <a:cxn ang="0">
                <a:pos x="csX2732" y="csY2732"/>
              </a:cxn>
              <a:cxn ang="0">
                <a:pos x="csX2733" y="csY2733"/>
              </a:cxn>
              <a:cxn ang="0">
                <a:pos x="csX2734" y="csY2734"/>
              </a:cxn>
              <a:cxn ang="0">
                <a:pos x="csX2735" y="csY2735"/>
              </a:cxn>
              <a:cxn ang="0">
                <a:pos x="csX2736" y="csY2736"/>
              </a:cxn>
              <a:cxn ang="0">
                <a:pos x="csX2737" y="csY2737"/>
              </a:cxn>
              <a:cxn ang="0">
                <a:pos x="csX2738" y="csY2738"/>
              </a:cxn>
              <a:cxn ang="0">
                <a:pos x="csX2739" y="csY2739"/>
              </a:cxn>
              <a:cxn ang="0">
                <a:pos x="csX2740" y="csY2740"/>
              </a:cxn>
              <a:cxn ang="0">
                <a:pos x="csX2741" y="csY2741"/>
              </a:cxn>
              <a:cxn ang="0">
                <a:pos x="csX2742" y="csY2742"/>
              </a:cxn>
              <a:cxn ang="0">
                <a:pos x="csX2743" y="csY2743"/>
              </a:cxn>
              <a:cxn ang="0">
                <a:pos x="csX2744" y="csY2744"/>
              </a:cxn>
              <a:cxn ang="0">
                <a:pos x="csX2745" y="csY2745"/>
              </a:cxn>
              <a:cxn ang="0">
                <a:pos x="csX2746" y="csY2746"/>
              </a:cxn>
              <a:cxn ang="0">
                <a:pos x="csX2747" y="csY2747"/>
              </a:cxn>
              <a:cxn ang="0">
                <a:pos x="csX2748" y="csY2748"/>
              </a:cxn>
              <a:cxn ang="0">
                <a:pos x="csX2749" y="csY2749"/>
              </a:cxn>
              <a:cxn ang="0">
                <a:pos x="csX2750" y="csY2750"/>
              </a:cxn>
              <a:cxn ang="0">
                <a:pos x="csX2751" y="csY2751"/>
              </a:cxn>
              <a:cxn ang="0">
                <a:pos x="csX2752" y="csY2752"/>
              </a:cxn>
              <a:cxn ang="0">
                <a:pos x="csX2753" y="csY2753"/>
              </a:cxn>
              <a:cxn ang="0">
                <a:pos x="csX2754" y="csY2754"/>
              </a:cxn>
              <a:cxn ang="0">
                <a:pos x="csX2755" y="csY2755"/>
              </a:cxn>
              <a:cxn ang="0">
                <a:pos x="csX2756" y="csY2756"/>
              </a:cxn>
              <a:cxn ang="0">
                <a:pos x="csX2757" y="csY2757"/>
              </a:cxn>
              <a:cxn ang="0">
                <a:pos x="csX2758" y="csY2758"/>
              </a:cxn>
              <a:cxn ang="0">
                <a:pos x="csX2759" y="csY2759"/>
              </a:cxn>
              <a:cxn ang="0">
                <a:pos x="csX2760" y="csY2760"/>
              </a:cxn>
              <a:cxn ang="0">
                <a:pos x="csX2761" y="csY2761"/>
              </a:cxn>
              <a:cxn ang="0">
                <a:pos x="csX2762" y="csY2762"/>
              </a:cxn>
              <a:cxn ang="0">
                <a:pos x="csX2763" y="csY2763"/>
              </a:cxn>
              <a:cxn ang="0">
                <a:pos x="csX2764" y="csY2764"/>
              </a:cxn>
              <a:cxn ang="0">
                <a:pos x="csX2765" y="csY2765"/>
              </a:cxn>
              <a:cxn ang="0">
                <a:pos x="csX2766" y="csY2766"/>
              </a:cxn>
              <a:cxn ang="0">
                <a:pos x="csX2767" y="csY2767"/>
              </a:cxn>
              <a:cxn ang="0">
                <a:pos x="csX2768" y="csY2768"/>
              </a:cxn>
              <a:cxn ang="0">
                <a:pos x="csX2769" y="csY2769"/>
              </a:cxn>
              <a:cxn ang="0">
                <a:pos x="csX2770" y="csY2770"/>
              </a:cxn>
              <a:cxn ang="0">
                <a:pos x="csX2771" y="csY2771"/>
              </a:cxn>
              <a:cxn ang="0">
                <a:pos x="csX2772" y="csY2772"/>
              </a:cxn>
              <a:cxn ang="0">
                <a:pos x="csX2773" y="csY2773"/>
              </a:cxn>
              <a:cxn ang="0">
                <a:pos x="csX2774" y="csY2774"/>
              </a:cxn>
              <a:cxn ang="0">
                <a:pos x="csX2775" y="csY2775"/>
              </a:cxn>
              <a:cxn ang="0">
                <a:pos x="csX2776" y="csY2776"/>
              </a:cxn>
              <a:cxn ang="0">
                <a:pos x="csX2777" y="csY2777"/>
              </a:cxn>
              <a:cxn ang="0">
                <a:pos x="csX2778" y="csY2778"/>
              </a:cxn>
              <a:cxn ang="0">
                <a:pos x="csX2779" y="csY2779"/>
              </a:cxn>
              <a:cxn ang="0">
                <a:pos x="csX2780" y="csY2780"/>
              </a:cxn>
              <a:cxn ang="0">
                <a:pos x="csX2781" y="csY2781"/>
              </a:cxn>
              <a:cxn ang="0">
                <a:pos x="csX2782" y="csY2782"/>
              </a:cxn>
              <a:cxn ang="0">
                <a:pos x="csX2783" y="csY2783"/>
              </a:cxn>
              <a:cxn ang="0">
                <a:pos x="csX2784" y="csY2784"/>
              </a:cxn>
              <a:cxn ang="0">
                <a:pos x="csX2785" y="csY2785"/>
              </a:cxn>
              <a:cxn ang="0">
                <a:pos x="csX2786" y="csY2786"/>
              </a:cxn>
              <a:cxn ang="0">
                <a:pos x="csX2787" y="csY2787"/>
              </a:cxn>
              <a:cxn ang="0">
                <a:pos x="csX2788" y="csY2788"/>
              </a:cxn>
              <a:cxn ang="0">
                <a:pos x="csX2789" y="csY2789"/>
              </a:cxn>
              <a:cxn ang="0">
                <a:pos x="csX2790" y="csY2790"/>
              </a:cxn>
              <a:cxn ang="0">
                <a:pos x="csX2791" y="csY2791"/>
              </a:cxn>
              <a:cxn ang="0">
                <a:pos x="csX2792" y="csY2792"/>
              </a:cxn>
              <a:cxn ang="0">
                <a:pos x="csX2793" y="csY2793"/>
              </a:cxn>
              <a:cxn ang="0">
                <a:pos x="csX2794" y="csY2794"/>
              </a:cxn>
              <a:cxn ang="0">
                <a:pos x="csX2795" y="csY2795"/>
              </a:cxn>
              <a:cxn ang="0">
                <a:pos x="csX2796" y="csY2796"/>
              </a:cxn>
              <a:cxn ang="0">
                <a:pos x="csX2797" y="csY2797"/>
              </a:cxn>
              <a:cxn ang="0">
                <a:pos x="csX2798" y="csY2798"/>
              </a:cxn>
              <a:cxn ang="0">
                <a:pos x="csX2799" y="csY2799"/>
              </a:cxn>
              <a:cxn ang="0">
                <a:pos x="csX2800" y="csY2800"/>
              </a:cxn>
              <a:cxn ang="0">
                <a:pos x="csX2801" y="csY2801"/>
              </a:cxn>
              <a:cxn ang="0">
                <a:pos x="csX2802" y="csY2802"/>
              </a:cxn>
              <a:cxn ang="0">
                <a:pos x="csX2803" y="csY2803"/>
              </a:cxn>
              <a:cxn ang="0">
                <a:pos x="csX2804" y="csY2804"/>
              </a:cxn>
              <a:cxn ang="0">
                <a:pos x="csX2805" y="csY2805"/>
              </a:cxn>
              <a:cxn ang="0">
                <a:pos x="csX2806" y="csY2806"/>
              </a:cxn>
              <a:cxn ang="0">
                <a:pos x="csX2807" y="csY2807"/>
              </a:cxn>
              <a:cxn ang="0">
                <a:pos x="csX2808" y="csY2808"/>
              </a:cxn>
              <a:cxn ang="0">
                <a:pos x="csX2809" y="csY2809"/>
              </a:cxn>
              <a:cxn ang="0">
                <a:pos x="csX2810" y="csY2810"/>
              </a:cxn>
              <a:cxn ang="0">
                <a:pos x="csX2811" y="csY2811"/>
              </a:cxn>
              <a:cxn ang="0">
                <a:pos x="csX2812" y="csY2812"/>
              </a:cxn>
              <a:cxn ang="0">
                <a:pos x="csX2813" y="csY2813"/>
              </a:cxn>
              <a:cxn ang="0">
                <a:pos x="csX2814" y="csY2814"/>
              </a:cxn>
              <a:cxn ang="0">
                <a:pos x="csX2815" y="csY2815"/>
              </a:cxn>
              <a:cxn ang="0">
                <a:pos x="csX2816" y="csY2816"/>
              </a:cxn>
              <a:cxn ang="0">
                <a:pos x="csX2817" y="csY2817"/>
              </a:cxn>
              <a:cxn ang="0">
                <a:pos x="csX2818" y="csY2818"/>
              </a:cxn>
              <a:cxn ang="0">
                <a:pos x="csX2819" y="csY2819"/>
              </a:cxn>
              <a:cxn ang="0">
                <a:pos x="csX2820" y="csY2820"/>
              </a:cxn>
              <a:cxn ang="0">
                <a:pos x="csX2821" y="csY2821"/>
              </a:cxn>
              <a:cxn ang="0">
                <a:pos x="csX2822" y="csY2822"/>
              </a:cxn>
              <a:cxn ang="0">
                <a:pos x="csX2823" y="csY2823"/>
              </a:cxn>
              <a:cxn ang="0">
                <a:pos x="csX2824" y="csY2824"/>
              </a:cxn>
              <a:cxn ang="0">
                <a:pos x="csX2825" y="csY2825"/>
              </a:cxn>
              <a:cxn ang="0">
                <a:pos x="csX2826" y="csY2826"/>
              </a:cxn>
              <a:cxn ang="0">
                <a:pos x="csX2827" y="csY2827"/>
              </a:cxn>
              <a:cxn ang="0">
                <a:pos x="csX2828" y="csY2828"/>
              </a:cxn>
              <a:cxn ang="0">
                <a:pos x="csX2829" y="csY2829"/>
              </a:cxn>
              <a:cxn ang="0">
                <a:pos x="csX2830" y="csY2830"/>
              </a:cxn>
              <a:cxn ang="0">
                <a:pos x="csX2831" y="csY2831"/>
              </a:cxn>
              <a:cxn ang="0">
                <a:pos x="csX2832" y="csY2832"/>
              </a:cxn>
              <a:cxn ang="0">
                <a:pos x="csX2833" y="csY2833"/>
              </a:cxn>
              <a:cxn ang="0">
                <a:pos x="csX2834" y="csY2834"/>
              </a:cxn>
              <a:cxn ang="0">
                <a:pos x="csX2835" y="csY2835"/>
              </a:cxn>
              <a:cxn ang="0">
                <a:pos x="csX2836" y="csY2836"/>
              </a:cxn>
              <a:cxn ang="0">
                <a:pos x="csX2837" y="csY2837"/>
              </a:cxn>
              <a:cxn ang="0">
                <a:pos x="csX2838" y="csY2838"/>
              </a:cxn>
              <a:cxn ang="0">
                <a:pos x="csX2839" y="csY2839"/>
              </a:cxn>
              <a:cxn ang="0">
                <a:pos x="csX2840" y="csY2840"/>
              </a:cxn>
              <a:cxn ang="0">
                <a:pos x="csX2841" y="csY2841"/>
              </a:cxn>
              <a:cxn ang="0">
                <a:pos x="csX2842" y="csY2842"/>
              </a:cxn>
              <a:cxn ang="0">
                <a:pos x="csX2843" y="csY2843"/>
              </a:cxn>
              <a:cxn ang="0">
                <a:pos x="csX2844" y="csY2844"/>
              </a:cxn>
              <a:cxn ang="0">
                <a:pos x="csX2845" y="csY2845"/>
              </a:cxn>
              <a:cxn ang="0">
                <a:pos x="csX2846" y="csY2846"/>
              </a:cxn>
              <a:cxn ang="0">
                <a:pos x="csX2847" y="csY2847"/>
              </a:cxn>
              <a:cxn ang="0">
                <a:pos x="csX2848" y="csY2848"/>
              </a:cxn>
              <a:cxn ang="0">
                <a:pos x="csX2849" y="csY2849"/>
              </a:cxn>
              <a:cxn ang="0">
                <a:pos x="csX2850" y="csY2850"/>
              </a:cxn>
              <a:cxn ang="0">
                <a:pos x="csX2851" y="csY2851"/>
              </a:cxn>
              <a:cxn ang="0">
                <a:pos x="csX2852" y="csY2852"/>
              </a:cxn>
              <a:cxn ang="0">
                <a:pos x="csX2853" y="csY2853"/>
              </a:cxn>
              <a:cxn ang="0">
                <a:pos x="csX2854" y="csY2854"/>
              </a:cxn>
              <a:cxn ang="0">
                <a:pos x="csX2855" y="csY2855"/>
              </a:cxn>
              <a:cxn ang="0">
                <a:pos x="csX2856" y="csY2856"/>
              </a:cxn>
              <a:cxn ang="0">
                <a:pos x="csX2857" y="csY2857"/>
              </a:cxn>
              <a:cxn ang="0">
                <a:pos x="csX2858" y="csY2858"/>
              </a:cxn>
              <a:cxn ang="0">
                <a:pos x="csX2859" y="csY2859"/>
              </a:cxn>
              <a:cxn ang="0">
                <a:pos x="csX2860" y="csY2860"/>
              </a:cxn>
              <a:cxn ang="0">
                <a:pos x="csX2861" y="csY2861"/>
              </a:cxn>
              <a:cxn ang="0">
                <a:pos x="csX2862" y="csY2862"/>
              </a:cxn>
              <a:cxn ang="0">
                <a:pos x="csX2863" y="csY2863"/>
              </a:cxn>
              <a:cxn ang="0">
                <a:pos x="csX2864" y="csY2864"/>
              </a:cxn>
              <a:cxn ang="0">
                <a:pos x="csX2865" y="csY2865"/>
              </a:cxn>
              <a:cxn ang="0">
                <a:pos x="csX2866" y="csY2866"/>
              </a:cxn>
              <a:cxn ang="0">
                <a:pos x="csX2867" y="csY2867"/>
              </a:cxn>
              <a:cxn ang="0">
                <a:pos x="csX2868" y="csY2868"/>
              </a:cxn>
              <a:cxn ang="0">
                <a:pos x="csX2869" y="csY2869"/>
              </a:cxn>
              <a:cxn ang="0">
                <a:pos x="csX2870" y="csY2870"/>
              </a:cxn>
              <a:cxn ang="0">
                <a:pos x="csX2871" y="csY2871"/>
              </a:cxn>
              <a:cxn ang="0">
                <a:pos x="csX2872" y="csY2872"/>
              </a:cxn>
              <a:cxn ang="0">
                <a:pos x="csX2873" y="csY2873"/>
              </a:cxn>
              <a:cxn ang="0">
                <a:pos x="csX2874" y="csY2874"/>
              </a:cxn>
              <a:cxn ang="0">
                <a:pos x="csX2875" y="csY2875"/>
              </a:cxn>
              <a:cxn ang="0">
                <a:pos x="csX2876" y="csY2876"/>
              </a:cxn>
              <a:cxn ang="0">
                <a:pos x="csX2877" y="csY2877"/>
              </a:cxn>
              <a:cxn ang="0">
                <a:pos x="csX2878" y="csY2878"/>
              </a:cxn>
              <a:cxn ang="0">
                <a:pos x="csX2879" y="csY2879"/>
              </a:cxn>
              <a:cxn ang="0">
                <a:pos x="csX2880" y="csY2880"/>
              </a:cxn>
              <a:cxn ang="0">
                <a:pos x="csX2881" y="csY2881"/>
              </a:cxn>
              <a:cxn ang="0">
                <a:pos x="csX2882" y="csY2882"/>
              </a:cxn>
              <a:cxn ang="0">
                <a:pos x="csX2883" y="csY2883"/>
              </a:cxn>
              <a:cxn ang="0">
                <a:pos x="csX2884" y="csY2884"/>
              </a:cxn>
              <a:cxn ang="0">
                <a:pos x="csX2885" y="csY2885"/>
              </a:cxn>
              <a:cxn ang="0">
                <a:pos x="csX2886" y="csY2886"/>
              </a:cxn>
              <a:cxn ang="0">
                <a:pos x="csX2887" y="csY2887"/>
              </a:cxn>
              <a:cxn ang="0">
                <a:pos x="csX2888" y="csY2888"/>
              </a:cxn>
              <a:cxn ang="0">
                <a:pos x="csX2889" y="csY2889"/>
              </a:cxn>
              <a:cxn ang="0">
                <a:pos x="csX2890" y="csY2890"/>
              </a:cxn>
              <a:cxn ang="0">
                <a:pos x="csX2891" y="csY2891"/>
              </a:cxn>
              <a:cxn ang="0">
                <a:pos x="csX2892" y="csY2892"/>
              </a:cxn>
              <a:cxn ang="0">
                <a:pos x="csX2893" y="csY2893"/>
              </a:cxn>
              <a:cxn ang="0">
                <a:pos x="csX2894" y="csY2894"/>
              </a:cxn>
              <a:cxn ang="0">
                <a:pos x="csX2895" y="csY2895"/>
              </a:cxn>
              <a:cxn ang="0">
                <a:pos x="csX2896" y="csY2896"/>
              </a:cxn>
              <a:cxn ang="0">
                <a:pos x="csX2897" y="csY2897"/>
              </a:cxn>
              <a:cxn ang="0">
                <a:pos x="csX2898" y="csY2898"/>
              </a:cxn>
              <a:cxn ang="0">
                <a:pos x="csX2899" y="csY2899"/>
              </a:cxn>
              <a:cxn ang="0">
                <a:pos x="csX2900" y="csY2900"/>
              </a:cxn>
              <a:cxn ang="0">
                <a:pos x="csX2901" y="csY2901"/>
              </a:cxn>
              <a:cxn ang="0">
                <a:pos x="csX2902" y="csY2902"/>
              </a:cxn>
              <a:cxn ang="0">
                <a:pos x="csX2903" y="csY2903"/>
              </a:cxn>
              <a:cxn ang="0">
                <a:pos x="csX2904" y="csY2904"/>
              </a:cxn>
              <a:cxn ang="0">
                <a:pos x="csX2905" y="csY2905"/>
              </a:cxn>
              <a:cxn ang="0">
                <a:pos x="csX2906" y="csY2906"/>
              </a:cxn>
              <a:cxn ang="0">
                <a:pos x="csX2907" y="csY2907"/>
              </a:cxn>
              <a:cxn ang="0">
                <a:pos x="csX2908" y="csY2908"/>
              </a:cxn>
              <a:cxn ang="0">
                <a:pos x="csX2909" y="csY2909"/>
              </a:cxn>
              <a:cxn ang="0">
                <a:pos x="csX2910" y="csY2910"/>
              </a:cxn>
              <a:cxn ang="0">
                <a:pos x="csX2911" y="csY2911"/>
              </a:cxn>
              <a:cxn ang="0">
                <a:pos x="csX2912" y="csY2912"/>
              </a:cxn>
              <a:cxn ang="0">
                <a:pos x="csX2913" y="csY2913"/>
              </a:cxn>
              <a:cxn ang="0">
                <a:pos x="csX2914" y="csY2914"/>
              </a:cxn>
              <a:cxn ang="0">
                <a:pos x="csX2915" y="csY2915"/>
              </a:cxn>
              <a:cxn ang="0">
                <a:pos x="csX2916" y="csY2916"/>
              </a:cxn>
              <a:cxn ang="0">
                <a:pos x="csX2917" y="csY2917"/>
              </a:cxn>
              <a:cxn ang="0">
                <a:pos x="csX2918" y="csY2918"/>
              </a:cxn>
              <a:cxn ang="0">
                <a:pos x="csX2919" y="csY2919"/>
              </a:cxn>
              <a:cxn ang="0">
                <a:pos x="csX2920" y="csY2920"/>
              </a:cxn>
              <a:cxn ang="0">
                <a:pos x="csX2921" y="csY2921"/>
              </a:cxn>
              <a:cxn ang="0">
                <a:pos x="csX2922" y="csY2922"/>
              </a:cxn>
              <a:cxn ang="0">
                <a:pos x="csX2923" y="csY2923"/>
              </a:cxn>
              <a:cxn ang="0">
                <a:pos x="csX2924" y="csY2924"/>
              </a:cxn>
              <a:cxn ang="0">
                <a:pos x="csX2925" y="csY2925"/>
              </a:cxn>
              <a:cxn ang="0">
                <a:pos x="csX2926" y="csY2926"/>
              </a:cxn>
              <a:cxn ang="0">
                <a:pos x="csX2927" y="csY2927"/>
              </a:cxn>
              <a:cxn ang="0">
                <a:pos x="csX2928" y="csY2928"/>
              </a:cxn>
              <a:cxn ang="0">
                <a:pos x="csX2929" y="csY2929"/>
              </a:cxn>
              <a:cxn ang="0">
                <a:pos x="csX2930" y="csY2930"/>
              </a:cxn>
              <a:cxn ang="0">
                <a:pos x="csX2931" y="csY2931"/>
              </a:cxn>
              <a:cxn ang="0">
                <a:pos x="csX2932" y="csY2932"/>
              </a:cxn>
              <a:cxn ang="0">
                <a:pos x="csX2933" y="csY2933"/>
              </a:cxn>
              <a:cxn ang="0">
                <a:pos x="csX2934" y="csY2934"/>
              </a:cxn>
              <a:cxn ang="0">
                <a:pos x="csX2935" y="csY2935"/>
              </a:cxn>
              <a:cxn ang="0">
                <a:pos x="csX2936" y="csY2936"/>
              </a:cxn>
              <a:cxn ang="0">
                <a:pos x="csX2937" y="csY2937"/>
              </a:cxn>
              <a:cxn ang="0">
                <a:pos x="csX2938" y="csY2938"/>
              </a:cxn>
              <a:cxn ang="0">
                <a:pos x="csX2939" y="csY2939"/>
              </a:cxn>
              <a:cxn ang="0">
                <a:pos x="csX2940" y="csY2940"/>
              </a:cxn>
              <a:cxn ang="0">
                <a:pos x="csX2941" y="csY2941"/>
              </a:cxn>
              <a:cxn ang="0">
                <a:pos x="csX2942" y="csY2942"/>
              </a:cxn>
              <a:cxn ang="0">
                <a:pos x="csX2943" y="csY2943"/>
              </a:cxn>
              <a:cxn ang="0">
                <a:pos x="csX2944" y="csY2944"/>
              </a:cxn>
              <a:cxn ang="0">
                <a:pos x="csX2945" y="csY2945"/>
              </a:cxn>
              <a:cxn ang="0">
                <a:pos x="csX2946" y="csY2946"/>
              </a:cxn>
              <a:cxn ang="0">
                <a:pos x="csX2947" y="csY2947"/>
              </a:cxn>
              <a:cxn ang="0">
                <a:pos x="csX2948" y="csY2948"/>
              </a:cxn>
              <a:cxn ang="0">
                <a:pos x="csX2949" y="csY2949"/>
              </a:cxn>
              <a:cxn ang="0">
                <a:pos x="csX2950" y="csY2950"/>
              </a:cxn>
              <a:cxn ang="0">
                <a:pos x="csX2951" y="csY2951"/>
              </a:cxn>
              <a:cxn ang="0">
                <a:pos x="csX2952" y="csY2952"/>
              </a:cxn>
              <a:cxn ang="0">
                <a:pos x="csX2953" y="csY2953"/>
              </a:cxn>
              <a:cxn ang="0">
                <a:pos x="csX2954" y="csY2954"/>
              </a:cxn>
              <a:cxn ang="0">
                <a:pos x="csX2955" y="csY2955"/>
              </a:cxn>
              <a:cxn ang="0">
                <a:pos x="csX2956" y="csY2956"/>
              </a:cxn>
              <a:cxn ang="0">
                <a:pos x="csX2957" y="csY2957"/>
              </a:cxn>
              <a:cxn ang="0">
                <a:pos x="csX2958" y="csY2958"/>
              </a:cxn>
              <a:cxn ang="0">
                <a:pos x="csX2959" y="csY2959"/>
              </a:cxn>
              <a:cxn ang="0">
                <a:pos x="csX2960" y="csY2960"/>
              </a:cxn>
              <a:cxn ang="0">
                <a:pos x="csX2961" y="csY2961"/>
              </a:cxn>
              <a:cxn ang="0">
                <a:pos x="csX2962" y="csY2962"/>
              </a:cxn>
              <a:cxn ang="0">
                <a:pos x="csX2963" y="csY2963"/>
              </a:cxn>
              <a:cxn ang="0">
                <a:pos x="csX2964" y="csY2964"/>
              </a:cxn>
              <a:cxn ang="0">
                <a:pos x="csX2965" y="csY2965"/>
              </a:cxn>
              <a:cxn ang="0">
                <a:pos x="csX2966" y="csY2966"/>
              </a:cxn>
              <a:cxn ang="0">
                <a:pos x="csX2967" y="csY2967"/>
              </a:cxn>
              <a:cxn ang="0">
                <a:pos x="csX2968" y="csY2968"/>
              </a:cxn>
              <a:cxn ang="0">
                <a:pos x="csX2969" y="csY2969"/>
              </a:cxn>
              <a:cxn ang="0">
                <a:pos x="csX2970" y="csY2970"/>
              </a:cxn>
              <a:cxn ang="0">
                <a:pos x="csX2971" y="csY2971"/>
              </a:cxn>
              <a:cxn ang="0">
                <a:pos x="csX2972" y="csY2972"/>
              </a:cxn>
              <a:cxn ang="0">
                <a:pos x="csX2973" y="csY2973"/>
              </a:cxn>
              <a:cxn ang="0">
                <a:pos x="csX2974" y="csY2974"/>
              </a:cxn>
              <a:cxn ang="0">
                <a:pos x="csX2975" y="csY2975"/>
              </a:cxn>
              <a:cxn ang="0">
                <a:pos x="csX2976" y="csY2976"/>
              </a:cxn>
              <a:cxn ang="0">
                <a:pos x="csX2977" y="csY2977"/>
              </a:cxn>
              <a:cxn ang="0">
                <a:pos x="csX2978" y="csY2978"/>
              </a:cxn>
              <a:cxn ang="0">
                <a:pos x="csX2979" y="csY2979"/>
              </a:cxn>
              <a:cxn ang="0">
                <a:pos x="csX2980" y="csY2980"/>
              </a:cxn>
              <a:cxn ang="0">
                <a:pos x="csX2981" y="csY2981"/>
              </a:cxn>
              <a:cxn ang="0">
                <a:pos x="csX2982" y="csY2982"/>
              </a:cxn>
              <a:cxn ang="0">
                <a:pos x="csX2983" y="csY2983"/>
              </a:cxn>
              <a:cxn ang="0">
                <a:pos x="csX2984" y="csY2984"/>
              </a:cxn>
              <a:cxn ang="0">
                <a:pos x="csX2985" y="csY2985"/>
              </a:cxn>
              <a:cxn ang="0">
                <a:pos x="csX2986" y="csY2986"/>
              </a:cxn>
              <a:cxn ang="0">
                <a:pos x="csX2987" y="csY2987"/>
              </a:cxn>
              <a:cxn ang="0">
                <a:pos x="csX2988" y="csY2988"/>
              </a:cxn>
              <a:cxn ang="0">
                <a:pos x="csX2989" y="csY2989"/>
              </a:cxn>
              <a:cxn ang="0">
                <a:pos x="csX2990" y="csY2990"/>
              </a:cxn>
              <a:cxn ang="0">
                <a:pos x="csX2991" y="csY2991"/>
              </a:cxn>
              <a:cxn ang="0">
                <a:pos x="csX2992" y="csY2992"/>
              </a:cxn>
              <a:cxn ang="0">
                <a:pos x="csX2993" y="csY2993"/>
              </a:cxn>
              <a:cxn ang="0">
                <a:pos x="csX2994" y="csY2994"/>
              </a:cxn>
              <a:cxn ang="0">
                <a:pos x="csX2995" y="csY2995"/>
              </a:cxn>
              <a:cxn ang="0">
                <a:pos x="csX2996" y="csY2996"/>
              </a:cxn>
              <a:cxn ang="0">
                <a:pos x="csX2997" y="csY2997"/>
              </a:cxn>
              <a:cxn ang="0">
                <a:pos x="csX2998" y="csY2998"/>
              </a:cxn>
              <a:cxn ang="0">
                <a:pos x="csX2999" y="csY2999"/>
              </a:cxn>
              <a:cxn ang="0">
                <a:pos x="csX3000" y="csY3000"/>
              </a:cxn>
              <a:cxn ang="0">
                <a:pos x="csX3001" y="csY3001"/>
              </a:cxn>
              <a:cxn ang="0">
                <a:pos x="csX3002" y="csY3002"/>
              </a:cxn>
              <a:cxn ang="0">
                <a:pos x="csX3003" y="csY3003"/>
              </a:cxn>
              <a:cxn ang="0">
                <a:pos x="csX3004" y="csY3004"/>
              </a:cxn>
              <a:cxn ang="0">
                <a:pos x="csX3005" y="csY3005"/>
              </a:cxn>
              <a:cxn ang="0">
                <a:pos x="csX3006" y="csY3006"/>
              </a:cxn>
              <a:cxn ang="0">
                <a:pos x="csX3007" y="csY3007"/>
              </a:cxn>
              <a:cxn ang="0">
                <a:pos x="csX3008" y="csY3008"/>
              </a:cxn>
              <a:cxn ang="0">
                <a:pos x="csX3009" y="csY3009"/>
              </a:cxn>
              <a:cxn ang="0">
                <a:pos x="csX3010" y="csY3010"/>
              </a:cxn>
              <a:cxn ang="0">
                <a:pos x="csX3011" y="csY3011"/>
              </a:cxn>
              <a:cxn ang="0">
                <a:pos x="csX3012" y="csY3012"/>
              </a:cxn>
              <a:cxn ang="0">
                <a:pos x="csX3013" y="csY3013"/>
              </a:cxn>
              <a:cxn ang="0">
                <a:pos x="csX3014" y="csY3014"/>
              </a:cxn>
              <a:cxn ang="0">
                <a:pos x="csX3015" y="csY3015"/>
              </a:cxn>
              <a:cxn ang="0">
                <a:pos x="csX3016" y="csY3016"/>
              </a:cxn>
              <a:cxn ang="0">
                <a:pos x="csX3017" y="csY3017"/>
              </a:cxn>
              <a:cxn ang="0">
                <a:pos x="csX3018" y="csY3018"/>
              </a:cxn>
              <a:cxn ang="0">
                <a:pos x="csX3019" y="csY3019"/>
              </a:cxn>
              <a:cxn ang="0">
                <a:pos x="csX3020" y="csY3020"/>
              </a:cxn>
              <a:cxn ang="0">
                <a:pos x="csX3021" y="csY3021"/>
              </a:cxn>
              <a:cxn ang="0">
                <a:pos x="csX3022" y="csY3022"/>
              </a:cxn>
              <a:cxn ang="0">
                <a:pos x="csX3023" y="csY3023"/>
              </a:cxn>
              <a:cxn ang="0">
                <a:pos x="csX3024" y="csY3024"/>
              </a:cxn>
              <a:cxn ang="0">
                <a:pos x="csX3025" y="csY3025"/>
              </a:cxn>
              <a:cxn ang="0">
                <a:pos x="csX3026" y="csY3026"/>
              </a:cxn>
              <a:cxn ang="0">
                <a:pos x="csX3027" y="csY3027"/>
              </a:cxn>
              <a:cxn ang="0">
                <a:pos x="csX3028" y="csY3028"/>
              </a:cxn>
              <a:cxn ang="0">
                <a:pos x="csX3029" y="csY3029"/>
              </a:cxn>
              <a:cxn ang="0">
                <a:pos x="csX3030" y="csY3030"/>
              </a:cxn>
              <a:cxn ang="0">
                <a:pos x="csX3031" y="csY3031"/>
              </a:cxn>
              <a:cxn ang="0">
                <a:pos x="csX3032" y="csY3032"/>
              </a:cxn>
              <a:cxn ang="0">
                <a:pos x="csX3033" y="csY3033"/>
              </a:cxn>
              <a:cxn ang="0">
                <a:pos x="csX3034" y="csY3034"/>
              </a:cxn>
              <a:cxn ang="0">
                <a:pos x="csX3035" y="csY3035"/>
              </a:cxn>
              <a:cxn ang="0">
                <a:pos x="csX3036" y="csY3036"/>
              </a:cxn>
              <a:cxn ang="0">
                <a:pos x="csX3037" y="csY3037"/>
              </a:cxn>
              <a:cxn ang="0">
                <a:pos x="csX3038" y="csY3038"/>
              </a:cxn>
              <a:cxn ang="0">
                <a:pos x="csX3039" y="csY3039"/>
              </a:cxn>
              <a:cxn ang="0">
                <a:pos x="csX3040" y="csY3040"/>
              </a:cxn>
              <a:cxn ang="0">
                <a:pos x="csX3041" y="csY3041"/>
              </a:cxn>
              <a:cxn ang="0">
                <a:pos x="csX3042" y="csY3042"/>
              </a:cxn>
              <a:cxn ang="0">
                <a:pos x="csX3043" y="csY3043"/>
              </a:cxn>
              <a:cxn ang="0">
                <a:pos x="csX3044" y="csY3044"/>
              </a:cxn>
              <a:cxn ang="0">
                <a:pos x="csX3045" y="csY3045"/>
              </a:cxn>
              <a:cxn ang="0">
                <a:pos x="csX3046" y="csY3046"/>
              </a:cxn>
              <a:cxn ang="0">
                <a:pos x="csX3047" y="csY3047"/>
              </a:cxn>
              <a:cxn ang="0">
                <a:pos x="csX3048" y="csY3048"/>
              </a:cxn>
              <a:cxn ang="0">
                <a:pos x="csX3049" y="csY3049"/>
              </a:cxn>
              <a:cxn ang="0">
                <a:pos x="csX3050" y="csY3050"/>
              </a:cxn>
              <a:cxn ang="0">
                <a:pos x="csX3051" y="csY3051"/>
              </a:cxn>
              <a:cxn ang="0">
                <a:pos x="csX3052" y="csY3052"/>
              </a:cxn>
              <a:cxn ang="0">
                <a:pos x="csX3053" y="csY3053"/>
              </a:cxn>
              <a:cxn ang="0">
                <a:pos x="csX3054" y="csY3054"/>
              </a:cxn>
              <a:cxn ang="0">
                <a:pos x="csX3055" y="csY3055"/>
              </a:cxn>
              <a:cxn ang="0">
                <a:pos x="csX3056" y="csY3056"/>
              </a:cxn>
              <a:cxn ang="0">
                <a:pos x="csX3057" y="csY3057"/>
              </a:cxn>
              <a:cxn ang="0">
                <a:pos x="csX3058" y="csY3058"/>
              </a:cxn>
              <a:cxn ang="0">
                <a:pos x="csX3059" y="csY3059"/>
              </a:cxn>
              <a:cxn ang="0">
                <a:pos x="csX3060" y="csY3060"/>
              </a:cxn>
              <a:cxn ang="0">
                <a:pos x="csX3061" y="csY3061"/>
              </a:cxn>
              <a:cxn ang="0">
                <a:pos x="csX3062" y="csY3062"/>
              </a:cxn>
              <a:cxn ang="0">
                <a:pos x="csX3063" y="csY3063"/>
              </a:cxn>
              <a:cxn ang="0">
                <a:pos x="csX3064" y="csY3064"/>
              </a:cxn>
              <a:cxn ang="0">
                <a:pos x="csX3065" y="csY3065"/>
              </a:cxn>
              <a:cxn ang="0">
                <a:pos x="csX3066" y="csY3066"/>
              </a:cxn>
              <a:cxn ang="0">
                <a:pos x="csX3067" y="csY3067"/>
              </a:cxn>
              <a:cxn ang="0">
                <a:pos x="csX3068" y="csY3068"/>
              </a:cxn>
              <a:cxn ang="0">
                <a:pos x="csX3069" y="csY3069"/>
              </a:cxn>
              <a:cxn ang="0">
                <a:pos x="csX3070" y="csY3070"/>
              </a:cxn>
              <a:cxn ang="0">
                <a:pos x="csX3071" y="csY3071"/>
              </a:cxn>
              <a:cxn ang="0">
                <a:pos x="csX3072" y="csY3072"/>
              </a:cxn>
              <a:cxn ang="0">
                <a:pos x="csX3073" y="csY3073"/>
              </a:cxn>
              <a:cxn ang="0">
                <a:pos x="csX3074" y="csY3074"/>
              </a:cxn>
              <a:cxn ang="0">
                <a:pos x="csX3075" y="csY3075"/>
              </a:cxn>
              <a:cxn ang="0">
                <a:pos x="csX3076" y="csY3076"/>
              </a:cxn>
              <a:cxn ang="0">
                <a:pos x="csX3077" y="csY3077"/>
              </a:cxn>
              <a:cxn ang="0">
                <a:pos x="csX3078" y="csY3078"/>
              </a:cxn>
              <a:cxn ang="0">
                <a:pos x="csX3079" y="csY3079"/>
              </a:cxn>
              <a:cxn ang="0">
                <a:pos x="csX3080" y="csY3080"/>
              </a:cxn>
              <a:cxn ang="0">
                <a:pos x="csX3081" y="csY3081"/>
              </a:cxn>
              <a:cxn ang="0">
                <a:pos x="csX3082" y="csY3082"/>
              </a:cxn>
              <a:cxn ang="0">
                <a:pos x="csX3083" y="csY3083"/>
              </a:cxn>
              <a:cxn ang="0">
                <a:pos x="csX3084" y="csY3084"/>
              </a:cxn>
              <a:cxn ang="0">
                <a:pos x="csX3085" y="csY3085"/>
              </a:cxn>
              <a:cxn ang="0">
                <a:pos x="csX3086" y="csY3086"/>
              </a:cxn>
              <a:cxn ang="0">
                <a:pos x="csX3087" y="csY3087"/>
              </a:cxn>
              <a:cxn ang="0">
                <a:pos x="csX3088" y="csY3088"/>
              </a:cxn>
              <a:cxn ang="0">
                <a:pos x="csX3089" y="csY3089"/>
              </a:cxn>
              <a:cxn ang="0">
                <a:pos x="csX3090" y="csY3090"/>
              </a:cxn>
              <a:cxn ang="0">
                <a:pos x="csX3091" y="csY3091"/>
              </a:cxn>
              <a:cxn ang="0">
                <a:pos x="csX3092" y="csY3092"/>
              </a:cxn>
              <a:cxn ang="0">
                <a:pos x="csX3093" y="csY3093"/>
              </a:cxn>
              <a:cxn ang="0">
                <a:pos x="csX3094" y="csY3094"/>
              </a:cxn>
              <a:cxn ang="0">
                <a:pos x="csX3095" y="csY3095"/>
              </a:cxn>
              <a:cxn ang="0">
                <a:pos x="csX3096" y="csY3096"/>
              </a:cxn>
              <a:cxn ang="0">
                <a:pos x="csX3097" y="csY3097"/>
              </a:cxn>
              <a:cxn ang="0">
                <a:pos x="csX3098" y="csY3098"/>
              </a:cxn>
              <a:cxn ang="0">
                <a:pos x="csX3099" y="csY3099"/>
              </a:cxn>
              <a:cxn ang="0">
                <a:pos x="csX3100" y="csY3100"/>
              </a:cxn>
              <a:cxn ang="0">
                <a:pos x="csX3101" y="csY3101"/>
              </a:cxn>
              <a:cxn ang="0">
                <a:pos x="csX3102" y="csY3102"/>
              </a:cxn>
              <a:cxn ang="0">
                <a:pos x="csX3103" y="csY3103"/>
              </a:cxn>
              <a:cxn ang="0">
                <a:pos x="csX3104" y="csY3104"/>
              </a:cxn>
              <a:cxn ang="0">
                <a:pos x="csX3105" y="csY3105"/>
              </a:cxn>
              <a:cxn ang="0">
                <a:pos x="csX3106" y="csY3106"/>
              </a:cxn>
              <a:cxn ang="0">
                <a:pos x="csX3107" y="csY3107"/>
              </a:cxn>
              <a:cxn ang="0">
                <a:pos x="csX3108" y="csY3108"/>
              </a:cxn>
              <a:cxn ang="0">
                <a:pos x="csX3109" y="csY3109"/>
              </a:cxn>
              <a:cxn ang="0">
                <a:pos x="csX3110" y="csY3110"/>
              </a:cxn>
              <a:cxn ang="0">
                <a:pos x="csX3111" y="csY3111"/>
              </a:cxn>
              <a:cxn ang="0">
                <a:pos x="csX3112" y="csY3112"/>
              </a:cxn>
              <a:cxn ang="0">
                <a:pos x="csX3113" y="csY3113"/>
              </a:cxn>
              <a:cxn ang="0">
                <a:pos x="csX3114" y="csY3114"/>
              </a:cxn>
              <a:cxn ang="0">
                <a:pos x="csX3115" y="csY3115"/>
              </a:cxn>
              <a:cxn ang="0">
                <a:pos x="csX3116" y="csY3116"/>
              </a:cxn>
              <a:cxn ang="0">
                <a:pos x="csX3117" y="csY3117"/>
              </a:cxn>
              <a:cxn ang="0">
                <a:pos x="csX3118" y="csY3118"/>
              </a:cxn>
              <a:cxn ang="0">
                <a:pos x="csX3119" y="csY3119"/>
              </a:cxn>
              <a:cxn ang="0">
                <a:pos x="csX3120" y="csY3120"/>
              </a:cxn>
              <a:cxn ang="0">
                <a:pos x="csX3121" y="csY3121"/>
              </a:cxn>
              <a:cxn ang="0">
                <a:pos x="csX3122" y="csY3122"/>
              </a:cxn>
              <a:cxn ang="0">
                <a:pos x="csX3123" y="csY3123"/>
              </a:cxn>
              <a:cxn ang="0">
                <a:pos x="csX3124" y="csY3124"/>
              </a:cxn>
              <a:cxn ang="0">
                <a:pos x="csX3125" y="csY3125"/>
              </a:cxn>
              <a:cxn ang="0">
                <a:pos x="csX3126" y="csY3126"/>
              </a:cxn>
              <a:cxn ang="0">
                <a:pos x="csX3127" y="csY3127"/>
              </a:cxn>
              <a:cxn ang="0">
                <a:pos x="csX3128" y="csY3128"/>
              </a:cxn>
              <a:cxn ang="0">
                <a:pos x="csX3129" y="csY3129"/>
              </a:cxn>
              <a:cxn ang="0">
                <a:pos x="csX3130" y="csY3130"/>
              </a:cxn>
              <a:cxn ang="0">
                <a:pos x="csX3131" y="csY3131"/>
              </a:cxn>
              <a:cxn ang="0">
                <a:pos x="csX3132" y="csY3132"/>
              </a:cxn>
              <a:cxn ang="0">
                <a:pos x="csX3133" y="csY3133"/>
              </a:cxn>
              <a:cxn ang="0">
                <a:pos x="csX3134" y="csY3134"/>
              </a:cxn>
              <a:cxn ang="0">
                <a:pos x="csX3135" y="csY3135"/>
              </a:cxn>
              <a:cxn ang="0">
                <a:pos x="csX3136" y="csY3136"/>
              </a:cxn>
              <a:cxn ang="0">
                <a:pos x="csX3137" y="csY3137"/>
              </a:cxn>
              <a:cxn ang="0">
                <a:pos x="csX3138" y="csY3138"/>
              </a:cxn>
              <a:cxn ang="0">
                <a:pos x="csX3139" y="csY3139"/>
              </a:cxn>
              <a:cxn ang="0">
                <a:pos x="csX3140" y="csY3140"/>
              </a:cxn>
              <a:cxn ang="0">
                <a:pos x="csX3141" y="csY3141"/>
              </a:cxn>
              <a:cxn ang="0">
                <a:pos x="csX3142" y="csY3142"/>
              </a:cxn>
              <a:cxn ang="0">
                <a:pos x="csX3143" y="csY3143"/>
              </a:cxn>
              <a:cxn ang="0">
                <a:pos x="csX3144" y="csY3144"/>
              </a:cxn>
              <a:cxn ang="0">
                <a:pos x="csX3145" y="csY3145"/>
              </a:cxn>
              <a:cxn ang="0">
                <a:pos x="csX3146" y="csY3146"/>
              </a:cxn>
              <a:cxn ang="0">
                <a:pos x="csX3147" y="csY3147"/>
              </a:cxn>
              <a:cxn ang="0">
                <a:pos x="csX3148" y="csY3148"/>
              </a:cxn>
              <a:cxn ang="0">
                <a:pos x="csX3149" y="csY3149"/>
              </a:cxn>
              <a:cxn ang="0">
                <a:pos x="csX3150" y="csY3150"/>
              </a:cxn>
              <a:cxn ang="0">
                <a:pos x="csX3151" y="csY3151"/>
              </a:cxn>
              <a:cxn ang="0">
                <a:pos x="csX3152" y="csY3152"/>
              </a:cxn>
              <a:cxn ang="0">
                <a:pos x="csX3153" y="csY3153"/>
              </a:cxn>
              <a:cxn ang="0">
                <a:pos x="csX3154" y="csY3154"/>
              </a:cxn>
              <a:cxn ang="0">
                <a:pos x="csX3155" y="csY3155"/>
              </a:cxn>
              <a:cxn ang="0">
                <a:pos x="csX3156" y="csY3156"/>
              </a:cxn>
              <a:cxn ang="0">
                <a:pos x="csX3157" y="csY3157"/>
              </a:cxn>
              <a:cxn ang="0">
                <a:pos x="csX3158" y="csY3158"/>
              </a:cxn>
              <a:cxn ang="0">
                <a:pos x="csX3159" y="csY3159"/>
              </a:cxn>
              <a:cxn ang="0">
                <a:pos x="csX3160" y="csY3160"/>
              </a:cxn>
              <a:cxn ang="0">
                <a:pos x="csX3161" y="csY3161"/>
              </a:cxn>
              <a:cxn ang="0">
                <a:pos x="csX3162" y="csY3162"/>
              </a:cxn>
              <a:cxn ang="0">
                <a:pos x="csX3163" y="csY3163"/>
              </a:cxn>
              <a:cxn ang="0">
                <a:pos x="csX3164" y="csY3164"/>
              </a:cxn>
              <a:cxn ang="0">
                <a:pos x="csX3165" y="csY3165"/>
              </a:cxn>
              <a:cxn ang="0">
                <a:pos x="csX3166" y="csY3166"/>
              </a:cxn>
              <a:cxn ang="0">
                <a:pos x="csX3167" y="csY3167"/>
              </a:cxn>
              <a:cxn ang="0">
                <a:pos x="csX3168" y="csY3168"/>
              </a:cxn>
              <a:cxn ang="0">
                <a:pos x="csX3169" y="csY3169"/>
              </a:cxn>
              <a:cxn ang="0">
                <a:pos x="csX3170" y="csY3170"/>
              </a:cxn>
              <a:cxn ang="0">
                <a:pos x="csX3171" y="csY3171"/>
              </a:cxn>
              <a:cxn ang="0">
                <a:pos x="csX3172" y="csY3172"/>
              </a:cxn>
              <a:cxn ang="0">
                <a:pos x="csX3173" y="csY3173"/>
              </a:cxn>
              <a:cxn ang="0">
                <a:pos x="csX3174" y="csY3174"/>
              </a:cxn>
              <a:cxn ang="0">
                <a:pos x="csX3175" y="csY3175"/>
              </a:cxn>
              <a:cxn ang="0">
                <a:pos x="csX3176" y="csY3176"/>
              </a:cxn>
              <a:cxn ang="0">
                <a:pos x="csX3177" y="csY3177"/>
              </a:cxn>
              <a:cxn ang="0">
                <a:pos x="csX3178" y="csY3178"/>
              </a:cxn>
              <a:cxn ang="0">
                <a:pos x="csX3179" y="csY3179"/>
              </a:cxn>
              <a:cxn ang="0">
                <a:pos x="csX3180" y="csY3180"/>
              </a:cxn>
              <a:cxn ang="0">
                <a:pos x="csX3181" y="csY3181"/>
              </a:cxn>
              <a:cxn ang="0">
                <a:pos x="csX3182" y="csY3182"/>
              </a:cxn>
              <a:cxn ang="0">
                <a:pos x="csX3183" y="csY3183"/>
              </a:cxn>
              <a:cxn ang="0">
                <a:pos x="csX3184" y="csY3184"/>
              </a:cxn>
              <a:cxn ang="0">
                <a:pos x="csX3185" y="csY3185"/>
              </a:cxn>
              <a:cxn ang="0">
                <a:pos x="csX3186" y="csY3186"/>
              </a:cxn>
              <a:cxn ang="0">
                <a:pos x="csX3187" y="csY3187"/>
              </a:cxn>
              <a:cxn ang="0">
                <a:pos x="csX3188" y="csY3188"/>
              </a:cxn>
              <a:cxn ang="0">
                <a:pos x="csX3189" y="csY3189"/>
              </a:cxn>
              <a:cxn ang="0">
                <a:pos x="csX3190" y="csY3190"/>
              </a:cxn>
              <a:cxn ang="0">
                <a:pos x="csX3191" y="csY3191"/>
              </a:cxn>
              <a:cxn ang="0">
                <a:pos x="csX3192" y="csY3192"/>
              </a:cxn>
              <a:cxn ang="0">
                <a:pos x="csX3193" y="csY3193"/>
              </a:cxn>
              <a:cxn ang="0">
                <a:pos x="csX3194" y="csY3194"/>
              </a:cxn>
              <a:cxn ang="0">
                <a:pos x="csX3195" y="csY3195"/>
              </a:cxn>
              <a:cxn ang="0">
                <a:pos x="csX3196" y="csY3196"/>
              </a:cxn>
              <a:cxn ang="0">
                <a:pos x="csX3197" y="csY3197"/>
              </a:cxn>
              <a:cxn ang="0">
                <a:pos x="csX3198" y="csY3198"/>
              </a:cxn>
              <a:cxn ang="0">
                <a:pos x="csX3199" y="csY3199"/>
              </a:cxn>
              <a:cxn ang="0">
                <a:pos x="csX3200" y="csY3200"/>
              </a:cxn>
              <a:cxn ang="0">
                <a:pos x="csX3201" y="csY3201"/>
              </a:cxn>
              <a:cxn ang="0">
                <a:pos x="csX3202" y="csY3202"/>
              </a:cxn>
              <a:cxn ang="0">
                <a:pos x="csX3203" y="csY3203"/>
              </a:cxn>
              <a:cxn ang="0">
                <a:pos x="csX3204" y="csY3204"/>
              </a:cxn>
              <a:cxn ang="0">
                <a:pos x="csX3205" y="csY3205"/>
              </a:cxn>
              <a:cxn ang="0">
                <a:pos x="csX3206" y="csY3206"/>
              </a:cxn>
              <a:cxn ang="0">
                <a:pos x="csX3207" y="csY3207"/>
              </a:cxn>
              <a:cxn ang="0">
                <a:pos x="csX3208" y="csY3208"/>
              </a:cxn>
              <a:cxn ang="0">
                <a:pos x="csX3209" y="csY3209"/>
              </a:cxn>
              <a:cxn ang="0">
                <a:pos x="csX3210" y="csY3210"/>
              </a:cxn>
              <a:cxn ang="0">
                <a:pos x="csX3211" y="csY3211"/>
              </a:cxn>
              <a:cxn ang="0">
                <a:pos x="csX3212" y="csY3212"/>
              </a:cxn>
              <a:cxn ang="0">
                <a:pos x="csX3213" y="csY3213"/>
              </a:cxn>
              <a:cxn ang="0">
                <a:pos x="csX3214" y="csY3214"/>
              </a:cxn>
              <a:cxn ang="0">
                <a:pos x="csX3215" y="csY3215"/>
              </a:cxn>
              <a:cxn ang="0">
                <a:pos x="csX3216" y="csY3216"/>
              </a:cxn>
              <a:cxn ang="0">
                <a:pos x="csX3217" y="csY3217"/>
              </a:cxn>
              <a:cxn ang="0">
                <a:pos x="csX3218" y="csY3218"/>
              </a:cxn>
              <a:cxn ang="0">
                <a:pos x="csX3219" y="csY3219"/>
              </a:cxn>
              <a:cxn ang="0">
                <a:pos x="csX3220" y="csY3220"/>
              </a:cxn>
              <a:cxn ang="0">
                <a:pos x="csX3221" y="csY3221"/>
              </a:cxn>
              <a:cxn ang="0">
                <a:pos x="csX3222" y="csY3222"/>
              </a:cxn>
              <a:cxn ang="0">
                <a:pos x="csX3223" y="csY3223"/>
              </a:cxn>
              <a:cxn ang="0">
                <a:pos x="csX3224" y="csY3224"/>
              </a:cxn>
              <a:cxn ang="0">
                <a:pos x="csX3225" y="csY3225"/>
              </a:cxn>
              <a:cxn ang="0">
                <a:pos x="csX3226" y="csY3226"/>
              </a:cxn>
              <a:cxn ang="0">
                <a:pos x="csX3227" y="csY3227"/>
              </a:cxn>
              <a:cxn ang="0">
                <a:pos x="csX3228" y="csY3228"/>
              </a:cxn>
              <a:cxn ang="0">
                <a:pos x="csX3229" y="csY3229"/>
              </a:cxn>
              <a:cxn ang="0">
                <a:pos x="csX3230" y="csY3230"/>
              </a:cxn>
              <a:cxn ang="0">
                <a:pos x="csX3231" y="csY3231"/>
              </a:cxn>
              <a:cxn ang="0">
                <a:pos x="csX3232" y="csY3232"/>
              </a:cxn>
              <a:cxn ang="0">
                <a:pos x="csX3233" y="csY3233"/>
              </a:cxn>
              <a:cxn ang="0">
                <a:pos x="csX3234" y="csY3234"/>
              </a:cxn>
              <a:cxn ang="0">
                <a:pos x="csX3235" y="csY3235"/>
              </a:cxn>
              <a:cxn ang="0">
                <a:pos x="csX3236" y="csY3236"/>
              </a:cxn>
              <a:cxn ang="0">
                <a:pos x="csX3237" y="csY3237"/>
              </a:cxn>
              <a:cxn ang="0">
                <a:pos x="csX3238" y="csY3238"/>
              </a:cxn>
              <a:cxn ang="0">
                <a:pos x="csX3239" y="csY3239"/>
              </a:cxn>
              <a:cxn ang="0">
                <a:pos x="csX3240" y="csY3240"/>
              </a:cxn>
              <a:cxn ang="0">
                <a:pos x="csX3241" y="csY3241"/>
              </a:cxn>
              <a:cxn ang="0">
                <a:pos x="csX3242" y="csY3242"/>
              </a:cxn>
              <a:cxn ang="0">
                <a:pos x="csX3243" y="csY3243"/>
              </a:cxn>
              <a:cxn ang="0">
                <a:pos x="csX3244" y="csY3244"/>
              </a:cxn>
              <a:cxn ang="0">
                <a:pos x="csX3245" y="csY3245"/>
              </a:cxn>
              <a:cxn ang="0">
                <a:pos x="csX3246" y="csY3246"/>
              </a:cxn>
              <a:cxn ang="0">
                <a:pos x="csX3247" y="csY3247"/>
              </a:cxn>
              <a:cxn ang="0">
                <a:pos x="csX3248" y="csY3248"/>
              </a:cxn>
              <a:cxn ang="0">
                <a:pos x="csX3249" y="csY3249"/>
              </a:cxn>
              <a:cxn ang="0">
                <a:pos x="csX3250" y="csY3250"/>
              </a:cxn>
              <a:cxn ang="0">
                <a:pos x="csX3251" y="csY3251"/>
              </a:cxn>
              <a:cxn ang="0">
                <a:pos x="csX3252" y="csY3252"/>
              </a:cxn>
              <a:cxn ang="0">
                <a:pos x="csX3253" y="csY3253"/>
              </a:cxn>
              <a:cxn ang="0">
                <a:pos x="csX3254" y="csY3254"/>
              </a:cxn>
              <a:cxn ang="0">
                <a:pos x="csX3255" y="csY3255"/>
              </a:cxn>
              <a:cxn ang="0">
                <a:pos x="csX3256" y="csY3256"/>
              </a:cxn>
              <a:cxn ang="0">
                <a:pos x="csX3257" y="csY3257"/>
              </a:cxn>
              <a:cxn ang="0">
                <a:pos x="csX3258" y="csY3258"/>
              </a:cxn>
              <a:cxn ang="0">
                <a:pos x="csX3259" y="csY3259"/>
              </a:cxn>
              <a:cxn ang="0">
                <a:pos x="csX3260" y="csY3260"/>
              </a:cxn>
              <a:cxn ang="0">
                <a:pos x="csX3261" y="csY3261"/>
              </a:cxn>
              <a:cxn ang="0">
                <a:pos x="csX3262" y="csY3262"/>
              </a:cxn>
              <a:cxn ang="0">
                <a:pos x="csX3263" y="csY3263"/>
              </a:cxn>
              <a:cxn ang="0">
                <a:pos x="csX3264" y="csY3264"/>
              </a:cxn>
              <a:cxn ang="0">
                <a:pos x="csX3265" y="csY3265"/>
              </a:cxn>
              <a:cxn ang="0">
                <a:pos x="csX3266" y="csY3266"/>
              </a:cxn>
              <a:cxn ang="0">
                <a:pos x="csX3267" y="csY3267"/>
              </a:cxn>
              <a:cxn ang="0">
                <a:pos x="csX3268" y="csY3268"/>
              </a:cxn>
              <a:cxn ang="0">
                <a:pos x="csX3269" y="csY3269"/>
              </a:cxn>
              <a:cxn ang="0">
                <a:pos x="csX3270" y="csY3270"/>
              </a:cxn>
              <a:cxn ang="0">
                <a:pos x="csX3271" y="csY3271"/>
              </a:cxn>
              <a:cxn ang="0">
                <a:pos x="csX3272" y="csY3272"/>
              </a:cxn>
              <a:cxn ang="0">
                <a:pos x="csX3273" y="csY3273"/>
              </a:cxn>
              <a:cxn ang="0">
                <a:pos x="csX3274" y="csY3274"/>
              </a:cxn>
              <a:cxn ang="0">
                <a:pos x="csX3275" y="csY3275"/>
              </a:cxn>
              <a:cxn ang="0">
                <a:pos x="csX3276" y="csY3276"/>
              </a:cxn>
              <a:cxn ang="0">
                <a:pos x="csX3277" y="csY3277"/>
              </a:cxn>
              <a:cxn ang="0">
                <a:pos x="csX3278" y="csY3278"/>
              </a:cxn>
              <a:cxn ang="0">
                <a:pos x="csX3279" y="csY3279"/>
              </a:cxn>
              <a:cxn ang="0">
                <a:pos x="csX3280" y="csY3280"/>
              </a:cxn>
              <a:cxn ang="0">
                <a:pos x="csX3281" y="csY3281"/>
              </a:cxn>
              <a:cxn ang="0">
                <a:pos x="csX3282" y="csY3282"/>
              </a:cxn>
              <a:cxn ang="0">
                <a:pos x="csX3283" y="csY3283"/>
              </a:cxn>
              <a:cxn ang="0">
                <a:pos x="csX3284" y="csY3284"/>
              </a:cxn>
              <a:cxn ang="0">
                <a:pos x="csX3285" y="csY3285"/>
              </a:cxn>
              <a:cxn ang="0">
                <a:pos x="csX3286" y="csY3286"/>
              </a:cxn>
              <a:cxn ang="0">
                <a:pos x="csX3287" y="csY3287"/>
              </a:cxn>
              <a:cxn ang="0">
                <a:pos x="csX3288" y="csY3288"/>
              </a:cxn>
              <a:cxn ang="0">
                <a:pos x="csX3289" y="csY3289"/>
              </a:cxn>
              <a:cxn ang="0">
                <a:pos x="csX3290" y="csY3290"/>
              </a:cxn>
              <a:cxn ang="0">
                <a:pos x="csX3291" y="csY3291"/>
              </a:cxn>
              <a:cxn ang="0">
                <a:pos x="csX3292" y="csY3292"/>
              </a:cxn>
              <a:cxn ang="0">
                <a:pos x="csX3293" y="csY3293"/>
              </a:cxn>
              <a:cxn ang="0">
                <a:pos x="csX3294" y="csY3294"/>
              </a:cxn>
              <a:cxn ang="0">
                <a:pos x="csX3295" y="csY3295"/>
              </a:cxn>
              <a:cxn ang="0">
                <a:pos x="csX3296" y="csY3296"/>
              </a:cxn>
              <a:cxn ang="0">
                <a:pos x="csX3297" y="csY3297"/>
              </a:cxn>
              <a:cxn ang="0">
                <a:pos x="csX3298" y="csY3298"/>
              </a:cxn>
              <a:cxn ang="0">
                <a:pos x="csX3299" y="csY3299"/>
              </a:cxn>
              <a:cxn ang="0">
                <a:pos x="csX3300" y="csY3300"/>
              </a:cxn>
              <a:cxn ang="0">
                <a:pos x="csX3301" y="csY3301"/>
              </a:cxn>
              <a:cxn ang="0">
                <a:pos x="csX3302" y="csY3302"/>
              </a:cxn>
              <a:cxn ang="0">
                <a:pos x="csX3303" y="csY3303"/>
              </a:cxn>
              <a:cxn ang="0">
                <a:pos x="csX3304" y="csY3304"/>
              </a:cxn>
              <a:cxn ang="0">
                <a:pos x="csX3305" y="csY3305"/>
              </a:cxn>
              <a:cxn ang="0">
                <a:pos x="csX3306" y="csY3306"/>
              </a:cxn>
              <a:cxn ang="0">
                <a:pos x="csX3307" y="csY3307"/>
              </a:cxn>
              <a:cxn ang="0">
                <a:pos x="csX3308" y="csY3308"/>
              </a:cxn>
              <a:cxn ang="0">
                <a:pos x="csX3309" y="csY3309"/>
              </a:cxn>
              <a:cxn ang="0">
                <a:pos x="csX3310" y="csY3310"/>
              </a:cxn>
              <a:cxn ang="0">
                <a:pos x="csX3311" y="csY3311"/>
              </a:cxn>
              <a:cxn ang="0">
                <a:pos x="csX3312" y="csY3312"/>
              </a:cxn>
              <a:cxn ang="0">
                <a:pos x="csX3313" y="csY3313"/>
              </a:cxn>
              <a:cxn ang="0">
                <a:pos x="csX3314" y="csY3314"/>
              </a:cxn>
              <a:cxn ang="0">
                <a:pos x="csX3315" y="csY3315"/>
              </a:cxn>
              <a:cxn ang="0">
                <a:pos x="csX3316" y="csY3316"/>
              </a:cxn>
              <a:cxn ang="0">
                <a:pos x="csX3317" y="csY3317"/>
              </a:cxn>
              <a:cxn ang="0">
                <a:pos x="csX3318" y="csY3318"/>
              </a:cxn>
              <a:cxn ang="0">
                <a:pos x="csX3319" y="csY3319"/>
              </a:cxn>
              <a:cxn ang="0">
                <a:pos x="csX3320" y="csY3320"/>
              </a:cxn>
              <a:cxn ang="0">
                <a:pos x="csX3321" y="csY3321"/>
              </a:cxn>
              <a:cxn ang="0">
                <a:pos x="csX3322" y="csY3322"/>
              </a:cxn>
              <a:cxn ang="0">
                <a:pos x="csX3323" y="csY3323"/>
              </a:cxn>
              <a:cxn ang="0">
                <a:pos x="csX3324" y="csY3324"/>
              </a:cxn>
              <a:cxn ang="0">
                <a:pos x="csX3325" y="csY3325"/>
              </a:cxn>
              <a:cxn ang="0">
                <a:pos x="csX3326" y="csY3326"/>
              </a:cxn>
              <a:cxn ang="0">
                <a:pos x="csX3327" y="csY3327"/>
              </a:cxn>
              <a:cxn ang="0">
                <a:pos x="csX3328" y="csY3328"/>
              </a:cxn>
              <a:cxn ang="0">
                <a:pos x="csX3329" y="csY3329"/>
              </a:cxn>
              <a:cxn ang="0">
                <a:pos x="csX3330" y="csY3330"/>
              </a:cxn>
              <a:cxn ang="0">
                <a:pos x="csX3331" y="csY3331"/>
              </a:cxn>
              <a:cxn ang="0">
                <a:pos x="csX3332" y="csY3332"/>
              </a:cxn>
              <a:cxn ang="0">
                <a:pos x="csX3333" y="csY3333"/>
              </a:cxn>
              <a:cxn ang="0">
                <a:pos x="csX3334" y="csY3334"/>
              </a:cxn>
              <a:cxn ang="0">
                <a:pos x="csX3335" y="csY3335"/>
              </a:cxn>
              <a:cxn ang="0">
                <a:pos x="csX3336" y="csY3336"/>
              </a:cxn>
              <a:cxn ang="0">
                <a:pos x="csX3337" y="csY3337"/>
              </a:cxn>
              <a:cxn ang="0">
                <a:pos x="csX3338" y="csY3338"/>
              </a:cxn>
              <a:cxn ang="0">
                <a:pos x="csX3339" y="csY3339"/>
              </a:cxn>
              <a:cxn ang="0">
                <a:pos x="csX3340" y="csY3340"/>
              </a:cxn>
              <a:cxn ang="0">
                <a:pos x="csX3341" y="csY3341"/>
              </a:cxn>
              <a:cxn ang="0">
                <a:pos x="csX3342" y="csY3342"/>
              </a:cxn>
              <a:cxn ang="0">
                <a:pos x="csX3343" y="csY3343"/>
              </a:cxn>
              <a:cxn ang="0">
                <a:pos x="csX3344" y="csY3344"/>
              </a:cxn>
              <a:cxn ang="0">
                <a:pos x="csX3345" y="csY3345"/>
              </a:cxn>
              <a:cxn ang="0">
                <a:pos x="csX3346" y="csY3346"/>
              </a:cxn>
              <a:cxn ang="0">
                <a:pos x="csX3347" y="csY3347"/>
              </a:cxn>
              <a:cxn ang="0">
                <a:pos x="csX3348" y="csY3348"/>
              </a:cxn>
              <a:cxn ang="0">
                <a:pos x="csX3349" y="csY3349"/>
              </a:cxn>
              <a:cxn ang="0">
                <a:pos x="csX3350" y="csY3350"/>
              </a:cxn>
              <a:cxn ang="0">
                <a:pos x="csX3351" y="csY3351"/>
              </a:cxn>
              <a:cxn ang="0">
                <a:pos x="csX3352" y="csY3352"/>
              </a:cxn>
              <a:cxn ang="0">
                <a:pos x="csX3353" y="csY3353"/>
              </a:cxn>
              <a:cxn ang="0">
                <a:pos x="csX3354" y="csY3354"/>
              </a:cxn>
              <a:cxn ang="0">
                <a:pos x="csX3355" y="csY3355"/>
              </a:cxn>
              <a:cxn ang="0">
                <a:pos x="csX3356" y="csY3356"/>
              </a:cxn>
              <a:cxn ang="0">
                <a:pos x="csX3357" y="csY3357"/>
              </a:cxn>
              <a:cxn ang="0">
                <a:pos x="csX3358" y="csY3358"/>
              </a:cxn>
              <a:cxn ang="0">
                <a:pos x="csX3359" y="csY3359"/>
              </a:cxn>
              <a:cxn ang="0">
                <a:pos x="csX3360" y="csY3360"/>
              </a:cxn>
              <a:cxn ang="0">
                <a:pos x="csX3361" y="csY3361"/>
              </a:cxn>
              <a:cxn ang="0">
                <a:pos x="csX3362" y="csY3362"/>
              </a:cxn>
              <a:cxn ang="0">
                <a:pos x="csX3363" y="csY3363"/>
              </a:cxn>
              <a:cxn ang="0">
                <a:pos x="csX3364" y="csY3364"/>
              </a:cxn>
              <a:cxn ang="0">
                <a:pos x="csX3365" y="csY3365"/>
              </a:cxn>
              <a:cxn ang="0">
                <a:pos x="csX3366" y="csY3366"/>
              </a:cxn>
              <a:cxn ang="0">
                <a:pos x="csX3367" y="csY3367"/>
              </a:cxn>
              <a:cxn ang="0">
                <a:pos x="csX3368" y="csY3368"/>
              </a:cxn>
              <a:cxn ang="0">
                <a:pos x="csX3369" y="csY3369"/>
              </a:cxn>
              <a:cxn ang="0">
                <a:pos x="csX3370" y="csY3370"/>
              </a:cxn>
              <a:cxn ang="0">
                <a:pos x="csX3371" y="csY3371"/>
              </a:cxn>
              <a:cxn ang="0">
                <a:pos x="csX3372" y="csY3372"/>
              </a:cxn>
              <a:cxn ang="0">
                <a:pos x="csX3373" y="csY3373"/>
              </a:cxn>
              <a:cxn ang="0">
                <a:pos x="csX3374" y="csY3374"/>
              </a:cxn>
              <a:cxn ang="0">
                <a:pos x="csX3375" y="csY3375"/>
              </a:cxn>
              <a:cxn ang="0">
                <a:pos x="csX3376" y="csY3376"/>
              </a:cxn>
              <a:cxn ang="0">
                <a:pos x="csX3377" y="csY3377"/>
              </a:cxn>
              <a:cxn ang="0">
                <a:pos x="csX3378" y="csY3378"/>
              </a:cxn>
              <a:cxn ang="0">
                <a:pos x="csX3379" y="csY3379"/>
              </a:cxn>
              <a:cxn ang="0">
                <a:pos x="csX3380" y="csY3380"/>
              </a:cxn>
              <a:cxn ang="0">
                <a:pos x="csX3381" y="csY3381"/>
              </a:cxn>
              <a:cxn ang="0">
                <a:pos x="csX3382" y="csY3382"/>
              </a:cxn>
              <a:cxn ang="0">
                <a:pos x="csX3383" y="csY3383"/>
              </a:cxn>
              <a:cxn ang="0">
                <a:pos x="csX3384" y="csY3384"/>
              </a:cxn>
              <a:cxn ang="0">
                <a:pos x="csX3385" y="csY3385"/>
              </a:cxn>
              <a:cxn ang="0">
                <a:pos x="csX3386" y="csY3386"/>
              </a:cxn>
              <a:cxn ang="0">
                <a:pos x="csX3387" y="csY3387"/>
              </a:cxn>
              <a:cxn ang="0">
                <a:pos x="csX3388" y="csY3388"/>
              </a:cxn>
              <a:cxn ang="0">
                <a:pos x="csX3389" y="csY3389"/>
              </a:cxn>
              <a:cxn ang="0">
                <a:pos x="csX3390" y="csY3390"/>
              </a:cxn>
              <a:cxn ang="0">
                <a:pos x="csX3391" y="csY3391"/>
              </a:cxn>
              <a:cxn ang="0">
                <a:pos x="csX3392" y="csY3392"/>
              </a:cxn>
              <a:cxn ang="0">
                <a:pos x="csX3393" y="csY3393"/>
              </a:cxn>
              <a:cxn ang="0">
                <a:pos x="csX3394" y="csY3394"/>
              </a:cxn>
              <a:cxn ang="0">
                <a:pos x="csX3395" y="csY3395"/>
              </a:cxn>
              <a:cxn ang="0">
                <a:pos x="csX3396" y="csY3396"/>
              </a:cxn>
              <a:cxn ang="0">
                <a:pos x="csX3397" y="csY3397"/>
              </a:cxn>
              <a:cxn ang="0">
                <a:pos x="csX3398" y="csY3398"/>
              </a:cxn>
              <a:cxn ang="0">
                <a:pos x="csX3399" y="csY3399"/>
              </a:cxn>
              <a:cxn ang="0">
                <a:pos x="csX3400" y="csY3400"/>
              </a:cxn>
              <a:cxn ang="0">
                <a:pos x="csX3401" y="csY3401"/>
              </a:cxn>
              <a:cxn ang="0">
                <a:pos x="csX3402" y="csY3402"/>
              </a:cxn>
              <a:cxn ang="0">
                <a:pos x="csX3403" y="csY3403"/>
              </a:cxn>
              <a:cxn ang="0">
                <a:pos x="csX3404" y="csY3404"/>
              </a:cxn>
              <a:cxn ang="0">
                <a:pos x="csX3405" y="csY3405"/>
              </a:cxn>
              <a:cxn ang="0">
                <a:pos x="csX3406" y="csY3406"/>
              </a:cxn>
              <a:cxn ang="0">
                <a:pos x="csX3407" y="csY3407"/>
              </a:cxn>
              <a:cxn ang="0">
                <a:pos x="csX3408" y="csY3408"/>
              </a:cxn>
              <a:cxn ang="0">
                <a:pos x="csX3409" y="csY3409"/>
              </a:cxn>
              <a:cxn ang="0">
                <a:pos x="csX3410" y="csY3410"/>
              </a:cxn>
              <a:cxn ang="0">
                <a:pos x="csX3411" y="csY3411"/>
              </a:cxn>
              <a:cxn ang="0">
                <a:pos x="csX3412" y="csY3412"/>
              </a:cxn>
              <a:cxn ang="0">
                <a:pos x="csX3413" y="csY3413"/>
              </a:cxn>
              <a:cxn ang="0">
                <a:pos x="csX3414" y="csY3414"/>
              </a:cxn>
              <a:cxn ang="0">
                <a:pos x="csX3415" y="csY3415"/>
              </a:cxn>
              <a:cxn ang="0">
                <a:pos x="csX3416" y="csY3416"/>
              </a:cxn>
              <a:cxn ang="0">
                <a:pos x="csX3417" y="csY3417"/>
              </a:cxn>
              <a:cxn ang="0">
                <a:pos x="csX3418" y="csY3418"/>
              </a:cxn>
              <a:cxn ang="0">
                <a:pos x="csX3419" y="csY3419"/>
              </a:cxn>
              <a:cxn ang="0">
                <a:pos x="csX3420" y="csY3420"/>
              </a:cxn>
              <a:cxn ang="0">
                <a:pos x="csX3421" y="csY3421"/>
              </a:cxn>
              <a:cxn ang="0">
                <a:pos x="csX3422" y="csY3422"/>
              </a:cxn>
              <a:cxn ang="0">
                <a:pos x="csX3423" y="csY3423"/>
              </a:cxn>
              <a:cxn ang="0">
                <a:pos x="csX3424" y="csY3424"/>
              </a:cxn>
              <a:cxn ang="0">
                <a:pos x="csX3425" y="csY3425"/>
              </a:cxn>
              <a:cxn ang="0">
                <a:pos x="csX3426" y="csY3426"/>
              </a:cxn>
              <a:cxn ang="0">
                <a:pos x="csX3427" y="csY3427"/>
              </a:cxn>
              <a:cxn ang="0">
                <a:pos x="csX3428" y="csY3428"/>
              </a:cxn>
              <a:cxn ang="0">
                <a:pos x="csX3429" y="csY3429"/>
              </a:cxn>
              <a:cxn ang="0">
                <a:pos x="csX3430" y="csY3430"/>
              </a:cxn>
              <a:cxn ang="0">
                <a:pos x="csX3431" y="csY3431"/>
              </a:cxn>
              <a:cxn ang="0">
                <a:pos x="csX3432" y="csY3432"/>
              </a:cxn>
              <a:cxn ang="0">
                <a:pos x="csX3433" y="csY3433"/>
              </a:cxn>
              <a:cxn ang="0">
                <a:pos x="csX3434" y="csY3434"/>
              </a:cxn>
              <a:cxn ang="0">
                <a:pos x="csX3435" y="csY3435"/>
              </a:cxn>
              <a:cxn ang="0">
                <a:pos x="csX3436" y="csY3436"/>
              </a:cxn>
              <a:cxn ang="0">
                <a:pos x="csX3437" y="csY3437"/>
              </a:cxn>
              <a:cxn ang="0">
                <a:pos x="csX3438" y="csY3438"/>
              </a:cxn>
              <a:cxn ang="0">
                <a:pos x="csX3439" y="csY3439"/>
              </a:cxn>
              <a:cxn ang="0">
                <a:pos x="csX3440" y="csY3440"/>
              </a:cxn>
              <a:cxn ang="0">
                <a:pos x="csX3441" y="csY3441"/>
              </a:cxn>
              <a:cxn ang="0">
                <a:pos x="csX3442" y="csY3442"/>
              </a:cxn>
              <a:cxn ang="0">
                <a:pos x="csX3443" y="csY3443"/>
              </a:cxn>
              <a:cxn ang="0">
                <a:pos x="csX3444" y="csY3444"/>
              </a:cxn>
              <a:cxn ang="0">
                <a:pos x="csX3445" y="csY3445"/>
              </a:cxn>
              <a:cxn ang="0">
                <a:pos x="csX3446" y="csY3446"/>
              </a:cxn>
              <a:cxn ang="0">
                <a:pos x="csX3447" y="csY3447"/>
              </a:cxn>
              <a:cxn ang="0">
                <a:pos x="csX3448" y="csY3448"/>
              </a:cxn>
              <a:cxn ang="0">
                <a:pos x="csX3449" y="csY3449"/>
              </a:cxn>
              <a:cxn ang="0">
                <a:pos x="csX3450" y="csY3450"/>
              </a:cxn>
              <a:cxn ang="0">
                <a:pos x="csX3451" y="csY3451"/>
              </a:cxn>
              <a:cxn ang="0">
                <a:pos x="csX3452" y="csY3452"/>
              </a:cxn>
              <a:cxn ang="0">
                <a:pos x="csX3453" y="csY3453"/>
              </a:cxn>
              <a:cxn ang="0">
                <a:pos x="csX3454" y="csY3454"/>
              </a:cxn>
              <a:cxn ang="0">
                <a:pos x="csX3455" y="csY3455"/>
              </a:cxn>
              <a:cxn ang="0">
                <a:pos x="csX3456" y="csY3456"/>
              </a:cxn>
              <a:cxn ang="0">
                <a:pos x="csX3457" y="csY3457"/>
              </a:cxn>
              <a:cxn ang="0">
                <a:pos x="csX3458" y="csY3458"/>
              </a:cxn>
              <a:cxn ang="0">
                <a:pos x="csX3459" y="csY3459"/>
              </a:cxn>
              <a:cxn ang="0">
                <a:pos x="csX3460" y="csY3460"/>
              </a:cxn>
              <a:cxn ang="0">
                <a:pos x="csX3461" y="csY3461"/>
              </a:cxn>
              <a:cxn ang="0">
                <a:pos x="csX3462" y="csY3462"/>
              </a:cxn>
              <a:cxn ang="0">
                <a:pos x="csX3463" y="csY3463"/>
              </a:cxn>
              <a:cxn ang="0">
                <a:pos x="csX3464" y="csY3464"/>
              </a:cxn>
              <a:cxn ang="0">
                <a:pos x="csX3465" y="csY3465"/>
              </a:cxn>
              <a:cxn ang="0">
                <a:pos x="csX3466" y="csY3466"/>
              </a:cxn>
              <a:cxn ang="0">
                <a:pos x="csX3467" y="csY3467"/>
              </a:cxn>
              <a:cxn ang="0">
                <a:pos x="csX3468" y="csY3468"/>
              </a:cxn>
              <a:cxn ang="0">
                <a:pos x="csX3469" y="csY3469"/>
              </a:cxn>
              <a:cxn ang="0">
                <a:pos x="csX3470" y="csY3470"/>
              </a:cxn>
              <a:cxn ang="0">
                <a:pos x="csX3471" y="csY3471"/>
              </a:cxn>
              <a:cxn ang="0">
                <a:pos x="csX3472" y="csY3472"/>
              </a:cxn>
              <a:cxn ang="0">
                <a:pos x="csX3473" y="csY3473"/>
              </a:cxn>
              <a:cxn ang="0">
                <a:pos x="csX3474" y="csY3474"/>
              </a:cxn>
              <a:cxn ang="0">
                <a:pos x="csX3475" y="csY3475"/>
              </a:cxn>
              <a:cxn ang="0">
                <a:pos x="csX3476" y="csY3476"/>
              </a:cxn>
              <a:cxn ang="0">
                <a:pos x="csX3477" y="csY3477"/>
              </a:cxn>
              <a:cxn ang="0">
                <a:pos x="csX3478" y="csY3478"/>
              </a:cxn>
              <a:cxn ang="0">
                <a:pos x="csX3479" y="csY3479"/>
              </a:cxn>
              <a:cxn ang="0">
                <a:pos x="csX3480" y="csY3480"/>
              </a:cxn>
              <a:cxn ang="0">
                <a:pos x="csX3481" y="csY3481"/>
              </a:cxn>
              <a:cxn ang="0">
                <a:pos x="csX3482" y="csY3482"/>
              </a:cxn>
              <a:cxn ang="0">
                <a:pos x="csX3483" y="csY3483"/>
              </a:cxn>
              <a:cxn ang="0">
                <a:pos x="csX3484" y="csY3484"/>
              </a:cxn>
              <a:cxn ang="0">
                <a:pos x="csX3485" y="csY3485"/>
              </a:cxn>
              <a:cxn ang="0">
                <a:pos x="csX3486" y="csY3486"/>
              </a:cxn>
              <a:cxn ang="0">
                <a:pos x="csX3487" y="csY3487"/>
              </a:cxn>
              <a:cxn ang="0">
                <a:pos x="csX3488" y="csY3488"/>
              </a:cxn>
              <a:cxn ang="0">
                <a:pos x="csX3489" y="csY3489"/>
              </a:cxn>
              <a:cxn ang="0">
                <a:pos x="csX3490" y="csY3490"/>
              </a:cxn>
              <a:cxn ang="0">
                <a:pos x="csX3491" y="csY3491"/>
              </a:cxn>
              <a:cxn ang="0">
                <a:pos x="csX3492" y="csY3492"/>
              </a:cxn>
              <a:cxn ang="0">
                <a:pos x="csX3493" y="csY3493"/>
              </a:cxn>
              <a:cxn ang="0">
                <a:pos x="csX3494" y="csY3494"/>
              </a:cxn>
              <a:cxn ang="0">
                <a:pos x="csX3495" y="csY3495"/>
              </a:cxn>
              <a:cxn ang="0">
                <a:pos x="csX3496" y="csY3496"/>
              </a:cxn>
              <a:cxn ang="0">
                <a:pos x="csX3497" y="csY3497"/>
              </a:cxn>
              <a:cxn ang="0">
                <a:pos x="csX3498" y="csY3498"/>
              </a:cxn>
              <a:cxn ang="0">
                <a:pos x="csX3499" y="csY3499"/>
              </a:cxn>
              <a:cxn ang="0">
                <a:pos x="csX3500" y="csY3500"/>
              </a:cxn>
              <a:cxn ang="0">
                <a:pos x="csX3501" y="csY3501"/>
              </a:cxn>
              <a:cxn ang="0">
                <a:pos x="csX3502" y="csY3502"/>
              </a:cxn>
              <a:cxn ang="0">
                <a:pos x="csX3503" y="csY3503"/>
              </a:cxn>
              <a:cxn ang="0">
                <a:pos x="csX3504" y="csY3504"/>
              </a:cxn>
              <a:cxn ang="0">
                <a:pos x="csX3505" y="csY3505"/>
              </a:cxn>
              <a:cxn ang="0">
                <a:pos x="csX3506" y="csY3506"/>
              </a:cxn>
              <a:cxn ang="0">
                <a:pos x="csX3507" y="csY3507"/>
              </a:cxn>
              <a:cxn ang="0">
                <a:pos x="csX3508" y="csY3508"/>
              </a:cxn>
              <a:cxn ang="0">
                <a:pos x="csX3509" y="csY3509"/>
              </a:cxn>
              <a:cxn ang="0">
                <a:pos x="csX3510" y="csY3510"/>
              </a:cxn>
              <a:cxn ang="0">
                <a:pos x="csX3511" y="csY3511"/>
              </a:cxn>
              <a:cxn ang="0">
                <a:pos x="csX3512" y="csY3512"/>
              </a:cxn>
              <a:cxn ang="0">
                <a:pos x="csX3513" y="csY3513"/>
              </a:cxn>
              <a:cxn ang="0">
                <a:pos x="csX3514" y="csY3514"/>
              </a:cxn>
              <a:cxn ang="0">
                <a:pos x="csX3515" y="csY3515"/>
              </a:cxn>
              <a:cxn ang="0">
                <a:pos x="csX3516" y="csY3516"/>
              </a:cxn>
              <a:cxn ang="0">
                <a:pos x="csX3517" y="csY3517"/>
              </a:cxn>
              <a:cxn ang="0">
                <a:pos x="csX3518" y="csY3518"/>
              </a:cxn>
              <a:cxn ang="0">
                <a:pos x="csX3519" y="csY3519"/>
              </a:cxn>
              <a:cxn ang="0">
                <a:pos x="csX3520" y="csY3520"/>
              </a:cxn>
              <a:cxn ang="0">
                <a:pos x="csX3521" y="csY3521"/>
              </a:cxn>
              <a:cxn ang="0">
                <a:pos x="csX3522" y="csY3522"/>
              </a:cxn>
              <a:cxn ang="0">
                <a:pos x="csX3523" y="csY3523"/>
              </a:cxn>
              <a:cxn ang="0">
                <a:pos x="csX3524" y="csY3524"/>
              </a:cxn>
              <a:cxn ang="0">
                <a:pos x="csX3525" y="csY3525"/>
              </a:cxn>
              <a:cxn ang="0">
                <a:pos x="csX3526" y="csY3526"/>
              </a:cxn>
              <a:cxn ang="0">
                <a:pos x="csX3527" y="csY3527"/>
              </a:cxn>
              <a:cxn ang="0">
                <a:pos x="csX3528" y="csY3528"/>
              </a:cxn>
              <a:cxn ang="0">
                <a:pos x="csX3529" y="csY3529"/>
              </a:cxn>
              <a:cxn ang="0">
                <a:pos x="csX3530" y="csY3530"/>
              </a:cxn>
              <a:cxn ang="0">
                <a:pos x="csX3531" y="csY3531"/>
              </a:cxn>
              <a:cxn ang="0">
                <a:pos x="csX3532" y="csY3532"/>
              </a:cxn>
              <a:cxn ang="0">
                <a:pos x="csX3533" y="csY3533"/>
              </a:cxn>
              <a:cxn ang="0">
                <a:pos x="csX3534" y="csY3534"/>
              </a:cxn>
              <a:cxn ang="0">
                <a:pos x="csX3535" y="csY3535"/>
              </a:cxn>
              <a:cxn ang="0">
                <a:pos x="csX3536" y="csY3536"/>
              </a:cxn>
              <a:cxn ang="0">
                <a:pos x="csX3537" y="csY3537"/>
              </a:cxn>
              <a:cxn ang="0">
                <a:pos x="csX3538" y="csY3538"/>
              </a:cxn>
              <a:cxn ang="0">
                <a:pos x="csX3539" y="csY3539"/>
              </a:cxn>
              <a:cxn ang="0">
                <a:pos x="csX3540" y="csY3540"/>
              </a:cxn>
              <a:cxn ang="0">
                <a:pos x="csX3541" y="csY3541"/>
              </a:cxn>
              <a:cxn ang="0">
                <a:pos x="csX3542" y="csY3542"/>
              </a:cxn>
              <a:cxn ang="0">
                <a:pos x="csX3543" y="csY3543"/>
              </a:cxn>
              <a:cxn ang="0">
                <a:pos x="csX3544" y="csY3544"/>
              </a:cxn>
              <a:cxn ang="0">
                <a:pos x="csX3545" y="csY3545"/>
              </a:cxn>
              <a:cxn ang="0">
                <a:pos x="csX3546" y="csY3546"/>
              </a:cxn>
              <a:cxn ang="0">
                <a:pos x="csX3547" y="csY3547"/>
              </a:cxn>
              <a:cxn ang="0">
                <a:pos x="csX3548" y="csY3548"/>
              </a:cxn>
              <a:cxn ang="0">
                <a:pos x="csX3549" y="csY3549"/>
              </a:cxn>
              <a:cxn ang="0">
                <a:pos x="csX3550" y="csY3550"/>
              </a:cxn>
              <a:cxn ang="0">
                <a:pos x="csX3551" y="csY3551"/>
              </a:cxn>
              <a:cxn ang="0">
                <a:pos x="csX3552" y="csY3552"/>
              </a:cxn>
              <a:cxn ang="0">
                <a:pos x="csX3553" y="csY3553"/>
              </a:cxn>
              <a:cxn ang="0">
                <a:pos x="csX3554" y="csY3554"/>
              </a:cxn>
              <a:cxn ang="0">
                <a:pos x="csX3555" y="csY3555"/>
              </a:cxn>
              <a:cxn ang="0">
                <a:pos x="csX3556" y="csY3556"/>
              </a:cxn>
              <a:cxn ang="0">
                <a:pos x="csX3557" y="csY3557"/>
              </a:cxn>
              <a:cxn ang="0">
                <a:pos x="csX3558" y="csY3558"/>
              </a:cxn>
              <a:cxn ang="0">
                <a:pos x="csX3559" y="csY3559"/>
              </a:cxn>
              <a:cxn ang="0">
                <a:pos x="csX3560" y="csY3560"/>
              </a:cxn>
              <a:cxn ang="0">
                <a:pos x="csX3561" y="csY3561"/>
              </a:cxn>
              <a:cxn ang="0">
                <a:pos x="csX3562" y="csY3562"/>
              </a:cxn>
              <a:cxn ang="0">
                <a:pos x="csX3563" y="csY3563"/>
              </a:cxn>
              <a:cxn ang="0">
                <a:pos x="csX3564" y="csY3564"/>
              </a:cxn>
              <a:cxn ang="0">
                <a:pos x="csX3565" y="csY3565"/>
              </a:cxn>
              <a:cxn ang="0">
                <a:pos x="csX3566" y="csY3566"/>
              </a:cxn>
              <a:cxn ang="0">
                <a:pos x="csX3567" y="csY3567"/>
              </a:cxn>
              <a:cxn ang="0">
                <a:pos x="csX3568" y="csY3568"/>
              </a:cxn>
              <a:cxn ang="0">
                <a:pos x="csX3569" y="csY3569"/>
              </a:cxn>
              <a:cxn ang="0">
                <a:pos x="csX3570" y="csY3570"/>
              </a:cxn>
              <a:cxn ang="0">
                <a:pos x="csX3571" y="csY3571"/>
              </a:cxn>
              <a:cxn ang="0">
                <a:pos x="csX3572" y="csY3572"/>
              </a:cxn>
              <a:cxn ang="0">
                <a:pos x="csX3573" y="csY3573"/>
              </a:cxn>
              <a:cxn ang="0">
                <a:pos x="csX3574" y="csY3574"/>
              </a:cxn>
              <a:cxn ang="0">
                <a:pos x="csX3575" y="csY3575"/>
              </a:cxn>
              <a:cxn ang="0">
                <a:pos x="csX3576" y="csY3576"/>
              </a:cxn>
              <a:cxn ang="0">
                <a:pos x="csX3577" y="csY3577"/>
              </a:cxn>
              <a:cxn ang="0">
                <a:pos x="csX3578" y="csY3578"/>
              </a:cxn>
              <a:cxn ang="0">
                <a:pos x="csX3579" y="csY3579"/>
              </a:cxn>
              <a:cxn ang="0">
                <a:pos x="csX3580" y="csY3580"/>
              </a:cxn>
              <a:cxn ang="0">
                <a:pos x="csX3581" y="csY3581"/>
              </a:cxn>
              <a:cxn ang="0">
                <a:pos x="csX3582" y="csY3582"/>
              </a:cxn>
              <a:cxn ang="0">
                <a:pos x="csX3583" y="csY3583"/>
              </a:cxn>
              <a:cxn ang="0">
                <a:pos x="csX3584" y="csY3584"/>
              </a:cxn>
              <a:cxn ang="0">
                <a:pos x="csX3585" y="csY3585"/>
              </a:cxn>
              <a:cxn ang="0">
                <a:pos x="csX3586" y="csY3586"/>
              </a:cxn>
              <a:cxn ang="0">
                <a:pos x="csX3587" y="csY3587"/>
              </a:cxn>
              <a:cxn ang="0">
                <a:pos x="csX3588" y="csY3588"/>
              </a:cxn>
              <a:cxn ang="0">
                <a:pos x="csX3589" y="csY3589"/>
              </a:cxn>
              <a:cxn ang="0">
                <a:pos x="csX3590" y="csY3590"/>
              </a:cxn>
              <a:cxn ang="0">
                <a:pos x="csX3591" y="csY3591"/>
              </a:cxn>
              <a:cxn ang="0">
                <a:pos x="csX3592" y="csY3592"/>
              </a:cxn>
              <a:cxn ang="0">
                <a:pos x="csX3593" y="csY3593"/>
              </a:cxn>
              <a:cxn ang="0">
                <a:pos x="csX3594" y="csY3594"/>
              </a:cxn>
              <a:cxn ang="0">
                <a:pos x="csX3595" y="csY3595"/>
              </a:cxn>
              <a:cxn ang="0">
                <a:pos x="csX3596" y="csY3596"/>
              </a:cxn>
              <a:cxn ang="0">
                <a:pos x="csX3597" y="csY3597"/>
              </a:cxn>
              <a:cxn ang="0">
                <a:pos x="csX3598" y="csY3598"/>
              </a:cxn>
              <a:cxn ang="0">
                <a:pos x="csX3599" y="csY3599"/>
              </a:cxn>
              <a:cxn ang="0">
                <a:pos x="csX3600" y="csY3600"/>
              </a:cxn>
              <a:cxn ang="0">
                <a:pos x="csX3601" y="csY3601"/>
              </a:cxn>
              <a:cxn ang="0">
                <a:pos x="csX3602" y="csY3602"/>
              </a:cxn>
              <a:cxn ang="0">
                <a:pos x="csX3603" y="csY3603"/>
              </a:cxn>
              <a:cxn ang="0">
                <a:pos x="csX3604" y="csY3604"/>
              </a:cxn>
              <a:cxn ang="0">
                <a:pos x="csX3605" y="csY3605"/>
              </a:cxn>
              <a:cxn ang="0">
                <a:pos x="csX3606" y="csY3606"/>
              </a:cxn>
              <a:cxn ang="0">
                <a:pos x="csX3607" y="csY3607"/>
              </a:cxn>
              <a:cxn ang="0">
                <a:pos x="csX3608" y="csY3608"/>
              </a:cxn>
              <a:cxn ang="0">
                <a:pos x="csX3609" y="csY3609"/>
              </a:cxn>
              <a:cxn ang="0">
                <a:pos x="csX3610" y="csY3610"/>
              </a:cxn>
              <a:cxn ang="0">
                <a:pos x="csX3611" y="csY3611"/>
              </a:cxn>
              <a:cxn ang="0">
                <a:pos x="csX3612" y="csY3612"/>
              </a:cxn>
              <a:cxn ang="0">
                <a:pos x="csX3613" y="csY3613"/>
              </a:cxn>
              <a:cxn ang="0">
                <a:pos x="csX3614" y="csY3614"/>
              </a:cxn>
              <a:cxn ang="0">
                <a:pos x="csX3615" y="csY3615"/>
              </a:cxn>
              <a:cxn ang="0">
                <a:pos x="csX3616" y="csY3616"/>
              </a:cxn>
              <a:cxn ang="0">
                <a:pos x="csX3617" y="csY3617"/>
              </a:cxn>
              <a:cxn ang="0">
                <a:pos x="csX3618" y="csY3618"/>
              </a:cxn>
              <a:cxn ang="0">
                <a:pos x="csX3619" y="csY3619"/>
              </a:cxn>
              <a:cxn ang="0">
                <a:pos x="csX3620" y="csY3620"/>
              </a:cxn>
              <a:cxn ang="0">
                <a:pos x="csX3621" y="csY3621"/>
              </a:cxn>
              <a:cxn ang="0">
                <a:pos x="csX3622" y="csY3622"/>
              </a:cxn>
              <a:cxn ang="0">
                <a:pos x="csX3623" y="csY3623"/>
              </a:cxn>
              <a:cxn ang="0">
                <a:pos x="csX3624" y="csY3624"/>
              </a:cxn>
              <a:cxn ang="0">
                <a:pos x="csX3625" y="csY3625"/>
              </a:cxn>
              <a:cxn ang="0">
                <a:pos x="csX3626" y="csY3626"/>
              </a:cxn>
              <a:cxn ang="0">
                <a:pos x="csX3627" y="csY3627"/>
              </a:cxn>
              <a:cxn ang="0">
                <a:pos x="csX3628" y="csY3628"/>
              </a:cxn>
              <a:cxn ang="0">
                <a:pos x="csX3629" y="csY3629"/>
              </a:cxn>
              <a:cxn ang="0">
                <a:pos x="csX3630" y="csY3630"/>
              </a:cxn>
              <a:cxn ang="0">
                <a:pos x="csX3631" y="csY3631"/>
              </a:cxn>
              <a:cxn ang="0">
                <a:pos x="csX3632" y="csY3632"/>
              </a:cxn>
              <a:cxn ang="0">
                <a:pos x="csX3633" y="csY3633"/>
              </a:cxn>
              <a:cxn ang="0">
                <a:pos x="csX3634" y="csY3634"/>
              </a:cxn>
              <a:cxn ang="0">
                <a:pos x="csX3635" y="csY3635"/>
              </a:cxn>
              <a:cxn ang="0">
                <a:pos x="csX3636" y="csY3636"/>
              </a:cxn>
              <a:cxn ang="0">
                <a:pos x="csX3637" y="csY3637"/>
              </a:cxn>
              <a:cxn ang="0">
                <a:pos x="csX3638" y="csY3638"/>
              </a:cxn>
              <a:cxn ang="0">
                <a:pos x="csX3639" y="csY3639"/>
              </a:cxn>
              <a:cxn ang="0">
                <a:pos x="csX3640" y="csY3640"/>
              </a:cxn>
              <a:cxn ang="0">
                <a:pos x="csX3641" y="csY3641"/>
              </a:cxn>
              <a:cxn ang="0">
                <a:pos x="csX3642" y="csY3642"/>
              </a:cxn>
              <a:cxn ang="0">
                <a:pos x="csX3643" y="csY3643"/>
              </a:cxn>
              <a:cxn ang="0">
                <a:pos x="csX3644" y="csY3644"/>
              </a:cxn>
              <a:cxn ang="0">
                <a:pos x="csX3645" y="csY3645"/>
              </a:cxn>
              <a:cxn ang="0">
                <a:pos x="csX3646" y="csY3646"/>
              </a:cxn>
              <a:cxn ang="0">
                <a:pos x="csX3647" y="csY3647"/>
              </a:cxn>
              <a:cxn ang="0">
                <a:pos x="csX3648" y="csY3648"/>
              </a:cxn>
              <a:cxn ang="0">
                <a:pos x="csX3649" y="csY3649"/>
              </a:cxn>
              <a:cxn ang="0">
                <a:pos x="csX3650" y="csY3650"/>
              </a:cxn>
              <a:cxn ang="0">
                <a:pos x="csX3651" y="csY3651"/>
              </a:cxn>
              <a:cxn ang="0">
                <a:pos x="csX3652" y="csY3652"/>
              </a:cxn>
              <a:cxn ang="0">
                <a:pos x="csX3653" y="csY3653"/>
              </a:cxn>
              <a:cxn ang="0">
                <a:pos x="csX3654" y="csY3654"/>
              </a:cxn>
              <a:cxn ang="0">
                <a:pos x="csX3655" y="csY3655"/>
              </a:cxn>
              <a:cxn ang="0">
                <a:pos x="csX3656" y="csY3656"/>
              </a:cxn>
              <a:cxn ang="0">
                <a:pos x="csX3657" y="csY3657"/>
              </a:cxn>
              <a:cxn ang="0">
                <a:pos x="csX3658" y="csY3658"/>
              </a:cxn>
              <a:cxn ang="0">
                <a:pos x="csX3659" y="csY3659"/>
              </a:cxn>
              <a:cxn ang="0">
                <a:pos x="csX3660" y="csY3660"/>
              </a:cxn>
              <a:cxn ang="0">
                <a:pos x="csX3661" y="csY3661"/>
              </a:cxn>
              <a:cxn ang="0">
                <a:pos x="csX3662" y="csY3662"/>
              </a:cxn>
              <a:cxn ang="0">
                <a:pos x="csX3663" y="csY3663"/>
              </a:cxn>
              <a:cxn ang="0">
                <a:pos x="csX3664" y="csY3664"/>
              </a:cxn>
              <a:cxn ang="0">
                <a:pos x="csX3665" y="csY3665"/>
              </a:cxn>
              <a:cxn ang="0">
                <a:pos x="csX3666" y="csY3666"/>
              </a:cxn>
              <a:cxn ang="0">
                <a:pos x="csX3667" y="csY3667"/>
              </a:cxn>
              <a:cxn ang="0">
                <a:pos x="csX3668" y="csY3668"/>
              </a:cxn>
              <a:cxn ang="0">
                <a:pos x="csX3669" y="csY3669"/>
              </a:cxn>
              <a:cxn ang="0">
                <a:pos x="csX3670" y="csY3670"/>
              </a:cxn>
              <a:cxn ang="0">
                <a:pos x="csX3671" y="csY3671"/>
              </a:cxn>
              <a:cxn ang="0">
                <a:pos x="csX3672" y="csY3672"/>
              </a:cxn>
              <a:cxn ang="0">
                <a:pos x="csX3673" y="csY3673"/>
              </a:cxn>
              <a:cxn ang="0">
                <a:pos x="csX3674" y="csY3674"/>
              </a:cxn>
              <a:cxn ang="0">
                <a:pos x="csX3675" y="csY3675"/>
              </a:cxn>
              <a:cxn ang="0">
                <a:pos x="csX3676" y="csY3676"/>
              </a:cxn>
              <a:cxn ang="0">
                <a:pos x="csX3677" y="csY3677"/>
              </a:cxn>
              <a:cxn ang="0">
                <a:pos x="csX3678" y="csY3678"/>
              </a:cxn>
              <a:cxn ang="0">
                <a:pos x="csX3679" y="csY3679"/>
              </a:cxn>
              <a:cxn ang="0">
                <a:pos x="csX3680" y="csY3680"/>
              </a:cxn>
              <a:cxn ang="0">
                <a:pos x="csX3681" y="csY3681"/>
              </a:cxn>
              <a:cxn ang="0">
                <a:pos x="csX3682" y="csY3682"/>
              </a:cxn>
              <a:cxn ang="0">
                <a:pos x="csX3683" y="csY3683"/>
              </a:cxn>
              <a:cxn ang="0">
                <a:pos x="csX3684" y="csY3684"/>
              </a:cxn>
              <a:cxn ang="0">
                <a:pos x="csX3685" y="csY3685"/>
              </a:cxn>
              <a:cxn ang="0">
                <a:pos x="csX3686" y="csY3686"/>
              </a:cxn>
              <a:cxn ang="0">
                <a:pos x="csX3687" y="csY3687"/>
              </a:cxn>
              <a:cxn ang="0">
                <a:pos x="csX3688" y="csY3688"/>
              </a:cxn>
              <a:cxn ang="0">
                <a:pos x="csX3689" y="csY3689"/>
              </a:cxn>
              <a:cxn ang="0">
                <a:pos x="csX3690" y="csY3690"/>
              </a:cxn>
              <a:cxn ang="0">
                <a:pos x="csX3691" y="csY3691"/>
              </a:cxn>
              <a:cxn ang="0">
                <a:pos x="csX3692" y="csY3692"/>
              </a:cxn>
              <a:cxn ang="0">
                <a:pos x="csX3693" y="csY3693"/>
              </a:cxn>
              <a:cxn ang="0">
                <a:pos x="csX3694" y="csY3694"/>
              </a:cxn>
              <a:cxn ang="0">
                <a:pos x="csX3695" y="csY3695"/>
              </a:cxn>
              <a:cxn ang="0">
                <a:pos x="csX3696" y="csY3696"/>
              </a:cxn>
              <a:cxn ang="0">
                <a:pos x="csX3697" y="csY3697"/>
              </a:cxn>
              <a:cxn ang="0">
                <a:pos x="csX3698" y="csY3698"/>
              </a:cxn>
              <a:cxn ang="0">
                <a:pos x="csX3699" y="csY3699"/>
              </a:cxn>
              <a:cxn ang="0">
                <a:pos x="csX3700" y="csY3700"/>
              </a:cxn>
              <a:cxn ang="0">
                <a:pos x="csX3701" y="csY3701"/>
              </a:cxn>
              <a:cxn ang="0">
                <a:pos x="csX3702" y="csY3702"/>
              </a:cxn>
              <a:cxn ang="0">
                <a:pos x="csX3703" y="csY3703"/>
              </a:cxn>
              <a:cxn ang="0">
                <a:pos x="csX3704" y="csY3704"/>
              </a:cxn>
              <a:cxn ang="0">
                <a:pos x="csX3705" y="csY3705"/>
              </a:cxn>
              <a:cxn ang="0">
                <a:pos x="csX3706" y="csY3706"/>
              </a:cxn>
              <a:cxn ang="0">
                <a:pos x="csX3707" y="csY3707"/>
              </a:cxn>
              <a:cxn ang="0">
                <a:pos x="csX3708" y="csY3708"/>
              </a:cxn>
              <a:cxn ang="0">
                <a:pos x="csX3709" y="csY3709"/>
              </a:cxn>
              <a:cxn ang="0">
                <a:pos x="csX3710" y="csY3710"/>
              </a:cxn>
              <a:cxn ang="0">
                <a:pos x="csX3711" y="csY3711"/>
              </a:cxn>
              <a:cxn ang="0">
                <a:pos x="csX3712" y="csY3712"/>
              </a:cxn>
              <a:cxn ang="0">
                <a:pos x="csX3713" y="csY3713"/>
              </a:cxn>
              <a:cxn ang="0">
                <a:pos x="csX3714" y="csY3714"/>
              </a:cxn>
              <a:cxn ang="0">
                <a:pos x="csX3715" y="csY3715"/>
              </a:cxn>
              <a:cxn ang="0">
                <a:pos x="csX3716" y="csY3716"/>
              </a:cxn>
              <a:cxn ang="0">
                <a:pos x="csX3717" y="csY3717"/>
              </a:cxn>
              <a:cxn ang="0">
                <a:pos x="csX3718" y="csY3718"/>
              </a:cxn>
              <a:cxn ang="0">
                <a:pos x="csX3719" y="csY3719"/>
              </a:cxn>
              <a:cxn ang="0">
                <a:pos x="csX3720" y="csY3720"/>
              </a:cxn>
              <a:cxn ang="0">
                <a:pos x="csX3721" y="csY3721"/>
              </a:cxn>
              <a:cxn ang="0">
                <a:pos x="csX3722" y="csY3722"/>
              </a:cxn>
              <a:cxn ang="0">
                <a:pos x="csX3723" y="csY3723"/>
              </a:cxn>
              <a:cxn ang="0">
                <a:pos x="csX3724" y="csY3724"/>
              </a:cxn>
              <a:cxn ang="0">
                <a:pos x="csX3725" y="csY3725"/>
              </a:cxn>
              <a:cxn ang="0">
                <a:pos x="csX3726" y="csY3726"/>
              </a:cxn>
              <a:cxn ang="0">
                <a:pos x="csX3727" y="csY3727"/>
              </a:cxn>
              <a:cxn ang="0">
                <a:pos x="csX3728" y="csY3728"/>
              </a:cxn>
              <a:cxn ang="0">
                <a:pos x="csX3729" y="csY3729"/>
              </a:cxn>
              <a:cxn ang="0">
                <a:pos x="csX3730" y="csY3730"/>
              </a:cxn>
              <a:cxn ang="0">
                <a:pos x="csX3731" y="csY3731"/>
              </a:cxn>
              <a:cxn ang="0">
                <a:pos x="csX3732" y="csY3732"/>
              </a:cxn>
              <a:cxn ang="0">
                <a:pos x="csX3733" y="csY3733"/>
              </a:cxn>
              <a:cxn ang="0">
                <a:pos x="csX3734" y="csY3734"/>
              </a:cxn>
              <a:cxn ang="0">
                <a:pos x="csX3735" y="csY3735"/>
              </a:cxn>
              <a:cxn ang="0">
                <a:pos x="csX3736" y="csY3736"/>
              </a:cxn>
              <a:cxn ang="0">
                <a:pos x="csX3737" y="csY3737"/>
              </a:cxn>
              <a:cxn ang="0">
                <a:pos x="csX3738" y="csY3738"/>
              </a:cxn>
              <a:cxn ang="0">
                <a:pos x="csX3739" y="csY3739"/>
              </a:cxn>
              <a:cxn ang="0">
                <a:pos x="csX3740" y="csY3740"/>
              </a:cxn>
              <a:cxn ang="0">
                <a:pos x="csX3741" y="csY3741"/>
              </a:cxn>
              <a:cxn ang="0">
                <a:pos x="csX3742" y="csY3742"/>
              </a:cxn>
              <a:cxn ang="0">
                <a:pos x="csX3743" y="csY3743"/>
              </a:cxn>
              <a:cxn ang="0">
                <a:pos x="csX3744" y="csY3744"/>
              </a:cxn>
              <a:cxn ang="0">
                <a:pos x="csX3745" y="csY3745"/>
              </a:cxn>
              <a:cxn ang="0">
                <a:pos x="csX3746" y="csY3746"/>
              </a:cxn>
              <a:cxn ang="0">
                <a:pos x="csX3747" y="csY3747"/>
              </a:cxn>
              <a:cxn ang="0">
                <a:pos x="csX3748" y="csY3748"/>
              </a:cxn>
              <a:cxn ang="0">
                <a:pos x="csX3749" y="csY3749"/>
              </a:cxn>
              <a:cxn ang="0">
                <a:pos x="csX3750" y="csY3750"/>
              </a:cxn>
              <a:cxn ang="0">
                <a:pos x="csX3751" y="csY3751"/>
              </a:cxn>
              <a:cxn ang="0">
                <a:pos x="csX3752" y="csY3752"/>
              </a:cxn>
              <a:cxn ang="0">
                <a:pos x="csX3753" y="csY3753"/>
              </a:cxn>
              <a:cxn ang="0">
                <a:pos x="csX3754" y="csY3754"/>
              </a:cxn>
              <a:cxn ang="0">
                <a:pos x="csX3755" y="csY3755"/>
              </a:cxn>
              <a:cxn ang="0">
                <a:pos x="csX3756" y="csY3756"/>
              </a:cxn>
              <a:cxn ang="0">
                <a:pos x="csX3757" y="csY3757"/>
              </a:cxn>
              <a:cxn ang="0">
                <a:pos x="csX3758" y="csY3758"/>
              </a:cxn>
              <a:cxn ang="0">
                <a:pos x="csX3759" y="csY3759"/>
              </a:cxn>
              <a:cxn ang="0">
                <a:pos x="csX3760" y="csY3760"/>
              </a:cxn>
              <a:cxn ang="0">
                <a:pos x="csX3761" y="csY3761"/>
              </a:cxn>
              <a:cxn ang="0">
                <a:pos x="csX3762" y="csY3762"/>
              </a:cxn>
              <a:cxn ang="0">
                <a:pos x="csX3763" y="csY3763"/>
              </a:cxn>
              <a:cxn ang="0">
                <a:pos x="csX3764" y="csY3764"/>
              </a:cxn>
              <a:cxn ang="0">
                <a:pos x="csX3765" y="csY3765"/>
              </a:cxn>
              <a:cxn ang="0">
                <a:pos x="csX3766" y="csY3766"/>
              </a:cxn>
              <a:cxn ang="0">
                <a:pos x="csX3767" y="csY3767"/>
              </a:cxn>
              <a:cxn ang="0">
                <a:pos x="csX3768" y="csY3768"/>
              </a:cxn>
              <a:cxn ang="0">
                <a:pos x="csX3769" y="csY3769"/>
              </a:cxn>
              <a:cxn ang="0">
                <a:pos x="csX3770" y="csY3770"/>
              </a:cxn>
              <a:cxn ang="0">
                <a:pos x="csX3771" y="csY3771"/>
              </a:cxn>
              <a:cxn ang="0">
                <a:pos x="csX3772" y="csY3772"/>
              </a:cxn>
              <a:cxn ang="0">
                <a:pos x="csX3773" y="csY3773"/>
              </a:cxn>
              <a:cxn ang="0">
                <a:pos x="csX3774" y="csY3774"/>
              </a:cxn>
              <a:cxn ang="0">
                <a:pos x="csX3775" y="csY3775"/>
              </a:cxn>
              <a:cxn ang="0">
                <a:pos x="csX3776" y="csY3776"/>
              </a:cxn>
              <a:cxn ang="0">
                <a:pos x="csX3777" y="csY3777"/>
              </a:cxn>
              <a:cxn ang="0">
                <a:pos x="csX3778" y="csY3778"/>
              </a:cxn>
              <a:cxn ang="0">
                <a:pos x="csX3779" y="csY3779"/>
              </a:cxn>
              <a:cxn ang="0">
                <a:pos x="csX3780" y="csY3780"/>
              </a:cxn>
              <a:cxn ang="0">
                <a:pos x="csX3781" y="csY3781"/>
              </a:cxn>
              <a:cxn ang="0">
                <a:pos x="csX3782" y="csY3782"/>
              </a:cxn>
              <a:cxn ang="0">
                <a:pos x="csX3783" y="csY3783"/>
              </a:cxn>
              <a:cxn ang="0">
                <a:pos x="csX3784" y="csY3784"/>
              </a:cxn>
              <a:cxn ang="0">
                <a:pos x="csX3785" y="csY3785"/>
              </a:cxn>
              <a:cxn ang="0">
                <a:pos x="csX3786" y="csY3786"/>
              </a:cxn>
              <a:cxn ang="0">
                <a:pos x="csX3787" y="csY3787"/>
              </a:cxn>
              <a:cxn ang="0">
                <a:pos x="csX3788" y="csY3788"/>
              </a:cxn>
              <a:cxn ang="0">
                <a:pos x="csX3789" y="csY3789"/>
              </a:cxn>
              <a:cxn ang="0">
                <a:pos x="csX3790" y="csY3790"/>
              </a:cxn>
              <a:cxn ang="0">
                <a:pos x="csX3791" y="csY3791"/>
              </a:cxn>
              <a:cxn ang="0">
                <a:pos x="csX3792" y="csY3792"/>
              </a:cxn>
              <a:cxn ang="0">
                <a:pos x="csX3793" y="csY3793"/>
              </a:cxn>
              <a:cxn ang="0">
                <a:pos x="csX3794" y="csY3794"/>
              </a:cxn>
              <a:cxn ang="0">
                <a:pos x="csX3795" y="csY3795"/>
              </a:cxn>
              <a:cxn ang="0">
                <a:pos x="csX3796" y="csY3796"/>
              </a:cxn>
              <a:cxn ang="0">
                <a:pos x="csX3797" y="csY3797"/>
              </a:cxn>
              <a:cxn ang="0">
                <a:pos x="csX3798" y="csY3798"/>
              </a:cxn>
              <a:cxn ang="0">
                <a:pos x="csX3799" y="csY3799"/>
              </a:cxn>
              <a:cxn ang="0">
                <a:pos x="csX3800" y="csY3800"/>
              </a:cxn>
              <a:cxn ang="0">
                <a:pos x="csX3801" y="csY3801"/>
              </a:cxn>
              <a:cxn ang="0">
                <a:pos x="csX3802" y="csY3802"/>
              </a:cxn>
              <a:cxn ang="0">
                <a:pos x="csX3803" y="csY3803"/>
              </a:cxn>
              <a:cxn ang="0">
                <a:pos x="csX3804" y="csY3804"/>
              </a:cxn>
              <a:cxn ang="0">
                <a:pos x="csX3805" y="csY3805"/>
              </a:cxn>
              <a:cxn ang="0">
                <a:pos x="csX3806" y="csY3806"/>
              </a:cxn>
              <a:cxn ang="0">
                <a:pos x="csX3807" y="csY3807"/>
              </a:cxn>
              <a:cxn ang="0">
                <a:pos x="csX3808" y="csY3808"/>
              </a:cxn>
              <a:cxn ang="0">
                <a:pos x="csX3809" y="csY3809"/>
              </a:cxn>
              <a:cxn ang="0">
                <a:pos x="csX3810" y="csY3810"/>
              </a:cxn>
              <a:cxn ang="0">
                <a:pos x="csX3811" y="csY3811"/>
              </a:cxn>
              <a:cxn ang="0">
                <a:pos x="csX3812" y="csY3812"/>
              </a:cxn>
              <a:cxn ang="0">
                <a:pos x="csX3813" y="csY3813"/>
              </a:cxn>
              <a:cxn ang="0">
                <a:pos x="csX3814" y="csY3814"/>
              </a:cxn>
              <a:cxn ang="0">
                <a:pos x="csX3815" y="csY3815"/>
              </a:cxn>
              <a:cxn ang="0">
                <a:pos x="csX3816" y="csY3816"/>
              </a:cxn>
              <a:cxn ang="0">
                <a:pos x="csX3817" y="csY3817"/>
              </a:cxn>
              <a:cxn ang="0">
                <a:pos x="csX3818" y="csY3818"/>
              </a:cxn>
              <a:cxn ang="0">
                <a:pos x="csX3819" y="csY3819"/>
              </a:cxn>
              <a:cxn ang="0">
                <a:pos x="csX3820" y="csY3820"/>
              </a:cxn>
              <a:cxn ang="0">
                <a:pos x="csX3821" y="csY3821"/>
              </a:cxn>
              <a:cxn ang="0">
                <a:pos x="csX3822" y="csY3822"/>
              </a:cxn>
              <a:cxn ang="0">
                <a:pos x="csX3823" y="csY3823"/>
              </a:cxn>
              <a:cxn ang="0">
                <a:pos x="csX3824" y="csY3824"/>
              </a:cxn>
              <a:cxn ang="0">
                <a:pos x="csX3825" y="csY3825"/>
              </a:cxn>
              <a:cxn ang="0">
                <a:pos x="csX3826" y="csY3826"/>
              </a:cxn>
              <a:cxn ang="0">
                <a:pos x="csX3827" y="csY3827"/>
              </a:cxn>
              <a:cxn ang="0">
                <a:pos x="csX3828" y="csY3828"/>
              </a:cxn>
              <a:cxn ang="0">
                <a:pos x="csX3829" y="csY3829"/>
              </a:cxn>
              <a:cxn ang="0">
                <a:pos x="csX3830" y="csY3830"/>
              </a:cxn>
              <a:cxn ang="0">
                <a:pos x="csX3831" y="csY3831"/>
              </a:cxn>
              <a:cxn ang="0">
                <a:pos x="csX3832" y="csY3832"/>
              </a:cxn>
              <a:cxn ang="0">
                <a:pos x="csX3833" y="csY3833"/>
              </a:cxn>
              <a:cxn ang="0">
                <a:pos x="csX3834" y="csY3834"/>
              </a:cxn>
              <a:cxn ang="0">
                <a:pos x="csX3835" y="csY3835"/>
              </a:cxn>
              <a:cxn ang="0">
                <a:pos x="csX3836" y="csY3836"/>
              </a:cxn>
              <a:cxn ang="0">
                <a:pos x="csX3837" y="csY3837"/>
              </a:cxn>
              <a:cxn ang="0">
                <a:pos x="csX3838" y="csY3838"/>
              </a:cxn>
              <a:cxn ang="0">
                <a:pos x="csX3839" y="csY3839"/>
              </a:cxn>
              <a:cxn ang="0">
                <a:pos x="csX3840" y="csY3840"/>
              </a:cxn>
              <a:cxn ang="0">
                <a:pos x="csX3841" y="csY3841"/>
              </a:cxn>
              <a:cxn ang="0">
                <a:pos x="csX3842" y="csY3842"/>
              </a:cxn>
              <a:cxn ang="0">
                <a:pos x="csX3843" y="csY3843"/>
              </a:cxn>
              <a:cxn ang="0">
                <a:pos x="csX3844" y="csY3844"/>
              </a:cxn>
              <a:cxn ang="0">
                <a:pos x="csX3845" y="csY3845"/>
              </a:cxn>
              <a:cxn ang="0">
                <a:pos x="csX3846" y="csY3846"/>
              </a:cxn>
              <a:cxn ang="0">
                <a:pos x="csX3847" y="csY3847"/>
              </a:cxn>
              <a:cxn ang="0">
                <a:pos x="csX3848" y="csY3848"/>
              </a:cxn>
              <a:cxn ang="0">
                <a:pos x="csX3849" y="csY3849"/>
              </a:cxn>
              <a:cxn ang="0">
                <a:pos x="csX3850" y="csY3850"/>
              </a:cxn>
              <a:cxn ang="0">
                <a:pos x="csX3851" y="csY3851"/>
              </a:cxn>
              <a:cxn ang="0">
                <a:pos x="csX3852" y="csY3852"/>
              </a:cxn>
              <a:cxn ang="0">
                <a:pos x="csX3853" y="csY3853"/>
              </a:cxn>
              <a:cxn ang="0">
                <a:pos x="csX3854" y="csY3854"/>
              </a:cxn>
              <a:cxn ang="0">
                <a:pos x="csX3855" y="csY3855"/>
              </a:cxn>
              <a:cxn ang="0">
                <a:pos x="csX3856" y="csY3856"/>
              </a:cxn>
              <a:cxn ang="0">
                <a:pos x="csX3857" y="csY3857"/>
              </a:cxn>
              <a:cxn ang="0">
                <a:pos x="csX3858" y="csY3858"/>
              </a:cxn>
              <a:cxn ang="0">
                <a:pos x="csX3859" y="csY3859"/>
              </a:cxn>
              <a:cxn ang="0">
                <a:pos x="csX3860" y="csY3860"/>
              </a:cxn>
              <a:cxn ang="0">
                <a:pos x="csX3861" y="csY3861"/>
              </a:cxn>
              <a:cxn ang="0">
                <a:pos x="csX3862" y="csY3862"/>
              </a:cxn>
              <a:cxn ang="0">
                <a:pos x="csX3863" y="csY3863"/>
              </a:cxn>
              <a:cxn ang="0">
                <a:pos x="csX3864" y="csY3864"/>
              </a:cxn>
              <a:cxn ang="0">
                <a:pos x="csX3865" y="csY3865"/>
              </a:cxn>
              <a:cxn ang="0">
                <a:pos x="csX3866" y="csY3866"/>
              </a:cxn>
              <a:cxn ang="0">
                <a:pos x="csX3867" y="csY3867"/>
              </a:cxn>
              <a:cxn ang="0">
                <a:pos x="csX3868" y="csY3868"/>
              </a:cxn>
              <a:cxn ang="0">
                <a:pos x="csX3869" y="csY3869"/>
              </a:cxn>
              <a:cxn ang="0">
                <a:pos x="csX3870" y="csY3870"/>
              </a:cxn>
              <a:cxn ang="0">
                <a:pos x="csX3871" y="csY3871"/>
              </a:cxn>
              <a:cxn ang="0">
                <a:pos x="csX3872" y="csY3872"/>
              </a:cxn>
              <a:cxn ang="0">
                <a:pos x="csX3873" y="csY3873"/>
              </a:cxn>
              <a:cxn ang="0">
                <a:pos x="csX3874" y="csY3874"/>
              </a:cxn>
              <a:cxn ang="0">
                <a:pos x="csX3875" y="csY3875"/>
              </a:cxn>
              <a:cxn ang="0">
                <a:pos x="csX3876" y="csY3876"/>
              </a:cxn>
              <a:cxn ang="0">
                <a:pos x="csX3877" y="csY3877"/>
              </a:cxn>
              <a:cxn ang="0">
                <a:pos x="csX3878" y="csY3878"/>
              </a:cxn>
              <a:cxn ang="0">
                <a:pos x="csX3879" y="csY3879"/>
              </a:cxn>
              <a:cxn ang="0">
                <a:pos x="csX3880" y="csY3880"/>
              </a:cxn>
              <a:cxn ang="0">
                <a:pos x="csX3881" y="csY3881"/>
              </a:cxn>
              <a:cxn ang="0">
                <a:pos x="csX3882" y="csY3882"/>
              </a:cxn>
              <a:cxn ang="0">
                <a:pos x="csX3883" y="csY3883"/>
              </a:cxn>
              <a:cxn ang="0">
                <a:pos x="csX3884" y="csY3884"/>
              </a:cxn>
              <a:cxn ang="0">
                <a:pos x="csX3885" y="csY3885"/>
              </a:cxn>
              <a:cxn ang="0">
                <a:pos x="csX3886" y="csY3886"/>
              </a:cxn>
              <a:cxn ang="0">
                <a:pos x="csX3887" y="csY3887"/>
              </a:cxn>
              <a:cxn ang="0">
                <a:pos x="csX3888" y="csY3888"/>
              </a:cxn>
              <a:cxn ang="0">
                <a:pos x="csX3889" y="csY3889"/>
              </a:cxn>
              <a:cxn ang="0">
                <a:pos x="csX3890" y="csY3890"/>
              </a:cxn>
              <a:cxn ang="0">
                <a:pos x="csX3891" y="csY3891"/>
              </a:cxn>
              <a:cxn ang="0">
                <a:pos x="csX3892" y="csY3892"/>
              </a:cxn>
              <a:cxn ang="0">
                <a:pos x="csX3893" y="csY3893"/>
              </a:cxn>
              <a:cxn ang="0">
                <a:pos x="csX3894" y="csY3894"/>
              </a:cxn>
              <a:cxn ang="0">
                <a:pos x="csX3895" y="csY3895"/>
              </a:cxn>
              <a:cxn ang="0">
                <a:pos x="csX3896" y="csY3896"/>
              </a:cxn>
              <a:cxn ang="0">
                <a:pos x="csX3897" y="csY3897"/>
              </a:cxn>
              <a:cxn ang="0">
                <a:pos x="csX3898" y="csY3898"/>
              </a:cxn>
              <a:cxn ang="0">
                <a:pos x="csX3899" y="csY3899"/>
              </a:cxn>
              <a:cxn ang="0">
                <a:pos x="csX3900" y="csY3900"/>
              </a:cxn>
              <a:cxn ang="0">
                <a:pos x="csX3901" y="csY3901"/>
              </a:cxn>
              <a:cxn ang="0">
                <a:pos x="csX3902" y="csY3902"/>
              </a:cxn>
              <a:cxn ang="0">
                <a:pos x="csX3903" y="csY3903"/>
              </a:cxn>
              <a:cxn ang="0">
                <a:pos x="csX3904" y="csY3904"/>
              </a:cxn>
              <a:cxn ang="0">
                <a:pos x="csX3905" y="csY3905"/>
              </a:cxn>
              <a:cxn ang="0">
                <a:pos x="csX3906" y="csY3906"/>
              </a:cxn>
              <a:cxn ang="0">
                <a:pos x="csX3907" y="csY3907"/>
              </a:cxn>
              <a:cxn ang="0">
                <a:pos x="csX3908" y="csY3908"/>
              </a:cxn>
              <a:cxn ang="0">
                <a:pos x="csX3909" y="csY3909"/>
              </a:cxn>
              <a:cxn ang="0">
                <a:pos x="csX3910" y="csY3910"/>
              </a:cxn>
              <a:cxn ang="0">
                <a:pos x="csX3911" y="csY3911"/>
              </a:cxn>
              <a:cxn ang="0">
                <a:pos x="csX3912" y="csY3912"/>
              </a:cxn>
              <a:cxn ang="0">
                <a:pos x="csX3913" y="csY3913"/>
              </a:cxn>
              <a:cxn ang="0">
                <a:pos x="csX3914" y="csY3914"/>
              </a:cxn>
              <a:cxn ang="0">
                <a:pos x="csX3915" y="csY3915"/>
              </a:cxn>
              <a:cxn ang="0">
                <a:pos x="csX3916" y="csY3916"/>
              </a:cxn>
              <a:cxn ang="0">
                <a:pos x="csX3917" y="csY3917"/>
              </a:cxn>
              <a:cxn ang="0">
                <a:pos x="csX3918" y="csY3918"/>
              </a:cxn>
              <a:cxn ang="0">
                <a:pos x="csX3919" y="csY3919"/>
              </a:cxn>
              <a:cxn ang="0">
                <a:pos x="csX3920" y="csY3920"/>
              </a:cxn>
              <a:cxn ang="0">
                <a:pos x="csX3921" y="csY3921"/>
              </a:cxn>
              <a:cxn ang="0">
                <a:pos x="csX3922" y="csY3922"/>
              </a:cxn>
              <a:cxn ang="0">
                <a:pos x="csX3923" y="csY3923"/>
              </a:cxn>
              <a:cxn ang="0">
                <a:pos x="csX3924" y="csY3924"/>
              </a:cxn>
              <a:cxn ang="0">
                <a:pos x="csX3925" y="csY3925"/>
              </a:cxn>
              <a:cxn ang="0">
                <a:pos x="csX3926" y="csY3926"/>
              </a:cxn>
              <a:cxn ang="0">
                <a:pos x="csX3927" y="csY3927"/>
              </a:cxn>
              <a:cxn ang="0">
                <a:pos x="csX3928" y="csY3928"/>
              </a:cxn>
              <a:cxn ang="0">
                <a:pos x="csX3929" y="csY3929"/>
              </a:cxn>
              <a:cxn ang="0">
                <a:pos x="csX3930" y="csY3930"/>
              </a:cxn>
              <a:cxn ang="0">
                <a:pos x="csX3931" y="csY3931"/>
              </a:cxn>
              <a:cxn ang="0">
                <a:pos x="csX3932" y="csY3932"/>
              </a:cxn>
              <a:cxn ang="0">
                <a:pos x="csX3933" y="csY3933"/>
              </a:cxn>
              <a:cxn ang="0">
                <a:pos x="csX3934" y="csY3934"/>
              </a:cxn>
              <a:cxn ang="0">
                <a:pos x="csX3935" y="csY3935"/>
              </a:cxn>
              <a:cxn ang="0">
                <a:pos x="csX3936" y="csY3936"/>
              </a:cxn>
              <a:cxn ang="0">
                <a:pos x="csX3937" y="csY3937"/>
              </a:cxn>
              <a:cxn ang="0">
                <a:pos x="csX3938" y="csY3938"/>
              </a:cxn>
              <a:cxn ang="0">
                <a:pos x="csX3939" y="csY3939"/>
              </a:cxn>
              <a:cxn ang="0">
                <a:pos x="csX3940" y="csY3940"/>
              </a:cxn>
              <a:cxn ang="0">
                <a:pos x="csX3941" y="csY3941"/>
              </a:cxn>
              <a:cxn ang="0">
                <a:pos x="csX3942" y="csY3942"/>
              </a:cxn>
              <a:cxn ang="0">
                <a:pos x="csX3943" y="csY3943"/>
              </a:cxn>
              <a:cxn ang="0">
                <a:pos x="csX3944" y="csY3944"/>
              </a:cxn>
              <a:cxn ang="0">
                <a:pos x="csX3945" y="csY3945"/>
              </a:cxn>
              <a:cxn ang="0">
                <a:pos x="csX3946" y="csY3946"/>
              </a:cxn>
              <a:cxn ang="0">
                <a:pos x="csX3947" y="csY3947"/>
              </a:cxn>
              <a:cxn ang="0">
                <a:pos x="csX3948" y="csY3948"/>
              </a:cxn>
              <a:cxn ang="0">
                <a:pos x="csX3949" y="csY3949"/>
              </a:cxn>
              <a:cxn ang="0">
                <a:pos x="csX3950" y="csY3950"/>
              </a:cxn>
              <a:cxn ang="0">
                <a:pos x="csX3951" y="csY3951"/>
              </a:cxn>
              <a:cxn ang="0">
                <a:pos x="csX3952" y="csY3952"/>
              </a:cxn>
              <a:cxn ang="0">
                <a:pos x="csX3953" y="csY3953"/>
              </a:cxn>
              <a:cxn ang="0">
                <a:pos x="csX3954" y="csY3954"/>
              </a:cxn>
              <a:cxn ang="0">
                <a:pos x="csX3955" y="csY3955"/>
              </a:cxn>
              <a:cxn ang="0">
                <a:pos x="csX3956" y="csY3956"/>
              </a:cxn>
              <a:cxn ang="0">
                <a:pos x="csX3957" y="csY3957"/>
              </a:cxn>
              <a:cxn ang="0">
                <a:pos x="csX3958" y="csY3958"/>
              </a:cxn>
              <a:cxn ang="0">
                <a:pos x="csX3959" y="csY3959"/>
              </a:cxn>
              <a:cxn ang="0">
                <a:pos x="csX3960" y="csY3960"/>
              </a:cxn>
              <a:cxn ang="0">
                <a:pos x="csX3961" y="csY3961"/>
              </a:cxn>
              <a:cxn ang="0">
                <a:pos x="csX3962" y="csY3962"/>
              </a:cxn>
              <a:cxn ang="0">
                <a:pos x="csX3963" y="csY3963"/>
              </a:cxn>
              <a:cxn ang="0">
                <a:pos x="csX3964" y="csY3964"/>
              </a:cxn>
              <a:cxn ang="0">
                <a:pos x="csX3965" y="csY3965"/>
              </a:cxn>
              <a:cxn ang="0">
                <a:pos x="csX3966" y="csY3966"/>
              </a:cxn>
              <a:cxn ang="0">
                <a:pos x="csX3967" y="csY3967"/>
              </a:cxn>
              <a:cxn ang="0">
                <a:pos x="csX3968" y="csY3968"/>
              </a:cxn>
              <a:cxn ang="0">
                <a:pos x="csX3969" y="csY3969"/>
              </a:cxn>
              <a:cxn ang="0">
                <a:pos x="csX3970" y="csY3970"/>
              </a:cxn>
              <a:cxn ang="0">
                <a:pos x="csX3971" y="csY3971"/>
              </a:cxn>
              <a:cxn ang="0">
                <a:pos x="csX3972" y="csY3972"/>
              </a:cxn>
              <a:cxn ang="0">
                <a:pos x="csX3973" y="csY3973"/>
              </a:cxn>
              <a:cxn ang="0">
                <a:pos x="csX3974" y="csY3974"/>
              </a:cxn>
              <a:cxn ang="0">
                <a:pos x="csX3975" y="csY3975"/>
              </a:cxn>
              <a:cxn ang="0">
                <a:pos x="csX3976" y="csY3976"/>
              </a:cxn>
              <a:cxn ang="0">
                <a:pos x="csX3977" y="csY3977"/>
              </a:cxn>
              <a:cxn ang="0">
                <a:pos x="csX3978" y="csY3978"/>
              </a:cxn>
              <a:cxn ang="0">
                <a:pos x="csX3979" y="csY3979"/>
              </a:cxn>
              <a:cxn ang="0">
                <a:pos x="csX3980" y="csY3980"/>
              </a:cxn>
              <a:cxn ang="0">
                <a:pos x="csX3981" y="csY3981"/>
              </a:cxn>
              <a:cxn ang="0">
                <a:pos x="csX3982" y="csY3982"/>
              </a:cxn>
              <a:cxn ang="0">
                <a:pos x="csX3983" y="csY3983"/>
              </a:cxn>
              <a:cxn ang="0">
                <a:pos x="csX3984" y="csY3984"/>
              </a:cxn>
              <a:cxn ang="0">
                <a:pos x="csX3985" y="csY3985"/>
              </a:cxn>
              <a:cxn ang="0">
                <a:pos x="csX3986" y="csY3986"/>
              </a:cxn>
              <a:cxn ang="0">
                <a:pos x="csX3987" y="csY3987"/>
              </a:cxn>
              <a:cxn ang="0">
                <a:pos x="csX3988" y="csY3988"/>
              </a:cxn>
              <a:cxn ang="0">
                <a:pos x="csX3989" y="csY3989"/>
              </a:cxn>
              <a:cxn ang="0">
                <a:pos x="csX3990" y="csY3990"/>
              </a:cxn>
              <a:cxn ang="0">
                <a:pos x="csX3991" y="csY3991"/>
              </a:cxn>
              <a:cxn ang="0">
                <a:pos x="csX3992" y="csY3992"/>
              </a:cxn>
              <a:cxn ang="0">
                <a:pos x="csX3993" y="csY3993"/>
              </a:cxn>
              <a:cxn ang="0">
                <a:pos x="csX3994" y="csY3994"/>
              </a:cxn>
              <a:cxn ang="0">
                <a:pos x="csX3995" y="csY3995"/>
              </a:cxn>
              <a:cxn ang="0">
                <a:pos x="csX3996" y="csY3996"/>
              </a:cxn>
              <a:cxn ang="0">
                <a:pos x="csX3997" y="csY3997"/>
              </a:cxn>
              <a:cxn ang="0">
                <a:pos x="csX3998" y="csY3998"/>
              </a:cxn>
              <a:cxn ang="0">
                <a:pos x="csX3999" y="csY3999"/>
              </a:cxn>
              <a:cxn ang="0">
                <a:pos x="csX4000" y="csY4000"/>
              </a:cxn>
              <a:cxn ang="0">
                <a:pos x="csX4001" y="csY4001"/>
              </a:cxn>
              <a:cxn ang="0">
                <a:pos x="csX4002" y="csY4002"/>
              </a:cxn>
              <a:cxn ang="0">
                <a:pos x="csX4003" y="csY4003"/>
              </a:cxn>
              <a:cxn ang="0">
                <a:pos x="csX4004" y="csY4004"/>
              </a:cxn>
              <a:cxn ang="0">
                <a:pos x="csX4005" y="csY4005"/>
              </a:cxn>
              <a:cxn ang="0">
                <a:pos x="csX4006" y="csY4006"/>
              </a:cxn>
              <a:cxn ang="0">
                <a:pos x="csX4007" y="csY4007"/>
              </a:cxn>
              <a:cxn ang="0">
                <a:pos x="csX4008" y="csY4008"/>
              </a:cxn>
              <a:cxn ang="0">
                <a:pos x="csX4009" y="csY4009"/>
              </a:cxn>
              <a:cxn ang="0">
                <a:pos x="csX4010" y="csY4010"/>
              </a:cxn>
              <a:cxn ang="0">
                <a:pos x="csX4011" y="csY4011"/>
              </a:cxn>
              <a:cxn ang="0">
                <a:pos x="csX4012" y="csY4012"/>
              </a:cxn>
              <a:cxn ang="0">
                <a:pos x="csX4013" y="csY4013"/>
              </a:cxn>
              <a:cxn ang="0">
                <a:pos x="csX4014" y="csY4014"/>
              </a:cxn>
              <a:cxn ang="0">
                <a:pos x="csX4015" y="csY4015"/>
              </a:cxn>
              <a:cxn ang="0">
                <a:pos x="csX4016" y="csY4016"/>
              </a:cxn>
              <a:cxn ang="0">
                <a:pos x="csX4017" y="csY4017"/>
              </a:cxn>
              <a:cxn ang="0">
                <a:pos x="csX4018" y="csY4018"/>
              </a:cxn>
              <a:cxn ang="0">
                <a:pos x="csX4019" y="csY4019"/>
              </a:cxn>
              <a:cxn ang="0">
                <a:pos x="csX4020" y="csY4020"/>
              </a:cxn>
              <a:cxn ang="0">
                <a:pos x="csX4021" y="csY4021"/>
              </a:cxn>
              <a:cxn ang="0">
                <a:pos x="csX4022" y="csY4022"/>
              </a:cxn>
              <a:cxn ang="0">
                <a:pos x="csX4023" y="csY4023"/>
              </a:cxn>
              <a:cxn ang="0">
                <a:pos x="csX4024" y="csY4024"/>
              </a:cxn>
              <a:cxn ang="0">
                <a:pos x="csX4025" y="csY4025"/>
              </a:cxn>
              <a:cxn ang="0">
                <a:pos x="csX4026" y="csY4026"/>
              </a:cxn>
              <a:cxn ang="0">
                <a:pos x="csX4027" y="csY4027"/>
              </a:cxn>
              <a:cxn ang="0">
                <a:pos x="csX4028" y="csY4028"/>
              </a:cxn>
              <a:cxn ang="0">
                <a:pos x="csX4029" y="csY4029"/>
              </a:cxn>
              <a:cxn ang="0">
                <a:pos x="csX4030" y="csY4030"/>
              </a:cxn>
              <a:cxn ang="0">
                <a:pos x="csX4031" y="csY4031"/>
              </a:cxn>
              <a:cxn ang="0">
                <a:pos x="csX4032" y="csY4032"/>
              </a:cxn>
              <a:cxn ang="0">
                <a:pos x="csX4033" y="csY4033"/>
              </a:cxn>
              <a:cxn ang="0">
                <a:pos x="csX4034" y="csY4034"/>
              </a:cxn>
              <a:cxn ang="0">
                <a:pos x="csX4035" y="csY4035"/>
              </a:cxn>
              <a:cxn ang="0">
                <a:pos x="csX4036" y="csY4036"/>
              </a:cxn>
              <a:cxn ang="0">
                <a:pos x="csX4037" y="csY4037"/>
              </a:cxn>
              <a:cxn ang="0">
                <a:pos x="csX4038" y="csY4038"/>
              </a:cxn>
              <a:cxn ang="0">
                <a:pos x="csX4039" y="csY4039"/>
              </a:cxn>
              <a:cxn ang="0">
                <a:pos x="csX4040" y="csY4040"/>
              </a:cxn>
              <a:cxn ang="0">
                <a:pos x="csX4041" y="csY4041"/>
              </a:cxn>
              <a:cxn ang="0">
                <a:pos x="csX4042" y="csY4042"/>
              </a:cxn>
              <a:cxn ang="0">
                <a:pos x="csX4043" y="csY4043"/>
              </a:cxn>
              <a:cxn ang="0">
                <a:pos x="csX4044" y="csY4044"/>
              </a:cxn>
              <a:cxn ang="0">
                <a:pos x="csX4045" y="csY4045"/>
              </a:cxn>
              <a:cxn ang="0">
                <a:pos x="csX4046" y="csY4046"/>
              </a:cxn>
              <a:cxn ang="0">
                <a:pos x="csX4047" y="csY4047"/>
              </a:cxn>
              <a:cxn ang="0">
                <a:pos x="csX4048" y="csY4048"/>
              </a:cxn>
              <a:cxn ang="0">
                <a:pos x="csX4049" y="csY4049"/>
              </a:cxn>
              <a:cxn ang="0">
                <a:pos x="csX4050" y="csY4050"/>
              </a:cxn>
              <a:cxn ang="0">
                <a:pos x="csX4051" y="csY4051"/>
              </a:cxn>
              <a:cxn ang="0">
                <a:pos x="csX4052" y="csY4052"/>
              </a:cxn>
              <a:cxn ang="0">
                <a:pos x="csX4053" y="csY4053"/>
              </a:cxn>
              <a:cxn ang="0">
                <a:pos x="csX4054" y="csY4054"/>
              </a:cxn>
              <a:cxn ang="0">
                <a:pos x="csX4055" y="csY4055"/>
              </a:cxn>
              <a:cxn ang="0">
                <a:pos x="csX4056" y="csY4056"/>
              </a:cxn>
              <a:cxn ang="0">
                <a:pos x="csX4057" y="csY4057"/>
              </a:cxn>
              <a:cxn ang="0">
                <a:pos x="csX4058" y="csY4058"/>
              </a:cxn>
              <a:cxn ang="0">
                <a:pos x="csX4059" y="csY4059"/>
              </a:cxn>
              <a:cxn ang="0">
                <a:pos x="csX4060" y="csY4060"/>
              </a:cxn>
              <a:cxn ang="0">
                <a:pos x="csX4061" y="csY4061"/>
              </a:cxn>
              <a:cxn ang="0">
                <a:pos x="csX4062" y="csY4062"/>
              </a:cxn>
              <a:cxn ang="0">
                <a:pos x="csX4063" y="csY4063"/>
              </a:cxn>
              <a:cxn ang="0">
                <a:pos x="csX4064" y="csY4064"/>
              </a:cxn>
              <a:cxn ang="0">
                <a:pos x="csX4065" y="csY4065"/>
              </a:cxn>
              <a:cxn ang="0">
                <a:pos x="csX4066" y="csY4066"/>
              </a:cxn>
              <a:cxn ang="0">
                <a:pos x="csX4067" y="csY4067"/>
              </a:cxn>
              <a:cxn ang="0">
                <a:pos x="csX4068" y="csY4068"/>
              </a:cxn>
              <a:cxn ang="0">
                <a:pos x="csX4069" y="csY4069"/>
              </a:cxn>
              <a:cxn ang="0">
                <a:pos x="csX4070" y="csY4070"/>
              </a:cxn>
              <a:cxn ang="0">
                <a:pos x="csX4071" y="csY4071"/>
              </a:cxn>
              <a:cxn ang="0">
                <a:pos x="csX4072" y="csY4072"/>
              </a:cxn>
              <a:cxn ang="0">
                <a:pos x="csX4073" y="csY4073"/>
              </a:cxn>
              <a:cxn ang="0">
                <a:pos x="csX4074" y="csY4074"/>
              </a:cxn>
              <a:cxn ang="0">
                <a:pos x="csX4075" y="csY4075"/>
              </a:cxn>
              <a:cxn ang="0">
                <a:pos x="csX4076" y="csY4076"/>
              </a:cxn>
              <a:cxn ang="0">
                <a:pos x="csX4077" y="csY4077"/>
              </a:cxn>
              <a:cxn ang="0">
                <a:pos x="csX4078" y="csY4078"/>
              </a:cxn>
              <a:cxn ang="0">
                <a:pos x="csX4079" y="csY4079"/>
              </a:cxn>
              <a:cxn ang="0">
                <a:pos x="csX4080" y="csY4080"/>
              </a:cxn>
              <a:cxn ang="0">
                <a:pos x="csX4081" y="csY4081"/>
              </a:cxn>
              <a:cxn ang="0">
                <a:pos x="csX4082" y="csY4082"/>
              </a:cxn>
              <a:cxn ang="0">
                <a:pos x="csX4083" y="csY4083"/>
              </a:cxn>
              <a:cxn ang="0">
                <a:pos x="csX4084" y="csY4084"/>
              </a:cxn>
              <a:cxn ang="0">
                <a:pos x="csX4085" y="csY4085"/>
              </a:cxn>
              <a:cxn ang="0">
                <a:pos x="csX4086" y="csY4086"/>
              </a:cxn>
              <a:cxn ang="0">
                <a:pos x="csX4087" y="csY4087"/>
              </a:cxn>
              <a:cxn ang="0">
                <a:pos x="csX4088" y="csY4088"/>
              </a:cxn>
              <a:cxn ang="0">
                <a:pos x="csX4089" y="csY4089"/>
              </a:cxn>
              <a:cxn ang="0">
                <a:pos x="csX4090" y="csY4090"/>
              </a:cxn>
              <a:cxn ang="0">
                <a:pos x="csX4091" y="csY4091"/>
              </a:cxn>
              <a:cxn ang="0">
                <a:pos x="csX4092" y="csY4092"/>
              </a:cxn>
              <a:cxn ang="0">
                <a:pos x="csX4093" y="csY4093"/>
              </a:cxn>
              <a:cxn ang="0">
                <a:pos x="csX4094" y="csY4094"/>
              </a:cxn>
              <a:cxn ang="0">
                <a:pos x="csX4095" y="csY4095"/>
              </a:cxn>
              <a:cxn ang="0">
                <a:pos x="csX4096" y="csY4096"/>
              </a:cxn>
              <a:cxn ang="0">
                <a:pos x="csX4097" y="csY4097"/>
              </a:cxn>
              <a:cxn ang="0">
                <a:pos x="csX4098" y="csY4098"/>
              </a:cxn>
              <a:cxn ang="0">
                <a:pos x="csX4099" y="csY4099"/>
              </a:cxn>
              <a:cxn ang="0">
                <a:pos x="csX4100" y="csY4100"/>
              </a:cxn>
              <a:cxn ang="0">
                <a:pos x="csX4101" y="csY4101"/>
              </a:cxn>
              <a:cxn ang="0">
                <a:pos x="csX4102" y="csY4102"/>
              </a:cxn>
              <a:cxn ang="0">
                <a:pos x="csX4103" y="csY4103"/>
              </a:cxn>
              <a:cxn ang="0">
                <a:pos x="csX4104" y="csY4104"/>
              </a:cxn>
              <a:cxn ang="0">
                <a:pos x="csX4105" y="csY4105"/>
              </a:cxn>
              <a:cxn ang="0">
                <a:pos x="csX4106" y="csY4106"/>
              </a:cxn>
              <a:cxn ang="0">
                <a:pos x="csX4107" y="csY4107"/>
              </a:cxn>
              <a:cxn ang="0">
                <a:pos x="csX4108" y="csY4108"/>
              </a:cxn>
              <a:cxn ang="0">
                <a:pos x="csX4109" y="csY4109"/>
              </a:cxn>
              <a:cxn ang="0">
                <a:pos x="csX4110" y="csY4110"/>
              </a:cxn>
              <a:cxn ang="0">
                <a:pos x="csX4111" y="csY4111"/>
              </a:cxn>
              <a:cxn ang="0">
                <a:pos x="csX4112" y="csY4112"/>
              </a:cxn>
              <a:cxn ang="0">
                <a:pos x="csX4113" y="csY4113"/>
              </a:cxn>
              <a:cxn ang="0">
                <a:pos x="csX4114" y="csY4114"/>
              </a:cxn>
              <a:cxn ang="0">
                <a:pos x="csX4115" y="csY4115"/>
              </a:cxn>
              <a:cxn ang="0">
                <a:pos x="csX4116" y="csY4116"/>
              </a:cxn>
              <a:cxn ang="0">
                <a:pos x="csX4117" y="csY4117"/>
              </a:cxn>
              <a:cxn ang="0">
                <a:pos x="csX4118" y="csY4118"/>
              </a:cxn>
              <a:cxn ang="0">
                <a:pos x="csX4119" y="csY4119"/>
              </a:cxn>
              <a:cxn ang="0">
                <a:pos x="csX4120" y="csY4120"/>
              </a:cxn>
              <a:cxn ang="0">
                <a:pos x="csX4121" y="csY4121"/>
              </a:cxn>
              <a:cxn ang="0">
                <a:pos x="csX4122" y="csY4122"/>
              </a:cxn>
              <a:cxn ang="0">
                <a:pos x="csX4123" y="csY4123"/>
              </a:cxn>
              <a:cxn ang="0">
                <a:pos x="csX4124" y="csY4124"/>
              </a:cxn>
              <a:cxn ang="0">
                <a:pos x="csX4125" y="csY4125"/>
              </a:cxn>
              <a:cxn ang="0">
                <a:pos x="csX4126" y="csY4126"/>
              </a:cxn>
              <a:cxn ang="0">
                <a:pos x="csX4127" y="csY4127"/>
              </a:cxn>
              <a:cxn ang="0">
                <a:pos x="csX4128" y="csY4128"/>
              </a:cxn>
              <a:cxn ang="0">
                <a:pos x="csX4129" y="csY4129"/>
              </a:cxn>
              <a:cxn ang="0">
                <a:pos x="csX4130" y="csY4130"/>
              </a:cxn>
              <a:cxn ang="0">
                <a:pos x="csX4131" y="csY4131"/>
              </a:cxn>
              <a:cxn ang="0">
                <a:pos x="csX4132" y="csY4132"/>
              </a:cxn>
              <a:cxn ang="0">
                <a:pos x="csX4133" y="csY4133"/>
              </a:cxn>
              <a:cxn ang="0">
                <a:pos x="csX4134" y="csY4134"/>
              </a:cxn>
              <a:cxn ang="0">
                <a:pos x="csX4135" y="csY4135"/>
              </a:cxn>
              <a:cxn ang="0">
                <a:pos x="csX4136" y="csY4136"/>
              </a:cxn>
              <a:cxn ang="0">
                <a:pos x="csX4137" y="csY4137"/>
              </a:cxn>
              <a:cxn ang="0">
                <a:pos x="csX4138" y="csY4138"/>
              </a:cxn>
              <a:cxn ang="0">
                <a:pos x="csX4139" y="csY4139"/>
              </a:cxn>
              <a:cxn ang="0">
                <a:pos x="csX4140" y="csY4140"/>
              </a:cxn>
              <a:cxn ang="0">
                <a:pos x="csX4141" y="csY4141"/>
              </a:cxn>
              <a:cxn ang="0">
                <a:pos x="csX4142" y="csY4142"/>
              </a:cxn>
              <a:cxn ang="0">
                <a:pos x="csX4143" y="csY4143"/>
              </a:cxn>
              <a:cxn ang="0">
                <a:pos x="csX4144" y="csY4144"/>
              </a:cxn>
              <a:cxn ang="0">
                <a:pos x="csX4145" y="csY4145"/>
              </a:cxn>
              <a:cxn ang="0">
                <a:pos x="csX4146" y="csY4146"/>
              </a:cxn>
              <a:cxn ang="0">
                <a:pos x="csX4147" y="csY4147"/>
              </a:cxn>
              <a:cxn ang="0">
                <a:pos x="csX4148" y="csY4148"/>
              </a:cxn>
              <a:cxn ang="0">
                <a:pos x="csX4149" y="csY4149"/>
              </a:cxn>
              <a:cxn ang="0">
                <a:pos x="csX4150" y="csY4150"/>
              </a:cxn>
              <a:cxn ang="0">
                <a:pos x="csX4151" y="csY4151"/>
              </a:cxn>
              <a:cxn ang="0">
                <a:pos x="csX4152" y="csY4152"/>
              </a:cxn>
              <a:cxn ang="0">
                <a:pos x="csX4153" y="csY4153"/>
              </a:cxn>
              <a:cxn ang="0">
                <a:pos x="csX4154" y="csY4154"/>
              </a:cxn>
              <a:cxn ang="0">
                <a:pos x="csX4155" y="csY4155"/>
              </a:cxn>
              <a:cxn ang="0">
                <a:pos x="csX4156" y="csY4156"/>
              </a:cxn>
              <a:cxn ang="0">
                <a:pos x="csX4157" y="csY4157"/>
              </a:cxn>
              <a:cxn ang="0">
                <a:pos x="csX4158" y="csY4158"/>
              </a:cxn>
              <a:cxn ang="0">
                <a:pos x="csX4159" y="csY4159"/>
              </a:cxn>
              <a:cxn ang="0">
                <a:pos x="csX4160" y="csY4160"/>
              </a:cxn>
              <a:cxn ang="0">
                <a:pos x="csX4161" y="csY4161"/>
              </a:cxn>
              <a:cxn ang="0">
                <a:pos x="csX4162" y="csY4162"/>
              </a:cxn>
              <a:cxn ang="0">
                <a:pos x="csX4163" y="csY4163"/>
              </a:cxn>
              <a:cxn ang="0">
                <a:pos x="csX4164" y="csY4164"/>
              </a:cxn>
              <a:cxn ang="0">
                <a:pos x="csX4165" y="csY4165"/>
              </a:cxn>
              <a:cxn ang="0">
                <a:pos x="csX4166" y="csY4166"/>
              </a:cxn>
              <a:cxn ang="0">
                <a:pos x="csX4167" y="csY4167"/>
              </a:cxn>
              <a:cxn ang="0">
                <a:pos x="csX4168" y="csY4168"/>
              </a:cxn>
              <a:cxn ang="0">
                <a:pos x="csX4169" y="csY4169"/>
              </a:cxn>
              <a:cxn ang="0">
                <a:pos x="csX4170" y="csY4170"/>
              </a:cxn>
              <a:cxn ang="0">
                <a:pos x="csX4171" y="csY4171"/>
              </a:cxn>
              <a:cxn ang="0">
                <a:pos x="csX4172" y="csY4172"/>
              </a:cxn>
              <a:cxn ang="0">
                <a:pos x="csX4173" y="csY4173"/>
              </a:cxn>
              <a:cxn ang="0">
                <a:pos x="csX4174" y="csY4174"/>
              </a:cxn>
              <a:cxn ang="0">
                <a:pos x="csX4175" y="csY4175"/>
              </a:cxn>
              <a:cxn ang="0">
                <a:pos x="csX4176" y="csY4176"/>
              </a:cxn>
              <a:cxn ang="0">
                <a:pos x="csX4177" y="csY4177"/>
              </a:cxn>
              <a:cxn ang="0">
                <a:pos x="csX4178" y="csY4178"/>
              </a:cxn>
              <a:cxn ang="0">
                <a:pos x="csX4179" y="csY4179"/>
              </a:cxn>
              <a:cxn ang="0">
                <a:pos x="csX4180" y="csY4180"/>
              </a:cxn>
              <a:cxn ang="0">
                <a:pos x="csX4181" y="csY4181"/>
              </a:cxn>
              <a:cxn ang="0">
                <a:pos x="csX4182" y="csY4182"/>
              </a:cxn>
              <a:cxn ang="0">
                <a:pos x="csX4183" y="csY4183"/>
              </a:cxn>
              <a:cxn ang="0">
                <a:pos x="csX4184" y="csY4184"/>
              </a:cxn>
              <a:cxn ang="0">
                <a:pos x="csX4185" y="csY4185"/>
              </a:cxn>
              <a:cxn ang="0">
                <a:pos x="csX4186" y="csY4186"/>
              </a:cxn>
              <a:cxn ang="0">
                <a:pos x="csX4187" y="csY4187"/>
              </a:cxn>
              <a:cxn ang="0">
                <a:pos x="csX4188" y="csY4188"/>
              </a:cxn>
              <a:cxn ang="0">
                <a:pos x="csX4189" y="csY4189"/>
              </a:cxn>
              <a:cxn ang="0">
                <a:pos x="csX4190" y="csY4190"/>
              </a:cxn>
              <a:cxn ang="0">
                <a:pos x="csX4191" y="csY4191"/>
              </a:cxn>
              <a:cxn ang="0">
                <a:pos x="csX4192" y="csY4192"/>
              </a:cxn>
              <a:cxn ang="0">
                <a:pos x="csX4193" y="csY4193"/>
              </a:cxn>
              <a:cxn ang="0">
                <a:pos x="csX4194" y="csY4194"/>
              </a:cxn>
              <a:cxn ang="0">
                <a:pos x="csX4195" y="csY4195"/>
              </a:cxn>
              <a:cxn ang="0">
                <a:pos x="csX4196" y="csY4196"/>
              </a:cxn>
              <a:cxn ang="0">
                <a:pos x="csX4197" y="csY4197"/>
              </a:cxn>
              <a:cxn ang="0">
                <a:pos x="csX4198" y="csY4198"/>
              </a:cxn>
              <a:cxn ang="0">
                <a:pos x="csX4199" y="csY4199"/>
              </a:cxn>
              <a:cxn ang="0">
                <a:pos x="csX4200" y="csY4200"/>
              </a:cxn>
              <a:cxn ang="0">
                <a:pos x="csX4201" y="csY4201"/>
              </a:cxn>
              <a:cxn ang="0">
                <a:pos x="csX4202" y="csY4202"/>
              </a:cxn>
              <a:cxn ang="0">
                <a:pos x="csX4203" y="csY4203"/>
              </a:cxn>
              <a:cxn ang="0">
                <a:pos x="csX4204" y="csY4204"/>
              </a:cxn>
              <a:cxn ang="0">
                <a:pos x="csX4205" y="csY4205"/>
              </a:cxn>
              <a:cxn ang="0">
                <a:pos x="csX4206" y="csY4206"/>
              </a:cxn>
              <a:cxn ang="0">
                <a:pos x="csX4207" y="csY4207"/>
              </a:cxn>
              <a:cxn ang="0">
                <a:pos x="csX4208" y="csY4208"/>
              </a:cxn>
              <a:cxn ang="0">
                <a:pos x="csX4209" y="csY4209"/>
              </a:cxn>
              <a:cxn ang="0">
                <a:pos x="csX4210" y="csY4210"/>
              </a:cxn>
              <a:cxn ang="0">
                <a:pos x="csX4211" y="csY4211"/>
              </a:cxn>
              <a:cxn ang="0">
                <a:pos x="csX4212" y="csY4212"/>
              </a:cxn>
              <a:cxn ang="0">
                <a:pos x="csX4213" y="csY4213"/>
              </a:cxn>
              <a:cxn ang="0">
                <a:pos x="csX4214" y="csY4214"/>
              </a:cxn>
              <a:cxn ang="0">
                <a:pos x="csX4215" y="csY4215"/>
              </a:cxn>
              <a:cxn ang="0">
                <a:pos x="csX4216" y="csY4216"/>
              </a:cxn>
              <a:cxn ang="0">
                <a:pos x="csX4217" y="csY4217"/>
              </a:cxn>
              <a:cxn ang="0">
                <a:pos x="csX4218" y="csY4218"/>
              </a:cxn>
              <a:cxn ang="0">
                <a:pos x="csX4219" y="csY4219"/>
              </a:cxn>
              <a:cxn ang="0">
                <a:pos x="csX4220" y="csY4220"/>
              </a:cxn>
              <a:cxn ang="0">
                <a:pos x="csX4221" y="csY4221"/>
              </a:cxn>
              <a:cxn ang="0">
                <a:pos x="csX4222" y="csY4222"/>
              </a:cxn>
              <a:cxn ang="0">
                <a:pos x="csX4223" y="csY4223"/>
              </a:cxn>
              <a:cxn ang="0">
                <a:pos x="csX4224" y="csY4224"/>
              </a:cxn>
              <a:cxn ang="0">
                <a:pos x="csX4225" y="csY4225"/>
              </a:cxn>
              <a:cxn ang="0">
                <a:pos x="csX4226" y="csY4226"/>
              </a:cxn>
              <a:cxn ang="0">
                <a:pos x="csX4227" y="csY4227"/>
              </a:cxn>
              <a:cxn ang="0">
                <a:pos x="csX4228" y="csY4228"/>
              </a:cxn>
              <a:cxn ang="0">
                <a:pos x="csX4229" y="csY4229"/>
              </a:cxn>
              <a:cxn ang="0">
                <a:pos x="csX4230" y="csY4230"/>
              </a:cxn>
              <a:cxn ang="0">
                <a:pos x="csX4231" y="csY4231"/>
              </a:cxn>
              <a:cxn ang="0">
                <a:pos x="csX4232" y="csY4232"/>
              </a:cxn>
              <a:cxn ang="0">
                <a:pos x="csX4233" y="csY4233"/>
              </a:cxn>
              <a:cxn ang="0">
                <a:pos x="csX4234" y="csY4234"/>
              </a:cxn>
              <a:cxn ang="0">
                <a:pos x="csX4235" y="csY4235"/>
              </a:cxn>
              <a:cxn ang="0">
                <a:pos x="csX4236" y="csY4236"/>
              </a:cxn>
              <a:cxn ang="0">
                <a:pos x="csX4237" y="csY4237"/>
              </a:cxn>
              <a:cxn ang="0">
                <a:pos x="csX4238" y="csY4238"/>
              </a:cxn>
              <a:cxn ang="0">
                <a:pos x="csX4239" y="csY4239"/>
              </a:cxn>
              <a:cxn ang="0">
                <a:pos x="csX4240" y="csY4240"/>
              </a:cxn>
              <a:cxn ang="0">
                <a:pos x="csX4241" y="csY4241"/>
              </a:cxn>
              <a:cxn ang="0">
                <a:pos x="csX4242" y="csY4242"/>
              </a:cxn>
              <a:cxn ang="0">
                <a:pos x="csX4243" y="csY4243"/>
              </a:cxn>
              <a:cxn ang="0">
                <a:pos x="csX4244" y="csY4244"/>
              </a:cxn>
              <a:cxn ang="0">
                <a:pos x="csX4245" y="csY4245"/>
              </a:cxn>
              <a:cxn ang="0">
                <a:pos x="csX4246" y="csY4246"/>
              </a:cxn>
              <a:cxn ang="0">
                <a:pos x="csX4247" y="csY4247"/>
              </a:cxn>
              <a:cxn ang="0">
                <a:pos x="csX4248" y="csY4248"/>
              </a:cxn>
              <a:cxn ang="0">
                <a:pos x="csX4249" y="csY4249"/>
              </a:cxn>
              <a:cxn ang="0">
                <a:pos x="csX4250" y="csY4250"/>
              </a:cxn>
              <a:cxn ang="0">
                <a:pos x="csX4251" y="csY4251"/>
              </a:cxn>
              <a:cxn ang="0">
                <a:pos x="csX4252" y="csY4252"/>
              </a:cxn>
              <a:cxn ang="0">
                <a:pos x="csX4253" y="csY4253"/>
              </a:cxn>
              <a:cxn ang="0">
                <a:pos x="csX4254" y="csY4254"/>
              </a:cxn>
              <a:cxn ang="0">
                <a:pos x="csX4255" y="csY4255"/>
              </a:cxn>
              <a:cxn ang="0">
                <a:pos x="csX4256" y="csY4256"/>
              </a:cxn>
              <a:cxn ang="0">
                <a:pos x="csX4257" y="csY4257"/>
              </a:cxn>
              <a:cxn ang="0">
                <a:pos x="csX4258" y="csY4258"/>
              </a:cxn>
              <a:cxn ang="0">
                <a:pos x="csX4259" y="csY4259"/>
              </a:cxn>
              <a:cxn ang="0">
                <a:pos x="csX4260" y="csY4260"/>
              </a:cxn>
              <a:cxn ang="0">
                <a:pos x="csX4261" y="csY4261"/>
              </a:cxn>
              <a:cxn ang="0">
                <a:pos x="csX4262" y="csY4262"/>
              </a:cxn>
              <a:cxn ang="0">
                <a:pos x="csX4263" y="csY4263"/>
              </a:cxn>
              <a:cxn ang="0">
                <a:pos x="csX4264" y="csY4264"/>
              </a:cxn>
              <a:cxn ang="0">
                <a:pos x="csX4265" y="csY4265"/>
              </a:cxn>
              <a:cxn ang="0">
                <a:pos x="csX4266" y="csY4266"/>
              </a:cxn>
              <a:cxn ang="0">
                <a:pos x="csX4267" y="csY4267"/>
              </a:cxn>
              <a:cxn ang="0">
                <a:pos x="csX4268" y="csY4268"/>
              </a:cxn>
              <a:cxn ang="0">
                <a:pos x="csX4269" y="csY4269"/>
              </a:cxn>
              <a:cxn ang="0">
                <a:pos x="csX4270" y="csY4270"/>
              </a:cxn>
              <a:cxn ang="0">
                <a:pos x="csX4271" y="csY4271"/>
              </a:cxn>
              <a:cxn ang="0">
                <a:pos x="csX4272" y="csY4272"/>
              </a:cxn>
              <a:cxn ang="0">
                <a:pos x="csX4273" y="csY4273"/>
              </a:cxn>
              <a:cxn ang="0">
                <a:pos x="csX4274" y="csY4274"/>
              </a:cxn>
              <a:cxn ang="0">
                <a:pos x="csX4275" y="csY4275"/>
              </a:cxn>
              <a:cxn ang="0">
                <a:pos x="csX4276" y="csY4276"/>
              </a:cxn>
              <a:cxn ang="0">
                <a:pos x="csX4277" y="csY4277"/>
              </a:cxn>
              <a:cxn ang="0">
                <a:pos x="csX4278" y="csY4278"/>
              </a:cxn>
              <a:cxn ang="0">
                <a:pos x="csX4279" y="csY4279"/>
              </a:cxn>
              <a:cxn ang="0">
                <a:pos x="csX4280" y="csY4280"/>
              </a:cxn>
              <a:cxn ang="0">
                <a:pos x="csX4281" y="csY4281"/>
              </a:cxn>
              <a:cxn ang="0">
                <a:pos x="csX4282" y="csY4282"/>
              </a:cxn>
              <a:cxn ang="0">
                <a:pos x="csX4283" y="csY4283"/>
              </a:cxn>
              <a:cxn ang="0">
                <a:pos x="csX4284" y="csY4284"/>
              </a:cxn>
              <a:cxn ang="0">
                <a:pos x="csX4285" y="csY4285"/>
              </a:cxn>
              <a:cxn ang="0">
                <a:pos x="csX4286" y="csY4286"/>
              </a:cxn>
              <a:cxn ang="0">
                <a:pos x="csX4287" y="csY4287"/>
              </a:cxn>
              <a:cxn ang="0">
                <a:pos x="csX4288" y="csY4288"/>
              </a:cxn>
              <a:cxn ang="0">
                <a:pos x="csX4289" y="csY4289"/>
              </a:cxn>
              <a:cxn ang="0">
                <a:pos x="csX4290" y="csY4290"/>
              </a:cxn>
              <a:cxn ang="0">
                <a:pos x="csX4291" y="csY4291"/>
              </a:cxn>
              <a:cxn ang="0">
                <a:pos x="csX4292" y="csY4292"/>
              </a:cxn>
              <a:cxn ang="0">
                <a:pos x="csX4293" y="csY4293"/>
              </a:cxn>
              <a:cxn ang="0">
                <a:pos x="csX4294" y="csY4294"/>
              </a:cxn>
              <a:cxn ang="0">
                <a:pos x="csX4295" y="csY4295"/>
              </a:cxn>
              <a:cxn ang="0">
                <a:pos x="csX4296" y="csY4296"/>
              </a:cxn>
              <a:cxn ang="0">
                <a:pos x="csX4297" y="csY4297"/>
              </a:cxn>
              <a:cxn ang="0">
                <a:pos x="csX4298" y="csY4298"/>
              </a:cxn>
              <a:cxn ang="0">
                <a:pos x="csX4299" y="csY4299"/>
              </a:cxn>
              <a:cxn ang="0">
                <a:pos x="csX4300" y="csY4300"/>
              </a:cxn>
              <a:cxn ang="0">
                <a:pos x="csX4301" y="csY4301"/>
              </a:cxn>
              <a:cxn ang="0">
                <a:pos x="csX4302" y="csY4302"/>
              </a:cxn>
              <a:cxn ang="0">
                <a:pos x="csX4303" y="csY4303"/>
              </a:cxn>
              <a:cxn ang="0">
                <a:pos x="csX4304" y="csY4304"/>
              </a:cxn>
              <a:cxn ang="0">
                <a:pos x="csX4305" y="csY4305"/>
              </a:cxn>
              <a:cxn ang="0">
                <a:pos x="csX4306" y="csY4306"/>
              </a:cxn>
              <a:cxn ang="0">
                <a:pos x="csX4307" y="csY4307"/>
              </a:cxn>
              <a:cxn ang="0">
                <a:pos x="csX4308" y="csY4308"/>
              </a:cxn>
              <a:cxn ang="0">
                <a:pos x="csX4309" y="csY4309"/>
              </a:cxn>
              <a:cxn ang="0">
                <a:pos x="csX4310" y="csY4310"/>
              </a:cxn>
              <a:cxn ang="0">
                <a:pos x="csX4311" y="csY4311"/>
              </a:cxn>
              <a:cxn ang="0">
                <a:pos x="csX4312" y="csY4312"/>
              </a:cxn>
              <a:cxn ang="0">
                <a:pos x="csX4313" y="csY4313"/>
              </a:cxn>
              <a:cxn ang="0">
                <a:pos x="csX4314" y="csY4314"/>
              </a:cxn>
              <a:cxn ang="0">
                <a:pos x="csX4315" y="csY4315"/>
              </a:cxn>
              <a:cxn ang="0">
                <a:pos x="csX4316" y="csY4316"/>
              </a:cxn>
              <a:cxn ang="0">
                <a:pos x="csX4317" y="csY4317"/>
              </a:cxn>
              <a:cxn ang="0">
                <a:pos x="csX4318" y="csY4318"/>
              </a:cxn>
              <a:cxn ang="0">
                <a:pos x="csX4319" y="csY4319"/>
              </a:cxn>
              <a:cxn ang="0">
                <a:pos x="csX4320" y="csY4320"/>
              </a:cxn>
              <a:cxn ang="0">
                <a:pos x="csX4321" y="csY4321"/>
              </a:cxn>
              <a:cxn ang="0">
                <a:pos x="csX4322" y="csY4322"/>
              </a:cxn>
              <a:cxn ang="0">
                <a:pos x="csX4323" y="csY4323"/>
              </a:cxn>
              <a:cxn ang="0">
                <a:pos x="csX4324" y="csY4324"/>
              </a:cxn>
              <a:cxn ang="0">
                <a:pos x="csX4325" y="csY4325"/>
              </a:cxn>
              <a:cxn ang="0">
                <a:pos x="csX4326" y="csY4326"/>
              </a:cxn>
              <a:cxn ang="0">
                <a:pos x="csX4327" y="csY4327"/>
              </a:cxn>
              <a:cxn ang="0">
                <a:pos x="csX4328" y="csY4328"/>
              </a:cxn>
              <a:cxn ang="0">
                <a:pos x="csX4329" y="csY4329"/>
              </a:cxn>
              <a:cxn ang="0">
                <a:pos x="csX4330" y="csY4330"/>
              </a:cxn>
              <a:cxn ang="0">
                <a:pos x="csX4331" y="csY4331"/>
              </a:cxn>
              <a:cxn ang="0">
                <a:pos x="csX4332" y="csY4332"/>
              </a:cxn>
              <a:cxn ang="0">
                <a:pos x="csX4333" y="csY4333"/>
              </a:cxn>
              <a:cxn ang="0">
                <a:pos x="csX4334" y="csY4334"/>
              </a:cxn>
              <a:cxn ang="0">
                <a:pos x="csX4335" y="csY4335"/>
              </a:cxn>
              <a:cxn ang="0">
                <a:pos x="csX4336" y="csY4336"/>
              </a:cxn>
              <a:cxn ang="0">
                <a:pos x="csX4337" y="csY4337"/>
              </a:cxn>
              <a:cxn ang="0">
                <a:pos x="csX4338" y="csY4338"/>
              </a:cxn>
              <a:cxn ang="0">
                <a:pos x="csX4339" y="csY4339"/>
              </a:cxn>
              <a:cxn ang="0">
                <a:pos x="csX4340" y="csY4340"/>
              </a:cxn>
              <a:cxn ang="0">
                <a:pos x="csX4341" y="csY4341"/>
              </a:cxn>
              <a:cxn ang="0">
                <a:pos x="csX4342" y="csY4342"/>
              </a:cxn>
              <a:cxn ang="0">
                <a:pos x="csX4343" y="csY4343"/>
              </a:cxn>
              <a:cxn ang="0">
                <a:pos x="csX4344" y="csY4344"/>
              </a:cxn>
              <a:cxn ang="0">
                <a:pos x="csX4345" y="csY4345"/>
              </a:cxn>
              <a:cxn ang="0">
                <a:pos x="csX4346" y="csY4346"/>
              </a:cxn>
              <a:cxn ang="0">
                <a:pos x="csX4347" y="csY4347"/>
              </a:cxn>
              <a:cxn ang="0">
                <a:pos x="csX4348" y="csY4348"/>
              </a:cxn>
              <a:cxn ang="0">
                <a:pos x="csX4349" y="csY4349"/>
              </a:cxn>
              <a:cxn ang="0">
                <a:pos x="csX4350" y="csY4350"/>
              </a:cxn>
              <a:cxn ang="0">
                <a:pos x="csX4351" y="csY4351"/>
              </a:cxn>
              <a:cxn ang="0">
                <a:pos x="csX4352" y="csY4352"/>
              </a:cxn>
              <a:cxn ang="0">
                <a:pos x="csX4353" y="csY4353"/>
              </a:cxn>
              <a:cxn ang="0">
                <a:pos x="csX4354" y="csY4354"/>
              </a:cxn>
              <a:cxn ang="0">
                <a:pos x="csX4355" y="csY4355"/>
              </a:cxn>
              <a:cxn ang="0">
                <a:pos x="csX4356" y="csY4356"/>
              </a:cxn>
              <a:cxn ang="0">
                <a:pos x="csX4357" y="csY4357"/>
              </a:cxn>
              <a:cxn ang="0">
                <a:pos x="csX4358" y="csY4358"/>
              </a:cxn>
              <a:cxn ang="0">
                <a:pos x="csX4359" y="csY4359"/>
              </a:cxn>
              <a:cxn ang="0">
                <a:pos x="csX4360" y="csY4360"/>
              </a:cxn>
              <a:cxn ang="0">
                <a:pos x="csX4361" y="csY4361"/>
              </a:cxn>
              <a:cxn ang="0">
                <a:pos x="csX4362" y="csY4362"/>
              </a:cxn>
              <a:cxn ang="0">
                <a:pos x="csX4363" y="csY4363"/>
              </a:cxn>
              <a:cxn ang="0">
                <a:pos x="csX4364" y="csY4364"/>
              </a:cxn>
              <a:cxn ang="0">
                <a:pos x="csX4365" y="csY4365"/>
              </a:cxn>
              <a:cxn ang="0">
                <a:pos x="csX4366" y="csY4366"/>
              </a:cxn>
              <a:cxn ang="0">
                <a:pos x="csX4367" y="csY4367"/>
              </a:cxn>
              <a:cxn ang="0">
                <a:pos x="csX4368" y="csY4368"/>
              </a:cxn>
              <a:cxn ang="0">
                <a:pos x="csX4369" y="csY4369"/>
              </a:cxn>
              <a:cxn ang="0">
                <a:pos x="csX4370" y="csY4370"/>
              </a:cxn>
              <a:cxn ang="0">
                <a:pos x="csX4371" y="csY4371"/>
              </a:cxn>
              <a:cxn ang="0">
                <a:pos x="csX4372" y="csY4372"/>
              </a:cxn>
              <a:cxn ang="0">
                <a:pos x="csX4373" y="csY4373"/>
              </a:cxn>
              <a:cxn ang="0">
                <a:pos x="csX4374" y="csY4374"/>
              </a:cxn>
              <a:cxn ang="0">
                <a:pos x="csX4375" y="csY4375"/>
              </a:cxn>
              <a:cxn ang="0">
                <a:pos x="csX4376" y="csY4376"/>
              </a:cxn>
              <a:cxn ang="0">
                <a:pos x="csX4377" y="csY4377"/>
              </a:cxn>
              <a:cxn ang="0">
                <a:pos x="csX4378" y="csY4378"/>
              </a:cxn>
              <a:cxn ang="0">
                <a:pos x="csX4379" y="csY4379"/>
              </a:cxn>
              <a:cxn ang="0">
                <a:pos x="csX4380" y="csY4380"/>
              </a:cxn>
              <a:cxn ang="0">
                <a:pos x="csX4381" y="csY4381"/>
              </a:cxn>
              <a:cxn ang="0">
                <a:pos x="csX4382" y="csY4382"/>
              </a:cxn>
              <a:cxn ang="0">
                <a:pos x="csX4383" y="csY4383"/>
              </a:cxn>
              <a:cxn ang="0">
                <a:pos x="csX4384" y="csY4384"/>
              </a:cxn>
              <a:cxn ang="0">
                <a:pos x="csX4385" y="csY4385"/>
              </a:cxn>
              <a:cxn ang="0">
                <a:pos x="csX4386" y="csY4386"/>
              </a:cxn>
              <a:cxn ang="0">
                <a:pos x="csX4387" y="csY4387"/>
              </a:cxn>
              <a:cxn ang="0">
                <a:pos x="csX4388" y="csY4388"/>
              </a:cxn>
              <a:cxn ang="0">
                <a:pos x="csX4389" y="csY4389"/>
              </a:cxn>
              <a:cxn ang="0">
                <a:pos x="csX4390" y="csY4390"/>
              </a:cxn>
              <a:cxn ang="0">
                <a:pos x="csX4391" y="csY4391"/>
              </a:cxn>
              <a:cxn ang="0">
                <a:pos x="csX4392" y="csY4392"/>
              </a:cxn>
              <a:cxn ang="0">
                <a:pos x="csX4393" y="csY4393"/>
              </a:cxn>
              <a:cxn ang="0">
                <a:pos x="csX4394" y="csY4394"/>
              </a:cxn>
              <a:cxn ang="0">
                <a:pos x="csX4395" y="csY4395"/>
              </a:cxn>
              <a:cxn ang="0">
                <a:pos x="csX4396" y="csY4396"/>
              </a:cxn>
              <a:cxn ang="0">
                <a:pos x="csX4397" y="csY4397"/>
              </a:cxn>
              <a:cxn ang="0">
                <a:pos x="csX4398" y="csY4398"/>
              </a:cxn>
              <a:cxn ang="0">
                <a:pos x="csX4399" y="csY4399"/>
              </a:cxn>
              <a:cxn ang="0">
                <a:pos x="csX4400" y="csY4400"/>
              </a:cxn>
              <a:cxn ang="0">
                <a:pos x="csX4401" y="csY4401"/>
              </a:cxn>
              <a:cxn ang="0">
                <a:pos x="csX4402" y="csY4402"/>
              </a:cxn>
              <a:cxn ang="0">
                <a:pos x="csX4403" y="csY4403"/>
              </a:cxn>
              <a:cxn ang="0">
                <a:pos x="csX4404" y="csY4404"/>
              </a:cxn>
              <a:cxn ang="0">
                <a:pos x="csX4405" y="csY4405"/>
              </a:cxn>
              <a:cxn ang="0">
                <a:pos x="csX4406" y="csY4406"/>
              </a:cxn>
              <a:cxn ang="0">
                <a:pos x="csX4407" y="csY4407"/>
              </a:cxn>
              <a:cxn ang="0">
                <a:pos x="csX4408" y="csY4408"/>
              </a:cxn>
              <a:cxn ang="0">
                <a:pos x="csX4409" y="csY4409"/>
              </a:cxn>
              <a:cxn ang="0">
                <a:pos x="csX4410" y="csY4410"/>
              </a:cxn>
              <a:cxn ang="0">
                <a:pos x="csX4411" y="csY4411"/>
              </a:cxn>
              <a:cxn ang="0">
                <a:pos x="csX4412" y="csY4412"/>
              </a:cxn>
              <a:cxn ang="0">
                <a:pos x="csX4413" y="csY4413"/>
              </a:cxn>
              <a:cxn ang="0">
                <a:pos x="csX4414" y="csY4414"/>
              </a:cxn>
              <a:cxn ang="0">
                <a:pos x="csX4415" y="csY4415"/>
              </a:cxn>
              <a:cxn ang="0">
                <a:pos x="csX4416" y="csY4416"/>
              </a:cxn>
              <a:cxn ang="0">
                <a:pos x="csX4417" y="csY4417"/>
              </a:cxn>
              <a:cxn ang="0">
                <a:pos x="csX4418" y="csY4418"/>
              </a:cxn>
              <a:cxn ang="0">
                <a:pos x="csX4419" y="csY4419"/>
              </a:cxn>
              <a:cxn ang="0">
                <a:pos x="csX4420" y="csY4420"/>
              </a:cxn>
              <a:cxn ang="0">
                <a:pos x="csX4421" y="csY4421"/>
              </a:cxn>
              <a:cxn ang="0">
                <a:pos x="csX4422" y="csY4422"/>
              </a:cxn>
              <a:cxn ang="0">
                <a:pos x="csX4423" y="csY4423"/>
              </a:cxn>
              <a:cxn ang="0">
                <a:pos x="csX4424" y="csY4424"/>
              </a:cxn>
              <a:cxn ang="0">
                <a:pos x="csX4425" y="csY4425"/>
              </a:cxn>
              <a:cxn ang="0">
                <a:pos x="csX4426" y="csY4426"/>
              </a:cxn>
              <a:cxn ang="0">
                <a:pos x="csX4427" y="csY4427"/>
              </a:cxn>
              <a:cxn ang="0">
                <a:pos x="csX4428" y="csY4428"/>
              </a:cxn>
              <a:cxn ang="0">
                <a:pos x="csX4429" y="csY4429"/>
              </a:cxn>
              <a:cxn ang="0">
                <a:pos x="csX4430" y="csY4430"/>
              </a:cxn>
              <a:cxn ang="0">
                <a:pos x="csX4431" y="csY4431"/>
              </a:cxn>
              <a:cxn ang="0">
                <a:pos x="csX4432" y="csY4432"/>
              </a:cxn>
              <a:cxn ang="0">
                <a:pos x="csX4433" y="csY4433"/>
              </a:cxn>
              <a:cxn ang="0">
                <a:pos x="csX4434" y="csY4434"/>
              </a:cxn>
              <a:cxn ang="0">
                <a:pos x="csX4435" y="csY4435"/>
              </a:cxn>
              <a:cxn ang="0">
                <a:pos x="csX4436" y="csY4436"/>
              </a:cxn>
              <a:cxn ang="0">
                <a:pos x="csX4437" y="csY4437"/>
              </a:cxn>
              <a:cxn ang="0">
                <a:pos x="csX4438" y="csY4438"/>
              </a:cxn>
              <a:cxn ang="0">
                <a:pos x="csX4439" y="csY4439"/>
              </a:cxn>
              <a:cxn ang="0">
                <a:pos x="csX4440" y="csY4440"/>
              </a:cxn>
              <a:cxn ang="0">
                <a:pos x="csX4441" y="csY4441"/>
              </a:cxn>
              <a:cxn ang="0">
                <a:pos x="csX4442" y="csY4442"/>
              </a:cxn>
              <a:cxn ang="0">
                <a:pos x="csX4443" y="csY4443"/>
              </a:cxn>
              <a:cxn ang="0">
                <a:pos x="csX4444" y="csY4444"/>
              </a:cxn>
              <a:cxn ang="0">
                <a:pos x="csX4445" y="csY4445"/>
              </a:cxn>
              <a:cxn ang="0">
                <a:pos x="csX4446" y="csY4446"/>
              </a:cxn>
              <a:cxn ang="0">
                <a:pos x="csX4447" y="csY4447"/>
              </a:cxn>
              <a:cxn ang="0">
                <a:pos x="csX4448" y="csY4448"/>
              </a:cxn>
              <a:cxn ang="0">
                <a:pos x="csX4449" y="csY4449"/>
              </a:cxn>
              <a:cxn ang="0">
                <a:pos x="csX4450" y="csY4450"/>
              </a:cxn>
              <a:cxn ang="0">
                <a:pos x="csX4451" y="csY4451"/>
              </a:cxn>
              <a:cxn ang="0">
                <a:pos x="csX4452" y="csY4452"/>
              </a:cxn>
              <a:cxn ang="0">
                <a:pos x="csX4453" y="csY4453"/>
              </a:cxn>
              <a:cxn ang="0">
                <a:pos x="csX4454" y="csY4454"/>
              </a:cxn>
              <a:cxn ang="0">
                <a:pos x="csX4455" y="csY4455"/>
              </a:cxn>
              <a:cxn ang="0">
                <a:pos x="csX4456" y="csY4456"/>
              </a:cxn>
              <a:cxn ang="0">
                <a:pos x="csX4457" y="csY4457"/>
              </a:cxn>
              <a:cxn ang="0">
                <a:pos x="csX4458" y="csY4458"/>
              </a:cxn>
              <a:cxn ang="0">
                <a:pos x="csX4459" y="csY4459"/>
              </a:cxn>
              <a:cxn ang="0">
                <a:pos x="csX4460" y="csY4460"/>
              </a:cxn>
              <a:cxn ang="0">
                <a:pos x="csX4461" y="csY4461"/>
              </a:cxn>
              <a:cxn ang="0">
                <a:pos x="csX4462" y="csY4462"/>
              </a:cxn>
              <a:cxn ang="0">
                <a:pos x="csX4463" y="csY4463"/>
              </a:cxn>
              <a:cxn ang="0">
                <a:pos x="csX4464" y="csY4464"/>
              </a:cxn>
              <a:cxn ang="0">
                <a:pos x="csX4465" y="csY4465"/>
              </a:cxn>
              <a:cxn ang="0">
                <a:pos x="csX4466" y="csY4466"/>
              </a:cxn>
              <a:cxn ang="0">
                <a:pos x="csX4467" y="csY4467"/>
              </a:cxn>
              <a:cxn ang="0">
                <a:pos x="csX4468" y="csY4468"/>
              </a:cxn>
              <a:cxn ang="0">
                <a:pos x="csX4469" y="csY4469"/>
              </a:cxn>
              <a:cxn ang="0">
                <a:pos x="csX4470" y="csY4470"/>
              </a:cxn>
              <a:cxn ang="0">
                <a:pos x="csX4471" y="csY4471"/>
              </a:cxn>
              <a:cxn ang="0">
                <a:pos x="csX4472" y="csY4472"/>
              </a:cxn>
              <a:cxn ang="0">
                <a:pos x="csX4473" y="csY4473"/>
              </a:cxn>
              <a:cxn ang="0">
                <a:pos x="csX4474" y="csY4474"/>
              </a:cxn>
              <a:cxn ang="0">
                <a:pos x="csX4475" y="csY4475"/>
              </a:cxn>
              <a:cxn ang="0">
                <a:pos x="csX4476" y="csY4476"/>
              </a:cxn>
              <a:cxn ang="0">
                <a:pos x="csX4477" y="csY4477"/>
              </a:cxn>
              <a:cxn ang="0">
                <a:pos x="csX4478" y="csY4478"/>
              </a:cxn>
              <a:cxn ang="0">
                <a:pos x="csX4479" y="csY4479"/>
              </a:cxn>
              <a:cxn ang="0">
                <a:pos x="csX4480" y="csY4480"/>
              </a:cxn>
              <a:cxn ang="0">
                <a:pos x="csX4481" y="csY4481"/>
              </a:cxn>
              <a:cxn ang="0">
                <a:pos x="csX4482" y="csY4482"/>
              </a:cxn>
              <a:cxn ang="0">
                <a:pos x="csX4483" y="csY4483"/>
              </a:cxn>
              <a:cxn ang="0">
                <a:pos x="csX4484" y="csY4484"/>
              </a:cxn>
              <a:cxn ang="0">
                <a:pos x="csX4485" y="csY4485"/>
              </a:cxn>
              <a:cxn ang="0">
                <a:pos x="csX4486" y="csY4486"/>
              </a:cxn>
              <a:cxn ang="0">
                <a:pos x="csX4487" y="csY4487"/>
              </a:cxn>
              <a:cxn ang="0">
                <a:pos x="csX4488" y="csY4488"/>
              </a:cxn>
              <a:cxn ang="0">
                <a:pos x="csX4489" y="csY4489"/>
              </a:cxn>
              <a:cxn ang="0">
                <a:pos x="csX4490" y="csY4490"/>
              </a:cxn>
              <a:cxn ang="0">
                <a:pos x="csX4491" y="csY4491"/>
              </a:cxn>
              <a:cxn ang="0">
                <a:pos x="csX4492" y="csY4492"/>
              </a:cxn>
              <a:cxn ang="0">
                <a:pos x="csX4493" y="csY4493"/>
              </a:cxn>
              <a:cxn ang="0">
                <a:pos x="csX4494" y="csY4494"/>
              </a:cxn>
              <a:cxn ang="0">
                <a:pos x="csX4495" y="csY4495"/>
              </a:cxn>
              <a:cxn ang="0">
                <a:pos x="csX4496" y="csY4496"/>
              </a:cxn>
              <a:cxn ang="0">
                <a:pos x="csX4497" y="csY4497"/>
              </a:cxn>
              <a:cxn ang="0">
                <a:pos x="csX4498" y="csY4498"/>
              </a:cxn>
              <a:cxn ang="0">
                <a:pos x="csX4499" y="csY4499"/>
              </a:cxn>
              <a:cxn ang="0">
                <a:pos x="csX4500" y="csY4500"/>
              </a:cxn>
              <a:cxn ang="0">
                <a:pos x="csX4501" y="csY4501"/>
              </a:cxn>
              <a:cxn ang="0">
                <a:pos x="csX4502" y="csY4502"/>
              </a:cxn>
              <a:cxn ang="0">
                <a:pos x="csX4503" y="csY4503"/>
              </a:cxn>
              <a:cxn ang="0">
                <a:pos x="csX4504" y="csY4504"/>
              </a:cxn>
              <a:cxn ang="0">
                <a:pos x="csX4505" y="csY4505"/>
              </a:cxn>
              <a:cxn ang="0">
                <a:pos x="csX4506" y="csY4506"/>
              </a:cxn>
              <a:cxn ang="0">
                <a:pos x="csX4507" y="csY4507"/>
              </a:cxn>
              <a:cxn ang="0">
                <a:pos x="csX4508" y="csY4508"/>
              </a:cxn>
              <a:cxn ang="0">
                <a:pos x="csX4509" y="csY4509"/>
              </a:cxn>
              <a:cxn ang="0">
                <a:pos x="csX4510" y="csY4510"/>
              </a:cxn>
              <a:cxn ang="0">
                <a:pos x="csX4511" y="csY4511"/>
              </a:cxn>
              <a:cxn ang="0">
                <a:pos x="csX4512" y="csY4512"/>
              </a:cxn>
              <a:cxn ang="0">
                <a:pos x="csX4513" y="csY4513"/>
              </a:cxn>
              <a:cxn ang="0">
                <a:pos x="csX4514" y="csY4514"/>
              </a:cxn>
              <a:cxn ang="0">
                <a:pos x="csX4515" y="csY4515"/>
              </a:cxn>
              <a:cxn ang="0">
                <a:pos x="csX4516" y="csY4516"/>
              </a:cxn>
              <a:cxn ang="0">
                <a:pos x="csX4517" y="csY4517"/>
              </a:cxn>
              <a:cxn ang="0">
                <a:pos x="csX4518" y="csY4518"/>
              </a:cxn>
              <a:cxn ang="0">
                <a:pos x="csX4519" y="csY4519"/>
              </a:cxn>
              <a:cxn ang="0">
                <a:pos x="csX4520" y="csY4520"/>
              </a:cxn>
              <a:cxn ang="0">
                <a:pos x="csX4521" y="csY4521"/>
              </a:cxn>
              <a:cxn ang="0">
                <a:pos x="csX4522" y="csY4522"/>
              </a:cxn>
              <a:cxn ang="0">
                <a:pos x="csX4523" y="csY4523"/>
              </a:cxn>
              <a:cxn ang="0">
                <a:pos x="csX4524" y="csY4524"/>
              </a:cxn>
              <a:cxn ang="0">
                <a:pos x="csX4525" y="csY4525"/>
              </a:cxn>
              <a:cxn ang="0">
                <a:pos x="csX4526" y="csY4526"/>
              </a:cxn>
              <a:cxn ang="0">
                <a:pos x="csX4527" y="csY4527"/>
              </a:cxn>
              <a:cxn ang="0">
                <a:pos x="csX4528" y="csY4528"/>
              </a:cxn>
              <a:cxn ang="0">
                <a:pos x="csX4529" y="csY4529"/>
              </a:cxn>
              <a:cxn ang="0">
                <a:pos x="csX4530" y="csY4530"/>
              </a:cxn>
              <a:cxn ang="0">
                <a:pos x="csX4531" y="csY4531"/>
              </a:cxn>
              <a:cxn ang="0">
                <a:pos x="csX4532" y="csY4532"/>
              </a:cxn>
              <a:cxn ang="0">
                <a:pos x="csX4533" y="csY4533"/>
              </a:cxn>
              <a:cxn ang="0">
                <a:pos x="csX4534" y="csY4534"/>
              </a:cxn>
              <a:cxn ang="0">
                <a:pos x="csX4535" y="csY4535"/>
              </a:cxn>
              <a:cxn ang="0">
                <a:pos x="csX4536" y="csY4536"/>
              </a:cxn>
              <a:cxn ang="0">
                <a:pos x="csX4537" y="csY4537"/>
              </a:cxn>
              <a:cxn ang="0">
                <a:pos x="csX4538" y="csY4538"/>
              </a:cxn>
              <a:cxn ang="0">
                <a:pos x="csX4539" y="csY4539"/>
              </a:cxn>
              <a:cxn ang="0">
                <a:pos x="csX4540" y="csY4540"/>
              </a:cxn>
              <a:cxn ang="0">
                <a:pos x="csX4541" y="csY4541"/>
              </a:cxn>
              <a:cxn ang="0">
                <a:pos x="csX4542" y="csY4542"/>
              </a:cxn>
              <a:cxn ang="0">
                <a:pos x="csX4543" y="csY4543"/>
              </a:cxn>
              <a:cxn ang="0">
                <a:pos x="csX4544" y="csY4544"/>
              </a:cxn>
              <a:cxn ang="0">
                <a:pos x="csX4545" y="csY4545"/>
              </a:cxn>
              <a:cxn ang="0">
                <a:pos x="csX4546" y="csY4546"/>
              </a:cxn>
              <a:cxn ang="0">
                <a:pos x="csX4547" y="csY4547"/>
              </a:cxn>
              <a:cxn ang="0">
                <a:pos x="csX4548" y="csY4548"/>
              </a:cxn>
              <a:cxn ang="0">
                <a:pos x="csX4549" y="csY4549"/>
              </a:cxn>
              <a:cxn ang="0">
                <a:pos x="csX4550" y="csY4550"/>
              </a:cxn>
              <a:cxn ang="0">
                <a:pos x="csX4551" y="csY4551"/>
              </a:cxn>
              <a:cxn ang="0">
                <a:pos x="csX4552" y="csY4552"/>
              </a:cxn>
              <a:cxn ang="0">
                <a:pos x="csX4553" y="csY4553"/>
              </a:cxn>
              <a:cxn ang="0">
                <a:pos x="csX4554" y="csY4554"/>
              </a:cxn>
              <a:cxn ang="0">
                <a:pos x="csX4555" y="csY4555"/>
              </a:cxn>
              <a:cxn ang="0">
                <a:pos x="csX4556" y="csY4556"/>
              </a:cxn>
              <a:cxn ang="0">
                <a:pos x="csX4557" y="csY4557"/>
              </a:cxn>
              <a:cxn ang="0">
                <a:pos x="csX4558" y="csY4558"/>
              </a:cxn>
              <a:cxn ang="0">
                <a:pos x="csX4559" y="csY4559"/>
              </a:cxn>
              <a:cxn ang="0">
                <a:pos x="csX4560" y="csY4560"/>
              </a:cxn>
              <a:cxn ang="0">
                <a:pos x="csX4561" y="csY4561"/>
              </a:cxn>
              <a:cxn ang="0">
                <a:pos x="csX4562" y="csY4562"/>
              </a:cxn>
              <a:cxn ang="0">
                <a:pos x="csX4563" y="csY4563"/>
              </a:cxn>
              <a:cxn ang="0">
                <a:pos x="csX4564" y="csY4564"/>
              </a:cxn>
              <a:cxn ang="0">
                <a:pos x="csX4565" y="csY4565"/>
              </a:cxn>
              <a:cxn ang="0">
                <a:pos x="csX4566" y="csY4566"/>
              </a:cxn>
              <a:cxn ang="0">
                <a:pos x="csX4567" y="csY4567"/>
              </a:cxn>
              <a:cxn ang="0">
                <a:pos x="csX4568" y="csY4568"/>
              </a:cxn>
              <a:cxn ang="0">
                <a:pos x="csX4569" y="csY4569"/>
              </a:cxn>
              <a:cxn ang="0">
                <a:pos x="csX4570" y="csY4570"/>
              </a:cxn>
              <a:cxn ang="0">
                <a:pos x="csX4571" y="csY4571"/>
              </a:cxn>
              <a:cxn ang="0">
                <a:pos x="csX4572" y="csY4572"/>
              </a:cxn>
              <a:cxn ang="0">
                <a:pos x="csX4573" y="csY4573"/>
              </a:cxn>
              <a:cxn ang="0">
                <a:pos x="csX4574" y="csY4574"/>
              </a:cxn>
              <a:cxn ang="0">
                <a:pos x="csX4575" y="csY4575"/>
              </a:cxn>
              <a:cxn ang="0">
                <a:pos x="csX4576" y="csY4576"/>
              </a:cxn>
              <a:cxn ang="0">
                <a:pos x="csX4577" y="csY4577"/>
              </a:cxn>
              <a:cxn ang="0">
                <a:pos x="csX4578" y="csY4578"/>
              </a:cxn>
              <a:cxn ang="0">
                <a:pos x="csX4579" y="csY4579"/>
              </a:cxn>
              <a:cxn ang="0">
                <a:pos x="csX4580" y="csY4580"/>
              </a:cxn>
              <a:cxn ang="0">
                <a:pos x="csX4581" y="csY4581"/>
              </a:cxn>
              <a:cxn ang="0">
                <a:pos x="csX4582" y="csY4582"/>
              </a:cxn>
              <a:cxn ang="0">
                <a:pos x="csX4583" y="csY4583"/>
              </a:cxn>
              <a:cxn ang="0">
                <a:pos x="csX4584" y="csY4584"/>
              </a:cxn>
              <a:cxn ang="0">
                <a:pos x="csX4585" y="csY4585"/>
              </a:cxn>
              <a:cxn ang="0">
                <a:pos x="csX4586" y="csY4586"/>
              </a:cxn>
              <a:cxn ang="0">
                <a:pos x="csX4587" y="csY4587"/>
              </a:cxn>
              <a:cxn ang="0">
                <a:pos x="csX4588" y="csY4588"/>
              </a:cxn>
              <a:cxn ang="0">
                <a:pos x="csX4589" y="csY4589"/>
              </a:cxn>
              <a:cxn ang="0">
                <a:pos x="csX4590" y="csY4590"/>
              </a:cxn>
              <a:cxn ang="0">
                <a:pos x="csX4591" y="csY4591"/>
              </a:cxn>
              <a:cxn ang="0">
                <a:pos x="csX4592" y="csY4592"/>
              </a:cxn>
              <a:cxn ang="0">
                <a:pos x="csX4593" y="csY4593"/>
              </a:cxn>
              <a:cxn ang="0">
                <a:pos x="csX4594" y="csY4594"/>
              </a:cxn>
              <a:cxn ang="0">
                <a:pos x="csX4595" y="csY4595"/>
              </a:cxn>
              <a:cxn ang="0">
                <a:pos x="csX4596" y="csY4596"/>
              </a:cxn>
              <a:cxn ang="0">
                <a:pos x="csX4597" y="csY4597"/>
              </a:cxn>
              <a:cxn ang="0">
                <a:pos x="csX4598" y="csY4598"/>
              </a:cxn>
              <a:cxn ang="0">
                <a:pos x="csX4599" y="csY4599"/>
              </a:cxn>
              <a:cxn ang="0">
                <a:pos x="csX4600" y="csY4600"/>
              </a:cxn>
              <a:cxn ang="0">
                <a:pos x="csX4601" y="csY4601"/>
              </a:cxn>
              <a:cxn ang="0">
                <a:pos x="csX4602" y="csY4602"/>
              </a:cxn>
              <a:cxn ang="0">
                <a:pos x="csX4603" y="csY4603"/>
              </a:cxn>
              <a:cxn ang="0">
                <a:pos x="csX4604" y="csY4604"/>
              </a:cxn>
              <a:cxn ang="0">
                <a:pos x="csX4605" y="csY4605"/>
              </a:cxn>
              <a:cxn ang="0">
                <a:pos x="csX4606" y="csY4606"/>
              </a:cxn>
              <a:cxn ang="0">
                <a:pos x="csX4607" y="csY4607"/>
              </a:cxn>
              <a:cxn ang="0">
                <a:pos x="csX4608" y="csY4608"/>
              </a:cxn>
              <a:cxn ang="0">
                <a:pos x="csX4609" y="csY4609"/>
              </a:cxn>
              <a:cxn ang="0">
                <a:pos x="csX4610" y="csY4610"/>
              </a:cxn>
              <a:cxn ang="0">
                <a:pos x="csX4611" y="csY4611"/>
              </a:cxn>
              <a:cxn ang="0">
                <a:pos x="csX4612" y="csY4612"/>
              </a:cxn>
              <a:cxn ang="0">
                <a:pos x="csX4613" y="csY4613"/>
              </a:cxn>
              <a:cxn ang="0">
                <a:pos x="csX4614" y="csY4614"/>
              </a:cxn>
              <a:cxn ang="0">
                <a:pos x="csX4615" y="csY4615"/>
              </a:cxn>
              <a:cxn ang="0">
                <a:pos x="csX4616" y="csY4616"/>
              </a:cxn>
              <a:cxn ang="0">
                <a:pos x="csX4617" y="csY4617"/>
              </a:cxn>
              <a:cxn ang="0">
                <a:pos x="csX4618" y="csY4618"/>
              </a:cxn>
              <a:cxn ang="0">
                <a:pos x="csX4619" y="csY4619"/>
              </a:cxn>
              <a:cxn ang="0">
                <a:pos x="csX4620" y="csY4620"/>
              </a:cxn>
              <a:cxn ang="0">
                <a:pos x="csX4621" y="csY4621"/>
              </a:cxn>
              <a:cxn ang="0">
                <a:pos x="csX4622" y="csY4622"/>
              </a:cxn>
              <a:cxn ang="0">
                <a:pos x="csX4623" y="csY4623"/>
              </a:cxn>
              <a:cxn ang="0">
                <a:pos x="csX4624" y="csY4624"/>
              </a:cxn>
              <a:cxn ang="0">
                <a:pos x="csX4625" y="csY4625"/>
              </a:cxn>
              <a:cxn ang="0">
                <a:pos x="csX4626" y="csY4626"/>
              </a:cxn>
              <a:cxn ang="0">
                <a:pos x="csX4627" y="csY4627"/>
              </a:cxn>
              <a:cxn ang="0">
                <a:pos x="csX4628" y="csY4628"/>
              </a:cxn>
              <a:cxn ang="0">
                <a:pos x="csX4629" y="csY4629"/>
              </a:cxn>
              <a:cxn ang="0">
                <a:pos x="csX4630" y="csY4630"/>
              </a:cxn>
              <a:cxn ang="0">
                <a:pos x="csX4631" y="csY4631"/>
              </a:cxn>
              <a:cxn ang="0">
                <a:pos x="csX4632" y="csY4632"/>
              </a:cxn>
              <a:cxn ang="0">
                <a:pos x="csX4633" y="csY4633"/>
              </a:cxn>
              <a:cxn ang="0">
                <a:pos x="csX4634" y="csY4634"/>
              </a:cxn>
              <a:cxn ang="0">
                <a:pos x="csX4635" y="csY4635"/>
              </a:cxn>
              <a:cxn ang="0">
                <a:pos x="csX4636" y="csY4636"/>
              </a:cxn>
              <a:cxn ang="0">
                <a:pos x="csX4637" y="csY4637"/>
              </a:cxn>
              <a:cxn ang="0">
                <a:pos x="csX4638" y="csY4638"/>
              </a:cxn>
              <a:cxn ang="0">
                <a:pos x="csX4639" y="csY4639"/>
              </a:cxn>
              <a:cxn ang="0">
                <a:pos x="csX4640" y="csY4640"/>
              </a:cxn>
              <a:cxn ang="0">
                <a:pos x="csX4641" y="csY4641"/>
              </a:cxn>
              <a:cxn ang="0">
                <a:pos x="csX4642" y="csY4642"/>
              </a:cxn>
              <a:cxn ang="0">
                <a:pos x="csX4643" y="csY4643"/>
              </a:cxn>
              <a:cxn ang="0">
                <a:pos x="csX4644" y="csY4644"/>
              </a:cxn>
              <a:cxn ang="0">
                <a:pos x="csX4645" y="csY4645"/>
              </a:cxn>
              <a:cxn ang="0">
                <a:pos x="csX4646" y="csY4646"/>
              </a:cxn>
              <a:cxn ang="0">
                <a:pos x="csX4647" y="csY4647"/>
              </a:cxn>
              <a:cxn ang="0">
                <a:pos x="csX4648" y="csY4648"/>
              </a:cxn>
              <a:cxn ang="0">
                <a:pos x="csX4649" y="csY4649"/>
              </a:cxn>
              <a:cxn ang="0">
                <a:pos x="csX4650" y="csY4650"/>
              </a:cxn>
              <a:cxn ang="0">
                <a:pos x="csX4651" y="csY4651"/>
              </a:cxn>
              <a:cxn ang="0">
                <a:pos x="csX4652" y="csY4652"/>
              </a:cxn>
              <a:cxn ang="0">
                <a:pos x="csX4653" y="csY4653"/>
              </a:cxn>
              <a:cxn ang="0">
                <a:pos x="csX4654" y="csY4654"/>
              </a:cxn>
              <a:cxn ang="0">
                <a:pos x="csX4655" y="csY4655"/>
              </a:cxn>
              <a:cxn ang="0">
                <a:pos x="csX4656" y="csY4656"/>
              </a:cxn>
              <a:cxn ang="0">
                <a:pos x="csX4657" y="csY4657"/>
              </a:cxn>
              <a:cxn ang="0">
                <a:pos x="csX4658" y="csY4658"/>
              </a:cxn>
              <a:cxn ang="0">
                <a:pos x="csX4659" y="csY4659"/>
              </a:cxn>
              <a:cxn ang="0">
                <a:pos x="csX4660" y="csY4660"/>
              </a:cxn>
              <a:cxn ang="0">
                <a:pos x="csX4661" y="csY4661"/>
              </a:cxn>
              <a:cxn ang="0">
                <a:pos x="csX4662" y="csY4662"/>
              </a:cxn>
              <a:cxn ang="0">
                <a:pos x="csX4663" y="csY4663"/>
              </a:cxn>
              <a:cxn ang="0">
                <a:pos x="csX4664" y="csY4664"/>
              </a:cxn>
              <a:cxn ang="0">
                <a:pos x="csX4665" y="csY4665"/>
              </a:cxn>
              <a:cxn ang="0">
                <a:pos x="csX4666" y="csY4666"/>
              </a:cxn>
              <a:cxn ang="0">
                <a:pos x="csX4667" y="csY4667"/>
              </a:cxn>
              <a:cxn ang="0">
                <a:pos x="csX4668" y="csY4668"/>
              </a:cxn>
              <a:cxn ang="0">
                <a:pos x="csX4669" y="csY4669"/>
              </a:cxn>
              <a:cxn ang="0">
                <a:pos x="csX4670" y="csY4670"/>
              </a:cxn>
              <a:cxn ang="0">
                <a:pos x="csX4671" y="csY4671"/>
              </a:cxn>
              <a:cxn ang="0">
                <a:pos x="csX4672" y="csY4672"/>
              </a:cxn>
              <a:cxn ang="0">
                <a:pos x="csX4673" y="csY4673"/>
              </a:cxn>
              <a:cxn ang="0">
                <a:pos x="csX4674" y="csY4674"/>
              </a:cxn>
              <a:cxn ang="0">
                <a:pos x="csX4675" y="csY4675"/>
              </a:cxn>
              <a:cxn ang="0">
                <a:pos x="csX4676" y="csY4676"/>
              </a:cxn>
              <a:cxn ang="0">
                <a:pos x="csX4677" y="csY4677"/>
              </a:cxn>
              <a:cxn ang="0">
                <a:pos x="csX4678" y="csY4678"/>
              </a:cxn>
              <a:cxn ang="0">
                <a:pos x="csX4679" y="csY4679"/>
              </a:cxn>
              <a:cxn ang="0">
                <a:pos x="csX4680" y="csY4680"/>
              </a:cxn>
              <a:cxn ang="0">
                <a:pos x="csX4681" y="csY4681"/>
              </a:cxn>
              <a:cxn ang="0">
                <a:pos x="csX4682" y="csY4682"/>
              </a:cxn>
              <a:cxn ang="0">
                <a:pos x="csX4683" y="csY4683"/>
              </a:cxn>
              <a:cxn ang="0">
                <a:pos x="csX4684" y="csY4684"/>
              </a:cxn>
              <a:cxn ang="0">
                <a:pos x="csX4685" y="csY4685"/>
              </a:cxn>
              <a:cxn ang="0">
                <a:pos x="csX4686" y="csY4686"/>
              </a:cxn>
              <a:cxn ang="0">
                <a:pos x="csX4687" y="csY4687"/>
              </a:cxn>
              <a:cxn ang="0">
                <a:pos x="csX4688" y="csY4688"/>
              </a:cxn>
              <a:cxn ang="0">
                <a:pos x="csX4689" y="csY4689"/>
              </a:cxn>
              <a:cxn ang="0">
                <a:pos x="csX4690" y="csY4690"/>
              </a:cxn>
              <a:cxn ang="0">
                <a:pos x="csX4691" y="csY4691"/>
              </a:cxn>
              <a:cxn ang="0">
                <a:pos x="csX4692" y="csY4692"/>
              </a:cxn>
              <a:cxn ang="0">
                <a:pos x="csX4693" y="csY4693"/>
              </a:cxn>
              <a:cxn ang="0">
                <a:pos x="csX4694" y="csY4694"/>
              </a:cxn>
              <a:cxn ang="0">
                <a:pos x="csX4695" y="csY4695"/>
              </a:cxn>
              <a:cxn ang="0">
                <a:pos x="csX4696" y="csY4696"/>
              </a:cxn>
              <a:cxn ang="0">
                <a:pos x="csX4697" y="csY4697"/>
              </a:cxn>
              <a:cxn ang="0">
                <a:pos x="csX4698" y="csY4698"/>
              </a:cxn>
              <a:cxn ang="0">
                <a:pos x="csX4699" y="csY4699"/>
              </a:cxn>
              <a:cxn ang="0">
                <a:pos x="csX4700" y="csY4700"/>
              </a:cxn>
              <a:cxn ang="0">
                <a:pos x="csX4701" y="csY4701"/>
              </a:cxn>
              <a:cxn ang="0">
                <a:pos x="csX4702" y="csY4702"/>
              </a:cxn>
              <a:cxn ang="0">
                <a:pos x="csX4703" y="csY4703"/>
              </a:cxn>
              <a:cxn ang="0">
                <a:pos x="csX4704" y="csY4704"/>
              </a:cxn>
              <a:cxn ang="0">
                <a:pos x="csX4705" y="csY4705"/>
              </a:cxn>
              <a:cxn ang="0">
                <a:pos x="csX4706" y="csY4706"/>
              </a:cxn>
              <a:cxn ang="0">
                <a:pos x="csX4707" y="csY4707"/>
              </a:cxn>
              <a:cxn ang="0">
                <a:pos x="csX4708" y="csY4708"/>
              </a:cxn>
              <a:cxn ang="0">
                <a:pos x="csX4709" y="csY4709"/>
              </a:cxn>
              <a:cxn ang="0">
                <a:pos x="csX4710" y="csY4710"/>
              </a:cxn>
              <a:cxn ang="0">
                <a:pos x="csX4711" y="csY4711"/>
              </a:cxn>
              <a:cxn ang="0">
                <a:pos x="csX4712" y="csY4712"/>
              </a:cxn>
              <a:cxn ang="0">
                <a:pos x="csX4713" y="csY4713"/>
              </a:cxn>
              <a:cxn ang="0">
                <a:pos x="csX4714" y="csY4714"/>
              </a:cxn>
              <a:cxn ang="0">
                <a:pos x="csX4715" y="csY4715"/>
              </a:cxn>
              <a:cxn ang="0">
                <a:pos x="csX4716" y="csY4716"/>
              </a:cxn>
              <a:cxn ang="0">
                <a:pos x="csX4717" y="csY4717"/>
              </a:cxn>
              <a:cxn ang="0">
                <a:pos x="csX4718" y="csY4718"/>
              </a:cxn>
              <a:cxn ang="0">
                <a:pos x="csX4719" y="csY4719"/>
              </a:cxn>
              <a:cxn ang="0">
                <a:pos x="csX4720" y="csY4720"/>
              </a:cxn>
              <a:cxn ang="0">
                <a:pos x="csX4721" y="csY4721"/>
              </a:cxn>
              <a:cxn ang="0">
                <a:pos x="csX4722" y="csY4722"/>
              </a:cxn>
              <a:cxn ang="0">
                <a:pos x="csX4723" y="csY4723"/>
              </a:cxn>
              <a:cxn ang="0">
                <a:pos x="csX4724" y="csY4724"/>
              </a:cxn>
              <a:cxn ang="0">
                <a:pos x="csX4725" y="csY4725"/>
              </a:cxn>
              <a:cxn ang="0">
                <a:pos x="csX4726" y="csY4726"/>
              </a:cxn>
              <a:cxn ang="0">
                <a:pos x="csX4727" y="csY4727"/>
              </a:cxn>
              <a:cxn ang="0">
                <a:pos x="csX4728" y="csY4728"/>
              </a:cxn>
              <a:cxn ang="0">
                <a:pos x="csX4729" y="csY4729"/>
              </a:cxn>
              <a:cxn ang="0">
                <a:pos x="csX4730" y="csY4730"/>
              </a:cxn>
              <a:cxn ang="0">
                <a:pos x="csX4731" y="csY4731"/>
              </a:cxn>
              <a:cxn ang="0">
                <a:pos x="csX4732" y="csY4732"/>
              </a:cxn>
              <a:cxn ang="0">
                <a:pos x="csX4733" y="csY4733"/>
              </a:cxn>
              <a:cxn ang="0">
                <a:pos x="csX4734" y="csY4734"/>
              </a:cxn>
              <a:cxn ang="0">
                <a:pos x="csX4735" y="csY4735"/>
              </a:cxn>
              <a:cxn ang="0">
                <a:pos x="csX4736" y="csY4736"/>
              </a:cxn>
              <a:cxn ang="0">
                <a:pos x="csX4737" y="csY4737"/>
              </a:cxn>
              <a:cxn ang="0">
                <a:pos x="csX4738" y="csY4738"/>
              </a:cxn>
              <a:cxn ang="0">
                <a:pos x="csX4739" y="csY4739"/>
              </a:cxn>
              <a:cxn ang="0">
                <a:pos x="csX4740" y="csY4740"/>
              </a:cxn>
              <a:cxn ang="0">
                <a:pos x="csX4741" y="csY4741"/>
              </a:cxn>
              <a:cxn ang="0">
                <a:pos x="csX4742" y="csY4742"/>
              </a:cxn>
              <a:cxn ang="0">
                <a:pos x="csX4743" y="csY4743"/>
              </a:cxn>
              <a:cxn ang="0">
                <a:pos x="csX4744" y="csY4744"/>
              </a:cxn>
              <a:cxn ang="0">
                <a:pos x="csX4745" y="csY4745"/>
              </a:cxn>
              <a:cxn ang="0">
                <a:pos x="csX4746" y="csY4746"/>
              </a:cxn>
              <a:cxn ang="0">
                <a:pos x="csX4747" y="csY4747"/>
              </a:cxn>
              <a:cxn ang="0">
                <a:pos x="csX4748" y="csY4748"/>
              </a:cxn>
              <a:cxn ang="0">
                <a:pos x="csX4749" y="csY4749"/>
              </a:cxn>
              <a:cxn ang="0">
                <a:pos x="csX4750" y="csY4750"/>
              </a:cxn>
              <a:cxn ang="0">
                <a:pos x="csX4751" y="csY4751"/>
              </a:cxn>
              <a:cxn ang="0">
                <a:pos x="csX4752" y="csY4752"/>
              </a:cxn>
              <a:cxn ang="0">
                <a:pos x="csX4753" y="csY4753"/>
              </a:cxn>
              <a:cxn ang="0">
                <a:pos x="csX4754" y="csY4754"/>
              </a:cxn>
              <a:cxn ang="0">
                <a:pos x="csX4755" y="csY4755"/>
              </a:cxn>
              <a:cxn ang="0">
                <a:pos x="csX4756" y="csY4756"/>
              </a:cxn>
              <a:cxn ang="0">
                <a:pos x="csX4757" y="csY4757"/>
              </a:cxn>
              <a:cxn ang="0">
                <a:pos x="csX4758" y="csY4758"/>
              </a:cxn>
              <a:cxn ang="0">
                <a:pos x="csX4759" y="csY4759"/>
              </a:cxn>
              <a:cxn ang="0">
                <a:pos x="csX4760" y="csY4760"/>
              </a:cxn>
              <a:cxn ang="0">
                <a:pos x="csX4761" y="csY4761"/>
              </a:cxn>
              <a:cxn ang="0">
                <a:pos x="csX4762" y="csY4762"/>
              </a:cxn>
              <a:cxn ang="0">
                <a:pos x="csX4763" y="csY4763"/>
              </a:cxn>
              <a:cxn ang="0">
                <a:pos x="csX4764" y="csY4764"/>
              </a:cxn>
              <a:cxn ang="0">
                <a:pos x="csX4765" y="csY4765"/>
              </a:cxn>
              <a:cxn ang="0">
                <a:pos x="csX4766" y="csY4766"/>
              </a:cxn>
              <a:cxn ang="0">
                <a:pos x="csX4767" y="csY4767"/>
              </a:cxn>
              <a:cxn ang="0">
                <a:pos x="csX4768" y="csY4768"/>
              </a:cxn>
              <a:cxn ang="0">
                <a:pos x="csX4769" y="csY4769"/>
              </a:cxn>
              <a:cxn ang="0">
                <a:pos x="csX4770" y="csY4770"/>
              </a:cxn>
              <a:cxn ang="0">
                <a:pos x="csX4771" y="csY4771"/>
              </a:cxn>
              <a:cxn ang="0">
                <a:pos x="csX4772" y="csY4772"/>
              </a:cxn>
              <a:cxn ang="0">
                <a:pos x="csX4773" y="csY4773"/>
              </a:cxn>
              <a:cxn ang="0">
                <a:pos x="csX4774" y="csY4774"/>
              </a:cxn>
              <a:cxn ang="0">
                <a:pos x="csX4775" y="csY4775"/>
              </a:cxn>
              <a:cxn ang="0">
                <a:pos x="csX4776" y="csY4776"/>
              </a:cxn>
              <a:cxn ang="0">
                <a:pos x="csX4777" y="csY4777"/>
              </a:cxn>
              <a:cxn ang="0">
                <a:pos x="csX4778" y="csY4778"/>
              </a:cxn>
              <a:cxn ang="0">
                <a:pos x="csX4779" y="csY4779"/>
              </a:cxn>
              <a:cxn ang="0">
                <a:pos x="csX4780" y="csY4780"/>
              </a:cxn>
              <a:cxn ang="0">
                <a:pos x="csX4781" y="csY4781"/>
              </a:cxn>
              <a:cxn ang="0">
                <a:pos x="csX4782" y="csY4782"/>
              </a:cxn>
              <a:cxn ang="0">
                <a:pos x="csX4783" y="csY4783"/>
              </a:cxn>
              <a:cxn ang="0">
                <a:pos x="csX4784" y="csY4784"/>
              </a:cxn>
              <a:cxn ang="0">
                <a:pos x="csX4785" y="csY4785"/>
              </a:cxn>
              <a:cxn ang="0">
                <a:pos x="csX4786" y="csY4786"/>
              </a:cxn>
              <a:cxn ang="0">
                <a:pos x="csX4787" y="csY4787"/>
              </a:cxn>
              <a:cxn ang="0">
                <a:pos x="csX4788" y="csY4788"/>
              </a:cxn>
              <a:cxn ang="0">
                <a:pos x="csX4789" y="csY4789"/>
              </a:cxn>
              <a:cxn ang="0">
                <a:pos x="csX4790" y="csY4790"/>
              </a:cxn>
              <a:cxn ang="0">
                <a:pos x="csX4791" y="csY4791"/>
              </a:cxn>
              <a:cxn ang="0">
                <a:pos x="csX4792" y="csY4792"/>
              </a:cxn>
              <a:cxn ang="0">
                <a:pos x="csX4793" y="csY4793"/>
              </a:cxn>
              <a:cxn ang="0">
                <a:pos x="csX4794" y="csY4794"/>
              </a:cxn>
              <a:cxn ang="0">
                <a:pos x="csX4795" y="csY4795"/>
              </a:cxn>
              <a:cxn ang="0">
                <a:pos x="csX4796" y="csY4796"/>
              </a:cxn>
              <a:cxn ang="0">
                <a:pos x="csX4797" y="csY4797"/>
              </a:cxn>
              <a:cxn ang="0">
                <a:pos x="csX4798" y="csY4798"/>
              </a:cxn>
              <a:cxn ang="0">
                <a:pos x="csX4799" y="csY4799"/>
              </a:cxn>
              <a:cxn ang="0">
                <a:pos x="csX4800" y="csY4800"/>
              </a:cxn>
              <a:cxn ang="0">
                <a:pos x="csX4801" y="csY4801"/>
              </a:cxn>
              <a:cxn ang="0">
                <a:pos x="csX4802" y="csY4802"/>
              </a:cxn>
              <a:cxn ang="0">
                <a:pos x="csX4803" y="csY4803"/>
              </a:cxn>
              <a:cxn ang="0">
                <a:pos x="csX4804" y="csY4804"/>
              </a:cxn>
              <a:cxn ang="0">
                <a:pos x="csX4805" y="csY4805"/>
              </a:cxn>
              <a:cxn ang="0">
                <a:pos x="csX4806" y="csY4806"/>
              </a:cxn>
              <a:cxn ang="0">
                <a:pos x="csX4807" y="csY4807"/>
              </a:cxn>
              <a:cxn ang="0">
                <a:pos x="csX4808" y="csY4808"/>
              </a:cxn>
              <a:cxn ang="0">
                <a:pos x="csX4809" y="csY4809"/>
              </a:cxn>
              <a:cxn ang="0">
                <a:pos x="csX4810" y="csY4810"/>
              </a:cxn>
              <a:cxn ang="0">
                <a:pos x="csX4811" y="csY4811"/>
              </a:cxn>
              <a:cxn ang="0">
                <a:pos x="csX4812" y="csY4812"/>
              </a:cxn>
              <a:cxn ang="0">
                <a:pos x="csX4813" y="csY4813"/>
              </a:cxn>
              <a:cxn ang="0">
                <a:pos x="csX4814" y="csY4814"/>
              </a:cxn>
              <a:cxn ang="0">
                <a:pos x="csX4815" y="csY4815"/>
              </a:cxn>
              <a:cxn ang="0">
                <a:pos x="csX4816" y="csY4816"/>
              </a:cxn>
              <a:cxn ang="0">
                <a:pos x="csX4817" y="csY4817"/>
              </a:cxn>
              <a:cxn ang="0">
                <a:pos x="csX4818" y="csY4818"/>
              </a:cxn>
              <a:cxn ang="0">
                <a:pos x="csX4819" y="csY4819"/>
              </a:cxn>
              <a:cxn ang="0">
                <a:pos x="csX4820" y="csY4820"/>
              </a:cxn>
              <a:cxn ang="0">
                <a:pos x="csX4821" y="csY4821"/>
              </a:cxn>
              <a:cxn ang="0">
                <a:pos x="csX4822" y="csY4822"/>
              </a:cxn>
              <a:cxn ang="0">
                <a:pos x="csX4823" y="csY4823"/>
              </a:cxn>
              <a:cxn ang="0">
                <a:pos x="csX4824" y="csY4824"/>
              </a:cxn>
              <a:cxn ang="0">
                <a:pos x="csX4825" y="csY4825"/>
              </a:cxn>
              <a:cxn ang="0">
                <a:pos x="csX4826" y="csY4826"/>
              </a:cxn>
              <a:cxn ang="0">
                <a:pos x="csX4827" y="csY4827"/>
              </a:cxn>
              <a:cxn ang="0">
                <a:pos x="csX4828" y="csY4828"/>
              </a:cxn>
              <a:cxn ang="0">
                <a:pos x="csX4829" y="csY4829"/>
              </a:cxn>
              <a:cxn ang="0">
                <a:pos x="csX4830" y="csY4830"/>
              </a:cxn>
              <a:cxn ang="0">
                <a:pos x="csX4831" y="csY4831"/>
              </a:cxn>
              <a:cxn ang="0">
                <a:pos x="csX4832" y="csY4832"/>
              </a:cxn>
              <a:cxn ang="0">
                <a:pos x="csX4833" y="csY4833"/>
              </a:cxn>
              <a:cxn ang="0">
                <a:pos x="csX4834" y="csY4834"/>
              </a:cxn>
              <a:cxn ang="0">
                <a:pos x="csX4835" y="csY4835"/>
              </a:cxn>
              <a:cxn ang="0">
                <a:pos x="csX4836" y="csY4836"/>
              </a:cxn>
              <a:cxn ang="0">
                <a:pos x="csX4837" y="csY4837"/>
              </a:cxn>
              <a:cxn ang="0">
                <a:pos x="csX4838" y="csY4838"/>
              </a:cxn>
              <a:cxn ang="0">
                <a:pos x="csX4839" y="csY4839"/>
              </a:cxn>
              <a:cxn ang="0">
                <a:pos x="csX4840" y="csY4840"/>
              </a:cxn>
              <a:cxn ang="0">
                <a:pos x="csX4841" y="csY4841"/>
              </a:cxn>
              <a:cxn ang="0">
                <a:pos x="csX4842" y="csY4842"/>
              </a:cxn>
              <a:cxn ang="0">
                <a:pos x="csX4843" y="csY4843"/>
              </a:cxn>
              <a:cxn ang="0">
                <a:pos x="csX4844" y="csY4844"/>
              </a:cxn>
              <a:cxn ang="0">
                <a:pos x="csX4845" y="csY4845"/>
              </a:cxn>
              <a:cxn ang="0">
                <a:pos x="csX4846" y="csY4846"/>
              </a:cxn>
              <a:cxn ang="0">
                <a:pos x="csX4847" y="csY4847"/>
              </a:cxn>
              <a:cxn ang="0">
                <a:pos x="csX4848" y="csY4848"/>
              </a:cxn>
              <a:cxn ang="0">
                <a:pos x="csX4849" y="csY4849"/>
              </a:cxn>
              <a:cxn ang="0">
                <a:pos x="csX4850" y="csY4850"/>
              </a:cxn>
              <a:cxn ang="0">
                <a:pos x="csX4851" y="csY4851"/>
              </a:cxn>
              <a:cxn ang="0">
                <a:pos x="csX4852" y="csY4852"/>
              </a:cxn>
              <a:cxn ang="0">
                <a:pos x="csX4853" y="csY4853"/>
              </a:cxn>
              <a:cxn ang="0">
                <a:pos x="csX4854" y="csY4854"/>
              </a:cxn>
              <a:cxn ang="0">
                <a:pos x="csX4855" y="csY4855"/>
              </a:cxn>
              <a:cxn ang="0">
                <a:pos x="csX4856" y="csY4856"/>
              </a:cxn>
              <a:cxn ang="0">
                <a:pos x="csX4857" y="csY4857"/>
              </a:cxn>
              <a:cxn ang="0">
                <a:pos x="csX4858" y="csY4858"/>
              </a:cxn>
              <a:cxn ang="0">
                <a:pos x="csX4859" y="csY4859"/>
              </a:cxn>
              <a:cxn ang="0">
                <a:pos x="csX4860" y="csY4860"/>
              </a:cxn>
              <a:cxn ang="0">
                <a:pos x="csX4861" y="csY4861"/>
              </a:cxn>
              <a:cxn ang="0">
                <a:pos x="csX4862" y="csY4862"/>
              </a:cxn>
              <a:cxn ang="0">
                <a:pos x="csX4863" y="csY4863"/>
              </a:cxn>
              <a:cxn ang="0">
                <a:pos x="csX4864" y="csY4864"/>
              </a:cxn>
              <a:cxn ang="0">
                <a:pos x="csX4865" y="csY4865"/>
              </a:cxn>
              <a:cxn ang="0">
                <a:pos x="csX4866" y="csY4866"/>
              </a:cxn>
              <a:cxn ang="0">
                <a:pos x="csX4867" y="csY4867"/>
              </a:cxn>
              <a:cxn ang="0">
                <a:pos x="csX4868" y="csY4868"/>
              </a:cxn>
              <a:cxn ang="0">
                <a:pos x="csX4869" y="csY4869"/>
              </a:cxn>
              <a:cxn ang="0">
                <a:pos x="csX4870" y="csY4870"/>
              </a:cxn>
              <a:cxn ang="0">
                <a:pos x="csX4871" y="csY4871"/>
              </a:cxn>
              <a:cxn ang="0">
                <a:pos x="csX4872" y="csY4872"/>
              </a:cxn>
              <a:cxn ang="0">
                <a:pos x="csX4873" y="csY4873"/>
              </a:cxn>
              <a:cxn ang="0">
                <a:pos x="csX4874" y="csY4874"/>
              </a:cxn>
              <a:cxn ang="0">
                <a:pos x="csX4875" y="csY4875"/>
              </a:cxn>
              <a:cxn ang="0">
                <a:pos x="csX4876" y="csY4876"/>
              </a:cxn>
              <a:cxn ang="0">
                <a:pos x="csX4877" y="csY4877"/>
              </a:cxn>
              <a:cxn ang="0">
                <a:pos x="csX4878" y="csY4878"/>
              </a:cxn>
              <a:cxn ang="0">
                <a:pos x="csX4879" y="csY4879"/>
              </a:cxn>
              <a:cxn ang="0">
                <a:pos x="csX4880" y="csY4880"/>
              </a:cxn>
              <a:cxn ang="0">
                <a:pos x="csX4881" y="csY4881"/>
              </a:cxn>
              <a:cxn ang="0">
                <a:pos x="csX4882" y="csY4882"/>
              </a:cxn>
              <a:cxn ang="0">
                <a:pos x="csX4883" y="csY4883"/>
              </a:cxn>
              <a:cxn ang="0">
                <a:pos x="csX4884" y="csY4884"/>
              </a:cxn>
              <a:cxn ang="0">
                <a:pos x="csX4885" y="csY4885"/>
              </a:cxn>
              <a:cxn ang="0">
                <a:pos x="csX4886" y="csY4886"/>
              </a:cxn>
              <a:cxn ang="0">
                <a:pos x="csX4887" y="csY4887"/>
              </a:cxn>
              <a:cxn ang="0">
                <a:pos x="csX4888" y="csY4888"/>
              </a:cxn>
              <a:cxn ang="0">
                <a:pos x="csX4889" y="csY4889"/>
              </a:cxn>
              <a:cxn ang="0">
                <a:pos x="csX4890" y="csY4890"/>
              </a:cxn>
              <a:cxn ang="0">
                <a:pos x="csX4891" y="csY4891"/>
              </a:cxn>
              <a:cxn ang="0">
                <a:pos x="csX4892" y="csY4892"/>
              </a:cxn>
              <a:cxn ang="0">
                <a:pos x="csX4893" y="csY4893"/>
              </a:cxn>
              <a:cxn ang="0">
                <a:pos x="csX4894" y="csY4894"/>
              </a:cxn>
              <a:cxn ang="0">
                <a:pos x="csX4895" y="csY4895"/>
              </a:cxn>
              <a:cxn ang="0">
                <a:pos x="csX4896" y="csY4896"/>
              </a:cxn>
              <a:cxn ang="0">
                <a:pos x="csX4897" y="csY4897"/>
              </a:cxn>
              <a:cxn ang="0">
                <a:pos x="csX4898" y="csY4898"/>
              </a:cxn>
              <a:cxn ang="0">
                <a:pos x="csX4899" y="csY4899"/>
              </a:cxn>
              <a:cxn ang="0">
                <a:pos x="csX4900" y="csY4900"/>
              </a:cxn>
              <a:cxn ang="0">
                <a:pos x="csX4901" y="csY4901"/>
              </a:cxn>
              <a:cxn ang="0">
                <a:pos x="csX4902" y="csY4902"/>
              </a:cxn>
              <a:cxn ang="0">
                <a:pos x="csX4903" y="csY4903"/>
              </a:cxn>
              <a:cxn ang="0">
                <a:pos x="csX4904" y="csY4904"/>
              </a:cxn>
              <a:cxn ang="0">
                <a:pos x="csX4905" y="csY4905"/>
              </a:cxn>
              <a:cxn ang="0">
                <a:pos x="csX4906" y="csY4906"/>
              </a:cxn>
              <a:cxn ang="0">
                <a:pos x="csX4907" y="csY4907"/>
              </a:cxn>
              <a:cxn ang="0">
                <a:pos x="csX4908" y="csY4908"/>
              </a:cxn>
              <a:cxn ang="0">
                <a:pos x="csX4909" y="csY4909"/>
              </a:cxn>
              <a:cxn ang="0">
                <a:pos x="csX4910" y="csY4910"/>
              </a:cxn>
              <a:cxn ang="0">
                <a:pos x="csX4911" y="csY4911"/>
              </a:cxn>
              <a:cxn ang="0">
                <a:pos x="csX4912" y="csY4912"/>
              </a:cxn>
              <a:cxn ang="0">
                <a:pos x="csX4913" y="csY4913"/>
              </a:cxn>
              <a:cxn ang="0">
                <a:pos x="csX4914" y="csY4914"/>
              </a:cxn>
              <a:cxn ang="0">
                <a:pos x="csX4915" y="csY4915"/>
              </a:cxn>
              <a:cxn ang="0">
                <a:pos x="csX4916" y="csY4916"/>
              </a:cxn>
              <a:cxn ang="0">
                <a:pos x="csX4917" y="csY4917"/>
              </a:cxn>
              <a:cxn ang="0">
                <a:pos x="csX4918" y="csY4918"/>
              </a:cxn>
              <a:cxn ang="0">
                <a:pos x="csX4919" y="csY4919"/>
              </a:cxn>
              <a:cxn ang="0">
                <a:pos x="csX4920" y="csY4920"/>
              </a:cxn>
              <a:cxn ang="0">
                <a:pos x="csX4921" y="csY4921"/>
              </a:cxn>
              <a:cxn ang="0">
                <a:pos x="csX4922" y="csY4922"/>
              </a:cxn>
              <a:cxn ang="0">
                <a:pos x="csX4923" y="csY4923"/>
              </a:cxn>
              <a:cxn ang="0">
                <a:pos x="csX4924" y="csY4924"/>
              </a:cxn>
              <a:cxn ang="0">
                <a:pos x="csX4925" y="csY4925"/>
              </a:cxn>
              <a:cxn ang="0">
                <a:pos x="csX4926" y="csY4926"/>
              </a:cxn>
              <a:cxn ang="0">
                <a:pos x="csX4927" y="csY4927"/>
              </a:cxn>
              <a:cxn ang="0">
                <a:pos x="csX4928" y="csY4928"/>
              </a:cxn>
              <a:cxn ang="0">
                <a:pos x="csX4929" y="csY4929"/>
              </a:cxn>
              <a:cxn ang="0">
                <a:pos x="csX4930" y="csY4930"/>
              </a:cxn>
              <a:cxn ang="0">
                <a:pos x="csX4931" y="csY4931"/>
              </a:cxn>
              <a:cxn ang="0">
                <a:pos x="csX4932" y="csY4932"/>
              </a:cxn>
              <a:cxn ang="0">
                <a:pos x="csX4933" y="csY4933"/>
              </a:cxn>
              <a:cxn ang="0">
                <a:pos x="csX4934" y="csY4934"/>
              </a:cxn>
              <a:cxn ang="0">
                <a:pos x="csX4935" y="csY4935"/>
              </a:cxn>
              <a:cxn ang="0">
                <a:pos x="csX4936" y="csY4936"/>
              </a:cxn>
              <a:cxn ang="0">
                <a:pos x="csX4937" y="csY4937"/>
              </a:cxn>
              <a:cxn ang="0">
                <a:pos x="csX4938" y="csY4938"/>
              </a:cxn>
              <a:cxn ang="0">
                <a:pos x="csX4939" y="csY4939"/>
              </a:cxn>
              <a:cxn ang="0">
                <a:pos x="csX4940" y="csY4940"/>
              </a:cxn>
              <a:cxn ang="0">
                <a:pos x="csX4941" y="csY4941"/>
              </a:cxn>
              <a:cxn ang="0">
                <a:pos x="csX4942" y="csY4942"/>
              </a:cxn>
              <a:cxn ang="0">
                <a:pos x="csX4943" y="csY4943"/>
              </a:cxn>
              <a:cxn ang="0">
                <a:pos x="csX4944" y="csY4944"/>
              </a:cxn>
              <a:cxn ang="0">
                <a:pos x="csX4945" y="csY4945"/>
              </a:cxn>
              <a:cxn ang="0">
                <a:pos x="csX4946" y="csY4946"/>
              </a:cxn>
              <a:cxn ang="0">
                <a:pos x="csX4947" y="csY4947"/>
              </a:cxn>
              <a:cxn ang="0">
                <a:pos x="csX4948" y="csY4948"/>
              </a:cxn>
              <a:cxn ang="0">
                <a:pos x="csX4949" y="csY4949"/>
              </a:cxn>
              <a:cxn ang="0">
                <a:pos x="csX4950" y="csY4950"/>
              </a:cxn>
              <a:cxn ang="0">
                <a:pos x="csX4951" y="csY4951"/>
              </a:cxn>
              <a:cxn ang="0">
                <a:pos x="csX4952" y="csY4952"/>
              </a:cxn>
              <a:cxn ang="0">
                <a:pos x="csX4953" y="csY4953"/>
              </a:cxn>
              <a:cxn ang="0">
                <a:pos x="csX4954" y="csY4954"/>
              </a:cxn>
              <a:cxn ang="0">
                <a:pos x="csX4955" y="csY4955"/>
              </a:cxn>
              <a:cxn ang="0">
                <a:pos x="csX4956" y="csY4956"/>
              </a:cxn>
              <a:cxn ang="0">
                <a:pos x="csX4957" y="csY4957"/>
              </a:cxn>
              <a:cxn ang="0">
                <a:pos x="csX4958" y="csY4958"/>
              </a:cxn>
              <a:cxn ang="0">
                <a:pos x="csX4959" y="csY4959"/>
              </a:cxn>
              <a:cxn ang="0">
                <a:pos x="csX4960" y="csY4960"/>
              </a:cxn>
              <a:cxn ang="0">
                <a:pos x="csX4961" y="csY4961"/>
              </a:cxn>
              <a:cxn ang="0">
                <a:pos x="csX4962" y="csY4962"/>
              </a:cxn>
              <a:cxn ang="0">
                <a:pos x="csX4963" y="csY4963"/>
              </a:cxn>
              <a:cxn ang="0">
                <a:pos x="csX4964" y="csY4964"/>
              </a:cxn>
              <a:cxn ang="0">
                <a:pos x="csX4965" y="csY4965"/>
              </a:cxn>
              <a:cxn ang="0">
                <a:pos x="csX4966" y="csY4966"/>
              </a:cxn>
              <a:cxn ang="0">
                <a:pos x="csX4967" y="csY4967"/>
              </a:cxn>
              <a:cxn ang="0">
                <a:pos x="csX4968" y="csY4968"/>
              </a:cxn>
              <a:cxn ang="0">
                <a:pos x="csX4969" y="csY4969"/>
              </a:cxn>
              <a:cxn ang="0">
                <a:pos x="csX4970" y="csY4970"/>
              </a:cxn>
              <a:cxn ang="0">
                <a:pos x="csX4971" y="csY4971"/>
              </a:cxn>
              <a:cxn ang="0">
                <a:pos x="csX4972" y="csY4972"/>
              </a:cxn>
              <a:cxn ang="0">
                <a:pos x="csX4973" y="csY4973"/>
              </a:cxn>
              <a:cxn ang="0">
                <a:pos x="csX4974" y="csY4974"/>
              </a:cxn>
              <a:cxn ang="0">
                <a:pos x="csX4975" y="csY4975"/>
              </a:cxn>
              <a:cxn ang="0">
                <a:pos x="csX4976" y="csY4976"/>
              </a:cxn>
              <a:cxn ang="0">
                <a:pos x="csX4977" y="csY4977"/>
              </a:cxn>
              <a:cxn ang="0">
                <a:pos x="csX4978" y="csY4978"/>
              </a:cxn>
              <a:cxn ang="0">
                <a:pos x="csX4979" y="csY4979"/>
              </a:cxn>
              <a:cxn ang="0">
                <a:pos x="csX4980" y="csY4980"/>
              </a:cxn>
              <a:cxn ang="0">
                <a:pos x="csX4981" y="csY4981"/>
              </a:cxn>
              <a:cxn ang="0">
                <a:pos x="csX4982" y="csY4982"/>
              </a:cxn>
              <a:cxn ang="0">
                <a:pos x="csX4983" y="csY4983"/>
              </a:cxn>
              <a:cxn ang="0">
                <a:pos x="csX4984" y="csY4984"/>
              </a:cxn>
              <a:cxn ang="0">
                <a:pos x="csX4985" y="csY4985"/>
              </a:cxn>
              <a:cxn ang="0">
                <a:pos x="csX4986" y="csY4986"/>
              </a:cxn>
              <a:cxn ang="0">
                <a:pos x="csX4987" y="csY4987"/>
              </a:cxn>
              <a:cxn ang="0">
                <a:pos x="csX4988" y="csY4988"/>
              </a:cxn>
              <a:cxn ang="0">
                <a:pos x="csX4989" y="csY4989"/>
              </a:cxn>
              <a:cxn ang="0">
                <a:pos x="csX4990" y="csY4990"/>
              </a:cxn>
              <a:cxn ang="0">
                <a:pos x="csX4991" y="csY4991"/>
              </a:cxn>
              <a:cxn ang="0">
                <a:pos x="csX4992" y="csY4992"/>
              </a:cxn>
              <a:cxn ang="0">
                <a:pos x="csX4993" y="csY4993"/>
              </a:cxn>
              <a:cxn ang="0">
                <a:pos x="csX4994" y="csY4994"/>
              </a:cxn>
              <a:cxn ang="0">
                <a:pos x="csX4995" y="csY4995"/>
              </a:cxn>
              <a:cxn ang="0">
                <a:pos x="csX4996" y="csY4996"/>
              </a:cxn>
              <a:cxn ang="0">
                <a:pos x="csX4997" y="csY4997"/>
              </a:cxn>
              <a:cxn ang="0">
                <a:pos x="csX4998" y="csY4998"/>
              </a:cxn>
              <a:cxn ang="0">
                <a:pos x="csX4999" y="csY4999"/>
              </a:cxn>
              <a:cxn ang="0">
                <a:pos x="csX5000" y="csY5000"/>
              </a:cxn>
              <a:cxn ang="0">
                <a:pos x="csX5001" y="csY5001"/>
              </a:cxn>
              <a:cxn ang="0">
                <a:pos x="csX5002" y="csY5002"/>
              </a:cxn>
              <a:cxn ang="0">
                <a:pos x="csX5003" y="csY5003"/>
              </a:cxn>
              <a:cxn ang="0">
                <a:pos x="csX5004" y="csY5004"/>
              </a:cxn>
              <a:cxn ang="0">
                <a:pos x="csX5005" y="csY5005"/>
              </a:cxn>
              <a:cxn ang="0">
                <a:pos x="csX5006" y="csY5006"/>
              </a:cxn>
              <a:cxn ang="0">
                <a:pos x="csX5007" y="csY5007"/>
              </a:cxn>
              <a:cxn ang="0">
                <a:pos x="csX5008" y="csY5008"/>
              </a:cxn>
              <a:cxn ang="0">
                <a:pos x="csX5009" y="csY5009"/>
              </a:cxn>
              <a:cxn ang="0">
                <a:pos x="csX5010" y="csY5010"/>
              </a:cxn>
              <a:cxn ang="0">
                <a:pos x="csX5011" y="csY5011"/>
              </a:cxn>
              <a:cxn ang="0">
                <a:pos x="csX5012" y="csY5012"/>
              </a:cxn>
              <a:cxn ang="0">
                <a:pos x="csX5013" y="csY5013"/>
              </a:cxn>
              <a:cxn ang="0">
                <a:pos x="csX5014" y="csY5014"/>
              </a:cxn>
              <a:cxn ang="0">
                <a:pos x="csX5015" y="csY5015"/>
              </a:cxn>
              <a:cxn ang="0">
                <a:pos x="csX5016" y="csY5016"/>
              </a:cxn>
              <a:cxn ang="0">
                <a:pos x="csX5017" y="csY5017"/>
              </a:cxn>
              <a:cxn ang="0">
                <a:pos x="csX5018" y="csY5018"/>
              </a:cxn>
              <a:cxn ang="0">
                <a:pos x="csX5019" y="csY5019"/>
              </a:cxn>
              <a:cxn ang="0">
                <a:pos x="csX5020" y="csY5020"/>
              </a:cxn>
              <a:cxn ang="0">
                <a:pos x="csX5021" y="csY5021"/>
              </a:cxn>
              <a:cxn ang="0">
                <a:pos x="csX5022" y="csY5022"/>
              </a:cxn>
              <a:cxn ang="0">
                <a:pos x="csX5023" y="csY5023"/>
              </a:cxn>
              <a:cxn ang="0">
                <a:pos x="csX5024" y="csY5024"/>
              </a:cxn>
              <a:cxn ang="0">
                <a:pos x="csX5025" y="csY5025"/>
              </a:cxn>
              <a:cxn ang="0">
                <a:pos x="csX5026" y="csY5026"/>
              </a:cxn>
              <a:cxn ang="0">
                <a:pos x="csX5027" y="csY5027"/>
              </a:cxn>
              <a:cxn ang="0">
                <a:pos x="csX5028" y="csY5028"/>
              </a:cxn>
              <a:cxn ang="0">
                <a:pos x="csX5029" y="csY5029"/>
              </a:cxn>
              <a:cxn ang="0">
                <a:pos x="csX5030" y="csY5030"/>
              </a:cxn>
              <a:cxn ang="0">
                <a:pos x="csX5031" y="csY5031"/>
              </a:cxn>
              <a:cxn ang="0">
                <a:pos x="csX5032" y="csY5032"/>
              </a:cxn>
              <a:cxn ang="0">
                <a:pos x="csX5033" y="csY5033"/>
              </a:cxn>
              <a:cxn ang="0">
                <a:pos x="csX5034" y="csY5034"/>
              </a:cxn>
              <a:cxn ang="0">
                <a:pos x="csX5035" y="csY5035"/>
              </a:cxn>
              <a:cxn ang="0">
                <a:pos x="csX5036" y="csY5036"/>
              </a:cxn>
              <a:cxn ang="0">
                <a:pos x="csX5037" y="csY5037"/>
              </a:cxn>
              <a:cxn ang="0">
                <a:pos x="csX5038" y="csY5038"/>
              </a:cxn>
              <a:cxn ang="0">
                <a:pos x="csX5039" y="csY5039"/>
              </a:cxn>
              <a:cxn ang="0">
                <a:pos x="csX5040" y="csY5040"/>
              </a:cxn>
              <a:cxn ang="0">
                <a:pos x="csX5041" y="csY5041"/>
              </a:cxn>
              <a:cxn ang="0">
                <a:pos x="csX5042" y="csY5042"/>
              </a:cxn>
              <a:cxn ang="0">
                <a:pos x="csX5043" y="csY5043"/>
              </a:cxn>
              <a:cxn ang="0">
                <a:pos x="csX5044" y="csY5044"/>
              </a:cxn>
              <a:cxn ang="0">
                <a:pos x="csX5045" y="csY5045"/>
              </a:cxn>
              <a:cxn ang="0">
                <a:pos x="csX5046" y="csY5046"/>
              </a:cxn>
              <a:cxn ang="0">
                <a:pos x="csX5047" y="csY5047"/>
              </a:cxn>
              <a:cxn ang="0">
                <a:pos x="csX5048" y="csY5048"/>
              </a:cxn>
              <a:cxn ang="0">
                <a:pos x="csX5049" y="csY5049"/>
              </a:cxn>
              <a:cxn ang="0">
                <a:pos x="csX5050" y="csY5050"/>
              </a:cxn>
              <a:cxn ang="0">
                <a:pos x="csX5051" y="csY5051"/>
              </a:cxn>
              <a:cxn ang="0">
                <a:pos x="csX5052" y="csY5052"/>
              </a:cxn>
              <a:cxn ang="0">
                <a:pos x="csX5053" y="csY5053"/>
              </a:cxn>
              <a:cxn ang="0">
                <a:pos x="csX5054" y="csY5054"/>
              </a:cxn>
              <a:cxn ang="0">
                <a:pos x="csX5055" y="csY5055"/>
              </a:cxn>
              <a:cxn ang="0">
                <a:pos x="csX5056" y="csY5056"/>
              </a:cxn>
              <a:cxn ang="0">
                <a:pos x="csX5057" y="csY5057"/>
              </a:cxn>
              <a:cxn ang="0">
                <a:pos x="csX5058" y="csY5058"/>
              </a:cxn>
              <a:cxn ang="0">
                <a:pos x="csX5059" y="csY5059"/>
              </a:cxn>
              <a:cxn ang="0">
                <a:pos x="csX5060" y="csY5060"/>
              </a:cxn>
              <a:cxn ang="0">
                <a:pos x="csX5061" y="csY5061"/>
              </a:cxn>
              <a:cxn ang="0">
                <a:pos x="csX5062" y="csY5062"/>
              </a:cxn>
              <a:cxn ang="0">
                <a:pos x="csX5063" y="csY5063"/>
              </a:cxn>
              <a:cxn ang="0">
                <a:pos x="csX5064" y="csY5064"/>
              </a:cxn>
              <a:cxn ang="0">
                <a:pos x="csX5065" y="csY5065"/>
              </a:cxn>
              <a:cxn ang="0">
                <a:pos x="csX5066" y="csY5066"/>
              </a:cxn>
              <a:cxn ang="0">
                <a:pos x="csX5067" y="csY5067"/>
              </a:cxn>
              <a:cxn ang="0">
                <a:pos x="csX5068" y="csY5068"/>
              </a:cxn>
              <a:cxn ang="0">
                <a:pos x="csX5069" y="csY5069"/>
              </a:cxn>
              <a:cxn ang="0">
                <a:pos x="csX5070" y="csY5070"/>
              </a:cxn>
              <a:cxn ang="0">
                <a:pos x="csX5071" y="csY5071"/>
              </a:cxn>
              <a:cxn ang="0">
                <a:pos x="csX5072" y="csY5072"/>
              </a:cxn>
              <a:cxn ang="0">
                <a:pos x="csX5073" y="csY5073"/>
              </a:cxn>
              <a:cxn ang="0">
                <a:pos x="csX5074" y="csY5074"/>
              </a:cxn>
              <a:cxn ang="0">
                <a:pos x="csX5075" y="csY5075"/>
              </a:cxn>
              <a:cxn ang="0">
                <a:pos x="csX5076" y="csY5076"/>
              </a:cxn>
              <a:cxn ang="0">
                <a:pos x="csX5077" y="csY5077"/>
              </a:cxn>
              <a:cxn ang="0">
                <a:pos x="csX5078" y="csY5078"/>
              </a:cxn>
              <a:cxn ang="0">
                <a:pos x="csX5079" y="csY5079"/>
              </a:cxn>
              <a:cxn ang="0">
                <a:pos x="csX5080" y="csY5080"/>
              </a:cxn>
              <a:cxn ang="0">
                <a:pos x="csX5081" y="csY5081"/>
              </a:cxn>
              <a:cxn ang="0">
                <a:pos x="csX5082" y="csY5082"/>
              </a:cxn>
              <a:cxn ang="0">
                <a:pos x="csX5083" y="csY5083"/>
              </a:cxn>
              <a:cxn ang="0">
                <a:pos x="csX5084" y="csY5084"/>
              </a:cxn>
              <a:cxn ang="0">
                <a:pos x="csX5085" y="csY5085"/>
              </a:cxn>
              <a:cxn ang="0">
                <a:pos x="csX5086" y="csY5086"/>
              </a:cxn>
              <a:cxn ang="0">
                <a:pos x="csX5087" y="csY5087"/>
              </a:cxn>
              <a:cxn ang="0">
                <a:pos x="csX5088" y="csY5088"/>
              </a:cxn>
              <a:cxn ang="0">
                <a:pos x="csX5089" y="csY5089"/>
              </a:cxn>
              <a:cxn ang="0">
                <a:pos x="csX5090" y="csY5090"/>
              </a:cxn>
              <a:cxn ang="0">
                <a:pos x="csX5091" y="csY5091"/>
              </a:cxn>
              <a:cxn ang="0">
                <a:pos x="csX5092" y="csY5092"/>
              </a:cxn>
              <a:cxn ang="0">
                <a:pos x="csX5093" y="csY5093"/>
              </a:cxn>
              <a:cxn ang="0">
                <a:pos x="csX5094" y="csY5094"/>
              </a:cxn>
              <a:cxn ang="0">
                <a:pos x="csX5095" y="csY5095"/>
              </a:cxn>
              <a:cxn ang="0">
                <a:pos x="csX5096" y="csY5096"/>
              </a:cxn>
              <a:cxn ang="0">
                <a:pos x="csX5097" y="csY5097"/>
              </a:cxn>
              <a:cxn ang="0">
                <a:pos x="csX5098" y="csY5098"/>
              </a:cxn>
              <a:cxn ang="0">
                <a:pos x="csX5099" y="csY5099"/>
              </a:cxn>
              <a:cxn ang="0">
                <a:pos x="csX5100" y="csY5100"/>
              </a:cxn>
              <a:cxn ang="0">
                <a:pos x="csX5101" y="csY5101"/>
              </a:cxn>
              <a:cxn ang="0">
                <a:pos x="csX5102" y="csY5102"/>
              </a:cxn>
              <a:cxn ang="0">
                <a:pos x="csX5103" y="csY5103"/>
              </a:cxn>
              <a:cxn ang="0">
                <a:pos x="csX5104" y="csY5104"/>
              </a:cxn>
              <a:cxn ang="0">
                <a:pos x="csX5105" y="csY5105"/>
              </a:cxn>
              <a:cxn ang="0">
                <a:pos x="csX5106" y="csY5106"/>
              </a:cxn>
              <a:cxn ang="0">
                <a:pos x="csX5107" y="csY5107"/>
              </a:cxn>
              <a:cxn ang="0">
                <a:pos x="csX5108" y="csY5108"/>
              </a:cxn>
              <a:cxn ang="0">
                <a:pos x="csX5109" y="csY5109"/>
              </a:cxn>
              <a:cxn ang="0">
                <a:pos x="csX5110" y="csY5110"/>
              </a:cxn>
              <a:cxn ang="0">
                <a:pos x="csX5111" y="csY5111"/>
              </a:cxn>
              <a:cxn ang="0">
                <a:pos x="csX5112" y="csY5112"/>
              </a:cxn>
              <a:cxn ang="0">
                <a:pos x="csX5113" y="csY5113"/>
              </a:cxn>
              <a:cxn ang="0">
                <a:pos x="csX5114" y="csY5114"/>
              </a:cxn>
              <a:cxn ang="0">
                <a:pos x="csX5115" y="csY5115"/>
              </a:cxn>
              <a:cxn ang="0">
                <a:pos x="csX5116" y="csY5116"/>
              </a:cxn>
              <a:cxn ang="0">
                <a:pos x="csX5117" y="csY5117"/>
              </a:cxn>
              <a:cxn ang="0">
                <a:pos x="csX5118" y="csY5118"/>
              </a:cxn>
              <a:cxn ang="0">
                <a:pos x="csX5119" y="csY5119"/>
              </a:cxn>
              <a:cxn ang="0">
                <a:pos x="csX5120" y="csY5120"/>
              </a:cxn>
              <a:cxn ang="0">
                <a:pos x="csX5121" y="csY5121"/>
              </a:cxn>
              <a:cxn ang="0">
                <a:pos x="csX5122" y="csY5122"/>
              </a:cxn>
              <a:cxn ang="0">
                <a:pos x="csX5123" y="csY5123"/>
              </a:cxn>
              <a:cxn ang="0">
                <a:pos x="csX5124" y="csY5124"/>
              </a:cxn>
              <a:cxn ang="0">
                <a:pos x="csX5125" y="csY5125"/>
              </a:cxn>
              <a:cxn ang="0">
                <a:pos x="csX5126" y="csY5126"/>
              </a:cxn>
              <a:cxn ang="0">
                <a:pos x="csX5127" y="csY5127"/>
              </a:cxn>
              <a:cxn ang="0">
                <a:pos x="csX5128" y="csY5128"/>
              </a:cxn>
              <a:cxn ang="0">
                <a:pos x="csX5129" y="csY5129"/>
              </a:cxn>
              <a:cxn ang="0">
                <a:pos x="csX5130" y="csY5130"/>
              </a:cxn>
              <a:cxn ang="0">
                <a:pos x="csX5131" y="csY5131"/>
              </a:cxn>
              <a:cxn ang="0">
                <a:pos x="csX5132" y="csY5132"/>
              </a:cxn>
              <a:cxn ang="0">
                <a:pos x="csX5133" y="csY5133"/>
              </a:cxn>
              <a:cxn ang="0">
                <a:pos x="csX5134" y="csY5134"/>
              </a:cxn>
              <a:cxn ang="0">
                <a:pos x="csX5135" y="csY5135"/>
              </a:cxn>
              <a:cxn ang="0">
                <a:pos x="csX5136" y="csY5136"/>
              </a:cxn>
              <a:cxn ang="0">
                <a:pos x="csX5137" y="csY5137"/>
              </a:cxn>
              <a:cxn ang="0">
                <a:pos x="csX5138" y="csY5138"/>
              </a:cxn>
              <a:cxn ang="0">
                <a:pos x="csX5139" y="csY5139"/>
              </a:cxn>
              <a:cxn ang="0">
                <a:pos x="csX5140" y="csY5140"/>
              </a:cxn>
              <a:cxn ang="0">
                <a:pos x="csX5141" y="csY5141"/>
              </a:cxn>
              <a:cxn ang="0">
                <a:pos x="csX5142" y="csY5142"/>
              </a:cxn>
              <a:cxn ang="0">
                <a:pos x="csX5143" y="csY5143"/>
              </a:cxn>
              <a:cxn ang="0">
                <a:pos x="csX5144" y="csY5144"/>
              </a:cxn>
              <a:cxn ang="0">
                <a:pos x="csX5145" y="csY5145"/>
              </a:cxn>
              <a:cxn ang="0">
                <a:pos x="csX5146" y="csY5146"/>
              </a:cxn>
              <a:cxn ang="0">
                <a:pos x="csX5147" y="csY5147"/>
              </a:cxn>
              <a:cxn ang="0">
                <a:pos x="csX5148" y="csY5148"/>
              </a:cxn>
              <a:cxn ang="0">
                <a:pos x="csX5149" y="csY5149"/>
              </a:cxn>
              <a:cxn ang="0">
                <a:pos x="csX5150" y="csY5150"/>
              </a:cxn>
              <a:cxn ang="0">
                <a:pos x="csX5151" y="csY5151"/>
              </a:cxn>
              <a:cxn ang="0">
                <a:pos x="csX5152" y="csY5152"/>
              </a:cxn>
              <a:cxn ang="0">
                <a:pos x="csX5153" y="csY5153"/>
              </a:cxn>
              <a:cxn ang="0">
                <a:pos x="csX5154" y="csY5154"/>
              </a:cxn>
              <a:cxn ang="0">
                <a:pos x="csX5155" y="csY5155"/>
              </a:cxn>
              <a:cxn ang="0">
                <a:pos x="csX5156" y="csY5156"/>
              </a:cxn>
              <a:cxn ang="0">
                <a:pos x="csX5157" y="csY5157"/>
              </a:cxn>
              <a:cxn ang="0">
                <a:pos x="csX5158" y="csY5158"/>
              </a:cxn>
              <a:cxn ang="0">
                <a:pos x="csX5159" y="csY5159"/>
              </a:cxn>
              <a:cxn ang="0">
                <a:pos x="csX5160" y="csY5160"/>
              </a:cxn>
              <a:cxn ang="0">
                <a:pos x="csX5161" y="csY5161"/>
              </a:cxn>
              <a:cxn ang="0">
                <a:pos x="csX5162" y="csY5162"/>
              </a:cxn>
              <a:cxn ang="0">
                <a:pos x="csX5163" y="csY5163"/>
              </a:cxn>
              <a:cxn ang="0">
                <a:pos x="csX5164" y="csY5164"/>
              </a:cxn>
              <a:cxn ang="0">
                <a:pos x="csX5165" y="csY5165"/>
              </a:cxn>
              <a:cxn ang="0">
                <a:pos x="csX5166" y="csY5166"/>
              </a:cxn>
              <a:cxn ang="0">
                <a:pos x="csX5167" y="csY5167"/>
              </a:cxn>
              <a:cxn ang="0">
                <a:pos x="csX5168" y="csY5168"/>
              </a:cxn>
              <a:cxn ang="0">
                <a:pos x="csX5169" y="csY5169"/>
              </a:cxn>
              <a:cxn ang="0">
                <a:pos x="csX5170" y="csY5170"/>
              </a:cxn>
              <a:cxn ang="0">
                <a:pos x="csX5171" y="csY5171"/>
              </a:cxn>
              <a:cxn ang="0">
                <a:pos x="csX5172" y="csY5172"/>
              </a:cxn>
              <a:cxn ang="0">
                <a:pos x="csX5173" y="csY5173"/>
              </a:cxn>
              <a:cxn ang="0">
                <a:pos x="csX5174" y="csY5174"/>
              </a:cxn>
              <a:cxn ang="0">
                <a:pos x="csX5175" y="csY5175"/>
              </a:cxn>
              <a:cxn ang="0">
                <a:pos x="csX5176" y="csY5176"/>
              </a:cxn>
              <a:cxn ang="0">
                <a:pos x="csX5177" y="csY5177"/>
              </a:cxn>
              <a:cxn ang="0">
                <a:pos x="csX5178" y="csY5178"/>
              </a:cxn>
              <a:cxn ang="0">
                <a:pos x="csX5179" y="csY5179"/>
              </a:cxn>
              <a:cxn ang="0">
                <a:pos x="csX5180" y="csY5180"/>
              </a:cxn>
              <a:cxn ang="0">
                <a:pos x="csX5181" y="csY5181"/>
              </a:cxn>
              <a:cxn ang="0">
                <a:pos x="csX5182" y="csY5182"/>
              </a:cxn>
              <a:cxn ang="0">
                <a:pos x="csX5183" y="csY5183"/>
              </a:cxn>
              <a:cxn ang="0">
                <a:pos x="csX5184" y="csY5184"/>
              </a:cxn>
              <a:cxn ang="0">
                <a:pos x="csX5185" y="csY5185"/>
              </a:cxn>
              <a:cxn ang="0">
                <a:pos x="csX5186" y="csY5186"/>
              </a:cxn>
              <a:cxn ang="0">
                <a:pos x="csX5187" y="csY5187"/>
              </a:cxn>
              <a:cxn ang="0">
                <a:pos x="csX5188" y="csY5188"/>
              </a:cxn>
              <a:cxn ang="0">
                <a:pos x="csX5189" y="csY5189"/>
              </a:cxn>
              <a:cxn ang="0">
                <a:pos x="csX5190" y="csY5190"/>
              </a:cxn>
              <a:cxn ang="0">
                <a:pos x="csX5191" y="csY5191"/>
              </a:cxn>
              <a:cxn ang="0">
                <a:pos x="csX5192" y="csY5192"/>
              </a:cxn>
              <a:cxn ang="0">
                <a:pos x="csX5193" y="csY5193"/>
              </a:cxn>
              <a:cxn ang="0">
                <a:pos x="csX5194" y="csY5194"/>
              </a:cxn>
              <a:cxn ang="0">
                <a:pos x="csX5195" y="csY5195"/>
              </a:cxn>
              <a:cxn ang="0">
                <a:pos x="csX5196" y="csY5196"/>
              </a:cxn>
              <a:cxn ang="0">
                <a:pos x="csX5197" y="csY5197"/>
              </a:cxn>
              <a:cxn ang="0">
                <a:pos x="csX5198" y="csY5198"/>
              </a:cxn>
              <a:cxn ang="0">
                <a:pos x="csX5199" y="csY5199"/>
              </a:cxn>
              <a:cxn ang="0">
                <a:pos x="csX5200" y="csY5200"/>
              </a:cxn>
              <a:cxn ang="0">
                <a:pos x="csX5201" y="csY5201"/>
              </a:cxn>
              <a:cxn ang="0">
                <a:pos x="csX5202" y="csY5202"/>
              </a:cxn>
              <a:cxn ang="0">
                <a:pos x="csX5203" y="csY5203"/>
              </a:cxn>
              <a:cxn ang="0">
                <a:pos x="csX5204" y="csY5204"/>
              </a:cxn>
              <a:cxn ang="0">
                <a:pos x="csX5205" y="csY5205"/>
              </a:cxn>
              <a:cxn ang="0">
                <a:pos x="csX5206" y="csY5206"/>
              </a:cxn>
              <a:cxn ang="0">
                <a:pos x="csX5207" y="csY5207"/>
              </a:cxn>
              <a:cxn ang="0">
                <a:pos x="csX5208" y="csY5208"/>
              </a:cxn>
              <a:cxn ang="0">
                <a:pos x="csX5209" y="csY5209"/>
              </a:cxn>
              <a:cxn ang="0">
                <a:pos x="csX5210" y="csY5210"/>
              </a:cxn>
              <a:cxn ang="0">
                <a:pos x="csX5211" y="csY5211"/>
              </a:cxn>
              <a:cxn ang="0">
                <a:pos x="csX5212" y="csY5212"/>
              </a:cxn>
              <a:cxn ang="0">
                <a:pos x="csX5213" y="csY5213"/>
              </a:cxn>
              <a:cxn ang="0">
                <a:pos x="csX5214" y="csY5214"/>
              </a:cxn>
              <a:cxn ang="0">
                <a:pos x="csX5215" y="csY5215"/>
              </a:cxn>
              <a:cxn ang="0">
                <a:pos x="csX5216" y="csY5216"/>
              </a:cxn>
              <a:cxn ang="0">
                <a:pos x="csX5217" y="csY5217"/>
              </a:cxn>
              <a:cxn ang="0">
                <a:pos x="csX5218" y="csY5218"/>
              </a:cxn>
              <a:cxn ang="0">
                <a:pos x="csX5219" y="csY5219"/>
              </a:cxn>
              <a:cxn ang="0">
                <a:pos x="csX5220" y="csY5220"/>
              </a:cxn>
              <a:cxn ang="0">
                <a:pos x="csX5221" y="csY5221"/>
              </a:cxn>
              <a:cxn ang="0">
                <a:pos x="csX5222" y="csY5222"/>
              </a:cxn>
              <a:cxn ang="0">
                <a:pos x="csX5223" y="csY5223"/>
              </a:cxn>
              <a:cxn ang="0">
                <a:pos x="csX5224" y="csY5224"/>
              </a:cxn>
              <a:cxn ang="0">
                <a:pos x="csX5225" y="csY5225"/>
              </a:cxn>
              <a:cxn ang="0">
                <a:pos x="csX5226" y="csY5226"/>
              </a:cxn>
              <a:cxn ang="0">
                <a:pos x="csX5227" y="csY5227"/>
              </a:cxn>
              <a:cxn ang="0">
                <a:pos x="csX5228" y="csY5228"/>
              </a:cxn>
              <a:cxn ang="0">
                <a:pos x="csX5229" y="csY5229"/>
              </a:cxn>
              <a:cxn ang="0">
                <a:pos x="csX5230" y="csY5230"/>
              </a:cxn>
              <a:cxn ang="0">
                <a:pos x="csX5231" y="csY5231"/>
              </a:cxn>
              <a:cxn ang="0">
                <a:pos x="csX5232" y="csY5232"/>
              </a:cxn>
              <a:cxn ang="0">
                <a:pos x="csX5233" y="csY5233"/>
              </a:cxn>
              <a:cxn ang="0">
                <a:pos x="csX5234" y="csY5234"/>
              </a:cxn>
              <a:cxn ang="0">
                <a:pos x="csX5235" y="csY5235"/>
              </a:cxn>
              <a:cxn ang="0">
                <a:pos x="csX5236" y="csY5236"/>
              </a:cxn>
              <a:cxn ang="0">
                <a:pos x="csX5237" y="csY5237"/>
              </a:cxn>
              <a:cxn ang="0">
                <a:pos x="csX5238" y="csY5238"/>
              </a:cxn>
              <a:cxn ang="0">
                <a:pos x="csX5239" y="csY5239"/>
              </a:cxn>
              <a:cxn ang="0">
                <a:pos x="csX5240" y="csY5240"/>
              </a:cxn>
              <a:cxn ang="0">
                <a:pos x="csX5241" y="csY5241"/>
              </a:cxn>
              <a:cxn ang="0">
                <a:pos x="csX5242" y="csY5242"/>
              </a:cxn>
              <a:cxn ang="0">
                <a:pos x="csX5243" y="csY5243"/>
              </a:cxn>
              <a:cxn ang="0">
                <a:pos x="csX5244" y="csY5244"/>
              </a:cxn>
              <a:cxn ang="0">
                <a:pos x="csX5245" y="csY5245"/>
              </a:cxn>
              <a:cxn ang="0">
                <a:pos x="csX5246" y="csY5246"/>
              </a:cxn>
              <a:cxn ang="0">
                <a:pos x="csX5247" y="csY5247"/>
              </a:cxn>
              <a:cxn ang="0">
                <a:pos x="csX5248" y="csY5248"/>
              </a:cxn>
              <a:cxn ang="0">
                <a:pos x="csX5249" y="csY5249"/>
              </a:cxn>
              <a:cxn ang="0">
                <a:pos x="csX5250" y="csY5250"/>
              </a:cxn>
              <a:cxn ang="0">
                <a:pos x="csX5251" y="csY5251"/>
              </a:cxn>
              <a:cxn ang="0">
                <a:pos x="csX5252" y="csY5252"/>
              </a:cxn>
              <a:cxn ang="0">
                <a:pos x="csX5253" y="csY5253"/>
              </a:cxn>
              <a:cxn ang="0">
                <a:pos x="csX5254" y="csY5254"/>
              </a:cxn>
              <a:cxn ang="0">
                <a:pos x="csX5255" y="csY5255"/>
              </a:cxn>
              <a:cxn ang="0">
                <a:pos x="csX5256" y="csY5256"/>
              </a:cxn>
              <a:cxn ang="0">
                <a:pos x="csX5257" y="csY5257"/>
              </a:cxn>
              <a:cxn ang="0">
                <a:pos x="csX5258" y="csY5258"/>
              </a:cxn>
              <a:cxn ang="0">
                <a:pos x="csX5259" y="csY5259"/>
              </a:cxn>
              <a:cxn ang="0">
                <a:pos x="csX5260" y="csY5260"/>
              </a:cxn>
              <a:cxn ang="0">
                <a:pos x="csX5261" y="csY5261"/>
              </a:cxn>
              <a:cxn ang="0">
                <a:pos x="csX5262" y="csY5262"/>
              </a:cxn>
              <a:cxn ang="0">
                <a:pos x="csX5263" y="csY5263"/>
              </a:cxn>
              <a:cxn ang="0">
                <a:pos x="csX5264" y="csY5264"/>
              </a:cxn>
              <a:cxn ang="0">
                <a:pos x="csX5265" y="csY5265"/>
              </a:cxn>
              <a:cxn ang="0">
                <a:pos x="csX5266" y="csY5266"/>
              </a:cxn>
              <a:cxn ang="0">
                <a:pos x="csX5267" y="csY5267"/>
              </a:cxn>
              <a:cxn ang="0">
                <a:pos x="csX5268" y="csY5268"/>
              </a:cxn>
              <a:cxn ang="0">
                <a:pos x="csX5269" y="csY5269"/>
              </a:cxn>
              <a:cxn ang="0">
                <a:pos x="csX5270" y="csY5270"/>
              </a:cxn>
              <a:cxn ang="0">
                <a:pos x="csX5271" y="csY5271"/>
              </a:cxn>
              <a:cxn ang="0">
                <a:pos x="csX5272" y="csY5272"/>
              </a:cxn>
              <a:cxn ang="0">
                <a:pos x="csX5273" y="csY5273"/>
              </a:cxn>
              <a:cxn ang="0">
                <a:pos x="csX5274" y="csY5274"/>
              </a:cxn>
              <a:cxn ang="0">
                <a:pos x="csX5275" y="csY5275"/>
              </a:cxn>
              <a:cxn ang="0">
                <a:pos x="csX5276" y="csY5276"/>
              </a:cxn>
              <a:cxn ang="0">
                <a:pos x="csX5277" y="csY5277"/>
              </a:cxn>
              <a:cxn ang="0">
                <a:pos x="csX5278" y="csY5278"/>
              </a:cxn>
              <a:cxn ang="0">
                <a:pos x="csX5279" y="csY5279"/>
              </a:cxn>
              <a:cxn ang="0">
                <a:pos x="csX5280" y="csY5280"/>
              </a:cxn>
              <a:cxn ang="0">
                <a:pos x="csX5281" y="csY5281"/>
              </a:cxn>
              <a:cxn ang="0">
                <a:pos x="csX5282" y="csY5282"/>
              </a:cxn>
              <a:cxn ang="0">
                <a:pos x="csX5283" y="csY5283"/>
              </a:cxn>
              <a:cxn ang="0">
                <a:pos x="csX5284" y="csY5284"/>
              </a:cxn>
              <a:cxn ang="0">
                <a:pos x="csX5285" y="csY5285"/>
              </a:cxn>
              <a:cxn ang="0">
                <a:pos x="csX5286" y="csY5286"/>
              </a:cxn>
              <a:cxn ang="0">
                <a:pos x="csX5287" y="csY5287"/>
              </a:cxn>
              <a:cxn ang="0">
                <a:pos x="csX5288" y="csY5288"/>
              </a:cxn>
              <a:cxn ang="0">
                <a:pos x="csX5289" y="csY5289"/>
              </a:cxn>
              <a:cxn ang="0">
                <a:pos x="csX5290" y="csY5290"/>
              </a:cxn>
              <a:cxn ang="0">
                <a:pos x="csX5291" y="csY5291"/>
              </a:cxn>
              <a:cxn ang="0">
                <a:pos x="csX5292" y="csY5292"/>
              </a:cxn>
              <a:cxn ang="0">
                <a:pos x="csX5293" y="csY5293"/>
              </a:cxn>
              <a:cxn ang="0">
                <a:pos x="csX5294" y="csY5294"/>
              </a:cxn>
              <a:cxn ang="0">
                <a:pos x="csX5295" y="csY5295"/>
              </a:cxn>
              <a:cxn ang="0">
                <a:pos x="csX5296" y="csY5296"/>
              </a:cxn>
              <a:cxn ang="0">
                <a:pos x="csX5297" y="csY5297"/>
              </a:cxn>
              <a:cxn ang="0">
                <a:pos x="csX5298" y="csY5298"/>
              </a:cxn>
              <a:cxn ang="0">
                <a:pos x="csX5299" y="csY5299"/>
              </a:cxn>
              <a:cxn ang="0">
                <a:pos x="csX5300" y="csY5300"/>
              </a:cxn>
              <a:cxn ang="0">
                <a:pos x="csX5301" y="csY5301"/>
              </a:cxn>
              <a:cxn ang="0">
                <a:pos x="csX5302" y="csY5302"/>
              </a:cxn>
              <a:cxn ang="0">
                <a:pos x="csX5303" y="csY5303"/>
              </a:cxn>
              <a:cxn ang="0">
                <a:pos x="csX5304" y="csY5304"/>
              </a:cxn>
              <a:cxn ang="0">
                <a:pos x="csX5305" y="csY5305"/>
              </a:cxn>
              <a:cxn ang="0">
                <a:pos x="csX5306" y="csY5306"/>
              </a:cxn>
              <a:cxn ang="0">
                <a:pos x="csX5307" y="csY5307"/>
              </a:cxn>
              <a:cxn ang="0">
                <a:pos x="csX5308" y="csY5308"/>
              </a:cxn>
              <a:cxn ang="0">
                <a:pos x="csX5309" y="csY5309"/>
              </a:cxn>
              <a:cxn ang="0">
                <a:pos x="csX5310" y="csY5310"/>
              </a:cxn>
              <a:cxn ang="0">
                <a:pos x="csX5311" y="csY5311"/>
              </a:cxn>
              <a:cxn ang="0">
                <a:pos x="csX5312" y="csY5312"/>
              </a:cxn>
              <a:cxn ang="0">
                <a:pos x="csX5313" y="csY5313"/>
              </a:cxn>
              <a:cxn ang="0">
                <a:pos x="csX5314" y="csY5314"/>
              </a:cxn>
              <a:cxn ang="0">
                <a:pos x="csX5315" y="csY5315"/>
              </a:cxn>
              <a:cxn ang="0">
                <a:pos x="csX5316" y="csY5316"/>
              </a:cxn>
              <a:cxn ang="0">
                <a:pos x="csX5317" y="csY5317"/>
              </a:cxn>
              <a:cxn ang="0">
                <a:pos x="csX5318" y="csY5318"/>
              </a:cxn>
              <a:cxn ang="0">
                <a:pos x="csX5319" y="csY5319"/>
              </a:cxn>
              <a:cxn ang="0">
                <a:pos x="csX5320" y="csY5320"/>
              </a:cxn>
              <a:cxn ang="0">
                <a:pos x="csX5321" y="csY5321"/>
              </a:cxn>
              <a:cxn ang="0">
                <a:pos x="csX5322" y="csY5322"/>
              </a:cxn>
              <a:cxn ang="0">
                <a:pos x="csX5323" y="csY5323"/>
              </a:cxn>
              <a:cxn ang="0">
                <a:pos x="csX5324" y="csY5324"/>
              </a:cxn>
              <a:cxn ang="0">
                <a:pos x="csX5325" y="csY5325"/>
              </a:cxn>
              <a:cxn ang="0">
                <a:pos x="csX5326" y="csY5326"/>
              </a:cxn>
              <a:cxn ang="0">
                <a:pos x="csX5327" y="csY5327"/>
              </a:cxn>
              <a:cxn ang="0">
                <a:pos x="csX5328" y="csY5328"/>
              </a:cxn>
              <a:cxn ang="0">
                <a:pos x="csX5329" y="csY5329"/>
              </a:cxn>
              <a:cxn ang="0">
                <a:pos x="csX5330" y="csY5330"/>
              </a:cxn>
              <a:cxn ang="0">
                <a:pos x="csX5331" y="csY5331"/>
              </a:cxn>
              <a:cxn ang="0">
                <a:pos x="csX5332" y="csY5332"/>
              </a:cxn>
              <a:cxn ang="0">
                <a:pos x="csX5333" y="csY5333"/>
              </a:cxn>
              <a:cxn ang="0">
                <a:pos x="csX5334" y="csY5334"/>
              </a:cxn>
              <a:cxn ang="0">
                <a:pos x="csX5335" y="csY5335"/>
              </a:cxn>
              <a:cxn ang="0">
                <a:pos x="csX5336" y="csY5336"/>
              </a:cxn>
              <a:cxn ang="0">
                <a:pos x="csX5337" y="csY5337"/>
              </a:cxn>
              <a:cxn ang="0">
                <a:pos x="csX5338" y="csY5338"/>
              </a:cxn>
              <a:cxn ang="0">
                <a:pos x="csX5339" y="csY5339"/>
              </a:cxn>
              <a:cxn ang="0">
                <a:pos x="csX5340" y="csY5340"/>
              </a:cxn>
              <a:cxn ang="0">
                <a:pos x="csX5341" y="csY5341"/>
              </a:cxn>
              <a:cxn ang="0">
                <a:pos x="csX5342" y="csY5342"/>
              </a:cxn>
              <a:cxn ang="0">
                <a:pos x="csX5343" y="csY5343"/>
              </a:cxn>
              <a:cxn ang="0">
                <a:pos x="csX5344" y="csY5344"/>
              </a:cxn>
              <a:cxn ang="0">
                <a:pos x="csX5345" y="csY5345"/>
              </a:cxn>
              <a:cxn ang="0">
                <a:pos x="csX5346" y="csY5346"/>
              </a:cxn>
              <a:cxn ang="0">
                <a:pos x="csX5347" y="csY5347"/>
              </a:cxn>
              <a:cxn ang="0">
                <a:pos x="csX5348" y="csY5348"/>
              </a:cxn>
              <a:cxn ang="0">
                <a:pos x="csX5349" y="csY5349"/>
              </a:cxn>
              <a:cxn ang="0">
                <a:pos x="csX5350" y="csY5350"/>
              </a:cxn>
              <a:cxn ang="0">
                <a:pos x="csX5351" y="csY5351"/>
              </a:cxn>
              <a:cxn ang="0">
                <a:pos x="csX5352" y="csY5352"/>
              </a:cxn>
              <a:cxn ang="0">
                <a:pos x="csX5353" y="csY5353"/>
              </a:cxn>
              <a:cxn ang="0">
                <a:pos x="csX5354" y="csY5354"/>
              </a:cxn>
              <a:cxn ang="0">
                <a:pos x="csX5355" y="csY5355"/>
              </a:cxn>
              <a:cxn ang="0">
                <a:pos x="csX5356" y="csY5356"/>
              </a:cxn>
              <a:cxn ang="0">
                <a:pos x="csX5357" y="csY5357"/>
              </a:cxn>
              <a:cxn ang="0">
                <a:pos x="csX5358" y="csY5358"/>
              </a:cxn>
              <a:cxn ang="0">
                <a:pos x="csX5359" y="csY5359"/>
              </a:cxn>
              <a:cxn ang="0">
                <a:pos x="csX5360" y="csY5360"/>
              </a:cxn>
              <a:cxn ang="0">
                <a:pos x="csX5361" y="csY5361"/>
              </a:cxn>
              <a:cxn ang="0">
                <a:pos x="csX5362" y="csY5362"/>
              </a:cxn>
              <a:cxn ang="0">
                <a:pos x="csX5363" y="csY5363"/>
              </a:cxn>
              <a:cxn ang="0">
                <a:pos x="csX5364" y="csY5364"/>
              </a:cxn>
              <a:cxn ang="0">
                <a:pos x="csX5365" y="csY5365"/>
              </a:cxn>
              <a:cxn ang="0">
                <a:pos x="csX5366" y="csY5366"/>
              </a:cxn>
              <a:cxn ang="0">
                <a:pos x="csX5367" y="csY5367"/>
              </a:cxn>
              <a:cxn ang="0">
                <a:pos x="csX5368" y="csY5368"/>
              </a:cxn>
              <a:cxn ang="0">
                <a:pos x="csX5369" y="csY5369"/>
              </a:cxn>
              <a:cxn ang="0">
                <a:pos x="csX5370" y="csY5370"/>
              </a:cxn>
              <a:cxn ang="0">
                <a:pos x="csX5371" y="csY5371"/>
              </a:cxn>
              <a:cxn ang="0">
                <a:pos x="csX5372" y="csY5372"/>
              </a:cxn>
              <a:cxn ang="0">
                <a:pos x="csX5373" y="csY5373"/>
              </a:cxn>
              <a:cxn ang="0">
                <a:pos x="csX5374" y="csY5374"/>
              </a:cxn>
              <a:cxn ang="0">
                <a:pos x="csX5375" y="csY5375"/>
              </a:cxn>
              <a:cxn ang="0">
                <a:pos x="csX5376" y="csY5376"/>
              </a:cxn>
              <a:cxn ang="0">
                <a:pos x="csX5377" y="csY5377"/>
              </a:cxn>
              <a:cxn ang="0">
                <a:pos x="csX5378" y="csY5378"/>
              </a:cxn>
              <a:cxn ang="0">
                <a:pos x="csX5379" y="csY5379"/>
              </a:cxn>
              <a:cxn ang="0">
                <a:pos x="csX5380" y="csY5380"/>
              </a:cxn>
              <a:cxn ang="0">
                <a:pos x="csX5381" y="csY5381"/>
              </a:cxn>
              <a:cxn ang="0">
                <a:pos x="csX5382" y="csY5382"/>
              </a:cxn>
              <a:cxn ang="0">
                <a:pos x="csX5383" y="csY5383"/>
              </a:cxn>
              <a:cxn ang="0">
                <a:pos x="csX5384" y="csY5384"/>
              </a:cxn>
              <a:cxn ang="0">
                <a:pos x="csX5385" y="csY5385"/>
              </a:cxn>
              <a:cxn ang="0">
                <a:pos x="csX5386" y="csY5386"/>
              </a:cxn>
              <a:cxn ang="0">
                <a:pos x="csX5387" y="csY5387"/>
              </a:cxn>
              <a:cxn ang="0">
                <a:pos x="csX5388" y="csY5388"/>
              </a:cxn>
              <a:cxn ang="0">
                <a:pos x="csX5389" y="csY5389"/>
              </a:cxn>
              <a:cxn ang="0">
                <a:pos x="csX5390" y="csY5390"/>
              </a:cxn>
              <a:cxn ang="0">
                <a:pos x="csX5391" y="csY5391"/>
              </a:cxn>
              <a:cxn ang="0">
                <a:pos x="csX5392" y="csY5392"/>
              </a:cxn>
              <a:cxn ang="0">
                <a:pos x="csX5393" y="csY5393"/>
              </a:cxn>
              <a:cxn ang="0">
                <a:pos x="csX5394" y="csY5394"/>
              </a:cxn>
              <a:cxn ang="0">
                <a:pos x="csX5395" y="csY5395"/>
              </a:cxn>
              <a:cxn ang="0">
                <a:pos x="csX5396" y="csY5396"/>
              </a:cxn>
              <a:cxn ang="0">
                <a:pos x="csX5397" y="csY5397"/>
              </a:cxn>
              <a:cxn ang="0">
                <a:pos x="csX5398" y="csY5398"/>
              </a:cxn>
              <a:cxn ang="0">
                <a:pos x="csX5399" y="csY5399"/>
              </a:cxn>
              <a:cxn ang="0">
                <a:pos x="csX5400" y="csY5400"/>
              </a:cxn>
              <a:cxn ang="0">
                <a:pos x="csX5401" y="csY5401"/>
              </a:cxn>
              <a:cxn ang="0">
                <a:pos x="csX5402" y="csY5402"/>
              </a:cxn>
              <a:cxn ang="0">
                <a:pos x="csX5403" y="csY5403"/>
              </a:cxn>
              <a:cxn ang="0">
                <a:pos x="csX5404" y="csY5404"/>
              </a:cxn>
              <a:cxn ang="0">
                <a:pos x="csX5405" y="csY5405"/>
              </a:cxn>
              <a:cxn ang="0">
                <a:pos x="csX5406" y="csY5406"/>
              </a:cxn>
              <a:cxn ang="0">
                <a:pos x="csX5407" y="csY5407"/>
              </a:cxn>
              <a:cxn ang="0">
                <a:pos x="csX5408" y="csY5408"/>
              </a:cxn>
              <a:cxn ang="0">
                <a:pos x="csX5409" y="csY5409"/>
              </a:cxn>
              <a:cxn ang="0">
                <a:pos x="csX5410" y="csY5410"/>
              </a:cxn>
              <a:cxn ang="0">
                <a:pos x="csX5411" y="csY5411"/>
              </a:cxn>
              <a:cxn ang="0">
                <a:pos x="csX5412" y="csY5412"/>
              </a:cxn>
              <a:cxn ang="0">
                <a:pos x="csX5413" y="csY5413"/>
              </a:cxn>
              <a:cxn ang="0">
                <a:pos x="csX5414" y="csY5414"/>
              </a:cxn>
              <a:cxn ang="0">
                <a:pos x="csX5415" y="csY5415"/>
              </a:cxn>
              <a:cxn ang="0">
                <a:pos x="csX5416" y="csY5416"/>
              </a:cxn>
              <a:cxn ang="0">
                <a:pos x="csX5417" y="csY5417"/>
              </a:cxn>
              <a:cxn ang="0">
                <a:pos x="csX5418" y="csY5418"/>
              </a:cxn>
              <a:cxn ang="0">
                <a:pos x="csX5419" y="csY5419"/>
              </a:cxn>
              <a:cxn ang="0">
                <a:pos x="csX5420" y="csY5420"/>
              </a:cxn>
              <a:cxn ang="0">
                <a:pos x="csX5421" y="csY5421"/>
              </a:cxn>
              <a:cxn ang="0">
                <a:pos x="csX5422" y="csY5422"/>
              </a:cxn>
              <a:cxn ang="0">
                <a:pos x="csX5423" y="csY5423"/>
              </a:cxn>
              <a:cxn ang="0">
                <a:pos x="csX5424" y="csY5424"/>
              </a:cxn>
              <a:cxn ang="0">
                <a:pos x="csX5425" y="csY5425"/>
              </a:cxn>
              <a:cxn ang="0">
                <a:pos x="csX5426" y="csY5426"/>
              </a:cxn>
              <a:cxn ang="0">
                <a:pos x="csX5427" y="csY5427"/>
              </a:cxn>
              <a:cxn ang="0">
                <a:pos x="csX5428" y="csY5428"/>
              </a:cxn>
              <a:cxn ang="0">
                <a:pos x="csX5429" y="csY5429"/>
              </a:cxn>
              <a:cxn ang="0">
                <a:pos x="csX5430" y="csY5430"/>
              </a:cxn>
              <a:cxn ang="0">
                <a:pos x="csX5431" y="csY5431"/>
              </a:cxn>
              <a:cxn ang="0">
                <a:pos x="csX5432" y="csY5432"/>
              </a:cxn>
              <a:cxn ang="0">
                <a:pos x="csX5433" y="csY5433"/>
              </a:cxn>
              <a:cxn ang="0">
                <a:pos x="csX5434" y="csY5434"/>
              </a:cxn>
              <a:cxn ang="0">
                <a:pos x="csX5435" y="csY5435"/>
              </a:cxn>
              <a:cxn ang="0">
                <a:pos x="csX5436" y="csY5436"/>
              </a:cxn>
              <a:cxn ang="0">
                <a:pos x="csX5437" y="csY5437"/>
              </a:cxn>
              <a:cxn ang="0">
                <a:pos x="csX5438" y="csY5438"/>
              </a:cxn>
              <a:cxn ang="0">
                <a:pos x="csX5439" y="csY5439"/>
              </a:cxn>
              <a:cxn ang="0">
                <a:pos x="csX5440" y="csY5440"/>
              </a:cxn>
              <a:cxn ang="0">
                <a:pos x="csX5441" y="csY5441"/>
              </a:cxn>
              <a:cxn ang="0">
                <a:pos x="csX5442" y="csY5442"/>
              </a:cxn>
              <a:cxn ang="0">
                <a:pos x="csX5443" y="csY5443"/>
              </a:cxn>
              <a:cxn ang="0">
                <a:pos x="csX5444" y="csY5444"/>
              </a:cxn>
              <a:cxn ang="0">
                <a:pos x="csX5445" y="csY5445"/>
              </a:cxn>
              <a:cxn ang="0">
                <a:pos x="csX5446" y="csY5446"/>
              </a:cxn>
              <a:cxn ang="0">
                <a:pos x="csX5447" y="csY5447"/>
              </a:cxn>
              <a:cxn ang="0">
                <a:pos x="csX5448" y="csY5448"/>
              </a:cxn>
              <a:cxn ang="0">
                <a:pos x="csX5449" y="csY5449"/>
              </a:cxn>
              <a:cxn ang="0">
                <a:pos x="csX5450" y="csY5450"/>
              </a:cxn>
              <a:cxn ang="0">
                <a:pos x="csX5451" y="csY5451"/>
              </a:cxn>
              <a:cxn ang="0">
                <a:pos x="csX5452" y="csY5452"/>
              </a:cxn>
              <a:cxn ang="0">
                <a:pos x="csX5453" y="csY5453"/>
              </a:cxn>
              <a:cxn ang="0">
                <a:pos x="csX5454" y="csY5454"/>
              </a:cxn>
              <a:cxn ang="0">
                <a:pos x="csX5455" y="csY5455"/>
              </a:cxn>
              <a:cxn ang="0">
                <a:pos x="csX5456" y="csY5456"/>
              </a:cxn>
              <a:cxn ang="0">
                <a:pos x="csX5457" y="csY5457"/>
              </a:cxn>
              <a:cxn ang="0">
                <a:pos x="csX5458" y="csY5458"/>
              </a:cxn>
              <a:cxn ang="0">
                <a:pos x="csX5459" y="csY5459"/>
              </a:cxn>
              <a:cxn ang="0">
                <a:pos x="csX5460" y="csY5460"/>
              </a:cxn>
              <a:cxn ang="0">
                <a:pos x="csX5461" y="csY5461"/>
              </a:cxn>
              <a:cxn ang="0">
                <a:pos x="csX5462" y="csY5462"/>
              </a:cxn>
              <a:cxn ang="0">
                <a:pos x="csX5463" y="csY5463"/>
              </a:cxn>
              <a:cxn ang="0">
                <a:pos x="csX5464" y="csY5464"/>
              </a:cxn>
              <a:cxn ang="0">
                <a:pos x="csX5465" y="csY5465"/>
              </a:cxn>
              <a:cxn ang="0">
                <a:pos x="csX5466" y="csY5466"/>
              </a:cxn>
              <a:cxn ang="0">
                <a:pos x="csX5467" y="csY5467"/>
              </a:cxn>
              <a:cxn ang="0">
                <a:pos x="csX5468" y="csY5468"/>
              </a:cxn>
              <a:cxn ang="0">
                <a:pos x="csX5469" y="csY5469"/>
              </a:cxn>
              <a:cxn ang="0">
                <a:pos x="csX5470" y="csY5470"/>
              </a:cxn>
              <a:cxn ang="0">
                <a:pos x="csX5471" y="csY5471"/>
              </a:cxn>
              <a:cxn ang="0">
                <a:pos x="csX5472" y="csY5472"/>
              </a:cxn>
              <a:cxn ang="0">
                <a:pos x="csX5473" y="csY5473"/>
              </a:cxn>
              <a:cxn ang="0">
                <a:pos x="csX5474" y="csY5474"/>
              </a:cxn>
              <a:cxn ang="0">
                <a:pos x="csX5475" y="csY5475"/>
              </a:cxn>
              <a:cxn ang="0">
                <a:pos x="csX5476" y="csY5476"/>
              </a:cxn>
              <a:cxn ang="0">
                <a:pos x="csX5477" y="csY5477"/>
              </a:cxn>
              <a:cxn ang="0">
                <a:pos x="csX5478" y="csY5478"/>
              </a:cxn>
              <a:cxn ang="0">
                <a:pos x="csX5479" y="csY5479"/>
              </a:cxn>
              <a:cxn ang="0">
                <a:pos x="csX5480" y="csY5480"/>
              </a:cxn>
              <a:cxn ang="0">
                <a:pos x="csX5481" y="csY5481"/>
              </a:cxn>
              <a:cxn ang="0">
                <a:pos x="csX5482" y="csY5482"/>
              </a:cxn>
              <a:cxn ang="0">
                <a:pos x="csX5483" y="csY5483"/>
              </a:cxn>
              <a:cxn ang="0">
                <a:pos x="csX5484" y="csY5484"/>
              </a:cxn>
              <a:cxn ang="0">
                <a:pos x="csX5485" y="csY5485"/>
              </a:cxn>
              <a:cxn ang="0">
                <a:pos x="csX5486" y="csY5486"/>
              </a:cxn>
              <a:cxn ang="0">
                <a:pos x="csX5487" y="csY5487"/>
              </a:cxn>
              <a:cxn ang="0">
                <a:pos x="csX5488" y="csY5488"/>
              </a:cxn>
              <a:cxn ang="0">
                <a:pos x="csX5489" y="csY5489"/>
              </a:cxn>
              <a:cxn ang="0">
                <a:pos x="csX5490" y="csY5490"/>
              </a:cxn>
              <a:cxn ang="0">
                <a:pos x="csX5491" y="csY5491"/>
              </a:cxn>
              <a:cxn ang="0">
                <a:pos x="csX5492" y="csY5492"/>
              </a:cxn>
              <a:cxn ang="0">
                <a:pos x="csX5493" y="csY5493"/>
              </a:cxn>
              <a:cxn ang="0">
                <a:pos x="csX5494" y="csY5494"/>
              </a:cxn>
              <a:cxn ang="0">
                <a:pos x="csX5495" y="csY5495"/>
              </a:cxn>
              <a:cxn ang="0">
                <a:pos x="csX5496" y="csY5496"/>
              </a:cxn>
              <a:cxn ang="0">
                <a:pos x="csX5497" y="csY5497"/>
              </a:cxn>
              <a:cxn ang="0">
                <a:pos x="csX5498" y="csY5498"/>
              </a:cxn>
              <a:cxn ang="0">
                <a:pos x="csX5499" y="csY5499"/>
              </a:cxn>
              <a:cxn ang="0">
                <a:pos x="csX5500" y="csY5500"/>
              </a:cxn>
              <a:cxn ang="0">
                <a:pos x="csX5501" y="csY5501"/>
              </a:cxn>
              <a:cxn ang="0">
                <a:pos x="csX5502" y="csY5502"/>
              </a:cxn>
              <a:cxn ang="0">
                <a:pos x="csX5503" y="csY5503"/>
              </a:cxn>
              <a:cxn ang="0">
                <a:pos x="csX5504" y="csY5504"/>
              </a:cxn>
              <a:cxn ang="0">
                <a:pos x="csX5505" y="csY5505"/>
              </a:cxn>
              <a:cxn ang="0">
                <a:pos x="csX5506" y="csY5506"/>
              </a:cxn>
              <a:cxn ang="0">
                <a:pos x="csX5507" y="csY5507"/>
              </a:cxn>
              <a:cxn ang="0">
                <a:pos x="csX5508" y="csY5508"/>
              </a:cxn>
              <a:cxn ang="0">
                <a:pos x="csX5509" y="csY5509"/>
              </a:cxn>
              <a:cxn ang="0">
                <a:pos x="csX5510" y="csY5510"/>
              </a:cxn>
              <a:cxn ang="0">
                <a:pos x="csX5511" y="csY5511"/>
              </a:cxn>
              <a:cxn ang="0">
                <a:pos x="csX5512" y="csY5512"/>
              </a:cxn>
              <a:cxn ang="0">
                <a:pos x="csX5513" y="csY5513"/>
              </a:cxn>
              <a:cxn ang="0">
                <a:pos x="csX5514" y="csY5514"/>
              </a:cxn>
              <a:cxn ang="0">
                <a:pos x="csX5515" y="csY5515"/>
              </a:cxn>
              <a:cxn ang="0">
                <a:pos x="csX5516" y="csY5516"/>
              </a:cxn>
              <a:cxn ang="0">
                <a:pos x="csX5517" y="csY5517"/>
              </a:cxn>
              <a:cxn ang="0">
                <a:pos x="csX5518" y="csY5518"/>
              </a:cxn>
              <a:cxn ang="0">
                <a:pos x="csX5519" y="csY5519"/>
              </a:cxn>
              <a:cxn ang="0">
                <a:pos x="csX5520" y="csY5520"/>
              </a:cxn>
              <a:cxn ang="0">
                <a:pos x="csX5521" y="csY5521"/>
              </a:cxn>
              <a:cxn ang="0">
                <a:pos x="csX5522" y="csY5522"/>
              </a:cxn>
              <a:cxn ang="0">
                <a:pos x="csX5523" y="csY5523"/>
              </a:cxn>
              <a:cxn ang="0">
                <a:pos x="csX5524" y="csY5524"/>
              </a:cxn>
              <a:cxn ang="0">
                <a:pos x="csX5525" y="csY5525"/>
              </a:cxn>
              <a:cxn ang="0">
                <a:pos x="csX5526" y="csY5526"/>
              </a:cxn>
              <a:cxn ang="0">
                <a:pos x="csX5527" y="csY5527"/>
              </a:cxn>
              <a:cxn ang="0">
                <a:pos x="csX5528" y="csY5528"/>
              </a:cxn>
              <a:cxn ang="0">
                <a:pos x="csX5529" y="csY5529"/>
              </a:cxn>
              <a:cxn ang="0">
                <a:pos x="csX5530" y="csY5530"/>
              </a:cxn>
              <a:cxn ang="0">
                <a:pos x="csX5531" y="csY5531"/>
              </a:cxn>
              <a:cxn ang="0">
                <a:pos x="csX5532" y="csY5532"/>
              </a:cxn>
              <a:cxn ang="0">
                <a:pos x="csX5533" y="csY5533"/>
              </a:cxn>
              <a:cxn ang="0">
                <a:pos x="csX5534" y="csY5534"/>
              </a:cxn>
              <a:cxn ang="0">
                <a:pos x="csX5535" y="csY5535"/>
              </a:cxn>
              <a:cxn ang="0">
                <a:pos x="csX5536" y="csY5536"/>
              </a:cxn>
              <a:cxn ang="0">
                <a:pos x="csX5537" y="csY5537"/>
              </a:cxn>
              <a:cxn ang="0">
                <a:pos x="csX5538" y="csY5538"/>
              </a:cxn>
              <a:cxn ang="0">
                <a:pos x="csX5539" y="csY5539"/>
              </a:cxn>
              <a:cxn ang="0">
                <a:pos x="csX5540" y="csY5540"/>
              </a:cxn>
              <a:cxn ang="0">
                <a:pos x="csX5541" y="csY5541"/>
              </a:cxn>
              <a:cxn ang="0">
                <a:pos x="csX5542" y="csY5542"/>
              </a:cxn>
              <a:cxn ang="0">
                <a:pos x="csX5543" y="csY5543"/>
              </a:cxn>
              <a:cxn ang="0">
                <a:pos x="csX5544" y="csY5544"/>
              </a:cxn>
              <a:cxn ang="0">
                <a:pos x="csX5545" y="csY5545"/>
              </a:cxn>
              <a:cxn ang="0">
                <a:pos x="csX5546" y="csY5546"/>
              </a:cxn>
              <a:cxn ang="0">
                <a:pos x="csX5547" y="csY5547"/>
              </a:cxn>
              <a:cxn ang="0">
                <a:pos x="csX5548" y="csY5548"/>
              </a:cxn>
              <a:cxn ang="0">
                <a:pos x="csX5549" y="csY5549"/>
              </a:cxn>
              <a:cxn ang="0">
                <a:pos x="csX5550" y="csY5550"/>
              </a:cxn>
              <a:cxn ang="0">
                <a:pos x="csX5551" y="csY5551"/>
              </a:cxn>
              <a:cxn ang="0">
                <a:pos x="csX5552" y="csY5552"/>
              </a:cxn>
              <a:cxn ang="0">
                <a:pos x="csX5553" y="csY5553"/>
              </a:cxn>
              <a:cxn ang="0">
                <a:pos x="csX5554" y="csY5554"/>
              </a:cxn>
              <a:cxn ang="0">
                <a:pos x="csX5555" y="csY5555"/>
              </a:cxn>
              <a:cxn ang="0">
                <a:pos x="csX5556" y="csY5556"/>
              </a:cxn>
              <a:cxn ang="0">
                <a:pos x="csX5557" y="csY5557"/>
              </a:cxn>
              <a:cxn ang="0">
                <a:pos x="csX5558" y="csY5558"/>
              </a:cxn>
              <a:cxn ang="0">
                <a:pos x="csX5559" y="csY5559"/>
              </a:cxn>
              <a:cxn ang="0">
                <a:pos x="csX5560" y="csY5560"/>
              </a:cxn>
              <a:cxn ang="0">
                <a:pos x="csX5561" y="csY5561"/>
              </a:cxn>
              <a:cxn ang="0">
                <a:pos x="csX5562" y="csY5562"/>
              </a:cxn>
              <a:cxn ang="0">
                <a:pos x="csX5563" y="csY5563"/>
              </a:cxn>
              <a:cxn ang="0">
                <a:pos x="csX5564" y="csY5564"/>
              </a:cxn>
              <a:cxn ang="0">
                <a:pos x="csX5565" y="csY5565"/>
              </a:cxn>
              <a:cxn ang="0">
                <a:pos x="csX5566" y="csY5566"/>
              </a:cxn>
              <a:cxn ang="0">
                <a:pos x="csX5567" y="csY5567"/>
              </a:cxn>
              <a:cxn ang="0">
                <a:pos x="csX5568" y="csY5568"/>
              </a:cxn>
              <a:cxn ang="0">
                <a:pos x="csX5569" y="csY5569"/>
              </a:cxn>
              <a:cxn ang="0">
                <a:pos x="csX5570" y="csY5570"/>
              </a:cxn>
              <a:cxn ang="0">
                <a:pos x="csX5571" y="csY5571"/>
              </a:cxn>
              <a:cxn ang="0">
                <a:pos x="csX5572" y="csY5572"/>
              </a:cxn>
              <a:cxn ang="0">
                <a:pos x="csX5573" y="csY5573"/>
              </a:cxn>
              <a:cxn ang="0">
                <a:pos x="csX5574" y="csY5574"/>
              </a:cxn>
              <a:cxn ang="0">
                <a:pos x="csX5575" y="csY5575"/>
              </a:cxn>
              <a:cxn ang="0">
                <a:pos x="csX5576" y="csY5576"/>
              </a:cxn>
              <a:cxn ang="0">
                <a:pos x="csX5577" y="csY5577"/>
              </a:cxn>
              <a:cxn ang="0">
                <a:pos x="csX5578" y="csY5578"/>
              </a:cxn>
              <a:cxn ang="0">
                <a:pos x="csX5579" y="csY5579"/>
              </a:cxn>
              <a:cxn ang="0">
                <a:pos x="csX5580" y="csY5580"/>
              </a:cxn>
              <a:cxn ang="0">
                <a:pos x="csX5581" y="csY5581"/>
              </a:cxn>
              <a:cxn ang="0">
                <a:pos x="csX5582" y="csY5582"/>
              </a:cxn>
              <a:cxn ang="0">
                <a:pos x="csX5583" y="csY5583"/>
              </a:cxn>
              <a:cxn ang="0">
                <a:pos x="csX5584" y="csY5584"/>
              </a:cxn>
              <a:cxn ang="0">
                <a:pos x="csX5585" y="csY5585"/>
              </a:cxn>
              <a:cxn ang="0">
                <a:pos x="csX5586" y="csY5586"/>
              </a:cxn>
              <a:cxn ang="0">
                <a:pos x="csX5587" y="csY5587"/>
              </a:cxn>
              <a:cxn ang="0">
                <a:pos x="csX5588" y="csY5588"/>
              </a:cxn>
              <a:cxn ang="0">
                <a:pos x="csX5589" y="csY5589"/>
              </a:cxn>
              <a:cxn ang="0">
                <a:pos x="csX5590" y="csY5590"/>
              </a:cxn>
              <a:cxn ang="0">
                <a:pos x="csX5591" y="csY5591"/>
              </a:cxn>
              <a:cxn ang="0">
                <a:pos x="csX5592" y="csY5592"/>
              </a:cxn>
              <a:cxn ang="0">
                <a:pos x="csX5593" y="csY5593"/>
              </a:cxn>
              <a:cxn ang="0">
                <a:pos x="csX5594" y="csY5594"/>
              </a:cxn>
              <a:cxn ang="0">
                <a:pos x="csX5595" y="csY5595"/>
              </a:cxn>
              <a:cxn ang="0">
                <a:pos x="csX5596" y="csY5596"/>
              </a:cxn>
              <a:cxn ang="0">
                <a:pos x="csX5597" y="csY5597"/>
              </a:cxn>
              <a:cxn ang="0">
                <a:pos x="csX5598" y="csY5598"/>
              </a:cxn>
              <a:cxn ang="0">
                <a:pos x="csX5599" y="csY5599"/>
              </a:cxn>
              <a:cxn ang="0">
                <a:pos x="csX5600" y="csY5600"/>
              </a:cxn>
              <a:cxn ang="0">
                <a:pos x="csX5601" y="csY5601"/>
              </a:cxn>
              <a:cxn ang="0">
                <a:pos x="csX5602" y="csY5602"/>
              </a:cxn>
              <a:cxn ang="0">
                <a:pos x="csX5603" y="csY5603"/>
              </a:cxn>
              <a:cxn ang="0">
                <a:pos x="csX5604" y="csY5604"/>
              </a:cxn>
              <a:cxn ang="0">
                <a:pos x="csX5605" y="csY5605"/>
              </a:cxn>
              <a:cxn ang="0">
                <a:pos x="csX5606" y="csY5606"/>
              </a:cxn>
              <a:cxn ang="0">
                <a:pos x="csX5607" y="csY5607"/>
              </a:cxn>
              <a:cxn ang="0">
                <a:pos x="csX5608" y="csY5608"/>
              </a:cxn>
              <a:cxn ang="0">
                <a:pos x="csX5609" y="csY5609"/>
              </a:cxn>
              <a:cxn ang="0">
                <a:pos x="csX5610" y="csY5610"/>
              </a:cxn>
              <a:cxn ang="0">
                <a:pos x="csX5611" y="csY5611"/>
              </a:cxn>
              <a:cxn ang="0">
                <a:pos x="csX5612" y="csY5612"/>
              </a:cxn>
              <a:cxn ang="0">
                <a:pos x="csX5613" y="csY5613"/>
              </a:cxn>
              <a:cxn ang="0">
                <a:pos x="csX5614" y="csY5614"/>
              </a:cxn>
              <a:cxn ang="0">
                <a:pos x="csX5615" y="csY5615"/>
              </a:cxn>
              <a:cxn ang="0">
                <a:pos x="csX5616" y="csY5616"/>
              </a:cxn>
              <a:cxn ang="0">
                <a:pos x="csX5617" y="csY5617"/>
              </a:cxn>
              <a:cxn ang="0">
                <a:pos x="csX5618" y="csY5618"/>
              </a:cxn>
              <a:cxn ang="0">
                <a:pos x="csX5619" y="csY5619"/>
              </a:cxn>
              <a:cxn ang="0">
                <a:pos x="csX5620" y="csY5620"/>
              </a:cxn>
              <a:cxn ang="0">
                <a:pos x="csX5621" y="csY5621"/>
              </a:cxn>
              <a:cxn ang="0">
                <a:pos x="csX5622" y="csY5622"/>
              </a:cxn>
              <a:cxn ang="0">
                <a:pos x="csX5623" y="csY5623"/>
              </a:cxn>
              <a:cxn ang="0">
                <a:pos x="csX5624" y="csY5624"/>
              </a:cxn>
              <a:cxn ang="0">
                <a:pos x="csX5625" y="csY5625"/>
              </a:cxn>
              <a:cxn ang="0">
                <a:pos x="csX5626" y="csY5626"/>
              </a:cxn>
              <a:cxn ang="0">
                <a:pos x="csX5627" y="csY5627"/>
              </a:cxn>
              <a:cxn ang="0">
                <a:pos x="csX5628" y="csY5628"/>
              </a:cxn>
              <a:cxn ang="0">
                <a:pos x="csX5629" y="csY5629"/>
              </a:cxn>
              <a:cxn ang="0">
                <a:pos x="csX5630" y="csY5630"/>
              </a:cxn>
              <a:cxn ang="0">
                <a:pos x="csX5631" y="csY5631"/>
              </a:cxn>
              <a:cxn ang="0">
                <a:pos x="csX5632" y="csY5632"/>
              </a:cxn>
              <a:cxn ang="0">
                <a:pos x="csX5633" y="csY5633"/>
              </a:cxn>
              <a:cxn ang="0">
                <a:pos x="csX5634" y="csY5634"/>
              </a:cxn>
              <a:cxn ang="0">
                <a:pos x="csX5635" y="csY5635"/>
              </a:cxn>
              <a:cxn ang="0">
                <a:pos x="csX5636" y="csY5636"/>
              </a:cxn>
              <a:cxn ang="0">
                <a:pos x="csX5637" y="csY5637"/>
              </a:cxn>
              <a:cxn ang="0">
                <a:pos x="csX5638" y="csY5638"/>
              </a:cxn>
              <a:cxn ang="0">
                <a:pos x="csX5639" y="csY5639"/>
              </a:cxn>
              <a:cxn ang="0">
                <a:pos x="csX5640" y="csY5640"/>
              </a:cxn>
              <a:cxn ang="0">
                <a:pos x="csX5641" y="csY5641"/>
              </a:cxn>
              <a:cxn ang="0">
                <a:pos x="csX5642" y="csY5642"/>
              </a:cxn>
              <a:cxn ang="0">
                <a:pos x="csX5643" y="csY5643"/>
              </a:cxn>
              <a:cxn ang="0">
                <a:pos x="csX5644" y="csY5644"/>
              </a:cxn>
              <a:cxn ang="0">
                <a:pos x="csX5645" y="csY5645"/>
              </a:cxn>
              <a:cxn ang="0">
                <a:pos x="csX5646" y="csY5646"/>
              </a:cxn>
              <a:cxn ang="0">
                <a:pos x="csX5647" y="csY5647"/>
              </a:cxn>
              <a:cxn ang="0">
                <a:pos x="csX5648" y="csY5648"/>
              </a:cxn>
              <a:cxn ang="0">
                <a:pos x="csX5649" y="csY5649"/>
              </a:cxn>
              <a:cxn ang="0">
                <a:pos x="csX5650" y="csY5650"/>
              </a:cxn>
              <a:cxn ang="0">
                <a:pos x="csX5651" y="csY5651"/>
              </a:cxn>
              <a:cxn ang="0">
                <a:pos x="csX5652" y="csY5652"/>
              </a:cxn>
              <a:cxn ang="0">
                <a:pos x="csX5653" y="csY5653"/>
              </a:cxn>
              <a:cxn ang="0">
                <a:pos x="csX5654" y="csY5654"/>
              </a:cxn>
              <a:cxn ang="0">
                <a:pos x="csX5655" y="csY5655"/>
              </a:cxn>
              <a:cxn ang="0">
                <a:pos x="csX5656" y="csY5656"/>
              </a:cxn>
              <a:cxn ang="0">
                <a:pos x="csX5657" y="csY5657"/>
              </a:cxn>
              <a:cxn ang="0">
                <a:pos x="csX5658" y="csY5658"/>
              </a:cxn>
              <a:cxn ang="0">
                <a:pos x="csX5659" y="csY5659"/>
              </a:cxn>
              <a:cxn ang="0">
                <a:pos x="csX5660" y="csY5660"/>
              </a:cxn>
              <a:cxn ang="0">
                <a:pos x="csX5661" y="csY5661"/>
              </a:cxn>
              <a:cxn ang="0">
                <a:pos x="csX5662" y="csY5662"/>
              </a:cxn>
              <a:cxn ang="0">
                <a:pos x="csX5663" y="csY5663"/>
              </a:cxn>
              <a:cxn ang="0">
                <a:pos x="csX5664" y="csY5664"/>
              </a:cxn>
              <a:cxn ang="0">
                <a:pos x="csX5665" y="csY5665"/>
              </a:cxn>
              <a:cxn ang="0">
                <a:pos x="csX5666" y="csY5666"/>
              </a:cxn>
              <a:cxn ang="0">
                <a:pos x="csX5667" y="csY5667"/>
              </a:cxn>
              <a:cxn ang="0">
                <a:pos x="csX5668" y="csY5668"/>
              </a:cxn>
              <a:cxn ang="0">
                <a:pos x="csX5669" y="csY5669"/>
              </a:cxn>
              <a:cxn ang="0">
                <a:pos x="csX5670" y="csY5670"/>
              </a:cxn>
              <a:cxn ang="0">
                <a:pos x="csX5671" y="csY5671"/>
              </a:cxn>
              <a:cxn ang="0">
                <a:pos x="csX5672" y="csY5672"/>
              </a:cxn>
              <a:cxn ang="0">
                <a:pos x="csX5673" y="csY5673"/>
              </a:cxn>
              <a:cxn ang="0">
                <a:pos x="csX5674" y="csY5674"/>
              </a:cxn>
              <a:cxn ang="0">
                <a:pos x="csX5675" y="csY5675"/>
              </a:cxn>
              <a:cxn ang="0">
                <a:pos x="csX5676" y="csY5676"/>
              </a:cxn>
              <a:cxn ang="0">
                <a:pos x="csX5677" y="csY5677"/>
              </a:cxn>
              <a:cxn ang="0">
                <a:pos x="csX5678" y="csY5678"/>
              </a:cxn>
              <a:cxn ang="0">
                <a:pos x="csX5679" y="csY5679"/>
              </a:cxn>
              <a:cxn ang="0">
                <a:pos x="csX5680" y="csY5680"/>
              </a:cxn>
              <a:cxn ang="0">
                <a:pos x="csX5681" y="csY5681"/>
              </a:cxn>
              <a:cxn ang="0">
                <a:pos x="csX5682" y="csY5682"/>
              </a:cxn>
              <a:cxn ang="0">
                <a:pos x="csX5683" y="csY5683"/>
              </a:cxn>
              <a:cxn ang="0">
                <a:pos x="csX5684" y="csY5684"/>
              </a:cxn>
              <a:cxn ang="0">
                <a:pos x="csX5685" y="csY5685"/>
              </a:cxn>
              <a:cxn ang="0">
                <a:pos x="csX5686" y="csY5686"/>
              </a:cxn>
              <a:cxn ang="0">
                <a:pos x="csX5687" y="csY5687"/>
              </a:cxn>
              <a:cxn ang="0">
                <a:pos x="csX5688" y="csY5688"/>
              </a:cxn>
              <a:cxn ang="0">
                <a:pos x="csX5689" y="csY5689"/>
              </a:cxn>
              <a:cxn ang="0">
                <a:pos x="csX5690" y="csY5690"/>
              </a:cxn>
              <a:cxn ang="0">
                <a:pos x="csX5691" y="csY5691"/>
              </a:cxn>
              <a:cxn ang="0">
                <a:pos x="csX5692" y="csY5692"/>
              </a:cxn>
              <a:cxn ang="0">
                <a:pos x="csX5693" y="csY5693"/>
              </a:cxn>
              <a:cxn ang="0">
                <a:pos x="csX5694" y="csY5694"/>
              </a:cxn>
              <a:cxn ang="0">
                <a:pos x="csX5695" y="csY5695"/>
              </a:cxn>
              <a:cxn ang="0">
                <a:pos x="csX5696" y="csY5696"/>
              </a:cxn>
              <a:cxn ang="0">
                <a:pos x="csX5697" y="csY5697"/>
              </a:cxn>
              <a:cxn ang="0">
                <a:pos x="csX5698" y="csY5698"/>
              </a:cxn>
              <a:cxn ang="0">
                <a:pos x="csX5699" y="csY5699"/>
              </a:cxn>
              <a:cxn ang="0">
                <a:pos x="csX5700" y="csY5700"/>
              </a:cxn>
              <a:cxn ang="0">
                <a:pos x="csX5701" y="csY5701"/>
              </a:cxn>
              <a:cxn ang="0">
                <a:pos x="csX5702" y="csY5702"/>
              </a:cxn>
              <a:cxn ang="0">
                <a:pos x="csX5703" y="csY5703"/>
              </a:cxn>
              <a:cxn ang="0">
                <a:pos x="csX5704" y="csY5704"/>
              </a:cxn>
              <a:cxn ang="0">
                <a:pos x="csX5705" y="csY5705"/>
              </a:cxn>
              <a:cxn ang="0">
                <a:pos x="csX5706" y="csY5706"/>
              </a:cxn>
              <a:cxn ang="0">
                <a:pos x="csX5707" y="csY5707"/>
              </a:cxn>
              <a:cxn ang="0">
                <a:pos x="csX5708" y="csY5708"/>
              </a:cxn>
              <a:cxn ang="0">
                <a:pos x="csX5709" y="csY5709"/>
              </a:cxn>
              <a:cxn ang="0">
                <a:pos x="csX5710" y="csY5710"/>
              </a:cxn>
              <a:cxn ang="0">
                <a:pos x="csX5711" y="csY5711"/>
              </a:cxn>
              <a:cxn ang="0">
                <a:pos x="csX5712" y="csY5712"/>
              </a:cxn>
              <a:cxn ang="0">
                <a:pos x="csX5713" y="csY5713"/>
              </a:cxn>
              <a:cxn ang="0">
                <a:pos x="csX5714" y="csY5714"/>
              </a:cxn>
              <a:cxn ang="0">
                <a:pos x="csX5715" y="csY5715"/>
              </a:cxn>
              <a:cxn ang="0">
                <a:pos x="csX5716" y="csY5716"/>
              </a:cxn>
              <a:cxn ang="0">
                <a:pos x="csX5717" y="csY5717"/>
              </a:cxn>
              <a:cxn ang="0">
                <a:pos x="csX5718" y="csY5718"/>
              </a:cxn>
              <a:cxn ang="0">
                <a:pos x="csX5719" y="csY5719"/>
              </a:cxn>
              <a:cxn ang="0">
                <a:pos x="csX5720" y="csY5720"/>
              </a:cxn>
              <a:cxn ang="0">
                <a:pos x="csX5721" y="csY5721"/>
              </a:cxn>
              <a:cxn ang="0">
                <a:pos x="csX5722" y="csY5722"/>
              </a:cxn>
              <a:cxn ang="0">
                <a:pos x="csX5723" y="csY5723"/>
              </a:cxn>
              <a:cxn ang="0">
                <a:pos x="csX5724" y="csY5724"/>
              </a:cxn>
              <a:cxn ang="0">
                <a:pos x="csX5725" y="csY5725"/>
              </a:cxn>
              <a:cxn ang="0">
                <a:pos x="csX5726" y="csY5726"/>
              </a:cxn>
              <a:cxn ang="0">
                <a:pos x="csX5727" y="csY5727"/>
              </a:cxn>
              <a:cxn ang="0">
                <a:pos x="csX5728" y="csY5728"/>
              </a:cxn>
              <a:cxn ang="0">
                <a:pos x="csX5729" y="csY5729"/>
              </a:cxn>
              <a:cxn ang="0">
                <a:pos x="csX5730" y="csY5730"/>
              </a:cxn>
              <a:cxn ang="0">
                <a:pos x="csX5731" y="csY5731"/>
              </a:cxn>
              <a:cxn ang="0">
                <a:pos x="csX5732" y="csY5732"/>
              </a:cxn>
              <a:cxn ang="0">
                <a:pos x="csX5733" y="csY5733"/>
              </a:cxn>
              <a:cxn ang="0">
                <a:pos x="csX5734" y="csY5734"/>
              </a:cxn>
              <a:cxn ang="0">
                <a:pos x="csX5735" y="csY5735"/>
              </a:cxn>
              <a:cxn ang="0">
                <a:pos x="csX5736" y="csY5736"/>
              </a:cxn>
              <a:cxn ang="0">
                <a:pos x="csX5737" y="csY5737"/>
              </a:cxn>
              <a:cxn ang="0">
                <a:pos x="csX5738" y="csY5738"/>
              </a:cxn>
              <a:cxn ang="0">
                <a:pos x="csX5739" y="csY5739"/>
              </a:cxn>
              <a:cxn ang="0">
                <a:pos x="csX5740" y="csY5740"/>
              </a:cxn>
              <a:cxn ang="0">
                <a:pos x="csX5741" y="csY5741"/>
              </a:cxn>
              <a:cxn ang="0">
                <a:pos x="csX5742" y="csY5742"/>
              </a:cxn>
              <a:cxn ang="0">
                <a:pos x="csX5743" y="csY5743"/>
              </a:cxn>
              <a:cxn ang="0">
                <a:pos x="csX5744" y="csY5744"/>
              </a:cxn>
              <a:cxn ang="0">
                <a:pos x="csX5745" y="csY5745"/>
              </a:cxn>
              <a:cxn ang="0">
                <a:pos x="csX5746" y="csY5746"/>
              </a:cxn>
              <a:cxn ang="0">
                <a:pos x="csX5747" y="csY5747"/>
              </a:cxn>
              <a:cxn ang="0">
                <a:pos x="csX5748" y="csY5748"/>
              </a:cxn>
              <a:cxn ang="0">
                <a:pos x="csX5749" y="csY5749"/>
              </a:cxn>
              <a:cxn ang="0">
                <a:pos x="csX5750" y="csY5750"/>
              </a:cxn>
              <a:cxn ang="0">
                <a:pos x="csX5751" y="csY5751"/>
              </a:cxn>
              <a:cxn ang="0">
                <a:pos x="csX5752" y="csY5752"/>
              </a:cxn>
              <a:cxn ang="0">
                <a:pos x="csX5753" y="csY5753"/>
              </a:cxn>
              <a:cxn ang="0">
                <a:pos x="csX5754" y="csY5754"/>
              </a:cxn>
              <a:cxn ang="0">
                <a:pos x="csX5755" y="csY5755"/>
              </a:cxn>
              <a:cxn ang="0">
                <a:pos x="csX5756" y="csY5756"/>
              </a:cxn>
              <a:cxn ang="0">
                <a:pos x="csX5757" y="csY5757"/>
              </a:cxn>
              <a:cxn ang="0">
                <a:pos x="csX5758" y="csY5758"/>
              </a:cxn>
              <a:cxn ang="0">
                <a:pos x="csX5759" y="csY5759"/>
              </a:cxn>
              <a:cxn ang="0">
                <a:pos x="csX5760" y="csY5760"/>
              </a:cxn>
              <a:cxn ang="0">
                <a:pos x="csX5761" y="csY5761"/>
              </a:cxn>
              <a:cxn ang="0">
                <a:pos x="csX5762" y="csY5762"/>
              </a:cxn>
              <a:cxn ang="0">
                <a:pos x="csX5763" y="csY5763"/>
              </a:cxn>
              <a:cxn ang="0">
                <a:pos x="csX5764" y="csY5764"/>
              </a:cxn>
              <a:cxn ang="0">
                <a:pos x="csX5765" y="csY5765"/>
              </a:cxn>
              <a:cxn ang="0">
                <a:pos x="csX5766" y="csY5766"/>
              </a:cxn>
              <a:cxn ang="0">
                <a:pos x="csX5767" y="csY5767"/>
              </a:cxn>
              <a:cxn ang="0">
                <a:pos x="csX5768" y="csY5768"/>
              </a:cxn>
              <a:cxn ang="0">
                <a:pos x="csX5769" y="csY5769"/>
              </a:cxn>
              <a:cxn ang="0">
                <a:pos x="csX5770" y="csY5770"/>
              </a:cxn>
              <a:cxn ang="0">
                <a:pos x="csX5771" y="csY5771"/>
              </a:cxn>
              <a:cxn ang="0">
                <a:pos x="csX5772" y="csY5772"/>
              </a:cxn>
              <a:cxn ang="0">
                <a:pos x="csX5773" y="csY5773"/>
              </a:cxn>
              <a:cxn ang="0">
                <a:pos x="csX5774" y="csY5774"/>
              </a:cxn>
              <a:cxn ang="0">
                <a:pos x="csX5775" y="csY5775"/>
              </a:cxn>
              <a:cxn ang="0">
                <a:pos x="csX5776" y="csY5776"/>
              </a:cxn>
              <a:cxn ang="0">
                <a:pos x="csX5777" y="csY5777"/>
              </a:cxn>
              <a:cxn ang="0">
                <a:pos x="csX5778" y="csY5778"/>
              </a:cxn>
              <a:cxn ang="0">
                <a:pos x="csX5779" y="csY5779"/>
              </a:cxn>
              <a:cxn ang="0">
                <a:pos x="csX5780" y="csY5780"/>
              </a:cxn>
              <a:cxn ang="0">
                <a:pos x="csX5781" y="csY5781"/>
              </a:cxn>
              <a:cxn ang="0">
                <a:pos x="csX5782" y="csY5782"/>
              </a:cxn>
              <a:cxn ang="0">
                <a:pos x="csX5783" y="csY5783"/>
              </a:cxn>
              <a:cxn ang="0">
                <a:pos x="csX5784" y="csY5784"/>
              </a:cxn>
              <a:cxn ang="0">
                <a:pos x="csX5785" y="csY5785"/>
              </a:cxn>
              <a:cxn ang="0">
                <a:pos x="csX5786" y="csY5786"/>
              </a:cxn>
              <a:cxn ang="0">
                <a:pos x="csX5787" y="csY5787"/>
              </a:cxn>
              <a:cxn ang="0">
                <a:pos x="csX5788" y="csY5788"/>
              </a:cxn>
              <a:cxn ang="0">
                <a:pos x="csX5789" y="csY5789"/>
              </a:cxn>
              <a:cxn ang="0">
                <a:pos x="csX5790" y="csY5790"/>
              </a:cxn>
              <a:cxn ang="0">
                <a:pos x="csX5791" y="csY5791"/>
              </a:cxn>
              <a:cxn ang="0">
                <a:pos x="csX5792" y="csY5792"/>
              </a:cxn>
              <a:cxn ang="0">
                <a:pos x="csX5793" y="csY5793"/>
              </a:cxn>
              <a:cxn ang="0">
                <a:pos x="csX5794" y="csY5794"/>
              </a:cxn>
              <a:cxn ang="0">
                <a:pos x="csX5795" y="csY5795"/>
              </a:cxn>
              <a:cxn ang="0">
                <a:pos x="csX5796" y="csY5796"/>
              </a:cxn>
              <a:cxn ang="0">
                <a:pos x="csX5797" y="csY5797"/>
              </a:cxn>
              <a:cxn ang="0">
                <a:pos x="csX5798" y="csY5798"/>
              </a:cxn>
              <a:cxn ang="0">
                <a:pos x="csX5799" y="csY5799"/>
              </a:cxn>
              <a:cxn ang="0">
                <a:pos x="csX5800" y="csY5800"/>
              </a:cxn>
              <a:cxn ang="0">
                <a:pos x="csX5801" y="csY5801"/>
              </a:cxn>
              <a:cxn ang="0">
                <a:pos x="csX5802" y="csY5802"/>
              </a:cxn>
              <a:cxn ang="0">
                <a:pos x="csX5803" y="csY5803"/>
              </a:cxn>
              <a:cxn ang="0">
                <a:pos x="csX5804" y="csY5804"/>
              </a:cxn>
              <a:cxn ang="0">
                <a:pos x="csX5805" y="csY5805"/>
              </a:cxn>
              <a:cxn ang="0">
                <a:pos x="csX5806" y="csY5806"/>
              </a:cxn>
              <a:cxn ang="0">
                <a:pos x="csX5807" y="csY5807"/>
              </a:cxn>
              <a:cxn ang="0">
                <a:pos x="csX5808" y="csY5808"/>
              </a:cxn>
              <a:cxn ang="0">
                <a:pos x="csX5809" y="csY5809"/>
              </a:cxn>
              <a:cxn ang="0">
                <a:pos x="csX5810" y="csY5810"/>
              </a:cxn>
              <a:cxn ang="0">
                <a:pos x="csX5811" y="csY5811"/>
              </a:cxn>
              <a:cxn ang="0">
                <a:pos x="csX5812" y="csY5812"/>
              </a:cxn>
              <a:cxn ang="0">
                <a:pos x="csX5813" y="csY5813"/>
              </a:cxn>
              <a:cxn ang="0">
                <a:pos x="csX5814" y="csY5814"/>
              </a:cxn>
              <a:cxn ang="0">
                <a:pos x="csX5815" y="csY5815"/>
              </a:cxn>
              <a:cxn ang="0">
                <a:pos x="csX5816" y="csY5816"/>
              </a:cxn>
              <a:cxn ang="0">
                <a:pos x="csX5817" y="csY5817"/>
              </a:cxn>
              <a:cxn ang="0">
                <a:pos x="csX5818" y="csY5818"/>
              </a:cxn>
              <a:cxn ang="0">
                <a:pos x="csX5819" y="csY5819"/>
              </a:cxn>
              <a:cxn ang="0">
                <a:pos x="csX5820" y="csY5820"/>
              </a:cxn>
              <a:cxn ang="0">
                <a:pos x="csX5821" y="csY5821"/>
              </a:cxn>
              <a:cxn ang="0">
                <a:pos x="csX5822" y="csY5822"/>
              </a:cxn>
              <a:cxn ang="0">
                <a:pos x="csX5823" y="csY5823"/>
              </a:cxn>
              <a:cxn ang="0">
                <a:pos x="csX5824" y="csY5824"/>
              </a:cxn>
              <a:cxn ang="0">
                <a:pos x="csX5825" y="csY5825"/>
              </a:cxn>
              <a:cxn ang="0">
                <a:pos x="csX5826" y="csY5826"/>
              </a:cxn>
              <a:cxn ang="0">
                <a:pos x="csX5827" y="csY5827"/>
              </a:cxn>
              <a:cxn ang="0">
                <a:pos x="csX5828" y="csY5828"/>
              </a:cxn>
              <a:cxn ang="0">
                <a:pos x="csX5829" y="csY5829"/>
              </a:cxn>
              <a:cxn ang="0">
                <a:pos x="csX5830" y="csY5830"/>
              </a:cxn>
              <a:cxn ang="0">
                <a:pos x="csX5831" y="csY5831"/>
              </a:cxn>
              <a:cxn ang="0">
                <a:pos x="csX5832" y="csY5832"/>
              </a:cxn>
              <a:cxn ang="0">
                <a:pos x="csX5833" y="csY5833"/>
              </a:cxn>
              <a:cxn ang="0">
                <a:pos x="csX5834" y="csY5834"/>
              </a:cxn>
              <a:cxn ang="0">
                <a:pos x="csX5835" y="csY5835"/>
              </a:cxn>
              <a:cxn ang="0">
                <a:pos x="csX5836" y="csY5836"/>
              </a:cxn>
              <a:cxn ang="0">
                <a:pos x="csX5837" y="csY5837"/>
              </a:cxn>
              <a:cxn ang="0">
                <a:pos x="csX5838" y="csY5838"/>
              </a:cxn>
              <a:cxn ang="0">
                <a:pos x="csX5839" y="csY5839"/>
              </a:cxn>
              <a:cxn ang="0">
                <a:pos x="csX5840" y="csY5840"/>
              </a:cxn>
              <a:cxn ang="0">
                <a:pos x="csX5841" y="csY5841"/>
              </a:cxn>
              <a:cxn ang="0">
                <a:pos x="csX5842" y="csY5842"/>
              </a:cxn>
              <a:cxn ang="0">
                <a:pos x="csX5843" y="csY5843"/>
              </a:cxn>
              <a:cxn ang="0">
                <a:pos x="csX5844" y="csY5844"/>
              </a:cxn>
              <a:cxn ang="0">
                <a:pos x="csX5845" y="csY5845"/>
              </a:cxn>
              <a:cxn ang="0">
                <a:pos x="csX5846" y="csY5846"/>
              </a:cxn>
              <a:cxn ang="0">
                <a:pos x="csX5847" y="csY5847"/>
              </a:cxn>
              <a:cxn ang="0">
                <a:pos x="csX5848" y="csY5848"/>
              </a:cxn>
              <a:cxn ang="0">
                <a:pos x="csX5849" y="csY5849"/>
              </a:cxn>
              <a:cxn ang="0">
                <a:pos x="csX5850" y="csY5850"/>
              </a:cxn>
              <a:cxn ang="0">
                <a:pos x="csX5851" y="csY5851"/>
              </a:cxn>
              <a:cxn ang="0">
                <a:pos x="csX5852" y="csY5852"/>
              </a:cxn>
              <a:cxn ang="0">
                <a:pos x="csX5853" y="csY5853"/>
              </a:cxn>
              <a:cxn ang="0">
                <a:pos x="csX5854" y="csY5854"/>
              </a:cxn>
              <a:cxn ang="0">
                <a:pos x="csX5855" y="csY5855"/>
              </a:cxn>
              <a:cxn ang="0">
                <a:pos x="csX5856" y="csY5856"/>
              </a:cxn>
              <a:cxn ang="0">
                <a:pos x="csX5857" y="csY5857"/>
              </a:cxn>
              <a:cxn ang="0">
                <a:pos x="csX5858" y="csY5858"/>
              </a:cxn>
              <a:cxn ang="0">
                <a:pos x="csX5859" y="csY5859"/>
              </a:cxn>
              <a:cxn ang="0">
                <a:pos x="csX5860" y="csY5860"/>
              </a:cxn>
              <a:cxn ang="0">
                <a:pos x="csX5861" y="csY5861"/>
              </a:cxn>
              <a:cxn ang="0">
                <a:pos x="csX5862" y="csY5862"/>
              </a:cxn>
              <a:cxn ang="0">
                <a:pos x="csX5863" y="csY5863"/>
              </a:cxn>
              <a:cxn ang="0">
                <a:pos x="csX5864" y="csY5864"/>
              </a:cxn>
              <a:cxn ang="0">
                <a:pos x="csX5865" y="csY5865"/>
              </a:cxn>
              <a:cxn ang="0">
                <a:pos x="csX5866" y="csY5866"/>
              </a:cxn>
              <a:cxn ang="0">
                <a:pos x="csX5867" y="csY5867"/>
              </a:cxn>
              <a:cxn ang="0">
                <a:pos x="csX5868" y="csY5868"/>
              </a:cxn>
              <a:cxn ang="0">
                <a:pos x="csX5869" y="csY5869"/>
              </a:cxn>
              <a:cxn ang="0">
                <a:pos x="csX5870" y="csY5870"/>
              </a:cxn>
              <a:cxn ang="0">
                <a:pos x="csX5871" y="csY5871"/>
              </a:cxn>
              <a:cxn ang="0">
                <a:pos x="csX5872" y="csY5872"/>
              </a:cxn>
              <a:cxn ang="0">
                <a:pos x="csX5873" y="csY5873"/>
              </a:cxn>
              <a:cxn ang="0">
                <a:pos x="csX5874" y="csY5874"/>
              </a:cxn>
              <a:cxn ang="0">
                <a:pos x="csX5875" y="csY5875"/>
              </a:cxn>
              <a:cxn ang="0">
                <a:pos x="csX5876" y="csY5876"/>
              </a:cxn>
              <a:cxn ang="0">
                <a:pos x="csX5877" y="csY5877"/>
              </a:cxn>
              <a:cxn ang="0">
                <a:pos x="csX5878" y="csY5878"/>
              </a:cxn>
              <a:cxn ang="0">
                <a:pos x="csX5879" y="csY5879"/>
              </a:cxn>
              <a:cxn ang="0">
                <a:pos x="csX5880" y="csY5880"/>
              </a:cxn>
              <a:cxn ang="0">
                <a:pos x="csX5881" y="csY5881"/>
              </a:cxn>
              <a:cxn ang="0">
                <a:pos x="csX5882" y="csY5882"/>
              </a:cxn>
              <a:cxn ang="0">
                <a:pos x="csX5883" y="csY5883"/>
              </a:cxn>
              <a:cxn ang="0">
                <a:pos x="csX5884" y="csY5884"/>
              </a:cxn>
              <a:cxn ang="0">
                <a:pos x="csX5885" y="csY5885"/>
              </a:cxn>
              <a:cxn ang="0">
                <a:pos x="csX5886" y="csY5886"/>
              </a:cxn>
              <a:cxn ang="0">
                <a:pos x="csX5887" y="csY5887"/>
              </a:cxn>
              <a:cxn ang="0">
                <a:pos x="csX5888" y="csY5888"/>
              </a:cxn>
              <a:cxn ang="0">
                <a:pos x="csX5889" y="csY5889"/>
              </a:cxn>
              <a:cxn ang="0">
                <a:pos x="csX5890" y="csY5890"/>
              </a:cxn>
              <a:cxn ang="0">
                <a:pos x="csX5891" y="csY5891"/>
              </a:cxn>
              <a:cxn ang="0">
                <a:pos x="csX5892" y="csY5892"/>
              </a:cxn>
              <a:cxn ang="0">
                <a:pos x="csX5893" y="csY5893"/>
              </a:cxn>
              <a:cxn ang="0">
                <a:pos x="csX5894" y="csY5894"/>
              </a:cxn>
              <a:cxn ang="0">
                <a:pos x="csX5895" y="csY5895"/>
              </a:cxn>
              <a:cxn ang="0">
                <a:pos x="csX5896" y="csY5896"/>
              </a:cxn>
              <a:cxn ang="0">
                <a:pos x="csX5897" y="csY5897"/>
              </a:cxn>
              <a:cxn ang="0">
                <a:pos x="csX5898" y="csY5898"/>
              </a:cxn>
              <a:cxn ang="0">
                <a:pos x="csX5899" y="csY5899"/>
              </a:cxn>
              <a:cxn ang="0">
                <a:pos x="csX5900" y="csY5900"/>
              </a:cxn>
              <a:cxn ang="0">
                <a:pos x="csX5901" y="csY5901"/>
              </a:cxn>
              <a:cxn ang="0">
                <a:pos x="csX5902" y="csY5902"/>
              </a:cxn>
              <a:cxn ang="0">
                <a:pos x="csX5903" y="csY5903"/>
              </a:cxn>
              <a:cxn ang="0">
                <a:pos x="csX5904" y="csY5904"/>
              </a:cxn>
              <a:cxn ang="0">
                <a:pos x="csX5905" y="csY5905"/>
              </a:cxn>
              <a:cxn ang="0">
                <a:pos x="csX5906" y="csY5906"/>
              </a:cxn>
              <a:cxn ang="0">
                <a:pos x="csX5907" y="csY5907"/>
              </a:cxn>
              <a:cxn ang="0">
                <a:pos x="csX5908" y="csY5908"/>
              </a:cxn>
              <a:cxn ang="0">
                <a:pos x="csX5909" y="csY5909"/>
              </a:cxn>
              <a:cxn ang="0">
                <a:pos x="csX5910" y="csY5910"/>
              </a:cxn>
              <a:cxn ang="0">
                <a:pos x="csX5911" y="csY5911"/>
              </a:cxn>
              <a:cxn ang="0">
                <a:pos x="csX5912" y="csY5912"/>
              </a:cxn>
              <a:cxn ang="0">
                <a:pos x="csX5913" y="csY5913"/>
              </a:cxn>
              <a:cxn ang="0">
                <a:pos x="csX5914" y="csY5914"/>
              </a:cxn>
              <a:cxn ang="0">
                <a:pos x="csX5915" y="csY5915"/>
              </a:cxn>
              <a:cxn ang="0">
                <a:pos x="csX5916" y="csY5916"/>
              </a:cxn>
              <a:cxn ang="0">
                <a:pos x="csX5917" y="csY5917"/>
              </a:cxn>
              <a:cxn ang="0">
                <a:pos x="csX5918" y="csY5918"/>
              </a:cxn>
              <a:cxn ang="0">
                <a:pos x="csX5919" y="csY5919"/>
              </a:cxn>
              <a:cxn ang="0">
                <a:pos x="csX5920" y="csY5920"/>
              </a:cxn>
              <a:cxn ang="0">
                <a:pos x="csX5921" y="csY5921"/>
              </a:cxn>
              <a:cxn ang="0">
                <a:pos x="csX5922" y="csY5922"/>
              </a:cxn>
              <a:cxn ang="0">
                <a:pos x="csX5923" y="csY5923"/>
              </a:cxn>
              <a:cxn ang="0">
                <a:pos x="csX5924" y="csY5924"/>
              </a:cxn>
              <a:cxn ang="0">
                <a:pos x="csX5925" y="csY5925"/>
              </a:cxn>
              <a:cxn ang="0">
                <a:pos x="csX5926" y="csY5926"/>
              </a:cxn>
              <a:cxn ang="0">
                <a:pos x="csX5927" y="csY5927"/>
              </a:cxn>
              <a:cxn ang="0">
                <a:pos x="csX5928" y="csY5928"/>
              </a:cxn>
              <a:cxn ang="0">
                <a:pos x="csX5929" y="csY5929"/>
              </a:cxn>
              <a:cxn ang="0">
                <a:pos x="csX5930" y="csY5930"/>
              </a:cxn>
              <a:cxn ang="0">
                <a:pos x="csX5931" y="csY5931"/>
              </a:cxn>
              <a:cxn ang="0">
                <a:pos x="csX5932" y="csY5932"/>
              </a:cxn>
              <a:cxn ang="0">
                <a:pos x="csX5933" y="csY5933"/>
              </a:cxn>
              <a:cxn ang="0">
                <a:pos x="csX5934" y="csY5934"/>
              </a:cxn>
              <a:cxn ang="0">
                <a:pos x="csX5935" y="csY5935"/>
              </a:cxn>
              <a:cxn ang="0">
                <a:pos x="csX5936" y="csY5936"/>
              </a:cxn>
              <a:cxn ang="0">
                <a:pos x="csX5937" y="csY5937"/>
              </a:cxn>
              <a:cxn ang="0">
                <a:pos x="csX5938" y="csY5938"/>
              </a:cxn>
              <a:cxn ang="0">
                <a:pos x="csX5939" y="csY5939"/>
              </a:cxn>
              <a:cxn ang="0">
                <a:pos x="csX5940" y="csY5940"/>
              </a:cxn>
              <a:cxn ang="0">
                <a:pos x="csX5941" y="csY5941"/>
              </a:cxn>
              <a:cxn ang="0">
                <a:pos x="csX5942" y="csY5942"/>
              </a:cxn>
              <a:cxn ang="0">
                <a:pos x="csX5943" y="csY5943"/>
              </a:cxn>
              <a:cxn ang="0">
                <a:pos x="csX5944" y="csY5944"/>
              </a:cxn>
              <a:cxn ang="0">
                <a:pos x="csX5945" y="csY5945"/>
              </a:cxn>
              <a:cxn ang="0">
                <a:pos x="csX5946" y="csY5946"/>
              </a:cxn>
              <a:cxn ang="0">
                <a:pos x="csX5947" y="csY5947"/>
              </a:cxn>
              <a:cxn ang="0">
                <a:pos x="csX5948" y="csY5948"/>
              </a:cxn>
              <a:cxn ang="0">
                <a:pos x="csX5949" y="csY5949"/>
              </a:cxn>
              <a:cxn ang="0">
                <a:pos x="csX5950" y="csY5950"/>
              </a:cxn>
              <a:cxn ang="0">
                <a:pos x="csX5951" y="csY5951"/>
              </a:cxn>
              <a:cxn ang="0">
                <a:pos x="csX5952" y="csY5952"/>
              </a:cxn>
              <a:cxn ang="0">
                <a:pos x="csX5953" y="csY5953"/>
              </a:cxn>
              <a:cxn ang="0">
                <a:pos x="csX5954" y="csY5954"/>
              </a:cxn>
              <a:cxn ang="0">
                <a:pos x="csX5955" y="csY5955"/>
              </a:cxn>
              <a:cxn ang="0">
                <a:pos x="csX5956" y="csY5956"/>
              </a:cxn>
              <a:cxn ang="0">
                <a:pos x="csX5957" y="csY5957"/>
              </a:cxn>
              <a:cxn ang="0">
                <a:pos x="csX5958" y="csY5958"/>
              </a:cxn>
              <a:cxn ang="0">
                <a:pos x="csX5959" y="csY5959"/>
              </a:cxn>
              <a:cxn ang="0">
                <a:pos x="csX5960" y="csY5960"/>
              </a:cxn>
              <a:cxn ang="0">
                <a:pos x="csX5961" y="csY5961"/>
              </a:cxn>
              <a:cxn ang="0">
                <a:pos x="csX5962" y="csY5962"/>
              </a:cxn>
              <a:cxn ang="0">
                <a:pos x="csX5963" y="csY5963"/>
              </a:cxn>
              <a:cxn ang="0">
                <a:pos x="csX5964" y="csY5964"/>
              </a:cxn>
              <a:cxn ang="0">
                <a:pos x="csX5965" y="csY5965"/>
              </a:cxn>
              <a:cxn ang="0">
                <a:pos x="csX5966" y="csY5966"/>
              </a:cxn>
              <a:cxn ang="0">
                <a:pos x="csX5967" y="csY5967"/>
              </a:cxn>
              <a:cxn ang="0">
                <a:pos x="csX5968" y="csY5968"/>
              </a:cxn>
              <a:cxn ang="0">
                <a:pos x="csX5969" y="csY5969"/>
              </a:cxn>
              <a:cxn ang="0">
                <a:pos x="csX5970" y="csY5970"/>
              </a:cxn>
              <a:cxn ang="0">
                <a:pos x="csX5971" y="csY5971"/>
              </a:cxn>
              <a:cxn ang="0">
                <a:pos x="csX5972" y="csY5972"/>
              </a:cxn>
              <a:cxn ang="0">
                <a:pos x="csX5973" y="csY5973"/>
              </a:cxn>
              <a:cxn ang="0">
                <a:pos x="csX5974" y="csY5974"/>
              </a:cxn>
              <a:cxn ang="0">
                <a:pos x="csX5975" y="csY5975"/>
              </a:cxn>
              <a:cxn ang="0">
                <a:pos x="csX5976" y="csY5976"/>
              </a:cxn>
              <a:cxn ang="0">
                <a:pos x="csX5977" y="csY5977"/>
              </a:cxn>
              <a:cxn ang="0">
                <a:pos x="csX5978" y="csY5978"/>
              </a:cxn>
              <a:cxn ang="0">
                <a:pos x="csX5979" y="csY5979"/>
              </a:cxn>
              <a:cxn ang="0">
                <a:pos x="csX5980" y="csY5980"/>
              </a:cxn>
              <a:cxn ang="0">
                <a:pos x="csX5981" y="csY5981"/>
              </a:cxn>
              <a:cxn ang="0">
                <a:pos x="csX5982" y="csY5982"/>
              </a:cxn>
              <a:cxn ang="0">
                <a:pos x="csX5983" y="csY5983"/>
              </a:cxn>
              <a:cxn ang="0">
                <a:pos x="csX5984" y="csY5984"/>
              </a:cxn>
              <a:cxn ang="0">
                <a:pos x="csX5985" y="csY5985"/>
              </a:cxn>
              <a:cxn ang="0">
                <a:pos x="csX5986" y="csY5986"/>
              </a:cxn>
              <a:cxn ang="0">
                <a:pos x="csX5987" y="csY5987"/>
              </a:cxn>
              <a:cxn ang="0">
                <a:pos x="csX5988" y="csY5988"/>
              </a:cxn>
              <a:cxn ang="0">
                <a:pos x="csX5989" y="csY5989"/>
              </a:cxn>
              <a:cxn ang="0">
                <a:pos x="csX5990" y="csY5990"/>
              </a:cxn>
              <a:cxn ang="0">
                <a:pos x="csX5991" y="csY5991"/>
              </a:cxn>
              <a:cxn ang="0">
                <a:pos x="csX5992" y="csY5992"/>
              </a:cxn>
              <a:cxn ang="0">
                <a:pos x="csX5993" y="csY5993"/>
              </a:cxn>
              <a:cxn ang="0">
                <a:pos x="csX5994" y="csY5994"/>
              </a:cxn>
              <a:cxn ang="0">
                <a:pos x="csX5995" y="csY5995"/>
              </a:cxn>
              <a:cxn ang="0">
                <a:pos x="csX5996" y="csY5996"/>
              </a:cxn>
              <a:cxn ang="0">
                <a:pos x="csX5997" y="csY5997"/>
              </a:cxn>
              <a:cxn ang="0">
                <a:pos x="csX5998" y="csY5998"/>
              </a:cxn>
              <a:cxn ang="0">
                <a:pos x="csX5999" y="csY5999"/>
              </a:cxn>
              <a:cxn ang="0">
                <a:pos x="csX6000" y="csY6000"/>
              </a:cxn>
              <a:cxn ang="0">
                <a:pos x="csX6001" y="csY6001"/>
              </a:cxn>
              <a:cxn ang="0">
                <a:pos x="csX6002" y="csY6002"/>
              </a:cxn>
              <a:cxn ang="0">
                <a:pos x="csX6003" y="csY6003"/>
              </a:cxn>
              <a:cxn ang="0">
                <a:pos x="csX6004" y="csY6004"/>
              </a:cxn>
              <a:cxn ang="0">
                <a:pos x="csX6005" y="csY6005"/>
              </a:cxn>
              <a:cxn ang="0">
                <a:pos x="csX6006" y="csY6006"/>
              </a:cxn>
              <a:cxn ang="0">
                <a:pos x="csX6007" y="csY6007"/>
              </a:cxn>
              <a:cxn ang="0">
                <a:pos x="csX6008" y="csY6008"/>
              </a:cxn>
              <a:cxn ang="0">
                <a:pos x="csX6009" y="csY6009"/>
              </a:cxn>
              <a:cxn ang="0">
                <a:pos x="csX6010" y="csY6010"/>
              </a:cxn>
              <a:cxn ang="0">
                <a:pos x="csX6011" y="csY6011"/>
              </a:cxn>
              <a:cxn ang="0">
                <a:pos x="csX6012" y="csY6012"/>
              </a:cxn>
              <a:cxn ang="0">
                <a:pos x="csX6013" y="csY6013"/>
              </a:cxn>
              <a:cxn ang="0">
                <a:pos x="csX6014" y="csY6014"/>
              </a:cxn>
              <a:cxn ang="0">
                <a:pos x="csX6015" y="csY6015"/>
              </a:cxn>
              <a:cxn ang="0">
                <a:pos x="csX6016" y="csY6016"/>
              </a:cxn>
              <a:cxn ang="0">
                <a:pos x="csX6017" y="csY6017"/>
              </a:cxn>
              <a:cxn ang="0">
                <a:pos x="csX6018" y="csY6018"/>
              </a:cxn>
              <a:cxn ang="0">
                <a:pos x="csX6019" y="csY6019"/>
              </a:cxn>
              <a:cxn ang="0">
                <a:pos x="csX6020" y="csY6020"/>
              </a:cxn>
              <a:cxn ang="0">
                <a:pos x="csX6021" y="csY6021"/>
              </a:cxn>
              <a:cxn ang="0">
                <a:pos x="csX6022" y="csY6022"/>
              </a:cxn>
              <a:cxn ang="0">
                <a:pos x="csX6023" y="csY6023"/>
              </a:cxn>
              <a:cxn ang="0">
                <a:pos x="csX6024" y="csY6024"/>
              </a:cxn>
              <a:cxn ang="0">
                <a:pos x="csX6025" y="csY6025"/>
              </a:cxn>
              <a:cxn ang="0">
                <a:pos x="csX6026" y="csY6026"/>
              </a:cxn>
              <a:cxn ang="0">
                <a:pos x="csX6027" y="csY6027"/>
              </a:cxn>
              <a:cxn ang="0">
                <a:pos x="csX6028" y="csY6028"/>
              </a:cxn>
              <a:cxn ang="0">
                <a:pos x="csX6029" y="csY6029"/>
              </a:cxn>
              <a:cxn ang="0">
                <a:pos x="csX6030" y="csY6030"/>
              </a:cxn>
              <a:cxn ang="0">
                <a:pos x="csX6031" y="csY6031"/>
              </a:cxn>
              <a:cxn ang="0">
                <a:pos x="csX6032" y="csY6032"/>
              </a:cxn>
              <a:cxn ang="0">
                <a:pos x="csX6033" y="csY6033"/>
              </a:cxn>
              <a:cxn ang="0">
                <a:pos x="csX6034" y="csY6034"/>
              </a:cxn>
              <a:cxn ang="0">
                <a:pos x="csX6035" y="csY6035"/>
              </a:cxn>
              <a:cxn ang="0">
                <a:pos x="csX6036" y="csY6036"/>
              </a:cxn>
              <a:cxn ang="0">
                <a:pos x="csX6037" y="csY6037"/>
              </a:cxn>
              <a:cxn ang="0">
                <a:pos x="csX6038" y="csY6038"/>
              </a:cxn>
              <a:cxn ang="0">
                <a:pos x="csX6039" y="csY6039"/>
              </a:cxn>
              <a:cxn ang="0">
                <a:pos x="csX6040" y="csY6040"/>
              </a:cxn>
              <a:cxn ang="0">
                <a:pos x="csX6041" y="csY6041"/>
              </a:cxn>
              <a:cxn ang="0">
                <a:pos x="csX6042" y="csY6042"/>
              </a:cxn>
              <a:cxn ang="0">
                <a:pos x="csX6043" y="csY6043"/>
              </a:cxn>
              <a:cxn ang="0">
                <a:pos x="csX6044" y="csY6044"/>
              </a:cxn>
              <a:cxn ang="0">
                <a:pos x="csX6045" y="csY6045"/>
              </a:cxn>
              <a:cxn ang="0">
                <a:pos x="csX6046" y="csY6046"/>
              </a:cxn>
              <a:cxn ang="0">
                <a:pos x="csX6047" y="csY6047"/>
              </a:cxn>
              <a:cxn ang="0">
                <a:pos x="csX6048" y="csY6048"/>
              </a:cxn>
              <a:cxn ang="0">
                <a:pos x="csX6049" y="csY6049"/>
              </a:cxn>
              <a:cxn ang="0">
                <a:pos x="csX6050" y="csY6050"/>
              </a:cxn>
              <a:cxn ang="0">
                <a:pos x="csX6051" y="csY6051"/>
              </a:cxn>
              <a:cxn ang="0">
                <a:pos x="csX6052" y="csY6052"/>
              </a:cxn>
              <a:cxn ang="0">
                <a:pos x="csX6053" y="csY6053"/>
              </a:cxn>
              <a:cxn ang="0">
                <a:pos x="csX6054" y="csY6054"/>
              </a:cxn>
              <a:cxn ang="0">
                <a:pos x="csX6055" y="csY6055"/>
              </a:cxn>
              <a:cxn ang="0">
                <a:pos x="csX6056" y="csY6056"/>
              </a:cxn>
              <a:cxn ang="0">
                <a:pos x="csX6057" y="csY6057"/>
              </a:cxn>
              <a:cxn ang="0">
                <a:pos x="csX6058" y="csY6058"/>
              </a:cxn>
              <a:cxn ang="0">
                <a:pos x="csX6059" y="csY6059"/>
              </a:cxn>
              <a:cxn ang="0">
                <a:pos x="csX6060" y="csY6060"/>
              </a:cxn>
              <a:cxn ang="0">
                <a:pos x="csX6061" y="csY6061"/>
              </a:cxn>
              <a:cxn ang="0">
                <a:pos x="csX6062" y="csY6062"/>
              </a:cxn>
              <a:cxn ang="0">
                <a:pos x="csX6063" y="csY6063"/>
              </a:cxn>
              <a:cxn ang="0">
                <a:pos x="csX6064" y="csY6064"/>
              </a:cxn>
              <a:cxn ang="0">
                <a:pos x="csX6065" y="csY6065"/>
              </a:cxn>
              <a:cxn ang="0">
                <a:pos x="csX6066" y="csY6066"/>
              </a:cxn>
              <a:cxn ang="0">
                <a:pos x="csX6067" y="csY6067"/>
              </a:cxn>
              <a:cxn ang="0">
                <a:pos x="csX6068" y="csY6068"/>
              </a:cxn>
              <a:cxn ang="0">
                <a:pos x="csX6069" y="csY6069"/>
              </a:cxn>
              <a:cxn ang="0">
                <a:pos x="csX6070" y="csY6070"/>
              </a:cxn>
              <a:cxn ang="0">
                <a:pos x="csX6071" y="csY6071"/>
              </a:cxn>
              <a:cxn ang="0">
                <a:pos x="csX6072" y="csY6072"/>
              </a:cxn>
              <a:cxn ang="0">
                <a:pos x="csX6073" y="csY6073"/>
              </a:cxn>
              <a:cxn ang="0">
                <a:pos x="csX6074" y="csY6074"/>
              </a:cxn>
              <a:cxn ang="0">
                <a:pos x="csX6075" y="csY6075"/>
              </a:cxn>
              <a:cxn ang="0">
                <a:pos x="csX6076" y="csY6076"/>
              </a:cxn>
              <a:cxn ang="0">
                <a:pos x="csX6077" y="csY6077"/>
              </a:cxn>
              <a:cxn ang="0">
                <a:pos x="csX6078" y="csY6078"/>
              </a:cxn>
              <a:cxn ang="0">
                <a:pos x="csX6079" y="csY6079"/>
              </a:cxn>
              <a:cxn ang="0">
                <a:pos x="csX6080" y="csY6080"/>
              </a:cxn>
              <a:cxn ang="0">
                <a:pos x="csX6081" y="csY6081"/>
              </a:cxn>
              <a:cxn ang="0">
                <a:pos x="csX6082" y="csY6082"/>
              </a:cxn>
              <a:cxn ang="0">
                <a:pos x="csX6083" y="csY6083"/>
              </a:cxn>
              <a:cxn ang="0">
                <a:pos x="csX6084" y="csY6084"/>
              </a:cxn>
              <a:cxn ang="0">
                <a:pos x="csX6085" y="csY6085"/>
              </a:cxn>
              <a:cxn ang="0">
                <a:pos x="csX6086" y="csY6086"/>
              </a:cxn>
              <a:cxn ang="0">
                <a:pos x="csX6087" y="csY6087"/>
              </a:cxn>
              <a:cxn ang="0">
                <a:pos x="csX6088" y="csY6088"/>
              </a:cxn>
              <a:cxn ang="0">
                <a:pos x="csX6089" y="csY6089"/>
              </a:cxn>
              <a:cxn ang="0">
                <a:pos x="csX6090" y="csY6090"/>
              </a:cxn>
              <a:cxn ang="0">
                <a:pos x="csX6091" y="csY6091"/>
              </a:cxn>
              <a:cxn ang="0">
                <a:pos x="csX6092" y="csY6092"/>
              </a:cxn>
              <a:cxn ang="0">
                <a:pos x="csX6093" y="csY6093"/>
              </a:cxn>
              <a:cxn ang="0">
                <a:pos x="csX6094" y="csY6094"/>
              </a:cxn>
              <a:cxn ang="0">
                <a:pos x="csX6095" y="csY6095"/>
              </a:cxn>
              <a:cxn ang="0">
                <a:pos x="csX6096" y="csY6096"/>
              </a:cxn>
              <a:cxn ang="0">
                <a:pos x="csX6097" y="csY6097"/>
              </a:cxn>
              <a:cxn ang="0">
                <a:pos x="csX6098" y="csY6098"/>
              </a:cxn>
              <a:cxn ang="0">
                <a:pos x="csX6099" y="csY6099"/>
              </a:cxn>
              <a:cxn ang="0">
                <a:pos x="csX6100" y="csY6100"/>
              </a:cxn>
              <a:cxn ang="0">
                <a:pos x="csX6101" y="csY6101"/>
              </a:cxn>
              <a:cxn ang="0">
                <a:pos x="csX6102" y="csY6102"/>
              </a:cxn>
              <a:cxn ang="0">
                <a:pos x="csX6103" y="csY6103"/>
              </a:cxn>
              <a:cxn ang="0">
                <a:pos x="csX6104" y="csY6104"/>
              </a:cxn>
              <a:cxn ang="0">
                <a:pos x="csX6105" y="csY6105"/>
              </a:cxn>
              <a:cxn ang="0">
                <a:pos x="csX6106" y="csY6106"/>
              </a:cxn>
              <a:cxn ang="0">
                <a:pos x="csX6107" y="csY6107"/>
              </a:cxn>
              <a:cxn ang="0">
                <a:pos x="csX6108" y="csY6108"/>
              </a:cxn>
              <a:cxn ang="0">
                <a:pos x="csX6109" y="csY6109"/>
              </a:cxn>
              <a:cxn ang="0">
                <a:pos x="csX6110" y="csY6110"/>
              </a:cxn>
              <a:cxn ang="0">
                <a:pos x="csX6111" y="csY6111"/>
              </a:cxn>
              <a:cxn ang="0">
                <a:pos x="csX6112" y="csY6112"/>
              </a:cxn>
              <a:cxn ang="0">
                <a:pos x="csX6113" y="csY6113"/>
              </a:cxn>
              <a:cxn ang="0">
                <a:pos x="csX6114" y="csY6114"/>
              </a:cxn>
              <a:cxn ang="0">
                <a:pos x="csX6115" y="csY6115"/>
              </a:cxn>
              <a:cxn ang="0">
                <a:pos x="csX6116" y="csY6116"/>
              </a:cxn>
              <a:cxn ang="0">
                <a:pos x="csX6117" y="csY6117"/>
              </a:cxn>
              <a:cxn ang="0">
                <a:pos x="csX6118" y="csY6118"/>
              </a:cxn>
              <a:cxn ang="0">
                <a:pos x="csX6119" y="csY6119"/>
              </a:cxn>
              <a:cxn ang="0">
                <a:pos x="csX6120" y="csY6120"/>
              </a:cxn>
              <a:cxn ang="0">
                <a:pos x="csX6121" y="csY6121"/>
              </a:cxn>
              <a:cxn ang="0">
                <a:pos x="csX6122" y="csY6122"/>
              </a:cxn>
              <a:cxn ang="0">
                <a:pos x="csX6123" y="csY6123"/>
              </a:cxn>
              <a:cxn ang="0">
                <a:pos x="csX6124" y="csY6124"/>
              </a:cxn>
              <a:cxn ang="0">
                <a:pos x="csX6125" y="csY6125"/>
              </a:cxn>
              <a:cxn ang="0">
                <a:pos x="csX6126" y="csY6126"/>
              </a:cxn>
              <a:cxn ang="0">
                <a:pos x="csX6127" y="csY6127"/>
              </a:cxn>
              <a:cxn ang="0">
                <a:pos x="csX6128" y="csY6128"/>
              </a:cxn>
              <a:cxn ang="0">
                <a:pos x="csX6129" y="csY6129"/>
              </a:cxn>
              <a:cxn ang="0">
                <a:pos x="csX6130" y="csY6130"/>
              </a:cxn>
              <a:cxn ang="0">
                <a:pos x="csX6131" y="csY6131"/>
              </a:cxn>
              <a:cxn ang="0">
                <a:pos x="csX6132" y="csY6132"/>
              </a:cxn>
              <a:cxn ang="0">
                <a:pos x="csX6133" y="csY6133"/>
              </a:cxn>
              <a:cxn ang="0">
                <a:pos x="csX6134" y="csY6134"/>
              </a:cxn>
              <a:cxn ang="0">
                <a:pos x="csX6135" y="csY6135"/>
              </a:cxn>
              <a:cxn ang="0">
                <a:pos x="csX6136" y="csY6136"/>
              </a:cxn>
              <a:cxn ang="0">
                <a:pos x="csX6137" y="csY6137"/>
              </a:cxn>
              <a:cxn ang="0">
                <a:pos x="csX6138" y="csY6138"/>
              </a:cxn>
              <a:cxn ang="0">
                <a:pos x="csX6139" y="csY6139"/>
              </a:cxn>
              <a:cxn ang="0">
                <a:pos x="csX6140" y="csY6140"/>
              </a:cxn>
              <a:cxn ang="0">
                <a:pos x="csX6141" y="csY6141"/>
              </a:cxn>
              <a:cxn ang="0">
                <a:pos x="csX6142" y="csY6142"/>
              </a:cxn>
              <a:cxn ang="0">
                <a:pos x="csX6143" y="csY6143"/>
              </a:cxn>
              <a:cxn ang="0">
                <a:pos x="csX6144" y="csY6144"/>
              </a:cxn>
              <a:cxn ang="0">
                <a:pos x="csX6145" y="csY6145"/>
              </a:cxn>
              <a:cxn ang="0">
                <a:pos x="csX6146" y="csY6146"/>
              </a:cxn>
              <a:cxn ang="0">
                <a:pos x="csX6147" y="csY6147"/>
              </a:cxn>
              <a:cxn ang="0">
                <a:pos x="csX6148" y="csY6148"/>
              </a:cxn>
              <a:cxn ang="0">
                <a:pos x="csX6149" y="csY6149"/>
              </a:cxn>
              <a:cxn ang="0">
                <a:pos x="csX6150" y="csY6150"/>
              </a:cxn>
              <a:cxn ang="0">
                <a:pos x="csX6151" y="csY6151"/>
              </a:cxn>
              <a:cxn ang="0">
                <a:pos x="csX6152" y="csY6152"/>
              </a:cxn>
              <a:cxn ang="0">
                <a:pos x="csX6153" y="csY6153"/>
              </a:cxn>
              <a:cxn ang="0">
                <a:pos x="csX6154" y="csY6154"/>
              </a:cxn>
              <a:cxn ang="0">
                <a:pos x="csX6155" y="csY6155"/>
              </a:cxn>
              <a:cxn ang="0">
                <a:pos x="csX6156" y="csY6156"/>
              </a:cxn>
              <a:cxn ang="0">
                <a:pos x="csX6157" y="csY6157"/>
              </a:cxn>
              <a:cxn ang="0">
                <a:pos x="csX6158" y="csY6158"/>
              </a:cxn>
              <a:cxn ang="0">
                <a:pos x="csX6159" y="csY6159"/>
              </a:cxn>
              <a:cxn ang="0">
                <a:pos x="csX6160" y="csY6160"/>
              </a:cxn>
              <a:cxn ang="0">
                <a:pos x="csX6161" y="csY6161"/>
              </a:cxn>
              <a:cxn ang="0">
                <a:pos x="csX6162" y="csY6162"/>
              </a:cxn>
              <a:cxn ang="0">
                <a:pos x="csX6163" y="csY6163"/>
              </a:cxn>
              <a:cxn ang="0">
                <a:pos x="csX6164" y="csY6164"/>
              </a:cxn>
              <a:cxn ang="0">
                <a:pos x="csX6165" y="csY6165"/>
              </a:cxn>
              <a:cxn ang="0">
                <a:pos x="csX6166" y="csY6166"/>
              </a:cxn>
              <a:cxn ang="0">
                <a:pos x="csX6167" y="csY6167"/>
              </a:cxn>
              <a:cxn ang="0">
                <a:pos x="csX6168" y="csY6168"/>
              </a:cxn>
              <a:cxn ang="0">
                <a:pos x="csX6169" y="csY6169"/>
              </a:cxn>
              <a:cxn ang="0">
                <a:pos x="csX6170" y="csY6170"/>
              </a:cxn>
              <a:cxn ang="0">
                <a:pos x="csX6171" y="csY6171"/>
              </a:cxn>
              <a:cxn ang="0">
                <a:pos x="csX6172" y="csY6172"/>
              </a:cxn>
              <a:cxn ang="0">
                <a:pos x="csX6173" y="csY6173"/>
              </a:cxn>
              <a:cxn ang="0">
                <a:pos x="csX6174" y="csY6174"/>
              </a:cxn>
              <a:cxn ang="0">
                <a:pos x="csX6175" y="csY6175"/>
              </a:cxn>
              <a:cxn ang="0">
                <a:pos x="csX6176" y="csY6176"/>
              </a:cxn>
              <a:cxn ang="0">
                <a:pos x="csX6177" y="csY6177"/>
              </a:cxn>
              <a:cxn ang="0">
                <a:pos x="csX6178" y="csY6178"/>
              </a:cxn>
              <a:cxn ang="0">
                <a:pos x="csX6179" y="csY6179"/>
              </a:cxn>
              <a:cxn ang="0">
                <a:pos x="csX6180" y="csY6180"/>
              </a:cxn>
              <a:cxn ang="0">
                <a:pos x="csX6181" y="csY6181"/>
              </a:cxn>
              <a:cxn ang="0">
                <a:pos x="csX6182" y="csY6182"/>
              </a:cxn>
              <a:cxn ang="0">
                <a:pos x="csX6183" y="csY6183"/>
              </a:cxn>
              <a:cxn ang="0">
                <a:pos x="csX6184" y="csY6184"/>
              </a:cxn>
              <a:cxn ang="0">
                <a:pos x="csX6185" y="csY6185"/>
              </a:cxn>
              <a:cxn ang="0">
                <a:pos x="csX6186" y="csY6186"/>
              </a:cxn>
              <a:cxn ang="0">
                <a:pos x="csX6187" y="csY6187"/>
              </a:cxn>
              <a:cxn ang="0">
                <a:pos x="csX6188" y="csY6188"/>
              </a:cxn>
              <a:cxn ang="0">
                <a:pos x="csX6189" y="csY6189"/>
              </a:cxn>
              <a:cxn ang="0">
                <a:pos x="csX6190" y="csY6190"/>
              </a:cxn>
              <a:cxn ang="0">
                <a:pos x="csX6191" y="csY6191"/>
              </a:cxn>
              <a:cxn ang="0">
                <a:pos x="csX6192" y="csY6192"/>
              </a:cxn>
              <a:cxn ang="0">
                <a:pos x="csX6193" y="csY6193"/>
              </a:cxn>
              <a:cxn ang="0">
                <a:pos x="csX6194" y="csY6194"/>
              </a:cxn>
              <a:cxn ang="0">
                <a:pos x="csX6195" y="csY6195"/>
              </a:cxn>
              <a:cxn ang="0">
                <a:pos x="csX6196" y="csY6196"/>
              </a:cxn>
              <a:cxn ang="0">
                <a:pos x="csX6197" y="csY6197"/>
              </a:cxn>
              <a:cxn ang="0">
                <a:pos x="csX6198" y="csY6198"/>
              </a:cxn>
              <a:cxn ang="0">
                <a:pos x="csX6199" y="csY6199"/>
              </a:cxn>
              <a:cxn ang="0">
                <a:pos x="csX6200" y="csY6200"/>
              </a:cxn>
              <a:cxn ang="0">
                <a:pos x="csX6201" y="csY6201"/>
              </a:cxn>
              <a:cxn ang="0">
                <a:pos x="csX6202" y="csY6202"/>
              </a:cxn>
              <a:cxn ang="0">
                <a:pos x="csX6203" y="csY6203"/>
              </a:cxn>
              <a:cxn ang="0">
                <a:pos x="csX6204" y="csY6204"/>
              </a:cxn>
              <a:cxn ang="0">
                <a:pos x="csX6205" y="csY6205"/>
              </a:cxn>
              <a:cxn ang="0">
                <a:pos x="csX6206" y="csY6206"/>
              </a:cxn>
              <a:cxn ang="0">
                <a:pos x="csX6207" y="csY6207"/>
              </a:cxn>
              <a:cxn ang="0">
                <a:pos x="csX6208" y="csY6208"/>
              </a:cxn>
              <a:cxn ang="0">
                <a:pos x="csX6209" y="csY6209"/>
              </a:cxn>
              <a:cxn ang="0">
                <a:pos x="csX6210" y="csY6210"/>
              </a:cxn>
              <a:cxn ang="0">
                <a:pos x="csX6211" y="csY6211"/>
              </a:cxn>
              <a:cxn ang="0">
                <a:pos x="csX6212" y="csY6212"/>
              </a:cxn>
              <a:cxn ang="0">
                <a:pos x="csX6213" y="csY6213"/>
              </a:cxn>
              <a:cxn ang="0">
                <a:pos x="csX6214" y="csY6214"/>
              </a:cxn>
              <a:cxn ang="0">
                <a:pos x="csX6215" y="csY6215"/>
              </a:cxn>
              <a:cxn ang="0">
                <a:pos x="csX6216" y="csY6216"/>
              </a:cxn>
              <a:cxn ang="0">
                <a:pos x="csX6217" y="csY6217"/>
              </a:cxn>
              <a:cxn ang="0">
                <a:pos x="csX6218" y="csY6218"/>
              </a:cxn>
              <a:cxn ang="0">
                <a:pos x="csX6219" y="csY6219"/>
              </a:cxn>
              <a:cxn ang="0">
                <a:pos x="csX6220" y="csY6220"/>
              </a:cxn>
              <a:cxn ang="0">
                <a:pos x="csX6221" y="csY6221"/>
              </a:cxn>
              <a:cxn ang="0">
                <a:pos x="csX6222" y="csY6222"/>
              </a:cxn>
              <a:cxn ang="0">
                <a:pos x="csX6223" y="csY6223"/>
              </a:cxn>
              <a:cxn ang="0">
                <a:pos x="csX6224" y="csY6224"/>
              </a:cxn>
              <a:cxn ang="0">
                <a:pos x="csX6225" y="csY6225"/>
              </a:cxn>
              <a:cxn ang="0">
                <a:pos x="csX6226" y="csY6226"/>
              </a:cxn>
              <a:cxn ang="0">
                <a:pos x="csX6227" y="csY6227"/>
              </a:cxn>
              <a:cxn ang="0">
                <a:pos x="csX6228" y="csY6228"/>
              </a:cxn>
              <a:cxn ang="0">
                <a:pos x="csX6229" y="csY6229"/>
              </a:cxn>
              <a:cxn ang="0">
                <a:pos x="csX6230" y="csY6230"/>
              </a:cxn>
              <a:cxn ang="0">
                <a:pos x="csX6231" y="csY6231"/>
              </a:cxn>
              <a:cxn ang="0">
                <a:pos x="csX6232" y="csY6232"/>
              </a:cxn>
              <a:cxn ang="0">
                <a:pos x="csX6233" y="csY6233"/>
              </a:cxn>
              <a:cxn ang="0">
                <a:pos x="csX6234" y="csY6234"/>
              </a:cxn>
              <a:cxn ang="0">
                <a:pos x="csX6235" y="csY6235"/>
              </a:cxn>
              <a:cxn ang="0">
                <a:pos x="csX6236" y="csY6236"/>
              </a:cxn>
              <a:cxn ang="0">
                <a:pos x="csX6237" y="csY6237"/>
              </a:cxn>
              <a:cxn ang="0">
                <a:pos x="csX6238" y="csY6238"/>
              </a:cxn>
              <a:cxn ang="0">
                <a:pos x="csX6239" y="csY6239"/>
              </a:cxn>
              <a:cxn ang="0">
                <a:pos x="csX6240" y="csY6240"/>
              </a:cxn>
              <a:cxn ang="0">
                <a:pos x="csX6241" y="csY6241"/>
              </a:cxn>
              <a:cxn ang="0">
                <a:pos x="csX6242" y="csY6242"/>
              </a:cxn>
              <a:cxn ang="0">
                <a:pos x="csX6243" y="csY6243"/>
              </a:cxn>
              <a:cxn ang="0">
                <a:pos x="csX6244" y="csY6244"/>
              </a:cxn>
              <a:cxn ang="0">
                <a:pos x="csX6245" y="csY6245"/>
              </a:cxn>
              <a:cxn ang="0">
                <a:pos x="csX6246" y="csY6246"/>
              </a:cxn>
              <a:cxn ang="0">
                <a:pos x="csX6247" y="csY6247"/>
              </a:cxn>
              <a:cxn ang="0">
                <a:pos x="csX6248" y="csY6248"/>
              </a:cxn>
              <a:cxn ang="0">
                <a:pos x="csX6249" y="csY6249"/>
              </a:cxn>
              <a:cxn ang="0">
                <a:pos x="csX6250" y="csY6250"/>
              </a:cxn>
              <a:cxn ang="0">
                <a:pos x="csX6251" y="csY6251"/>
              </a:cxn>
              <a:cxn ang="0">
                <a:pos x="csX6252" y="csY6252"/>
              </a:cxn>
              <a:cxn ang="0">
                <a:pos x="csX6253" y="csY6253"/>
              </a:cxn>
              <a:cxn ang="0">
                <a:pos x="csX6254" y="csY6254"/>
              </a:cxn>
              <a:cxn ang="0">
                <a:pos x="csX6255" y="csY6255"/>
              </a:cxn>
              <a:cxn ang="0">
                <a:pos x="csX6256" y="csY6256"/>
              </a:cxn>
              <a:cxn ang="0">
                <a:pos x="csX6257" y="csY6257"/>
              </a:cxn>
              <a:cxn ang="0">
                <a:pos x="csX6258" y="csY6258"/>
              </a:cxn>
              <a:cxn ang="0">
                <a:pos x="csX6259" y="csY6259"/>
              </a:cxn>
              <a:cxn ang="0">
                <a:pos x="csX6260" y="csY6260"/>
              </a:cxn>
              <a:cxn ang="0">
                <a:pos x="csX6261" y="csY6261"/>
              </a:cxn>
              <a:cxn ang="0">
                <a:pos x="csX6262" y="csY6262"/>
              </a:cxn>
              <a:cxn ang="0">
                <a:pos x="csX6263" y="csY6263"/>
              </a:cxn>
              <a:cxn ang="0">
                <a:pos x="csX6264" y="csY6264"/>
              </a:cxn>
              <a:cxn ang="0">
                <a:pos x="csX6265" y="csY6265"/>
              </a:cxn>
              <a:cxn ang="0">
                <a:pos x="csX6266" y="csY6266"/>
              </a:cxn>
              <a:cxn ang="0">
                <a:pos x="csX6267" y="csY6267"/>
              </a:cxn>
              <a:cxn ang="0">
                <a:pos x="csX6268" y="csY6268"/>
              </a:cxn>
              <a:cxn ang="0">
                <a:pos x="csX6269" y="csY6269"/>
              </a:cxn>
              <a:cxn ang="0">
                <a:pos x="csX6270" y="csY6270"/>
              </a:cxn>
              <a:cxn ang="0">
                <a:pos x="csX6271" y="csY6271"/>
              </a:cxn>
              <a:cxn ang="0">
                <a:pos x="csX6272" y="csY6272"/>
              </a:cxn>
              <a:cxn ang="0">
                <a:pos x="csX6273" y="csY6273"/>
              </a:cxn>
              <a:cxn ang="0">
                <a:pos x="csX6274" y="csY6274"/>
              </a:cxn>
              <a:cxn ang="0">
                <a:pos x="csX6275" y="csY6275"/>
              </a:cxn>
              <a:cxn ang="0">
                <a:pos x="csX6276" y="csY6276"/>
              </a:cxn>
              <a:cxn ang="0">
                <a:pos x="csX6277" y="csY6277"/>
              </a:cxn>
              <a:cxn ang="0">
                <a:pos x="csX6278" y="csY6278"/>
              </a:cxn>
              <a:cxn ang="0">
                <a:pos x="csX6279" y="csY6279"/>
              </a:cxn>
              <a:cxn ang="0">
                <a:pos x="csX6280" y="csY6280"/>
              </a:cxn>
              <a:cxn ang="0">
                <a:pos x="csX6281" y="csY6281"/>
              </a:cxn>
              <a:cxn ang="0">
                <a:pos x="csX6282" y="csY6282"/>
              </a:cxn>
              <a:cxn ang="0">
                <a:pos x="csX6283" y="csY6283"/>
              </a:cxn>
              <a:cxn ang="0">
                <a:pos x="csX6284" y="csY6284"/>
              </a:cxn>
              <a:cxn ang="0">
                <a:pos x="csX6285" y="csY6285"/>
              </a:cxn>
              <a:cxn ang="0">
                <a:pos x="csX6286" y="csY6286"/>
              </a:cxn>
              <a:cxn ang="0">
                <a:pos x="csX6287" y="csY6287"/>
              </a:cxn>
              <a:cxn ang="0">
                <a:pos x="csX6288" y="csY6288"/>
              </a:cxn>
              <a:cxn ang="0">
                <a:pos x="csX6289" y="csY6289"/>
              </a:cxn>
              <a:cxn ang="0">
                <a:pos x="csX6290" y="csY6290"/>
              </a:cxn>
              <a:cxn ang="0">
                <a:pos x="csX6291" y="csY6291"/>
              </a:cxn>
              <a:cxn ang="0">
                <a:pos x="csX6292" y="csY6292"/>
              </a:cxn>
              <a:cxn ang="0">
                <a:pos x="csX6293" y="csY6293"/>
              </a:cxn>
              <a:cxn ang="0">
                <a:pos x="csX6294" y="csY6294"/>
              </a:cxn>
              <a:cxn ang="0">
                <a:pos x="csX6295" y="csY6295"/>
              </a:cxn>
              <a:cxn ang="0">
                <a:pos x="csX6296" y="csY6296"/>
              </a:cxn>
              <a:cxn ang="0">
                <a:pos x="csX6297" y="csY6297"/>
              </a:cxn>
              <a:cxn ang="0">
                <a:pos x="csX6298" y="csY6298"/>
              </a:cxn>
              <a:cxn ang="0">
                <a:pos x="csX6299" y="csY6299"/>
              </a:cxn>
              <a:cxn ang="0">
                <a:pos x="csX6300" y="csY6300"/>
              </a:cxn>
              <a:cxn ang="0">
                <a:pos x="csX6301" y="csY6301"/>
              </a:cxn>
              <a:cxn ang="0">
                <a:pos x="csX6302" y="csY6302"/>
              </a:cxn>
              <a:cxn ang="0">
                <a:pos x="csX6303" y="csY6303"/>
              </a:cxn>
              <a:cxn ang="0">
                <a:pos x="csX6304" y="csY6304"/>
              </a:cxn>
              <a:cxn ang="0">
                <a:pos x="csX6305" y="csY6305"/>
              </a:cxn>
              <a:cxn ang="0">
                <a:pos x="csX6306" y="csY6306"/>
              </a:cxn>
              <a:cxn ang="0">
                <a:pos x="csX6307" y="csY6307"/>
              </a:cxn>
              <a:cxn ang="0">
                <a:pos x="csX6308" y="csY6308"/>
              </a:cxn>
              <a:cxn ang="0">
                <a:pos x="csX6309" y="csY6309"/>
              </a:cxn>
              <a:cxn ang="0">
                <a:pos x="csX6310" y="csY6310"/>
              </a:cxn>
              <a:cxn ang="0">
                <a:pos x="csX6311" y="csY6311"/>
              </a:cxn>
              <a:cxn ang="0">
                <a:pos x="csX6312" y="csY6312"/>
              </a:cxn>
              <a:cxn ang="0">
                <a:pos x="csX6313" y="csY6313"/>
              </a:cxn>
              <a:cxn ang="0">
                <a:pos x="csX6314" y="csY6314"/>
              </a:cxn>
              <a:cxn ang="0">
                <a:pos x="csX6315" y="csY6315"/>
              </a:cxn>
              <a:cxn ang="0">
                <a:pos x="csX6316" y="csY6316"/>
              </a:cxn>
              <a:cxn ang="0">
                <a:pos x="csX6317" y="csY6317"/>
              </a:cxn>
              <a:cxn ang="0">
                <a:pos x="csX6318" y="csY6318"/>
              </a:cxn>
              <a:cxn ang="0">
                <a:pos x="csX6319" y="csY6319"/>
              </a:cxn>
              <a:cxn ang="0">
                <a:pos x="csX6320" y="csY6320"/>
              </a:cxn>
              <a:cxn ang="0">
                <a:pos x="csX6321" y="csY6321"/>
              </a:cxn>
              <a:cxn ang="0">
                <a:pos x="csX6322" y="csY6322"/>
              </a:cxn>
              <a:cxn ang="0">
                <a:pos x="csX6323" y="csY6323"/>
              </a:cxn>
              <a:cxn ang="0">
                <a:pos x="csX6324" y="csY6324"/>
              </a:cxn>
              <a:cxn ang="0">
                <a:pos x="csX6325" y="csY6325"/>
              </a:cxn>
              <a:cxn ang="0">
                <a:pos x="csX6326" y="csY6326"/>
              </a:cxn>
              <a:cxn ang="0">
                <a:pos x="csX6327" y="csY6327"/>
              </a:cxn>
              <a:cxn ang="0">
                <a:pos x="csX6328" y="csY6328"/>
              </a:cxn>
              <a:cxn ang="0">
                <a:pos x="csX6329" y="csY6329"/>
              </a:cxn>
              <a:cxn ang="0">
                <a:pos x="csX6330" y="csY6330"/>
              </a:cxn>
              <a:cxn ang="0">
                <a:pos x="csX6331" y="csY6331"/>
              </a:cxn>
              <a:cxn ang="0">
                <a:pos x="csX6332" y="csY6332"/>
              </a:cxn>
              <a:cxn ang="0">
                <a:pos x="csX6333" y="csY6333"/>
              </a:cxn>
              <a:cxn ang="0">
                <a:pos x="csX6334" y="csY6334"/>
              </a:cxn>
              <a:cxn ang="0">
                <a:pos x="csX6335" y="csY6335"/>
              </a:cxn>
              <a:cxn ang="0">
                <a:pos x="csX6336" y="csY6336"/>
              </a:cxn>
              <a:cxn ang="0">
                <a:pos x="csX6337" y="csY6337"/>
              </a:cxn>
              <a:cxn ang="0">
                <a:pos x="csX6338" y="csY6338"/>
              </a:cxn>
              <a:cxn ang="0">
                <a:pos x="csX6339" y="csY6339"/>
              </a:cxn>
              <a:cxn ang="0">
                <a:pos x="csX6340" y="csY6340"/>
              </a:cxn>
              <a:cxn ang="0">
                <a:pos x="csX6341" y="csY6341"/>
              </a:cxn>
              <a:cxn ang="0">
                <a:pos x="csX6342" y="csY6342"/>
              </a:cxn>
              <a:cxn ang="0">
                <a:pos x="csX6343" y="csY6343"/>
              </a:cxn>
              <a:cxn ang="0">
                <a:pos x="csX6344" y="csY6344"/>
              </a:cxn>
              <a:cxn ang="0">
                <a:pos x="csX6345" y="csY6345"/>
              </a:cxn>
              <a:cxn ang="0">
                <a:pos x="csX6346" y="csY6346"/>
              </a:cxn>
              <a:cxn ang="0">
                <a:pos x="csX6347" y="csY6347"/>
              </a:cxn>
              <a:cxn ang="0">
                <a:pos x="csX6348" y="csY6348"/>
              </a:cxn>
              <a:cxn ang="0">
                <a:pos x="csX6349" y="csY6349"/>
              </a:cxn>
              <a:cxn ang="0">
                <a:pos x="csX6350" y="csY6350"/>
              </a:cxn>
              <a:cxn ang="0">
                <a:pos x="csX6351" y="csY6351"/>
              </a:cxn>
              <a:cxn ang="0">
                <a:pos x="csX6352" y="csY6352"/>
              </a:cxn>
              <a:cxn ang="0">
                <a:pos x="csX6353" y="csY6353"/>
              </a:cxn>
              <a:cxn ang="0">
                <a:pos x="csX6354" y="csY6354"/>
              </a:cxn>
              <a:cxn ang="0">
                <a:pos x="csX6355" y="csY6355"/>
              </a:cxn>
              <a:cxn ang="0">
                <a:pos x="csX6356" y="csY6356"/>
              </a:cxn>
              <a:cxn ang="0">
                <a:pos x="csX6357" y="csY6357"/>
              </a:cxn>
              <a:cxn ang="0">
                <a:pos x="csX6358" y="csY6358"/>
              </a:cxn>
              <a:cxn ang="0">
                <a:pos x="csX6359" y="csY6359"/>
              </a:cxn>
              <a:cxn ang="0">
                <a:pos x="csX6360" y="csY6360"/>
              </a:cxn>
              <a:cxn ang="0">
                <a:pos x="csX6361" y="csY6361"/>
              </a:cxn>
              <a:cxn ang="0">
                <a:pos x="csX6362" y="csY6362"/>
              </a:cxn>
              <a:cxn ang="0">
                <a:pos x="csX6363" y="csY6363"/>
              </a:cxn>
              <a:cxn ang="0">
                <a:pos x="csX6364" y="csY6364"/>
              </a:cxn>
              <a:cxn ang="0">
                <a:pos x="csX6365" y="csY6365"/>
              </a:cxn>
              <a:cxn ang="0">
                <a:pos x="csX6366" y="csY6366"/>
              </a:cxn>
              <a:cxn ang="0">
                <a:pos x="csX6367" y="csY6367"/>
              </a:cxn>
              <a:cxn ang="0">
                <a:pos x="csX6368" y="csY6368"/>
              </a:cxn>
              <a:cxn ang="0">
                <a:pos x="csX6369" y="csY6369"/>
              </a:cxn>
              <a:cxn ang="0">
                <a:pos x="csX6370" y="csY6370"/>
              </a:cxn>
              <a:cxn ang="0">
                <a:pos x="csX6371" y="csY6371"/>
              </a:cxn>
              <a:cxn ang="0">
                <a:pos x="csX6372" y="csY6372"/>
              </a:cxn>
              <a:cxn ang="0">
                <a:pos x="csX6373" y="csY6373"/>
              </a:cxn>
              <a:cxn ang="0">
                <a:pos x="csX6374" y="csY6374"/>
              </a:cxn>
              <a:cxn ang="0">
                <a:pos x="csX6375" y="csY6375"/>
              </a:cxn>
              <a:cxn ang="0">
                <a:pos x="csX6376" y="csY6376"/>
              </a:cxn>
              <a:cxn ang="0">
                <a:pos x="csX6377" y="csY6377"/>
              </a:cxn>
              <a:cxn ang="0">
                <a:pos x="csX6378" y="csY6378"/>
              </a:cxn>
              <a:cxn ang="0">
                <a:pos x="csX6379" y="csY6379"/>
              </a:cxn>
              <a:cxn ang="0">
                <a:pos x="csX6380" y="csY6380"/>
              </a:cxn>
              <a:cxn ang="0">
                <a:pos x="csX6381" y="csY6381"/>
              </a:cxn>
              <a:cxn ang="0">
                <a:pos x="csX6382" y="csY6382"/>
              </a:cxn>
              <a:cxn ang="0">
                <a:pos x="csX6383" y="csY6383"/>
              </a:cxn>
              <a:cxn ang="0">
                <a:pos x="csX6384" y="csY6384"/>
              </a:cxn>
              <a:cxn ang="0">
                <a:pos x="csX6385" y="csY6385"/>
              </a:cxn>
              <a:cxn ang="0">
                <a:pos x="csX6386" y="csY6386"/>
              </a:cxn>
              <a:cxn ang="0">
                <a:pos x="csX6387" y="csY6387"/>
              </a:cxn>
              <a:cxn ang="0">
                <a:pos x="csX6388" y="csY6388"/>
              </a:cxn>
              <a:cxn ang="0">
                <a:pos x="csX6389" y="csY6389"/>
              </a:cxn>
              <a:cxn ang="0">
                <a:pos x="csX6390" y="csY6390"/>
              </a:cxn>
              <a:cxn ang="0">
                <a:pos x="csX6391" y="csY6391"/>
              </a:cxn>
              <a:cxn ang="0">
                <a:pos x="csX6392" y="csY6392"/>
              </a:cxn>
              <a:cxn ang="0">
                <a:pos x="csX6393" y="csY6393"/>
              </a:cxn>
              <a:cxn ang="0">
                <a:pos x="csX6394" y="csY6394"/>
              </a:cxn>
              <a:cxn ang="0">
                <a:pos x="csX6395" y="csY6395"/>
              </a:cxn>
              <a:cxn ang="0">
                <a:pos x="csX6396" y="csY6396"/>
              </a:cxn>
              <a:cxn ang="0">
                <a:pos x="csX6397" y="csY6397"/>
              </a:cxn>
              <a:cxn ang="0">
                <a:pos x="csX6398" y="csY6398"/>
              </a:cxn>
              <a:cxn ang="0">
                <a:pos x="csX6399" y="csY6399"/>
              </a:cxn>
              <a:cxn ang="0">
                <a:pos x="csX6400" y="csY6400"/>
              </a:cxn>
              <a:cxn ang="0">
                <a:pos x="csX6401" y="csY6401"/>
              </a:cxn>
              <a:cxn ang="0">
                <a:pos x="csX6402" y="csY6402"/>
              </a:cxn>
              <a:cxn ang="0">
                <a:pos x="csX6403" y="csY6403"/>
              </a:cxn>
              <a:cxn ang="0">
                <a:pos x="csX6404" y="csY6404"/>
              </a:cxn>
              <a:cxn ang="0">
                <a:pos x="csX6405" y="csY6405"/>
              </a:cxn>
              <a:cxn ang="0">
                <a:pos x="csX6406" y="csY6406"/>
              </a:cxn>
              <a:cxn ang="0">
                <a:pos x="csX6407" y="csY6407"/>
              </a:cxn>
              <a:cxn ang="0">
                <a:pos x="csX6408" y="csY6408"/>
              </a:cxn>
              <a:cxn ang="0">
                <a:pos x="csX6409" y="csY6409"/>
              </a:cxn>
              <a:cxn ang="0">
                <a:pos x="csX6410" y="csY6410"/>
              </a:cxn>
              <a:cxn ang="0">
                <a:pos x="csX6411" y="csY6411"/>
              </a:cxn>
              <a:cxn ang="0">
                <a:pos x="csX6412" y="csY6412"/>
              </a:cxn>
              <a:cxn ang="0">
                <a:pos x="csX6413" y="csY6413"/>
              </a:cxn>
              <a:cxn ang="0">
                <a:pos x="csX6414" y="csY6414"/>
              </a:cxn>
              <a:cxn ang="0">
                <a:pos x="csX6415" y="csY6415"/>
              </a:cxn>
              <a:cxn ang="0">
                <a:pos x="csX6416" y="csY6416"/>
              </a:cxn>
              <a:cxn ang="0">
                <a:pos x="csX6417" y="csY6417"/>
              </a:cxn>
              <a:cxn ang="0">
                <a:pos x="csX6418" y="csY6418"/>
              </a:cxn>
              <a:cxn ang="0">
                <a:pos x="csX6419" y="csY6419"/>
              </a:cxn>
              <a:cxn ang="0">
                <a:pos x="csX6420" y="csY6420"/>
              </a:cxn>
              <a:cxn ang="0">
                <a:pos x="csX6421" y="csY6421"/>
              </a:cxn>
              <a:cxn ang="0">
                <a:pos x="csX6422" y="csY6422"/>
              </a:cxn>
              <a:cxn ang="0">
                <a:pos x="csX6423" y="csY6423"/>
              </a:cxn>
              <a:cxn ang="0">
                <a:pos x="csX6424" y="csY6424"/>
              </a:cxn>
              <a:cxn ang="0">
                <a:pos x="csX6425" y="csY6425"/>
              </a:cxn>
              <a:cxn ang="0">
                <a:pos x="csX6426" y="csY6426"/>
              </a:cxn>
              <a:cxn ang="0">
                <a:pos x="csX6427" y="csY6427"/>
              </a:cxn>
              <a:cxn ang="0">
                <a:pos x="csX6428" y="csY6428"/>
              </a:cxn>
              <a:cxn ang="0">
                <a:pos x="csX6429" y="csY6429"/>
              </a:cxn>
              <a:cxn ang="0">
                <a:pos x="csX6430" y="csY6430"/>
              </a:cxn>
              <a:cxn ang="0">
                <a:pos x="csX6431" y="csY6431"/>
              </a:cxn>
              <a:cxn ang="0">
                <a:pos x="csX6432" y="csY6432"/>
              </a:cxn>
              <a:cxn ang="0">
                <a:pos x="csX6433" y="csY6433"/>
              </a:cxn>
              <a:cxn ang="0">
                <a:pos x="csX6434" y="csY6434"/>
              </a:cxn>
              <a:cxn ang="0">
                <a:pos x="csX6435" y="csY6435"/>
              </a:cxn>
              <a:cxn ang="0">
                <a:pos x="csX6436" y="csY6436"/>
              </a:cxn>
              <a:cxn ang="0">
                <a:pos x="csX6437" y="csY6437"/>
              </a:cxn>
              <a:cxn ang="0">
                <a:pos x="csX6438" y="csY6438"/>
              </a:cxn>
              <a:cxn ang="0">
                <a:pos x="csX6439" y="csY6439"/>
              </a:cxn>
              <a:cxn ang="0">
                <a:pos x="csX6440" y="csY6440"/>
              </a:cxn>
              <a:cxn ang="0">
                <a:pos x="csX6441" y="csY6441"/>
              </a:cxn>
              <a:cxn ang="0">
                <a:pos x="csX6442" y="csY6442"/>
              </a:cxn>
              <a:cxn ang="0">
                <a:pos x="csX6443" y="csY6443"/>
              </a:cxn>
              <a:cxn ang="0">
                <a:pos x="csX6444" y="csY6444"/>
              </a:cxn>
              <a:cxn ang="0">
                <a:pos x="csX6445" y="csY6445"/>
              </a:cxn>
              <a:cxn ang="0">
                <a:pos x="csX6446" y="csY6446"/>
              </a:cxn>
              <a:cxn ang="0">
                <a:pos x="csX6447" y="csY6447"/>
              </a:cxn>
              <a:cxn ang="0">
                <a:pos x="csX6448" y="csY6448"/>
              </a:cxn>
              <a:cxn ang="0">
                <a:pos x="csX6449" y="csY6449"/>
              </a:cxn>
              <a:cxn ang="0">
                <a:pos x="csX6450" y="csY6450"/>
              </a:cxn>
              <a:cxn ang="0">
                <a:pos x="csX6451" y="csY6451"/>
              </a:cxn>
              <a:cxn ang="0">
                <a:pos x="csX6452" y="csY6452"/>
              </a:cxn>
              <a:cxn ang="0">
                <a:pos x="csX6453" y="csY6453"/>
              </a:cxn>
              <a:cxn ang="0">
                <a:pos x="csX6454" y="csY6454"/>
              </a:cxn>
              <a:cxn ang="0">
                <a:pos x="csX6455" y="csY6455"/>
              </a:cxn>
              <a:cxn ang="0">
                <a:pos x="csX6456" y="csY6456"/>
              </a:cxn>
              <a:cxn ang="0">
                <a:pos x="csX6457" y="csY6457"/>
              </a:cxn>
              <a:cxn ang="0">
                <a:pos x="csX6458" y="csY6458"/>
              </a:cxn>
              <a:cxn ang="0">
                <a:pos x="csX6459" y="csY6459"/>
              </a:cxn>
              <a:cxn ang="0">
                <a:pos x="csX6460" y="csY6460"/>
              </a:cxn>
              <a:cxn ang="0">
                <a:pos x="csX6461" y="csY6461"/>
              </a:cxn>
              <a:cxn ang="0">
                <a:pos x="csX6462" y="csY6462"/>
              </a:cxn>
              <a:cxn ang="0">
                <a:pos x="csX6463" y="csY6463"/>
              </a:cxn>
              <a:cxn ang="0">
                <a:pos x="csX6464" y="csY6464"/>
              </a:cxn>
              <a:cxn ang="0">
                <a:pos x="csX6465" y="csY6465"/>
              </a:cxn>
              <a:cxn ang="0">
                <a:pos x="csX6466" y="csY6466"/>
              </a:cxn>
              <a:cxn ang="0">
                <a:pos x="csX6467" y="csY6467"/>
              </a:cxn>
              <a:cxn ang="0">
                <a:pos x="csX6468" y="csY6468"/>
              </a:cxn>
              <a:cxn ang="0">
                <a:pos x="csX6469" y="csY6469"/>
              </a:cxn>
              <a:cxn ang="0">
                <a:pos x="csX6470" y="csY6470"/>
              </a:cxn>
              <a:cxn ang="0">
                <a:pos x="csX6471" y="csY6471"/>
              </a:cxn>
              <a:cxn ang="0">
                <a:pos x="csX6472" y="csY6472"/>
              </a:cxn>
              <a:cxn ang="0">
                <a:pos x="csX6473" y="csY6473"/>
              </a:cxn>
              <a:cxn ang="0">
                <a:pos x="csX6474" y="csY6474"/>
              </a:cxn>
              <a:cxn ang="0">
                <a:pos x="csX6475" y="csY6475"/>
              </a:cxn>
              <a:cxn ang="0">
                <a:pos x="csX6476" y="csY6476"/>
              </a:cxn>
              <a:cxn ang="0">
                <a:pos x="csX6477" y="csY6477"/>
              </a:cxn>
              <a:cxn ang="0">
                <a:pos x="csX6478" y="csY6478"/>
              </a:cxn>
              <a:cxn ang="0">
                <a:pos x="csX6479" y="csY6479"/>
              </a:cxn>
              <a:cxn ang="0">
                <a:pos x="csX6480" y="csY6480"/>
              </a:cxn>
              <a:cxn ang="0">
                <a:pos x="csX6481" y="csY6481"/>
              </a:cxn>
              <a:cxn ang="0">
                <a:pos x="csX6482" y="csY6482"/>
              </a:cxn>
              <a:cxn ang="0">
                <a:pos x="csX6483" y="csY6483"/>
              </a:cxn>
              <a:cxn ang="0">
                <a:pos x="csX6484" y="csY6484"/>
              </a:cxn>
              <a:cxn ang="0">
                <a:pos x="csX6485" y="csY6485"/>
              </a:cxn>
              <a:cxn ang="0">
                <a:pos x="csX6486" y="csY6486"/>
              </a:cxn>
              <a:cxn ang="0">
                <a:pos x="csX6487" y="csY6487"/>
              </a:cxn>
              <a:cxn ang="0">
                <a:pos x="csX6488" y="csY6488"/>
              </a:cxn>
              <a:cxn ang="0">
                <a:pos x="csX6489" y="csY6489"/>
              </a:cxn>
              <a:cxn ang="0">
                <a:pos x="csX6490" y="csY6490"/>
              </a:cxn>
              <a:cxn ang="0">
                <a:pos x="csX6491" y="csY6491"/>
              </a:cxn>
              <a:cxn ang="0">
                <a:pos x="csX6492" y="csY6492"/>
              </a:cxn>
              <a:cxn ang="0">
                <a:pos x="csX6493" y="csY6493"/>
              </a:cxn>
              <a:cxn ang="0">
                <a:pos x="csX6494" y="csY6494"/>
              </a:cxn>
              <a:cxn ang="0">
                <a:pos x="csX6495" y="csY6495"/>
              </a:cxn>
              <a:cxn ang="0">
                <a:pos x="csX6496" y="csY6496"/>
              </a:cxn>
              <a:cxn ang="0">
                <a:pos x="csX6497" y="csY6497"/>
              </a:cxn>
              <a:cxn ang="0">
                <a:pos x="csX6498" y="csY6498"/>
              </a:cxn>
              <a:cxn ang="0">
                <a:pos x="csX6499" y="csY6499"/>
              </a:cxn>
              <a:cxn ang="0">
                <a:pos x="csX6500" y="csY6500"/>
              </a:cxn>
              <a:cxn ang="0">
                <a:pos x="csX6501" y="csY6501"/>
              </a:cxn>
              <a:cxn ang="0">
                <a:pos x="csX6502" y="csY6502"/>
              </a:cxn>
              <a:cxn ang="0">
                <a:pos x="csX6503" y="csY6503"/>
              </a:cxn>
              <a:cxn ang="0">
                <a:pos x="csX6504" y="csY6504"/>
              </a:cxn>
              <a:cxn ang="0">
                <a:pos x="csX6505" y="csY6505"/>
              </a:cxn>
              <a:cxn ang="0">
                <a:pos x="csX6506" y="csY6506"/>
              </a:cxn>
              <a:cxn ang="0">
                <a:pos x="csX6507" y="csY6507"/>
              </a:cxn>
              <a:cxn ang="0">
                <a:pos x="csX6508" y="csY6508"/>
              </a:cxn>
              <a:cxn ang="0">
                <a:pos x="csX6509" y="csY6509"/>
              </a:cxn>
              <a:cxn ang="0">
                <a:pos x="csX6510" y="csY6510"/>
              </a:cxn>
              <a:cxn ang="0">
                <a:pos x="csX6511" y="csY6511"/>
              </a:cxn>
              <a:cxn ang="0">
                <a:pos x="csX6512" y="csY6512"/>
              </a:cxn>
              <a:cxn ang="0">
                <a:pos x="csX6513" y="csY6513"/>
              </a:cxn>
              <a:cxn ang="0">
                <a:pos x="csX6514" y="csY6514"/>
              </a:cxn>
              <a:cxn ang="0">
                <a:pos x="csX6515" y="csY6515"/>
              </a:cxn>
              <a:cxn ang="0">
                <a:pos x="csX6516" y="csY6516"/>
              </a:cxn>
              <a:cxn ang="0">
                <a:pos x="csX6517" y="csY6517"/>
              </a:cxn>
              <a:cxn ang="0">
                <a:pos x="csX6518" y="csY6518"/>
              </a:cxn>
              <a:cxn ang="0">
                <a:pos x="csX6519" y="csY6519"/>
              </a:cxn>
              <a:cxn ang="0">
                <a:pos x="csX6520" y="csY6520"/>
              </a:cxn>
              <a:cxn ang="0">
                <a:pos x="csX6521" y="csY6521"/>
              </a:cxn>
              <a:cxn ang="0">
                <a:pos x="csX6522" y="csY6522"/>
              </a:cxn>
              <a:cxn ang="0">
                <a:pos x="csX6523" y="csY6523"/>
              </a:cxn>
              <a:cxn ang="0">
                <a:pos x="csX6524" y="csY6524"/>
              </a:cxn>
              <a:cxn ang="0">
                <a:pos x="csX6525" y="csY6525"/>
              </a:cxn>
              <a:cxn ang="0">
                <a:pos x="csX6526" y="csY6526"/>
              </a:cxn>
              <a:cxn ang="0">
                <a:pos x="csX6527" y="csY6527"/>
              </a:cxn>
              <a:cxn ang="0">
                <a:pos x="csX6528" y="csY6528"/>
              </a:cxn>
              <a:cxn ang="0">
                <a:pos x="csX6529" y="csY6529"/>
              </a:cxn>
              <a:cxn ang="0">
                <a:pos x="csX6530" y="csY6530"/>
              </a:cxn>
              <a:cxn ang="0">
                <a:pos x="csX6531" y="csY6531"/>
              </a:cxn>
              <a:cxn ang="0">
                <a:pos x="csX6532" y="csY6532"/>
              </a:cxn>
              <a:cxn ang="0">
                <a:pos x="csX6533" y="csY6533"/>
              </a:cxn>
              <a:cxn ang="0">
                <a:pos x="csX6534" y="csY6534"/>
              </a:cxn>
              <a:cxn ang="0">
                <a:pos x="csX6535" y="csY6535"/>
              </a:cxn>
              <a:cxn ang="0">
                <a:pos x="csX6536" y="csY6536"/>
              </a:cxn>
              <a:cxn ang="0">
                <a:pos x="csX6537" y="csY6537"/>
              </a:cxn>
              <a:cxn ang="0">
                <a:pos x="csX6538" y="csY6538"/>
              </a:cxn>
              <a:cxn ang="0">
                <a:pos x="csX6539" y="csY6539"/>
              </a:cxn>
              <a:cxn ang="0">
                <a:pos x="csX6540" y="csY6540"/>
              </a:cxn>
              <a:cxn ang="0">
                <a:pos x="csX6541" y="csY6541"/>
              </a:cxn>
              <a:cxn ang="0">
                <a:pos x="csX6542" y="csY6542"/>
              </a:cxn>
              <a:cxn ang="0">
                <a:pos x="csX6543" y="csY6543"/>
              </a:cxn>
              <a:cxn ang="0">
                <a:pos x="csX6544" y="csY6544"/>
              </a:cxn>
              <a:cxn ang="0">
                <a:pos x="csX6545" y="csY6545"/>
              </a:cxn>
              <a:cxn ang="0">
                <a:pos x="csX6546" y="csY6546"/>
              </a:cxn>
              <a:cxn ang="0">
                <a:pos x="csX6547" y="csY6547"/>
              </a:cxn>
              <a:cxn ang="0">
                <a:pos x="csX6548" y="csY6548"/>
              </a:cxn>
              <a:cxn ang="0">
                <a:pos x="csX6549" y="csY6549"/>
              </a:cxn>
              <a:cxn ang="0">
                <a:pos x="csX6550" y="csY6550"/>
              </a:cxn>
              <a:cxn ang="0">
                <a:pos x="csX6551" y="csY6551"/>
              </a:cxn>
              <a:cxn ang="0">
                <a:pos x="csX6552" y="csY6552"/>
              </a:cxn>
              <a:cxn ang="0">
                <a:pos x="csX6553" y="csY6553"/>
              </a:cxn>
              <a:cxn ang="0">
                <a:pos x="csX6554" y="csY6554"/>
              </a:cxn>
              <a:cxn ang="0">
                <a:pos x="csX6555" y="csY6555"/>
              </a:cxn>
              <a:cxn ang="0">
                <a:pos x="csX6556" y="csY6556"/>
              </a:cxn>
              <a:cxn ang="0">
                <a:pos x="csX6557" y="csY6557"/>
              </a:cxn>
              <a:cxn ang="0">
                <a:pos x="csX6558" y="csY6558"/>
              </a:cxn>
              <a:cxn ang="0">
                <a:pos x="csX6559" y="csY6559"/>
              </a:cxn>
              <a:cxn ang="0">
                <a:pos x="csX6560" y="csY6560"/>
              </a:cxn>
              <a:cxn ang="0">
                <a:pos x="csX6561" y="csY6561"/>
              </a:cxn>
              <a:cxn ang="0">
                <a:pos x="csX6562" y="csY6562"/>
              </a:cxn>
              <a:cxn ang="0">
                <a:pos x="csX6563" y="csY6563"/>
              </a:cxn>
              <a:cxn ang="0">
                <a:pos x="csX6564" y="csY6564"/>
              </a:cxn>
              <a:cxn ang="0">
                <a:pos x="csX6565" y="csY6565"/>
              </a:cxn>
              <a:cxn ang="0">
                <a:pos x="csX6566" y="csY6566"/>
              </a:cxn>
              <a:cxn ang="0">
                <a:pos x="csX6567" y="csY6567"/>
              </a:cxn>
              <a:cxn ang="0">
                <a:pos x="csX6568" y="csY6568"/>
              </a:cxn>
              <a:cxn ang="0">
                <a:pos x="csX6569" y="csY6569"/>
              </a:cxn>
              <a:cxn ang="0">
                <a:pos x="csX6570" y="csY6570"/>
              </a:cxn>
              <a:cxn ang="0">
                <a:pos x="csX6571" y="csY6571"/>
              </a:cxn>
              <a:cxn ang="0">
                <a:pos x="csX6572" y="csY6572"/>
              </a:cxn>
              <a:cxn ang="0">
                <a:pos x="csX6573" y="csY6573"/>
              </a:cxn>
              <a:cxn ang="0">
                <a:pos x="csX6574" y="csY6574"/>
              </a:cxn>
              <a:cxn ang="0">
                <a:pos x="csX6575" y="csY6575"/>
              </a:cxn>
              <a:cxn ang="0">
                <a:pos x="csX6576" y="csY6576"/>
              </a:cxn>
              <a:cxn ang="0">
                <a:pos x="csX6577" y="csY6577"/>
              </a:cxn>
              <a:cxn ang="0">
                <a:pos x="csX6578" y="csY6578"/>
              </a:cxn>
              <a:cxn ang="0">
                <a:pos x="csX6579" y="csY6579"/>
              </a:cxn>
              <a:cxn ang="0">
                <a:pos x="csX6580" y="csY6580"/>
              </a:cxn>
              <a:cxn ang="0">
                <a:pos x="csX6581" y="csY6581"/>
              </a:cxn>
              <a:cxn ang="0">
                <a:pos x="csX6582" y="csY6582"/>
              </a:cxn>
              <a:cxn ang="0">
                <a:pos x="csX6583" y="csY6583"/>
              </a:cxn>
              <a:cxn ang="0">
                <a:pos x="csX6584" y="csY6584"/>
              </a:cxn>
              <a:cxn ang="0">
                <a:pos x="csX6585" y="csY6585"/>
              </a:cxn>
              <a:cxn ang="0">
                <a:pos x="csX6586" y="csY6586"/>
              </a:cxn>
              <a:cxn ang="0">
                <a:pos x="csX6587" y="csY6587"/>
              </a:cxn>
              <a:cxn ang="0">
                <a:pos x="csX6588" y="csY6588"/>
              </a:cxn>
              <a:cxn ang="0">
                <a:pos x="csX6589" y="csY6589"/>
              </a:cxn>
              <a:cxn ang="0">
                <a:pos x="csX6590" y="csY6590"/>
              </a:cxn>
              <a:cxn ang="0">
                <a:pos x="csX6591" y="csY6591"/>
              </a:cxn>
              <a:cxn ang="0">
                <a:pos x="csX6592" y="csY6592"/>
              </a:cxn>
              <a:cxn ang="0">
                <a:pos x="csX6593" y="csY6593"/>
              </a:cxn>
              <a:cxn ang="0">
                <a:pos x="csX6594" y="csY6594"/>
              </a:cxn>
              <a:cxn ang="0">
                <a:pos x="csX6595" y="csY6595"/>
              </a:cxn>
              <a:cxn ang="0">
                <a:pos x="csX6596" y="csY6596"/>
              </a:cxn>
              <a:cxn ang="0">
                <a:pos x="csX6597" y="csY6597"/>
              </a:cxn>
              <a:cxn ang="0">
                <a:pos x="csX6598" y="csY6598"/>
              </a:cxn>
              <a:cxn ang="0">
                <a:pos x="csX6599" y="csY6599"/>
              </a:cxn>
              <a:cxn ang="0">
                <a:pos x="csX6600" y="csY6600"/>
              </a:cxn>
              <a:cxn ang="0">
                <a:pos x="csX6601" y="csY6601"/>
              </a:cxn>
              <a:cxn ang="0">
                <a:pos x="csX6602" y="csY6602"/>
              </a:cxn>
              <a:cxn ang="0">
                <a:pos x="csX6603" y="csY6603"/>
              </a:cxn>
              <a:cxn ang="0">
                <a:pos x="csX6604" y="csY6604"/>
              </a:cxn>
              <a:cxn ang="0">
                <a:pos x="csX6605" y="csY6605"/>
              </a:cxn>
              <a:cxn ang="0">
                <a:pos x="csX6606" y="csY6606"/>
              </a:cxn>
              <a:cxn ang="0">
                <a:pos x="csX6607" y="csY6607"/>
              </a:cxn>
              <a:cxn ang="0">
                <a:pos x="csX6608" y="csY6608"/>
              </a:cxn>
              <a:cxn ang="0">
                <a:pos x="csX6609" y="csY6609"/>
              </a:cxn>
              <a:cxn ang="0">
                <a:pos x="csX6610" y="csY6610"/>
              </a:cxn>
              <a:cxn ang="0">
                <a:pos x="csX6611" y="csY6611"/>
              </a:cxn>
              <a:cxn ang="0">
                <a:pos x="csX6612" y="csY6612"/>
              </a:cxn>
              <a:cxn ang="0">
                <a:pos x="csX6613" y="csY6613"/>
              </a:cxn>
              <a:cxn ang="0">
                <a:pos x="csX6614" y="csY6614"/>
              </a:cxn>
              <a:cxn ang="0">
                <a:pos x="csX6615" y="csY6615"/>
              </a:cxn>
              <a:cxn ang="0">
                <a:pos x="csX6616" y="csY6616"/>
              </a:cxn>
              <a:cxn ang="0">
                <a:pos x="csX6617" y="csY6617"/>
              </a:cxn>
              <a:cxn ang="0">
                <a:pos x="csX6618" y="csY6618"/>
              </a:cxn>
              <a:cxn ang="0">
                <a:pos x="csX6619" y="csY6619"/>
              </a:cxn>
              <a:cxn ang="0">
                <a:pos x="csX6620" y="csY6620"/>
              </a:cxn>
              <a:cxn ang="0">
                <a:pos x="csX6621" y="csY6621"/>
              </a:cxn>
              <a:cxn ang="0">
                <a:pos x="csX6622" y="csY6622"/>
              </a:cxn>
              <a:cxn ang="0">
                <a:pos x="csX6623" y="csY6623"/>
              </a:cxn>
              <a:cxn ang="0">
                <a:pos x="csX6624" y="csY6624"/>
              </a:cxn>
              <a:cxn ang="0">
                <a:pos x="csX6625" y="csY6625"/>
              </a:cxn>
              <a:cxn ang="0">
                <a:pos x="csX6626" y="csY6626"/>
              </a:cxn>
              <a:cxn ang="0">
                <a:pos x="csX6627" y="csY6627"/>
              </a:cxn>
              <a:cxn ang="0">
                <a:pos x="csX6628" y="csY6628"/>
              </a:cxn>
              <a:cxn ang="0">
                <a:pos x="csX6629" y="csY6629"/>
              </a:cxn>
              <a:cxn ang="0">
                <a:pos x="csX6630" y="csY6630"/>
              </a:cxn>
              <a:cxn ang="0">
                <a:pos x="csX6631" y="csY6631"/>
              </a:cxn>
              <a:cxn ang="0">
                <a:pos x="csX6632" y="csY6632"/>
              </a:cxn>
              <a:cxn ang="0">
                <a:pos x="csX6633" y="csY6633"/>
              </a:cxn>
              <a:cxn ang="0">
                <a:pos x="csX6634" y="csY6634"/>
              </a:cxn>
              <a:cxn ang="0">
                <a:pos x="csX6635" y="csY6635"/>
              </a:cxn>
              <a:cxn ang="0">
                <a:pos x="csX6636" y="csY6636"/>
              </a:cxn>
              <a:cxn ang="0">
                <a:pos x="csX6637" y="csY6637"/>
              </a:cxn>
              <a:cxn ang="0">
                <a:pos x="csX6638" y="csY6638"/>
              </a:cxn>
              <a:cxn ang="0">
                <a:pos x="csX6639" y="csY6639"/>
              </a:cxn>
              <a:cxn ang="0">
                <a:pos x="csX6640" y="csY6640"/>
              </a:cxn>
              <a:cxn ang="0">
                <a:pos x="csX6641" y="csY6641"/>
              </a:cxn>
              <a:cxn ang="0">
                <a:pos x="csX6642" y="csY6642"/>
              </a:cxn>
              <a:cxn ang="0">
                <a:pos x="csX6643" y="csY6643"/>
              </a:cxn>
              <a:cxn ang="0">
                <a:pos x="csX6644" y="csY6644"/>
              </a:cxn>
              <a:cxn ang="0">
                <a:pos x="csX6645" y="csY6645"/>
              </a:cxn>
              <a:cxn ang="0">
                <a:pos x="csX6646" y="csY6646"/>
              </a:cxn>
              <a:cxn ang="0">
                <a:pos x="csX6647" y="csY6647"/>
              </a:cxn>
              <a:cxn ang="0">
                <a:pos x="csX6648" y="csY6648"/>
              </a:cxn>
              <a:cxn ang="0">
                <a:pos x="csX6649" y="csY6649"/>
              </a:cxn>
              <a:cxn ang="0">
                <a:pos x="csX6650" y="csY6650"/>
              </a:cxn>
              <a:cxn ang="0">
                <a:pos x="csX6651" y="csY6651"/>
              </a:cxn>
              <a:cxn ang="0">
                <a:pos x="csX6652" y="csY6652"/>
              </a:cxn>
              <a:cxn ang="0">
                <a:pos x="csX6653" y="csY6653"/>
              </a:cxn>
              <a:cxn ang="0">
                <a:pos x="csX6654" y="csY6654"/>
              </a:cxn>
              <a:cxn ang="0">
                <a:pos x="csX6655" y="csY6655"/>
              </a:cxn>
              <a:cxn ang="0">
                <a:pos x="csX6656" y="csY6656"/>
              </a:cxn>
              <a:cxn ang="0">
                <a:pos x="csX6657" y="csY6657"/>
              </a:cxn>
              <a:cxn ang="0">
                <a:pos x="csX6658" y="csY6658"/>
              </a:cxn>
              <a:cxn ang="0">
                <a:pos x="csX6659" y="csY6659"/>
              </a:cxn>
              <a:cxn ang="0">
                <a:pos x="csX6660" y="csY6660"/>
              </a:cxn>
              <a:cxn ang="0">
                <a:pos x="csX6661" y="csY6661"/>
              </a:cxn>
              <a:cxn ang="0">
                <a:pos x="csX6662" y="csY6662"/>
              </a:cxn>
              <a:cxn ang="0">
                <a:pos x="csX6663" y="csY6663"/>
              </a:cxn>
              <a:cxn ang="0">
                <a:pos x="csX6664" y="csY6664"/>
              </a:cxn>
              <a:cxn ang="0">
                <a:pos x="csX6665" y="csY6665"/>
              </a:cxn>
              <a:cxn ang="0">
                <a:pos x="csX6666" y="csY6666"/>
              </a:cxn>
              <a:cxn ang="0">
                <a:pos x="csX6667" y="csY6667"/>
              </a:cxn>
              <a:cxn ang="0">
                <a:pos x="csX6668" y="csY6668"/>
              </a:cxn>
              <a:cxn ang="0">
                <a:pos x="csX6669" y="csY6669"/>
              </a:cxn>
              <a:cxn ang="0">
                <a:pos x="csX6670" y="csY6670"/>
              </a:cxn>
              <a:cxn ang="0">
                <a:pos x="csX6671" y="csY6671"/>
              </a:cxn>
              <a:cxn ang="0">
                <a:pos x="csX6672" y="csY6672"/>
              </a:cxn>
              <a:cxn ang="0">
                <a:pos x="csX6673" y="csY6673"/>
              </a:cxn>
              <a:cxn ang="0">
                <a:pos x="csX6674" y="csY6674"/>
              </a:cxn>
              <a:cxn ang="0">
                <a:pos x="csX6675" y="csY6675"/>
              </a:cxn>
              <a:cxn ang="0">
                <a:pos x="csX6676" y="csY6676"/>
              </a:cxn>
              <a:cxn ang="0">
                <a:pos x="csX6677" y="csY6677"/>
              </a:cxn>
              <a:cxn ang="0">
                <a:pos x="csX6678" y="csY6678"/>
              </a:cxn>
              <a:cxn ang="0">
                <a:pos x="csX6679" y="csY6679"/>
              </a:cxn>
              <a:cxn ang="0">
                <a:pos x="csX6680" y="csY6680"/>
              </a:cxn>
              <a:cxn ang="0">
                <a:pos x="csX6681" y="csY6681"/>
              </a:cxn>
              <a:cxn ang="0">
                <a:pos x="csX6682" y="csY6682"/>
              </a:cxn>
              <a:cxn ang="0">
                <a:pos x="csX6683" y="csY6683"/>
              </a:cxn>
              <a:cxn ang="0">
                <a:pos x="csX6684" y="csY6684"/>
              </a:cxn>
              <a:cxn ang="0">
                <a:pos x="csX6685" y="csY6685"/>
              </a:cxn>
              <a:cxn ang="0">
                <a:pos x="csX6686" y="csY6686"/>
              </a:cxn>
              <a:cxn ang="0">
                <a:pos x="csX6687" y="csY6687"/>
              </a:cxn>
              <a:cxn ang="0">
                <a:pos x="csX6688" y="csY6688"/>
              </a:cxn>
              <a:cxn ang="0">
                <a:pos x="csX6689" y="csY6689"/>
              </a:cxn>
              <a:cxn ang="0">
                <a:pos x="csX6690" y="csY6690"/>
              </a:cxn>
              <a:cxn ang="0">
                <a:pos x="csX6691" y="csY6691"/>
              </a:cxn>
              <a:cxn ang="0">
                <a:pos x="csX6692" y="csY6692"/>
              </a:cxn>
              <a:cxn ang="0">
                <a:pos x="csX6693" y="csY6693"/>
              </a:cxn>
              <a:cxn ang="0">
                <a:pos x="csX6694" y="csY6694"/>
              </a:cxn>
              <a:cxn ang="0">
                <a:pos x="csX6695" y="csY6695"/>
              </a:cxn>
              <a:cxn ang="0">
                <a:pos x="csX6696" y="csY6696"/>
              </a:cxn>
              <a:cxn ang="0">
                <a:pos x="csX6697" y="csY6697"/>
              </a:cxn>
              <a:cxn ang="0">
                <a:pos x="csX6698" y="csY6698"/>
              </a:cxn>
              <a:cxn ang="0">
                <a:pos x="csX6699" y="csY6699"/>
              </a:cxn>
              <a:cxn ang="0">
                <a:pos x="csX6700" y="csY6700"/>
              </a:cxn>
              <a:cxn ang="0">
                <a:pos x="csX6701" y="csY6701"/>
              </a:cxn>
              <a:cxn ang="0">
                <a:pos x="csX6702" y="csY6702"/>
              </a:cxn>
              <a:cxn ang="0">
                <a:pos x="csX6703" y="csY6703"/>
              </a:cxn>
              <a:cxn ang="0">
                <a:pos x="csX6704" y="csY6704"/>
              </a:cxn>
              <a:cxn ang="0">
                <a:pos x="csX6705" y="csY6705"/>
              </a:cxn>
              <a:cxn ang="0">
                <a:pos x="csX6706" y="csY6706"/>
              </a:cxn>
              <a:cxn ang="0">
                <a:pos x="csX6707" y="csY6707"/>
              </a:cxn>
              <a:cxn ang="0">
                <a:pos x="csX6708" y="csY6708"/>
              </a:cxn>
              <a:cxn ang="0">
                <a:pos x="csX6709" y="csY6709"/>
              </a:cxn>
              <a:cxn ang="0">
                <a:pos x="csX6710" y="csY6710"/>
              </a:cxn>
              <a:cxn ang="0">
                <a:pos x="csX6711" y="csY6711"/>
              </a:cxn>
              <a:cxn ang="0">
                <a:pos x="csX6712" y="csY6712"/>
              </a:cxn>
              <a:cxn ang="0">
                <a:pos x="csX6713" y="csY6713"/>
              </a:cxn>
              <a:cxn ang="0">
                <a:pos x="csX6714" y="csY6714"/>
              </a:cxn>
              <a:cxn ang="0">
                <a:pos x="csX6715" y="csY6715"/>
              </a:cxn>
              <a:cxn ang="0">
                <a:pos x="csX6716" y="csY6716"/>
              </a:cxn>
              <a:cxn ang="0">
                <a:pos x="csX6717" y="csY6717"/>
              </a:cxn>
              <a:cxn ang="0">
                <a:pos x="csX6718" y="csY6718"/>
              </a:cxn>
              <a:cxn ang="0">
                <a:pos x="csX6719" y="csY6719"/>
              </a:cxn>
              <a:cxn ang="0">
                <a:pos x="csX6720" y="csY6720"/>
              </a:cxn>
              <a:cxn ang="0">
                <a:pos x="csX6721" y="csY6721"/>
              </a:cxn>
              <a:cxn ang="0">
                <a:pos x="csX6722" y="csY6722"/>
              </a:cxn>
              <a:cxn ang="0">
                <a:pos x="csX6723" y="csY6723"/>
              </a:cxn>
              <a:cxn ang="0">
                <a:pos x="csX6724" y="csY6724"/>
              </a:cxn>
              <a:cxn ang="0">
                <a:pos x="csX6725" y="csY6725"/>
              </a:cxn>
              <a:cxn ang="0">
                <a:pos x="csX6726" y="csY6726"/>
              </a:cxn>
              <a:cxn ang="0">
                <a:pos x="csX6727" y="csY6727"/>
              </a:cxn>
              <a:cxn ang="0">
                <a:pos x="csX6728" y="csY6728"/>
              </a:cxn>
              <a:cxn ang="0">
                <a:pos x="csX6729" y="csY6729"/>
              </a:cxn>
              <a:cxn ang="0">
                <a:pos x="csX6730" y="csY6730"/>
              </a:cxn>
              <a:cxn ang="0">
                <a:pos x="csX6731" y="csY6731"/>
              </a:cxn>
              <a:cxn ang="0">
                <a:pos x="csX6732" y="csY6732"/>
              </a:cxn>
              <a:cxn ang="0">
                <a:pos x="csX6733" y="csY6733"/>
              </a:cxn>
              <a:cxn ang="0">
                <a:pos x="csX6734" y="csY6734"/>
              </a:cxn>
              <a:cxn ang="0">
                <a:pos x="csX6735" y="csY6735"/>
              </a:cxn>
              <a:cxn ang="0">
                <a:pos x="csX6736" y="csY6736"/>
              </a:cxn>
              <a:cxn ang="0">
                <a:pos x="csX6737" y="csY6737"/>
              </a:cxn>
              <a:cxn ang="0">
                <a:pos x="csX6738" y="csY6738"/>
              </a:cxn>
              <a:cxn ang="0">
                <a:pos x="csX6739" y="csY6739"/>
              </a:cxn>
              <a:cxn ang="0">
                <a:pos x="csX6740" y="csY6740"/>
              </a:cxn>
              <a:cxn ang="0">
                <a:pos x="csX6741" y="csY6741"/>
              </a:cxn>
              <a:cxn ang="0">
                <a:pos x="csX6742" y="csY6742"/>
              </a:cxn>
              <a:cxn ang="0">
                <a:pos x="csX6743" y="csY6743"/>
              </a:cxn>
              <a:cxn ang="0">
                <a:pos x="csX6744" y="csY6744"/>
              </a:cxn>
              <a:cxn ang="0">
                <a:pos x="csX6745" y="csY6745"/>
              </a:cxn>
              <a:cxn ang="0">
                <a:pos x="csX6746" y="csY6746"/>
              </a:cxn>
              <a:cxn ang="0">
                <a:pos x="csX6747" y="csY6747"/>
              </a:cxn>
              <a:cxn ang="0">
                <a:pos x="csX6748" y="csY6748"/>
              </a:cxn>
              <a:cxn ang="0">
                <a:pos x="csX6749" y="csY6749"/>
              </a:cxn>
              <a:cxn ang="0">
                <a:pos x="csX6750" y="csY6750"/>
              </a:cxn>
              <a:cxn ang="0">
                <a:pos x="csX6751" y="csY6751"/>
              </a:cxn>
              <a:cxn ang="0">
                <a:pos x="csX6752" y="csY6752"/>
              </a:cxn>
              <a:cxn ang="0">
                <a:pos x="csX6753" y="csY6753"/>
              </a:cxn>
              <a:cxn ang="0">
                <a:pos x="csX6754" y="csY6754"/>
              </a:cxn>
              <a:cxn ang="0">
                <a:pos x="csX6755" y="csY6755"/>
              </a:cxn>
              <a:cxn ang="0">
                <a:pos x="csX6756" y="csY6756"/>
              </a:cxn>
              <a:cxn ang="0">
                <a:pos x="csX6757" y="csY6757"/>
              </a:cxn>
              <a:cxn ang="0">
                <a:pos x="csX6758" y="csY6758"/>
              </a:cxn>
              <a:cxn ang="0">
                <a:pos x="csX6759" y="csY6759"/>
              </a:cxn>
              <a:cxn ang="0">
                <a:pos x="csX6760" y="csY6760"/>
              </a:cxn>
              <a:cxn ang="0">
                <a:pos x="csX6761" y="csY6761"/>
              </a:cxn>
              <a:cxn ang="0">
                <a:pos x="csX6762" y="csY6762"/>
              </a:cxn>
              <a:cxn ang="0">
                <a:pos x="csX6763" y="csY6763"/>
              </a:cxn>
              <a:cxn ang="0">
                <a:pos x="csX6764" y="csY6764"/>
              </a:cxn>
              <a:cxn ang="0">
                <a:pos x="csX6765" y="csY6765"/>
              </a:cxn>
              <a:cxn ang="0">
                <a:pos x="csX6766" y="csY6766"/>
              </a:cxn>
              <a:cxn ang="0">
                <a:pos x="csX6767" y="csY6767"/>
              </a:cxn>
              <a:cxn ang="0">
                <a:pos x="csX6768" y="csY6768"/>
              </a:cxn>
              <a:cxn ang="0">
                <a:pos x="csX6769" y="csY6769"/>
              </a:cxn>
              <a:cxn ang="0">
                <a:pos x="csX6770" y="csY6770"/>
              </a:cxn>
              <a:cxn ang="0">
                <a:pos x="csX6771" y="csY6771"/>
              </a:cxn>
              <a:cxn ang="0">
                <a:pos x="csX6772" y="csY6772"/>
              </a:cxn>
              <a:cxn ang="0">
                <a:pos x="csX6773" y="csY6773"/>
              </a:cxn>
              <a:cxn ang="0">
                <a:pos x="csX6774" y="csY6774"/>
              </a:cxn>
              <a:cxn ang="0">
                <a:pos x="csX6775" y="csY6775"/>
              </a:cxn>
              <a:cxn ang="0">
                <a:pos x="csX6776" y="csY6776"/>
              </a:cxn>
              <a:cxn ang="0">
                <a:pos x="csX6777" y="csY6777"/>
              </a:cxn>
              <a:cxn ang="0">
                <a:pos x="csX6778" y="csY6778"/>
              </a:cxn>
              <a:cxn ang="0">
                <a:pos x="csX6779" y="csY6779"/>
              </a:cxn>
              <a:cxn ang="0">
                <a:pos x="csX6780" y="csY6780"/>
              </a:cxn>
              <a:cxn ang="0">
                <a:pos x="csX6781" y="csY6781"/>
              </a:cxn>
              <a:cxn ang="0">
                <a:pos x="csX6782" y="csY6782"/>
              </a:cxn>
              <a:cxn ang="0">
                <a:pos x="csX6783" y="csY6783"/>
              </a:cxn>
              <a:cxn ang="0">
                <a:pos x="csX6784" y="csY6784"/>
              </a:cxn>
              <a:cxn ang="0">
                <a:pos x="csX6785" y="csY6785"/>
              </a:cxn>
              <a:cxn ang="0">
                <a:pos x="csX6786" y="csY6786"/>
              </a:cxn>
              <a:cxn ang="0">
                <a:pos x="csX6787" y="csY6787"/>
              </a:cxn>
              <a:cxn ang="0">
                <a:pos x="csX6788" y="csY6788"/>
              </a:cxn>
              <a:cxn ang="0">
                <a:pos x="csX6789" y="csY6789"/>
              </a:cxn>
              <a:cxn ang="0">
                <a:pos x="csX6790" y="csY6790"/>
              </a:cxn>
              <a:cxn ang="0">
                <a:pos x="csX6791" y="csY6791"/>
              </a:cxn>
              <a:cxn ang="0">
                <a:pos x="csX6792" y="csY6792"/>
              </a:cxn>
              <a:cxn ang="0">
                <a:pos x="csX6793" y="csY6793"/>
              </a:cxn>
              <a:cxn ang="0">
                <a:pos x="csX6794" y="csY6794"/>
              </a:cxn>
              <a:cxn ang="0">
                <a:pos x="csX6795" y="csY6795"/>
              </a:cxn>
              <a:cxn ang="0">
                <a:pos x="csX6796" y="csY6796"/>
              </a:cxn>
              <a:cxn ang="0">
                <a:pos x="csX6797" y="csY6797"/>
              </a:cxn>
              <a:cxn ang="0">
                <a:pos x="csX6798" y="csY6798"/>
              </a:cxn>
              <a:cxn ang="0">
                <a:pos x="csX6799" y="csY6799"/>
              </a:cxn>
              <a:cxn ang="0">
                <a:pos x="csX6800" y="csY6800"/>
              </a:cxn>
              <a:cxn ang="0">
                <a:pos x="csX6801" y="csY6801"/>
              </a:cxn>
              <a:cxn ang="0">
                <a:pos x="csX6802" y="csY6802"/>
              </a:cxn>
              <a:cxn ang="0">
                <a:pos x="csX6803" y="csY6803"/>
              </a:cxn>
              <a:cxn ang="0">
                <a:pos x="csX6804" y="csY6804"/>
              </a:cxn>
              <a:cxn ang="0">
                <a:pos x="csX6805" y="csY6805"/>
              </a:cxn>
              <a:cxn ang="0">
                <a:pos x="csX6806" y="csY6806"/>
              </a:cxn>
              <a:cxn ang="0">
                <a:pos x="csX6807" y="csY6807"/>
              </a:cxn>
              <a:cxn ang="0">
                <a:pos x="csX6808" y="csY6808"/>
              </a:cxn>
              <a:cxn ang="0">
                <a:pos x="csX6809" y="csY6809"/>
              </a:cxn>
              <a:cxn ang="0">
                <a:pos x="csX6810" y="csY6810"/>
              </a:cxn>
              <a:cxn ang="0">
                <a:pos x="csX6811" y="csY6811"/>
              </a:cxn>
              <a:cxn ang="0">
                <a:pos x="csX6812" y="csY6812"/>
              </a:cxn>
              <a:cxn ang="0">
                <a:pos x="csX6813" y="csY6813"/>
              </a:cxn>
              <a:cxn ang="0">
                <a:pos x="csX6814" y="csY6814"/>
              </a:cxn>
              <a:cxn ang="0">
                <a:pos x="csX6815" y="csY6815"/>
              </a:cxn>
              <a:cxn ang="0">
                <a:pos x="csX6816" y="csY6816"/>
              </a:cxn>
              <a:cxn ang="0">
                <a:pos x="csX6817" y="csY6817"/>
              </a:cxn>
              <a:cxn ang="0">
                <a:pos x="csX6818" y="csY6818"/>
              </a:cxn>
              <a:cxn ang="0">
                <a:pos x="csX6819" y="csY6819"/>
              </a:cxn>
              <a:cxn ang="0">
                <a:pos x="csX6820" y="csY6820"/>
              </a:cxn>
              <a:cxn ang="0">
                <a:pos x="csX6821" y="csY6821"/>
              </a:cxn>
              <a:cxn ang="0">
                <a:pos x="csX6822" y="csY6822"/>
              </a:cxn>
              <a:cxn ang="0">
                <a:pos x="csX6823" y="csY6823"/>
              </a:cxn>
              <a:cxn ang="0">
                <a:pos x="csX6824" y="csY6824"/>
              </a:cxn>
              <a:cxn ang="0">
                <a:pos x="csX6825" y="csY6825"/>
              </a:cxn>
              <a:cxn ang="0">
                <a:pos x="csX6826" y="csY6826"/>
              </a:cxn>
              <a:cxn ang="0">
                <a:pos x="csX6827" y="csY6827"/>
              </a:cxn>
              <a:cxn ang="0">
                <a:pos x="csX6828" y="csY6828"/>
              </a:cxn>
              <a:cxn ang="0">
                <a:pos x="csX6829" y="csY6829"/>
              </a:cxn>
              <a:cxn ang="0">
                <a:pos x="csX6830" y="csY6830"/>
              </a:cxn>
              <a:cxn ang="0">
                <a:pos x="csX6831" y="csY6831"/>
              </a:cxn>
              <a:cxn ang="0">
                <a:pos x="csX6832" y="csY6832"/>
              </a:cxn>
              <a:cxn ang="0">
                <a:pos x="csX6833" y="csY6833"/>
              </a:cxn>
              <a:cxn ang="0">
                <a:pos x="csX6834" y="csY6834"/>
              </a:cxn>
              <a:cxn ang="0">
                <a:pos x="csX6835" y="csY6835"/>
              </a:cxn>
              <a:cxn ang="0">
                <a:pos x="csX6836" y="csY6836"/>
              </a:cxn>
              <a:cxn ang="0">
                <a:pos x="csX6837" y="csY6837"/>
              </a:cxn>
              <a:cxn ang="0">
                <a:pos x="csX6838" y="csY6838"/>
              </a:cxn>
              <a:cxn ang="0">
                <a:pos x="csX6839" y="csY6839"/>
              </a:cxn>
              <a:cxn ang="0">
                <a:pos x="csX6840" y="csY6840"/>
              </a:cxn>
              <a:cxn ang="0">
                <a:pos x="csX6841" y="csY6841"/>
              </a:cxn>
              <a:cxn ang="0">
                <a:pos x="csX6842" y="csY6842"/>
              </a:cxn>
              <a:cxn ang="0">
                <a:pos x="csX6843" y="csY6843"/>
              </a:cxn>
              <a:cxn ang="0">
                <a:pos x="csX6844" y="csY6844"/>
              </a:cxn>
              <a:cxn ang="0">
                <a:pos x="csX6845" y="csY6845"/>
              </a:cxn>
              <a:cxn ang="0">
                <a:pos x="csX6846" y="csY6846"/>
              </a:cxn>
              <a:cxn ang="0">
                <a:pos x="csX6847" y="csY6847"/>
              </a:cxn>
              <a:cxn ang="0">
                <a:pos x="csX6848" y="csY6848"/>
              </a:cxn>
              <a:cxn ang="0">
                <a:pos x="csX6849" y="csY6849"/>
              </a:cxn>
              <a:cxn ang="0">
                <a:pos x="csX6850" y="csY6850"/>
              </a:cxn>
              <a:cxn ang="0">
                <a:pos x="csX6851" y="csY6851"/>
              </a:cxn>
              <a:cxn ang="0">
                <a:pos x="csX6852" y="csY6852"/>
              </a:cxn>
              <a:cxn ang="0">
                <a:pos x="csX6853" y="csY6853"/>
              </a:cxn>
              <a:cxn ang="0">
                <a:pos x="csX6854" y="csY6854"/>
              </a:cxn>
              <a:cxn ang="0">
                <a:pos x="csX6855" y="csY6855"/>
              </a:cxn>
              <a:cxn ang="0">
                <a:pos x="csX6856" y="csY6856"/>
              </a:cxn>
              <a:cxn ang="0">
                <a:pos x="csX6857" y="csY6857"/>
              </a:cxn>
              <a:cxn ang="0">
                <a:pos x="csX6858" y="csY6858"/>
              </a:cxn>
              <a:cxn ang="0">
                <a:pos x="csX6859" y="csY6859"/>
              </a:cxn>
              <a:cxn ang="0">
                <a:pos x="csX6860" y="csY6860"/>
              </a:cxn>
              <a:cxn ang="0">
                <a:pos x="csX6861" y="csY6861"/>
              </a:cxn>
              <a:cxn ang="0">
                <a:pos x="csX6862" y="csY6862"/>
              </a:cxn>
              <a:cxn ang="0">
                <a:pos x="csX6863" y="csY6863"/>
              </a:cxn>
              <a:cxn ang="0">
                <a:pos x="csX6864" y="csY6864"/>
              </a:cxn>
              <a:cxn ang="0">
                <a:pos x="csX6865" y="csY6865"/>
              </a:cxn>
              <a:cxn ang="0">
                <a:pos x="csX6866" y="csY6866"/>
              </a:cxn>
              <a:cxn ang="0">
                <a:pos x="csX6867" y="csY6867"/>
              </a:cxn>
              <a:cxn ang="0">
                <a:pos x="csX6868" y="csY6868"/>
              </a:cxn>
              <a:cxn ang="0">
                <a:pos x="csX6869" y="csY6869"/>
              </a:cxn>
              <a:cxn ang="0">
                <a:pos x="csX6870" y="csY6870"/>
              </a:cxn>
              <a:cxn ang="0">
                <a:pos x="csX6871" y="csY6871"/>
              </a:cxn>
              <a:cxn ang="0">
                <a:pos x="csX6872" y="csY6872"/>
              </a:cxn>
              <a:cxn ang="0">
                <a:pos x="csX6873" y="csY6873"/>
              </a:cxn>
              <a:cxn ang="0">
                <a:pos x="csX6874" y="csY6874"/>
              </a:cxn>
              <a:cxn ang="0">
                <a:pos x="csX6875" y="csY6875"/>
              </a:cxn>
              <a:cxn ang="0">
                <a:pos x="csX6876" y="csY6876"/>
              </a:cxn>
              <a:cxn ang="0">
                <a:pos x="csX6877" y="csY6877"/>
              </a:cxn>
              <a:cxn ang="0">
                <a:pos x="csX6878" y="csY6878"/>
              </a:cxn>
              <a:cxn ang="0">
                <a:pos x="csX6879" y="csY6879"/>
              </a:cxn>
              <a:cxn ang="0">
                <a:pos x="csX6880" y="csY6880"/>
              </a:cxn>
              <a:cxn ang="0">
                <a:pos x="csX6881" y="csY6881"/>
              </a:cxn>
              <a:cxn ang="0">
                <a:pos x="csX6882" y="csY6882"/>
              </a:cxn>
              <a:cxn ang="0">
                <a:pos x="csX6883" y="csY6883"/>
              </a:cxn>
              <a:cxn ang="0">
                <a:pos x="csX6884" y="csY6884"/>
              </a:cxn>
              <a:cxn ang="0">
                <a:pos x="csX6885" y="csY6885"/>
              </a:cxn>
              <a:cxn ang="0">
                <a:pos x="csX6886" y="csY6886"/>
              </a:cxn>
              <a:cxn ang="0">
                <a:pos x="csX6887" y="csY6887"/>
              </a:cxn>
              <a:cxn ang="0">
                <a:pos x="csX6888" y="csY6888"/>
              </a:cxn>
              <a:cxn ang="0">
                <a:pos x="csX6889" y="csY6889"/>
              </a:cxn>
              <a:cxn ang="0">
                <a:pos x="csX6890" y="csY6890"/>
              </a:cxn>
              <a:cxn ang="0">
                <a:pos x="csX6891" y="csY6891"/>
              </a:cxn>
              <a:cxn ang="0">
                <a:pos x="csX6892" y="csY6892"/>
              </a:cxn>
              <a:cxn ang="0">
                <a:pos x="csX6893" y="csY6893"/>
              </a:cxn>
              <a:cxn ang="0">
                <a:pos x="csX6894" y="csY6894"/>
              </a:cxn>
              <a:cxn ang="0">
                <a:pos x="csX6895" y="csY6895"/>
              </a:cxn>
              <a:cxn ang="0">
                <a:pos x="csX6896" y="csY6896"/>
              </a:cxn>
              <a:cxn ang="0">
                <a:pos x="csX6897" y="csY6897"/>
              </a:cxn>
              <a:cxn ang="0">
                <a:pos x="csX6898" y="csY6898"/>
              </a:cxn>
              <a:cxn ang="0">
                <a:pos x="csX6899" y="csY6899"/>
              </a:cxn>
              <a:cxn ang="0">
                <a:pos x="csX6900" y="csY6900"/>
              </a:cxn>
              <a:cxn ang="0">
                <a:pos x="csX6901" y="csY6901"/>
              </a:cxn>
              <a:cxn ang="0">
                <a:pos x="csX6902" y="csY6902"/>
              </a:cxn>
              <a:cxn ang="0">
                <a:pos x="csX6903" y="csY6903"/>
              </a:cxn>
              <a:cxn ang="0">
                <a:pos x="csX6904" y="csY6904"/>
              </a:cxn>
              <a:cxn ang="0">
                <a:pos x="csX6905" y="csY6905"/>
              </a:cxn>
              <a:cxn ang="0">
                <a:pos x="csX6906" y="csY6906"/>
              </a:cxn>
              <a:cxn ang="0">
                <a:pos x="csX6907" y="csY6907"/>
              </a:cxn>
              <a:cxn ang="0">
                <a:pos x="csX6908" y="csY6908"/>
              </a:cxn>
              <a:cxn ang="0">
                <a:pos x="csX6909" y="csY6909"/>
              </a:cxn>
              <a:cxn ang="0">
                <a:pos x="csX6910" y="csY6910"/>
              </a:cxn>
              <a:cxn ang="0">
                <a:pos x="csX6911" y="csY6911"/>
              </a:cxn>
              <a:cxn ang="0">
                <a:pos x="csX6912" y="csY6912"/>
              </a:cxn>
              <a:cxn ang="0">
                <a:pos x="csX6913" y="csY6913"/>
              </a:cxn>
              <a:cxn ang="0">
                <a:pos x="csX6914" y="csY6914"/>
              </a:cxn>
              <a:cxn ang="0">
                <a:pos x="csX6915" y="csY6915"/>
              </a:cxn>
              <a:cxn ang="0">
                <a:pos x="csX6916" y="csY6916"/>
              </a:cxn>
              <a:cxn ang="0">
                <a:pos x="csX6917" y="csY6917"/>
              </a:cxn>
              <a:cxn ang="0">
                <a:pos x="csX6918" y="csY6918"/>
              </a:cxn>
              <a:cxn ang="0">
                <a:pos x="csX6919" y="csY6919"/>
              </a:cxn>
              <a:cxn ang="0">
                <a:pos x="csX6920" y="csY6920"/>
              </a:cxn>
              <a:cxn ang="0">
                <a:pos x="csX6921" y="csY6921"/>
              </a:cxn>
              <a:cxn ang="0">
                <a:pos x="csX6922" y="csY6922"/>
              </a:cxn>
              <a:cxn ang="0">
                <a:pos x="csX6923" y="csY6923"/>
              </a:cxn>
              <a:cxn ang="0">
                <a:pos x="csX6924" y="csY6924"/>
              </a:cxn>
              <a:cxn ang="0">
                <a:pos x="csX6925" y="csY6925"/>
              </a:cxn>
              <a:cxn ang="0">
                <a:pos x="csX6926" y="csY6926"/>
              </a:cxn>
              <a:cxn ang="0">
                <a:pos x="csX6927" y="csY6927"/>
              </a:cxn>
              <a:cxn ang="0">
                <a:pos x="csX6928" y="csY6928"/>
              </a:cxn>
              <a:cxn ang="0">
                <a:pos x="csX6929" y="csY6929"/>
              </a:cxn>
              <a:cxn ang="0">
                <a:pos x="csX6930" y="csY6930"/>
              </a:cxn>
              <a:cxn ang="0">
                <a:pos x="csX6931" y="csY6931"/>
              </a:cxn>
              <a:cxn ang="0">
                <a:pos x="csX6932" y="csY6932"/>
              </a:cxn>
              <a:cxn ang="0">
                <a:pos x="csX6933" y="csY6933"/>
              </a:cxn>
              <a:cxn ang="0">
                <a:pos x="csX6934" y="csY6934"/>
              </a:cxn>
              <a:cxn ang="0">
                <a:pos x="csX6935" y="csY6935"/>
              </a:cxn>
              <a:cxn ang="0">
                <a:pos x="csX6936" y="csY6936"/>
              </a:cxn>
              <a:cxn ang="0">
                <a:pos x="csX6937" y="csY6937"/>
              </a:cxn>
              <a:cxn ang="0">
                <a:pos x="csX6938" y="csY6938"/>
              </a:cxn>
              <a:cxn ang="0">
                <a:pos x="csX6939" y="csY6939"/>
              </a:cxn>
              <a:cxn ang="0">
                <a:pos x="csX6940" y="csY6940"/>
              </a:cxn>
              <a:cxn ang="0">
                <a:pos x="csX6941" y="csY6941"/>
              </a:cxn>
              <a:cxn ang="0">
                <a:pos x="csX6942" y="csY6942"/>
              </a:cxn>
              <a:cxn ang="0">
                <a:pos x="csX6943" y="csY6943"/>
              </a:cxn>
              <a:cxn ang="0">
                <a:pos x="csX6944" y="csY6944"/>
              </a:cxn>
              <a:cxn ang="0">
                <a:pos x="csX6945" y="csY6945"/>
              </a:cxn>
              <a:cxn ang="0">
                <a:pos x="csX6946" y="csY6946"/>
              </a:cxn>
              <a:cxn ang="0">
                <a:pos x="csX6947" y="csY6947"/>
              </a:cxn>
              <a:cxn ang="0">
                <a:pos x="csX6948" y="csY6948"/>
              </a:cxn>
              <a:cxn ang="0">
                <a:pos x="csX6949" y="csY6949"/>
              </a:cxn>
              <a:cxn ang="0">
                <a:pos x="csX6950" y="csY6950"/>
              </a:cxn>
              <a:cxn ang="0">
                <a:pos x="csX6951" y="csY6951"/>
              </a:cxn>
              <a:cxn ang="0">
                <a:pos x="csX6952" y="csY6952"/>
              </a:cxn>
              <a:cxn ang="0">
                <a:pos x="csX6953" y="csY6953"/>
              </a:cxn>
              <a:cxn ang="0">
                <a:pos x="csX6954" y="csY6954"/>
              </a:cxn>
              <a:cxn ang="0">
                <a:pos x="csX6955" y="csY6955"/>
              </a:cxn>
              <a:cxn ang="0">
                <a:pos x="csX6956" y="csY6956"/>
              </a:cxn>
              <a:cxn ang="0">
                <a:pos x="csX6957" y="csY6957"/>
              </a:cxn>
              <a:cxn ang="0">
                <a:pos x="csX6958" y="csY6958"/>
              </a:cxn>
              <a:cxn ang="0">
                <a:pos x="csX6959" y="csY6959"/>
              </a:cxn>
              <a:cxn ang="0">
                <a:pos x="csX6960" y="csY6960"/>
              </a:cxn>
              <a:cxn ang="0">
                <a:pos x="csX6961" y="csY6961"/>
              </a:cxn>
              <a:cxn ang="0">
                <a:pos x="csX6962" y="csY6962"/>
              </a:cxn>
              <a:cxn ang="0">
                <a:pos x="csX6963" y="csY6963"/>
              </a:cxn>
              <a:cxn ang="0">
                <a:pos x="csX6964" y="csY6964"/>
              </a:cxn>
              <a:cxn ang="0">
                <a:pos x="csX6965" y="csY6965"/>
              </a:cxn>
              <a:cxn ang="0">
                <a:pos x="csX6966" y="csY6966"/>
              </a:cxn>
              <a:cxn ang="0">
                <a:pos x="csX6967" y="csY6967"/>
              </a:cxn>
              <a:cxn ang="0">
                <a:pos x="csX6968" y="csY6968"/>
              </a:cxn>
              <a:cxn ang="0">
                <a:pos x="csX6969" y="csY6969"/>
              </a:cxn>
              <a:cxn ang="0">
                <a:pos x="csX6970" y="csY6970"/>
              </a:cxn>
              <a:cxn ang="0">
                <a:pos x="csX6971" y="csY6971"/>
              </a:cxn>
              <a:cxn ang="0">
                <a:pos x="csX6972" y="csY6972"/>
              </a:cxn>
              <a:cxn ang="0">
                <a:pos x="csX6973" y="csY6973"/>
              </a:cxn>
              <a:cxn ang="0">
                <a:pos x="csX6974" y="csY6974"/>
              </a:cxn>
              <a:cxn ang="0">
                <a:pos x="csX6975" y="csY6975"/>
              </a:cxn>
              <a:cxn ang="0">
                <a:pos x="csX6976" y="csY6976"/>
              </a:cxn>
              <a:cxn ang="0">
                <a:pos x="csX6977" y="csY6977"/>
              </a:cxn>
              <a:cxn ang="0">
                <a:pos x="csX6978" y="csY6978"/>
              </a:cxn>
              <a:cxn ang="0">
                <a:pos x="csX6979" y="csY6979"/>
              </a:cxn>
              <a:cxn ang="0">
                <a:pos x="csX6980" y="csY6980"/>
              </a:cxn>
              <a:cxn ang="0">
                <a:pos x="csX6981" y="csY6981"/>
              </a:cxn>
              <a:cxn ang="0">
                <a:pos x="csX6982" y="csY6982"/>
              </a:cxn>
              <a:cxn ang="0">
                <a:pos x="csX6983" y="csY6983"/>
              </a:cxn>
              <a:cxn ang="0">
                <a:pos x="csX6984" y="csY6984"/>
              </a:cxn>
              <a:cxn ang="0">
                <a:pos x="csX6985" y="csY6985"/>
              </a:cxn>
              <a:cxn ang="0">
                <a:pos x="csX6986" y="csY6986"/>
              </a:cxn>
              <a:cxn ang="0">
                <a:pos x="csX6987" y="csY6987"/>
              </a:cxn>
              <a:cxn ang="0">
                <a:pos x="csX6988" y="csY6988"/>
              </a:cxn>
              <a:cxn ang="0">
                <a:pos x="csX6989" y="csY6989"/>
              </a:cxn>
              <a:cxn ang="0">
                <a:pos x="csX6990" y="csY6990"/>
              </a:cxn>
              <a:cxn ang="0">
                <a:pos x="csX6991" y="csY6991"/>
              </a:cxn>
              <a:cxn ang="0">
                <a:pos x="csX6992" y="csY6992"/>
              </a:cxn>
              <a:cxn ang="0">
                <a:pos x="csX6993" y="csY6993"/>
              </a:cxn>
              <a:cxn ang="0">
                <a:pos x="csX6994" y="csY6994"/>
              </a:cxn>
              <a:cxn ang="0">
                <a:pos x="csX6995" y="csY6995"/>
              </a:cxn>
              <a:cxn ang="0">
                <a:pos x="csX6996" y="csY6996"/>
              </a:cxn>
              <a:cxn ang="0">
                <a:pos x="csX6997" y="csY6997"/>
              </a:cxn>
              <a:cxn ang="0">
                <a:pos x="csX6998" y="csY6998"/>
              </a:cxn>
              <a:cxn ang="0">
                <a:pos x="csX6999" y="csY6999"/>
              </a:cxn>
              <a:cxn ang="0">
                <a:pos x="csX7000" y="csY7000"/>
              </a:cxn>
              <a:cxn ang="0">
                <a:pos x="csX7001" y="csY7001"/>
              </a:cxn>
              <a:cxn ang="0">
                <a:pos x="csX7002" y="csY7002"/>
              </a:cxn>
              <a:cxn ang="0">
                <a:pos x="csX7003" y="csY7003"/>
              </a:cxn>
              <a:cxn ang="0">
                <a:pos x="csX7004" y="csY7004"/>
              </a:cxn>
              <a:cxn ang="0">
                <a:pos x="csX7005" y="csY7005"/>
              </a:cxn>
              <a:cxn ang="0">
                <a:pos x="csX7006" y="csY7006"/>
              </a:cxn>
              <a:cxn ang="0">
                <a:pos x="csX7007" y="csY7007"/>
              </a:cxn>
              <a:cxn ang="0">
                <a:pos x="csX7008" y="csY7008"/>
              </a:cxn>
              <a:cxn ang="0">
                <a:pos x="csX7009" y="csY7009"/>
              </a:cxn>
              <a:cxn ang="0">
                <a:pos x="csX7010" y="csY7010"/>
              </a:cxn>
              <a:cxn ang="0">
                <a:pos x="csX7011" y="csY7011"/>
              </a:cxn>
              <a:cxn ang="0">
                <a:pos x="csX7012" y="csY7012"/>
              </a:cxn>
              <a:cxn ang="0">
                <a:pos x="csX7013" y="csY7013"/>
              </a:cxn>
              <a:cxn ang="0">
                <a:pos x="csX7014" y="csY7014"/>
              </a:cxn>
              <a:cxn ang="0">
                <a:pos x="csX7015" y="csY7015"/>
              </a:cxn>
              <a:cxn ang="0">
                <a:pos x="csX7016" y="csY7016"/>
              </a:cxn>
              <a:cxn ang="0">
                <a:pos x="csX7017" y="csY7017"/>
              </a:cxn>
              <a:cxn ang="0">
                <a:pos x="csX7018" y="csY7018"/>
              </a:cxn>
              <a:cxn ang="0">
                <a:pos x="csX7019" y="csY7019"/>
              </a:cxn>
              <a:cxn ang="0">
                <a:pos x="csX7020" y="csY7020"/>
              </a:cxn>
              <a:cxn ang="0">
                <a:pos x="csX7021" y="csY7021"/>
              </a:cxn>
              <a:cxn ang="0">
                <a:pos x="csX7022" y="csY7022"/>
              </a:cxn>
              <a:cxn ang="0">
                <a:pos x="csX7023" y="csY7023"/>
              </a:cxn>
              <a:cxn ang="0">
                <a:pos x="csX7024" y="csY7024"/>
              </a:cxn>
              <a:cxn ang="0">
                <a:pos x="csX7025" y="csY7025"/>
              </a:cxn>
              <a:cxn ang="0">
                <a:pos x="csX7026" y="csY7026"/>
              </a:cxn>
              <a:cxn ang="0">
                <a:pos x="csX7027" y="csY7027"/>
              </a:cxn>
              <a:cxn ang="0">
                <a:pos x="csX7028" y="csY7028"/>
              </a:cxn>
              <a:cxn ang="0">
                <a:pos x="csX7029" y="csY7029"/>
              </a:cxn>
              <a:cxn ang="0">
                <a:pos x="csX7030" y="csY7030"/>
              </a:cxn>
              <a:cxn ang="0">
                <a:pos x="csX7031" y="csY7031"/>
              </a:cxn>
              <a:cxn ang="0">
                <a:pos x="csX7032" y="csY7032"/>
              </a:cxn>
              <a:cxn ang="0">
                <a:pos x="csX7033" y="csY7033"/>
              </a:cxn>
              <a:cxn ang="0">
                <a:pos x="csX7034" y="csY7034"/>
              </a:cxn>
              <a:cxn ang="0">
                <a:pos x="csX7035" y="csY7035"/>
              </a:cxn>
              <a:cxn ang="0">
                <a:pos x="csX7036" y="csY7036"/>
              </a:cxn>
              <a:cxn ang="0">
                <a:pos x="csX7037" y="csY7037"/>
              </a:cxn>
              <a:cxn ang="0">
                <a:pos x="csX7038" y="csY7038"/>
              </a:cxn>
              <a:cxn ang="0">
                <a:pos x="csX7039" y="csY7039"/>
              </a:cxn>
              <a:cxn ang="0">
                <a:pos x="csX7040" y="csY7040"/>
              </a:cxn>
              <a:cxn ang="0">
                <a:pos x="csX7041" y="csY7041"/>
              </a:cxn>
              <a:cxn ang="0">
                <a:pos x="csX7042" y="csY7042"/>
              </a:cxn>
              <a:cxn ang="0">
                <a:pos x="csX7043" y="csY7043"/>
              </a:cxn>
              <a:cxn ang="0">
                <a:pos x="csX7044" y="csY7044"/>
              </a:cxn>
              <a:cxn ang="0">
                <a:pos x="csX7045" y="csY7045"/>
              </a:cxn>
              <a:cxn ang="0">
                <a:pos x="csX7046" y="csY7046"/>
              </a:cxn>
              <a:cxn ang="0">
                <a:pos x="csX7047" y="csY7047"/>
              </a:cxn>
              <a:cxn ang="0">
                <a:pos x="csX7048" y="csY7048"/>
              </a:cxn>
              <a:cxn ang="0">
                <a:pos x="csX7049" y="csY7049"/>
              </a:cxn>
              <a:cxn ang="0">
                <a:pos x="csX7050" y="csY7050"/>
              </a:cxn>
              <a:cxn ang="0">
                <a:pos x="csX7051" y="csY7051"/>
              </a:cxn>
              <a:cxn ang="0">
                <a:pos x="csX7052" y="csY7052"/>
              </a:cxn>
              <a:cxn ang="0">
                <a:pos x="csX7053" y="csY7053"/>
              </a:cxn>
              <a:cxn ang="0">
                <a:pos x="csX7054" y="csY7054"/>
              </a:cxn>
              <a:cxn ang="0">
                <a:pos x="csX7055" y="csY7055"/>
              </a:cxn>
              <a:cxn ang="0">
                <a:pos x="csX7056" y="csY7056"/>
              </a:cxn>
              <a:cxn ang="0">
                <a:pos x="csX7057" y="csY7057"/>
              </a:cxn>
              <a:cxn ang="0">
                <a:pos x="csX7058" y="csY7058"/>
              </a:cxn>
              <a:cxn ang="0">
                <a:pos x="csX7059" y="csY7059"/>
              </a:cxn>
              <a:cxn ang="0">
                <a:pos x="csX7060" y="csY7060"/>
              </a:cxn>
              <a:cxn ang="0">
                <a:pos x="csX7061" y="csY7061"/>
              </a:cxn>
              <a:cxn ang="0">
                <a:pos x="csX7062" y="csY7062"/>
              </a:cxn>
              <a:cxn ang="0">
                <a:pos x="csX7063" y="csY7063"/>
              </a:cxn>
              <a:cxn ang="0">
                <a:pos x="csX7064" y="csY7064"/>
              </a:cxn>
              <a:cxn ang="0">
                <a:pos x="csX7065" y="csY7065"/>
              </a:cxn>
              <a:cxn ang="0">
                <a:pos x="csX7066" y="csY7066"/>
              </a:cxn>
              <a:cxn ang="0">
                <a:pos x="csX7067" y="csY7067"/>
              </a:cxn>
              <a:cxn ang="0">
                <a:pos x="csX7068" y="csY7068"/>
              </a:cxn>
              <a:cxn ang="0">
                <a:pos x="csX7069" y="csY7069"/>
              </a:cxn>
              <a:cxn ang="0">
                <a:pos x="csX7070" y="csY7070"/>
              </a:cxn>
              <a:cxn ang="0">
                <a:pos x="csX7071" y="csY7071"/>
              </a:cxn>
              <a:cxn ang="0">
                <a:pos x="csX7072" y="csY7072"/>
              </a:cxn>
              <a:cxn ang="0">
                <a:pos x="csX7073" y="csY7073"/>
              </a:cxn>
              <a:cxn ang="0">
                <a:pos x="csX7074" y="csY7074"/>
              </a:cxn>
              <a:cxn ang="0">
                <a:pos x="csX7075" y="csY7075"/>
              </a:cxn>
              <a:cxn ang="0">
                <a:pos x="csX7076" y="csY7076"/>
              </a:cxn>
              <a:cxn ang="0">
                <a:pos x="csX7077" y="csY7077"/>
              </a:cxn>
              <a:cxn ang="0">
                <a:pos x="csX7078" y="csY7078"/>
              </a:cxn>
              <a:cxn ang="0">
                <a:pos x="csX7079" y="csY7079"/>
              </a:cxn>
              <a:cxn ang="0">
                <a:pos x="csX7080" y="csY7080"/>
              </a:cxn>
              <a:cxn ang="0">
                <a:pos x="csX7081" y="csY7081"/>
              </a:cxn>
              <a:cxn ang="0">
                <a:pos x="csX7082" y="csY7082"/>
              </a:cxn>
              <a:cxn ang="0">
                <a:pos x="csX7083" y="csY7083"/>
              </a:cxn>
              <a:cxn ang="0">
                <a:pos x="csX7084" y="csY7084"/>
              </a:cxn>
              <a:cxn ang="0">
                <a:pos x="csX7085" y="csY7085"/>
              </a:cxn>
              <a:cxn ang="0">
                <a:pos x="csX7086" y="csY7086"/>
              </a:cxn>
              <a:cxn ang="0">
                <a:pos x="csX7087" y="csY7087"/>
              </a:cxn>
              <a:cxn ang="0">
                <a:pos x="csX7088" y="csY7088"/>
              </a:cxn>
              <a:cxn ang="0">
                <a:pos x="csX7089" y="csY7089"/>
              </a:cxn>
              <a:cxn ang="0">
                <a:pos x="csX7090" y="csY7090"/>
              </a:cxn>
              <a:cxn ang="0">
                <a:pos x="csX7091" y="csY7091"/>
              </a:cxn>
              <a:cxn ang="0">
                <a:pos x="csX7092" y="csY7092"/>
              </a:cxn>
              <a:cxn ang="0">
                <a:pos x="csX7093" y="csY7093"/>
              </a:cxn>
              <a:cxn ang="0">
                <a:pos x="csX7094" y="csY7094"/>
              </a:cxn>
              <a:cxn ang="0">
                <a:pos x="csX7095" y="csY7095"/>
              </a:cxn>
              <a:cxn ang="0">
                <a:pos x="csX7096" y="csY7096"/>
              </a:cxn>
              <a:cxn ang="0">
                <a:pos x="csX7097" y="csY7097"/>
              </a:cxn>
              <a:cxn ang="0">
                <a:pos x="csX7098" y="csY7098"/>
              </a:cxn>
              <a:cxn ang="0">
                <a:pos x="csX7099" y="csY7099"/>
              </a:cxn>
              <a:cxn ang="0">
                <a:pos x="csX7100" y="csY7100"/>
              </a:cxn>
              <a:cxn ang="0">
                <a:pos x="csX7101" y="csY7101"/>
              </a:cxn>
              <a:cxn ang="0">
                <a:pos x="csX7102" y="csY7102"/>
              </a:cxn>
              <a:cxn ang="0">
                <a:pos x="csX7103" y="csY7103"/>
              </a:cxn>
              <a:cxn ang="0">
                <a:pos x="csX7104" y="csY7104"/>
              </a:cxn>
              <a:cxn ang="0">
                <a:pos x="csX7105" y="csY7105"/>
              </a:cxn>
              <a:cxn ang="0">
                <a:pos x="csX7106" y="csY7106"/>
              </a:cxn>
              <a:cxn ang="0">
                <a:pos x="csX7107" y="csY7107"/>
              </a:cxn>
              <a:cxn ang="0">
                <a:pos x="csX7108" y="csY7108"/>
              </a:cxn>
              <a:cxn ang="0">
                <a:pos x="csX7109" y="csY7109"/>
              </a:cxn>
              <a:cxn ang="0">
                <a:pos x="csX7110" y="csY7110"/>
              </a:cxn>
              <a:cxn ang="0">
                <a:pos x="csX7111" y="csY7111"/>
              </a:cxn>
              <a:cxn ang="0">
                <a:pos x="csX7112" y="csY7112"/>
              </a:cxn>
              <a:cxn ang="0">
                <a:pos x="csX7113" y="csY7113"/>
              </a:cxn>
              <a:cxn ang="0">
                <a:pos x="csX7114" y="csY7114"/>
              </a:cxn>
              <a:cxn ang="0">
                <a:pos x="csX7115" y="csY7115"/>
              </a:cxn>
              <a:cxn ang="0">
                <a:pos x="csX7116" y="csY7116"/>
              </a:cxn>
              <a:cxn ang="0">
                <a:pos x="csX7117" y="csY7117"/>
              </a:cxn>
              <a:cxn ang="0">
                <a:pos x="csX7118" y="csY7118"/>
              </a:cxn>
              <a:cxn ang="0">
                <a:pos x="csX7119" y="csY7119"/>
              </a:cxn>
              <a:cxn ang="0">
                <a:pos x="csX7120" y="csY7120"/>
              </a:cxn>
              <a:cxn ang="0">
                <a:pos x="csX7121" y="csY7121"/>
              </a:cxn>
              <a:cxn ang="0">
                <a:pos x="csX7122" y="csY7122"/>
              </a:cxn>
              <a:cxn ang="0">
                <a:pos x="csX7123" y="csY7123"/>
              </a:cxn>
              <a:cxn ang="0">
                <a:pos x="csX7124" y="csY7124"/>
              </a:cxn>
              <a:cxn ang="0">
                <a:pos x="csX7125" y="csY7125"/>
              </a:cxn>
              <a:cxn ang="0">
                <a:pos x="csX7126" y="csY7126"/>
              </a:cxn>
              <a:cxn ang="0">
                <a:pos x="csX7127" y="csY7127"/>
              </a:cxn>
              <a:cxn ang="0">
                <a:pos x="csX7128" y="csY7128"/>
              </a:cxn>
              <a:cxn ang="0">
                <a:pos x="csX7129" y="csY7129"/>
              </a:cxn>
              <a:cxn ang="0">
                <a:pos x="csX7130" y="csY7130"/>
              </a:cxn>
              <a:cxn ang="0">
                <a:pos x="csX7131" y="csY7131"/>
              </a:cxn>
              <a:cxn ang="0">
                <a:pos x="csX7132" y="csY7132"/>
              </a:cxn>
              <a:cxn ang="0">
                <a:pos x="csX7133" y="csY7133"/>
              </a:cxn>
              <a:cxn ang="0">
                <a:pos x="csX7134" y="csY7134"/>
              </a:cxn>
              <a:cxn ang="0">
                <a:pos x="csX7135" y="csY7135"/>
              </a:cxn>
              <a:cxn ang="0">
                <a:pos x="csX7136" y="csY7136"/>
              </a:cxn>
              <a:cxn ang="0">
                <a:pos x="csX7137" y="csY7137"/>
              </a:cxn>
              <a:cxn ang="0">
                <a:pos x="csX7138" y="csY7138"/>
              </a:cxn>
              <a:cxn ang="0">
                <a:pos x="csX7139" y="csY7139"/>
              </a:cxn>
              <a:cxn ang="0">
                <a:pos x="csX7140" y="csY7140"/>
              </a:cxn>
              <a:cxn ang="0">
                <a:pos x="csX7141" y="csY7141"/>
              </a:cxn>
              <a:cxn ang="0">
                <a:pos x="csX7142" y="csY7142"/>
              </a:cxn>
              <a:cxn ang="0">
                <a:pos x="csX7143" y="csY7143"/>
              </a:cxn>
              <a:cxn ang="0">
                <a:pos x="csX7144" y="csY7144"/>
              </a:cxn>
              <a:cxn ang="0">
                <a:pos x="csX7145" y="csY7145"/>
              </a:cxn>
              <a:cxn ang="0">
                <a:pos x="csX7146" y="csY7146"/>
              </a:cxn>
              <a:cxn ang="0">
                <a:pos x="csX7147" y="csY7147"/>
              </a:cxn>
              <a:cxn ang="0">
                <a:pos x="csX7148" y="csY7148"/>
              </a:cxn>
              <a:cxn ang="0">
                <a:pos x="csX7149" y="csY7149"/>
              </a:cxn>
              <a:cxn ang="0">
                <a:pos x="csX7150" y="csY7150"/>
              </a:cxn>
              <a:cxn ang="0">
                <a:pos x="csX7151" y="csY7151"/>
              </a:cxn>
              <a:cxn ang="0">
                <a:pos x="csX7152" y="csY7152"/>
              </a:cxn>
              <a:cxn ang="0">
                <a:pos x="csX7153" y="csY7153"/>
              </a:cxn>
              <a:cxn ang="0">
                <a:pos x="csX7154" y="csY7154"/>
              </a:cxn>
              <a:cxn ang="0">
                <a:pos x="csX7155" y="csY7155"/>
              </a:cxn>
              <a:cxn ang="0">
                <a:pos x="csX7156" y="csY7156"/>
              </a:cxn>
              <a:cxn ang="0">
                <a:pos x="csX7157" y="csY7157"/>
              </a:cxn>
              <a:cxn ang="0">
                <a:pos x="csX7158" y="csY7158"/>
              </a:cxn>
              <a:cxn ang="0">
                <a:pos x="csX7159" y="csY7159"/>
              </a:cxn>
              <a:cxn ang="0">
                <a:pos x="csX7160" y="csY7160"/>
              </a:cxn>
              <a:cxn ang="0">
                <a:pos x="csX7161" y="csY7161"/>
              </a:cxn>
              <a:cxn ang="0">
                <a:pos x="csX7162" y="csY7162"/>
              </a:cxn>
              <a:cxn ang="0">
                <a:pos x="csX7163" y="csY7163"/>
              </a:cxn>
              <a:cxn ang="0">
                <a:pos x="csX7164" y="csY7164"/>
              </a:cxn>
              <a:cxn ang="0">
                <a:pos x="csX7165" y="csY7165"/>
              </a:cxn>
              <a:cxn ang="0">
                <a:pos x="csX7166" y="csY7166"/>
              </a:cxn>
              <a:cxn ang="0">
                <a:pos x="csX7167" y="csY7167"/>
              </a:cxn>
              <a:cxn ang="0">
                <a:pos x="csX7168" y="csY7168"/>
              </a:cxn>
              <a:cxn ang="0">
                <a:pos x="csX7169" y="csY7169"/>
              </a:cxn>
              <a:cxn ang="0">
                <a:pos x="csX7170" y="csY7170"/>
              </a:cxn>
              <a:cxn ang="0">
                <a:pos x="csX7171" y="csY7171"/>
              </a:cxn>
              <a:cxn ang="0">
                <a:pos x="csX7172" y="csY7172"/>
              </a:cxn>
              <a:cxn ang="0">
                <a:pos x="csX7173" y="csY7173"/>
              </a:cxn>
              <a:cxn ang="0">
                <a:pos x="csX7174" y="csY7174"/>
              </a:cxn>
              <a:cxn ang="0">
                <a:pos x="csX7175" y="csY7175"/>
              </a:cxn>
              <a:cxn ang="0">
                <a:pos x="csX7176" y="csY7176"/>
              </a:cxn>
              <a:cxn ang="0">
                <a:pos x="csX7177" y="csY7177"/>
              </a:cxn>
              <a:cxn ang="0">
                <a:pos x="csX7178" y="csY7178"/>
              </a:cxn>
              <a:cxn ang="0">
                <a:pos x="csX7179" y="csY7179"/>
              </a:cxn>
              <a:cxn ang="0">
                <a:pos x="csX7180" y="csY7180"/>
              </a:cxn>
              <a:cxn ang="0">
                <a:pos x="csX7181" y="csY7181"/>
              </a:cxn>
              <a:cxn ang="0">
                <a:pos x="csX7182" y="csY7182"/>
              </a:cxn>
              <a:cxn ang="0">
                <a:pos x="csX7183" y="csY7183"/>
              </a:cxn>
              <a:cxn ang="0">
                <a:pos x="csX7184" y="csY7184"/>
              </a:cxn>
              <a:cxn ang="0">
                <a:pos x="csX7185" y="csY7185"/>
              </a:cxn>
              <a:cxn ang="0">
                <a:pos x="csX7186" y="csY7186"/>
              </a:cxn>
              <a:cxn ang="0">
                <a:pos x="csX7187" y="csY7187"/>
              </a:cxn>
              <a:cxn ang="0">
                <a:pos x="csX7188" y="csY7188"/>
              </a:cxn>
              <a:cxn ang="0">
                <a:pos x="csX7189" y="csY7189"/>
              </a:cxn>
              <a:cxn ang="0">
                <a:pos x="csX7190" y="csY7190"/>
              </a:cxn>
              <a:cxn ang="0">
                <a:pos x="csX7191" y="csY7191"/>
              </a:cxn>
              <a:cxn ang="0">
                <a:pos x="csX7192" y="csY7192"/>
              </a:cxn>
              <a:cxn ang="0">
                <a:pos x="csX7193" y="csY7193"/>
              </a:cxn>
              <a:cxn ang="0">
                <a:pos x="csX7194" y="csY7194"/>
              </a:cxn>
              <a:cxn ang="0">
                <a:pos x="csX7195" y="csY7195"/>
              </a:cxn>
              <a:cxn ang="0">
                <a:pos x="csX7196" y="csY7196"/>
              </a:cxn>
              <a:cxn ang="0">
                <a:pos x="csX7197" y="csY7197"/>
              </a:cxn>
              <a:cxn ang="0">
                <a:pos x="csX7198" y="csY7198"/>
              </a:cxn>
              <a:cxn ang="0">
                <a:pos x="csX7199" y="csY7199"/>
              </a:cxn>
              <a:cxn ang="0">
                <a:pos x="csX7200" y="csY7200"/>
              </a:cxn>
              <a:cxn ang="0">
                <a:pos x="csX7201" y="csY7201"/>
              </a:cxn>
              <a:cxn ang="0">
                <a:pos x="csX7202" y="csY7202"/>
              </a:cxn>
              <a:cxn ang="0">
                <a:pos x="csX7203" y="csY7203"/>
              </a:cxn>
              <a:cxn ang="0">
                <a:pos x="csX7204" y="csY7204"/>
              </a:cxn>
              <a:cxn ang="0">
                <a:pos x="csX7205" y="csY7205"/>
              </a:cxn>
              <a:cxn ang="0">
                <a:pos x="csX7206" y="csY7206"/>
              </a:cxn>
              <a:cxn ang="0">
                <a:pos x="csX7207" y="csY7207"/>
              </a:cxn>
              <a:cxn ang="0">
                <a:pos x="csX7208" y="csY7208"/>
              </a:cxn>
              <a:cxn ang="0">
                <a:pos x="csX7209" y="csY7209"/>
              </a:cxn>
              <a:cxn ang="0">
                <a:pos x="csX7210" y="csY7210"/>
              </a:cxn>
              <a:cxn ang="0">
                <a:pos x="csX7211" y="csY7211"/>
              </a:cxn>
              <a:cxn ang="0">
                <a:pos x="csX7212" y="csY7212"/>
              </a:cxn>
              <a:cxn ang="0">
                <a:pos x="csX7213" y="csY7213"/>
              </a:cxn>
              <a:cxn ang="0">
                <a:pos x="csX7214" y="csY7214"/>
              </a:cxn>
              <a:cxn ang="0">
                <a:pos x="csX7215" y="csY7215"/>
              </a:cxn>
              <a:cxn ang="0">
                <a:pos x="csX7216" y="csY7216"/>
              </a:cxn>
              <a:cxn ang="0">
                <a:pos x="csX7217" y="csY7217"/>
              </a:cxn>
              <a:cxn ang="0">
                <a:pos x="csX7218" y="csY7218"/>
              </a:cxn>
              <a:cxn ang="0">
                <a:pos x="csX7219" y="csY7219"/>
              </a:cxn>
              <a:cxn ang="0">
                <a:pos x="csX7220" y="csY7220"/>
              </a:cxn>
              <a:cxn ang="0">
                <a:pos x="csX7221" y="csY7221"/>
              </a:cxn>
              <a:cxn ang="0">
                <a:pos x="csX7222" y="csY7222"/>
              </a:cxn>
              <a:cxn ang="0">
                <a:pos x="csX7223" y="csY7223"/>
              </a:cxn>
              <a:cxn ang="0">
                <a:pos x="csX7224" y="csY7224"/>
              </a:cxn>
              <a:cxn ang="0">
                <a:pos x="csX7225" y="csY7225"/>
              </a:cxn>
              <a:cxn ang="0">
                <a:pos x="csX7226" y="csY7226"/>
              </a:cxn>
              <a:cxn ang="0">
                <a:pos x="csX7227" y="csY7227"/>
              </a:cxn>
              <a:cxn ang="0">
                <a:pos x="csX7228" y="csY7228"/>
              </a:cxn>
              <a:cxn ang="0">
                <a:pos x="csX7229" y="csY7229"/>
              </a:cxn>
              <a:cxn ang="0">
                <a:pos x="csX7230" y="csY7230"/>
              </a:cxn>
              <a:cxn ang="0">
                <a:pos x="csX7231" y="csY7231"/>
              </a:cxn>
              <a:cxn ang="0">
                <a:pos x="csX7232" y="csY7232"/>
              </a:cxn>
              <a:cxn ang="0">
                <a:pos x="csX7233" y="csY7233"/>
              </a:cxn>
              <a:cxn ang="0">
                <a:pos x="csX7234" y="csY7234"/>
              </a:cxn>
              <a:cxn ang="0">
                <a:pos x="csX7235" y="csY7235"/>
              </a:cxn>
              <a:cxn ang="0">
                <a:pos x="csX7236" y="csY7236"/>
              </a:cxn>
              <a:cxn ang="0">
                <a:pos x="csX7237" y="csY7237"/>
              </a:cxn>
              <a:cxn ang="0">
                <a:pos x="csX7238" y="csY7238"/>
              </a:cxn>
              <a:cxn ang="0">
                <a:pos x="csX7239" y="csY7239"/>
              </a:cxn>
              <a:cxn ang="0">
                <a:pos x="csX7240" y="csY7240"/>
              </a:cxn>
              <a:cxn ang="0">
                <a:pos x="csX7241" y="csY7241"/>
              </a:cxn>
              <a:cxn ang="0">
                <a:pos x="csX7242" y="csY7242"/>
              </a:cxn>
              <a:cxn ang="0">
                <a:pos x="csX7243" y="csY7243"/>
              </a:cxn>
              <a:cxn ang="0">
                <a:pos x="csX7244" y="csY7244"/>
              </a:cxn>
              <a:cxn ang="0">
                <a:pos x="csX7245" y="csY7245"/>
              </a:cxn>
              <a:cxn ang="0">
                <a:pos x="csX7246" y="csY7246"/>
              </a:cxn>
              <a:cxn ang="0">
                <a:pos x="csX7247" y="csY7247"/>
              </a:cxn>
              <a:cxn ang="0">
                <a:pos x="csX7248" y="csY7248"/>
              </a:cxn>
              <a:cxn ang="0">
                <a:pos x="csX7249" y="csY7249"/>
              </a:cxn>
              <a:cxn ang="0">
                <a:pos x="csX7250" y="csY7250"/>
              </a:cxn>
              <a:cxn ang="0">
                <a:pos x="csX7251" y="csY7251"/>
              </a:cxn>
              <a:cxn ang="0">
                <a:pos x="csX7252" y="csY7252"/>
              </a:cxn>
              <a:cxn ang="0">
                <a:pos x="csX7253" y="csY7253"/>
              </a:cxn>
              <a:cxn ang="0">
                <a:pos x="csX7254" y="csY7254"/>
              </a:cxn>
              <a:cxn ang="0">
                <a:pos x="csX7255" y="csY7255"/>
              </a:cxn>
              <a:cxn ang="0">
                <a:pos x="csX7256" y="csY7256"/>
              </a:cxn>
              <a:cxn ang="0">
                <a:pos x="csX7257" y="csY7257"/>
              </a:cxn>
              <a:cxn ang="0">
                <a:pos x="csX7258" y="csY7258"/>
              </a:cxn>
              <a:cxn ang="0">
                <a:pos x="csX7259" y="csY7259"/>
              </a:cxn>
              <a:cxn ang="0">
                <a:pos x="csX7260" y="csY7260"/>
              </a:cxn>
              <a:cxn ang="0">
                <a:pos x="csX7261" y="csY7261"/>
              </a:cxn>
              <a:cxn ang="0">
                <a:pos x="csX7262" y="csY7262"/>
              </a:cxn>
              <a:cxn ang="0">
                <a:pos x="csX7263" y="csY7263"/>
              </a:cxn>
              <a:cxn ang="0">
                <a:pos x="csX7264" y="csY7264"/>
              </a:cxn>
              <a:cxn ang="0">
                <a:pos x="csX7265" y="csY7265"/>
              </a:cxn>
              <a:cxn ang="0">
                <a:pos x="csX7266" y="csY7266"/>
              </a:cxn>
              <a:cxn ang="0">
                <a:pos x="csX7267" y="csY7267"/>
              </a:cxn>
              <a:cxn ang="0">
                <a:pos x="csX7268" y="csY7268"/>
              </a:cxn>
              <a:cxn ang="0">
                <a:pos x="csX7269" y="csY7269"/>
              </a:cxn>
              <a:cxn ang="0">
                <a:pos x="csX7270" y="csY7270"/>
              </a:cxn>
              <a:cxn ang="0">
                <a:pos x="csX7271" y="csY7271"/>
              </a:cxn>
              <a:cxn ang="0">
                <a:pos x="csX7272" y="csY7272"/>
              </a:cxn>
              <a:cxn ang="0">
                <a:pos x="csX7273" y="csY7273"/>
              </a:cxn>
              <a:cxn ang="0">
                <a:pos x="csX7274" y="csY7274"/>
              </a:cxn>
              <a:cxn ang="0">
                <a:pos x="csX7275" y="csY7275"/>
              </a:cxn>
              <a:cxn ang="0">
                <a:pos x="csX7276" y="csY7276"/>
              </a:cxn>
              <a:cxn ang="0">
                <a:pos x="csX7277" y="csY7277"/>
              </a:cxn>
              <a:cxn ang="0">
                <a:pos x="csX7278" y="csY7278"/>
              </a:cxn>
              <a:cxn ang="0">
                <a:pos x="csX7279" y="csY7279"/>
              </a:cxn>
              <a:cxn ang="0">
                <a:pos x="csX7280" y="csY7280"/>
              </a:cxn>
              <a:cxn ang="0">
                <a:pos x="csX7281" y="csY7281"/>
              </a:cxn>
              <a:cxn ang="0">
                <a:pos x="csX7282" y="csY7282"/>
              </a:cxn>
              <a:cxn ang="0">
                <a:pos x="csX7283" y="csY7283"/>
              </a:cxn>
              <a:cxn ang="0">
                <a:pos x="csX7284" y="csY7284"/>
              </a:cxn>
              <a:cxn ang="0">
                <a:pos x="csX7285" y="csY7285"/>
              </a:cxn>
              <a:cxn ang="0">
                <a:pos x="csX7286" y="csY7286"/>
              </a:cxn>
              <a:cxn ang="0">
                <a:pos x="csX7287" y="csY7287"/>
              </a:cxn>
              <a:cxn ang="0">
                <a:pos x="csX7288" y="csY7288"/>
              </a:cxn>
              <a:cxn ang="0">
                <a:pos x="csX7289" y="csY7289"/>
              </a:cxn>
              <a:cxn ang="0">
                <a:pos x="csX7290" y="csY7290"/>
              </a:cxn>
              <a:cxn ang="0">
                <a:pos x="csX7291" y="csY7291"/>
              </a:cxn>
              <a:cxn ang="0">
                <a:pos x="csX7292" y="csY7292"/>
              </a:cxn>
              <a:cxn ang="0">
                <a:pos x="csX7293" y="csY7293"/>
              </a:cxn>
              <a:cxn ang="0">
                <a:pos x="csX7294" y="csY7294"/>
              </a:cxn>
              <a:cxn ang="0">
                <a:pos x="csX7295" y="csY7295"/>
              </a:cxn>
              <a:cxn ang="0">
                <a:pos x="csX7296" y="csY7296"/>
              </a:cxn>
              <a:cxn ang="0">
                <a:pos x="csX7297" y="csY7297"/>
              </a:cxn>
              <a:cxn ang="0">
                <a:pos x="csX7298" y="csY7298"/>
              </a:cxn>
              <a:cxn ang="0">
                <a:pos x="csX7299" y="csY7299"/>
              </a:cxn>
              <a:cxn ang="0">
                <a:pos x="csX7300" y="csY7300"/>
              </a:cxn>
              <a:cxn ang="0">
                <a:pos x="csX7301" y="csY7301"/>
              </a:cxn>
              <a:cxn ang="0">
                <a:pos x="csX7302" y="csY7302"/>
              </a:cxn>
              <a:cxn ang="0">
                <a:pos x="csX7303" y="csY7303"/>
              </a:cxn>
              <a:cxn ang="0">
                <a:pos x="csX7304" y="csY7304"/>
              </a:cxn>
              <a:cxn ang="0">
                <a:pos x="csX7305" y="csY7305"/>
              </a:cxn>
              <a:cxn ang="0">
                <a:pos x="csX7306" y="csY7306"/>
              </a:cxn>
              <a:cxn ang="0">
                <a:pos x="csX7307" y="csY7307"/>
              </a:cxn>
              <a:cxn ang="0">
                <a:pos x="csX7308" y="csY7308"/>
              </a:cxn>
              <a:cxn ang="0">
                <a:pos x="csX7309" y="csY7309"/>
              </a:cxn>
              <a:cxn ang="0">
                <a:pos x="csX7310" y="csY7310"/>
              </a:cxn>
              <a:cxn ang="0">
                <a:pos x="csX7311" y="csY7311"/>
              </a:cxn>
              <a:cxn ang="0">
                <a:pos x="csX7312" y="csY7312"/>
              </a:cxn>
              <a:cxn ang="0">
                <a:pos x="csX7313" y="csY7313"/>
              </a:cxn>
              <a:cxn ang="0">
                <a:pos x="csX7314" y="csY7314"/>
              </a:cxn>
              <a:cxn ang="0">
                <a:pos x="csX7315" y="csY7315"/>
              </a:cxn>
              <a:cxn ang="0">
                <a:pos x="csX7316" y="csY7316"/>
              </a:cxn>
              <a:cxn ang="0">
                <a:pos x="csX7317" y="csY7317"/>
              </a:cxn>
              <a:cxn ang="0">
                <a:pos x="csX7318" y="csY7318"/>
              </a:cxn>
              <a:cxn ang="0">
                <a:pos x="csX7319" y="csY7319"/>
              </a:cxn>
              <a:cxn ang="0">
                <a:pos x="csX7320" y="csY7320"/>
              </a:cxn>
              <a:cxn ang="0">
                <a:pos x="csX7321" y="csY7321"/>
              </a:cxn>
              <a:cxn ang="0">
                <a:pos x="csX7322" y="csY7322"/>
              </a:cxn>
              <a:cxn ang="0">
                <a:pos x="csX7323" y="csY7323"/>
              </a:cxn>
              <a:cxn ang="0">
                <a:pos x="csX7324" y="csY7324"/>
              </a:cxn>
              <a:cxn ang="0">
                <a:pos x="csX7325" y="csY7325"/>
              </a:cxn>
              <a:cxn ang="0">
                <a:pos x="csX7326" y="csY7326"/>
              </a:cxn>
              <a:cxn ang="0">
                <a:pos x="csX7327" y="csY7327"/>
              </a:cxn>
              <a:cxn ang="0">
                <a:pos x="csX7328" y="csY7328"/>
              </a:cxn>
              <a:cxn ang="0">
                <a:pos x="csX7329" y="csY7329"/>
              </a:cxn>
              <a:cxn ang="0">
                <a:pos x="csX7330" y="csY7330"/>
              </a:cxn>
              <a:cxn ang="0">
                <a:pos x="csX7331" y="csY7331"/>
              </a:cxn>
              <a:cxn ang="0">
                <a:pos x="csX7332" y="csY7332"/>
              </a:cxn>
              <a:cxn ang="0">
                <a:pos x="csX7333" y="csY7333"/>
              </a:cxn>
              <a:cxn ang="0">
                <a:pos x="csX7334" y="csY7334"/>
              </a:cxn>
              <a:cxn ang="0">
                <a:pos x="csX7335" y="csY7335"/>
              </a:cxn>
              <a:cxn ang="0">
                <a:pos x="csX7336" y="csY7336"/>
              </a:cxn>
              <a:cxn ang="0">
                <a:pos x="csX7337" y="csY7337"/>
              </a:cxn>
              <a:cxn ang="0">
                <a:pos x="csX7338" y="csY7338"/>
              </a:cxn>
              <a:cxn ang="0">
                <a:pos x="csX7339" y="csY7339"/>
              </a:cxn>
              <a:cxn ang="0">
                <a:pos x="csX7340" y="csY7340"/>
              </a:cxn>
              <a:cxn ang="0">
                <a:pos x="csX7341" y="csY7341"/>
              </a:cxn>
              <a:cxn ang="0">
                <a:pos x="csX7342" y="csY7342"/>
              </a:cxn>
              <a:cxn ang="0">
                <a:pos x="csX7343" y="csY7343"/>
              </a:cxn>
              <a:cxn ang="0">
                <a:pos x="csX7344" y="csY7344"/>
              </a:cxn>
              <a:cxn ang="0">
                <a:pos x="csX7345" y="csY7345"/>
              </a:cxn>
              <a:cxn ang="0">
                <a:pos x="csX7346" y="csY7346"/>
              </a:cxn>
              <a:cxn ang="0">
                <a:pos x="csX7347" y="csY7347"/>
              </a:cxn>
              <a:cxn ang="0">
                <a:pos x="csX7348" y="csY7348"/>
              </a:cxn>
              <a:cxn ang="0">
                <a:pos x="csX7349" y="csY7349"/>
              </a:cxn>
              <a:cxn ang="0">
                <a:pos x="csX7350" y="csY7350"/>
              </a:cxn>
              <a:cxn ang="0">
                <a:pos x="csX7351" y="csY7351"/>
              </a:cxn>
              <a:cxn ang="0">
                <a:pos x="csX7352" y="csY7352"/>
              </a:cxn>
              <a:cxn ang="0">
                <a:pos x="csX7353" y="csY7353"/>
              </a:cxn>
              <a:cxn ang="0">
                <a:pos x="csX7354" y="csY7354"/>
              </a:cxn>
              <a:cxn ang="0">
                <a:pos x="csX7355" y="csY7355"/>
              </a:cxn>
              <a:cxn ang="0">
                <a:pos x="csX7356" y="csY7356"/>
              </a:cxn>
              <a:cxn ang="0">
                <a:pos x="csX7357" y="csY7357"/>
              </a:cxn>
              <a:cxn ang="0">
                <a:pos x="csX7358" y="csY7358"/>
              </a:cxn>
              <a:cxn ang="0">
                <a:pos x="csX7359" y="csY7359"/>
              </a:cxn>
              <a:cxn ang="0">
                <a:pos x="csX7360" y="csY7360"/>
              </a:cxn>
              <a:cxn ang="0">
                <a:pos x="csX7361" y="csY7361"/>
              </a:cxn>
              <a:cxn ang="0">
                <a:pos x="csX7362" y="csY7362"/>
              </a:cxn>
              <a:cxn ang="0">
                <a:pos x="csX7363" y="csY7363"/>
              </a:cxn>
              <a:cxn ang="0">
                <a:pos x="csX7364" y="csY7364"/>
              </a:cxn>
              <a:cxn ang="0">
                <a:pos x="csX7365" y="csY7365"/>
              </a:cxn>
              <a:cxn ang="0">
                <a:pos x="csX7366" y="csY7366"/>
              </a:cxn>
              <a:cxn ang="0">
                <a:pos x="csX7367" y="csY7367"/>
              </a:cxn>
              <a:cxn ang="0">
                <a:pos x="csX7368" y="csY7368"/>
              </a:cxn>
              <a:cxn ang="0">
                <a:pos x="csX7369" y="csY7369"/>
              </a:cxn>
              <a:cxn ang="0">
                <a:pos x="csX7370" y="csY7370"/>
              </a:cxn>
              <a:cxn ang="0">
                <a:pos x="csX7371" y="csY7371"/>
              </a:cxn>
              <a:cxn ang="0">
                <a:pos x="csX7372" y="csY7372"/>
              </a:cxn>
              <a:cxn ang="0">
                <a:pos x="csX7373" y="csY7373"/>
              </a:cxn>
              <a:cxn ang="0">
                <a:pos x="csX7374" y="csY7374"/>
              </a:cxn>
              <a:cxn ang="0">
                <a:pos x="csX7375" y="csY7375"/>
              </a:cxn>
              <a:cxn ang="0">
                <a:pos x="csX7376" y="csY7376"/>
              </a:cxn>
              <a:cxn ang="0">
                <a:pos x="csX7377" y="csY7377"/>
              </a:cxn>
              <a:cxn ang="0">
                <a:pos x="csX7378" y="csY7378"/>
              </a:cxn>
              <a:cxn ang="0">
                <a:pos x="csX7379" y="csY7379"/>
              </a:cxn>
              <a:cxn ang="0">
                <a:pos x="csX7380" y="csY7380"/>
              </a:cxn>
              <a:cxn ang="0">
                <a:pos x="csX7381" y="csY7381"/>
              </a:cxn>
              <a:cxn ang="0">
                <a:pos x="csX7382" y="csY7382"/>
              </a:cxn>
              <a:cxn ang="0">
                <a:pos x="csX7383" y="csY7383"/>
              </a:cxn>
              <a:cxn ang="0">
                <a:pos x="csX7384" y="csY7384"/>
              </a:cxn>
              <a:cxn ang="0">
                <a:pos x="csX7385" y="csY7385"/>
              </a:cxn>
              <a:cxn ang="0">
                <a:pos x="csX7386" y="csY7386"/>
              </a:cxn>
              <a:cxn ang="0">
                <a:pos x="csX7387" y="csY7387"/>
              </a:cxn>
              <a:cxn ang="0">
                <a:pos x="csX7388" y="csY7388"/>
              </a:cxn>
              <a:cxn ang="0">
                <a:pos x="csX7389" y="csY7389"/>
              </a:cxn>
              <a:cxn ang="0">
                <a:pos x="csX7390" y="csY7390"/>
              </a:cxn>
              <a:cxn ang="0">
                <a:pos x="csX7391" y="csY7391"/>
              </a:cxn>
              <a:cxn ang="0">
                <a:pos x="csX7392" y="csY7392"/>
              </a:cxn>
              <a:cxn ang="0">
                <a:pos x="csX7393" y="csY7393"/>
              </a:cxn>
              <a:cxn ang="0">
                <a:pos x="csX7394" y="csY7394"/>
              </a:cxn>
              <a:cxn ang="0">
                <a:pos x="csX7395" y="csY7395"/>
              </a:cxn>
              <a:cxn ang="0">
                <a:pos x="csX7396" y="csY7396"/>
              </a:cxn>
              <a:cxn ang="0">
                <a:pos x="csX7397" y="csY7397"/>
              </a:cxn>
              <a:cxn ang="0">
                <a:pos x="csX7398" y="csY7398"/>
              </a:cxn>
              <a:cxn ang="0">
                <a:pos x="csX7399" y="csY7399"/>
              </a:cxn>
              <a:cxn ang="0">
                <a:pos x="csX7400" y="csY7400"/>
              </a:cxn>
              <a:cxn ang="0">
                <a:pos x="csX7401" y="csY7401"/>
              </a:cxn>
              <a:cxn ang="0">
                <a:pos x="csX7402" y="csY7402"/>
              </a:cxn>
              <a:cxn ang="0">
                <a:pos x="csX7403" y="csY7403"/>
              </a:cxn>
              <a:cxn ang="0">
                <a:pos x="csX7404" y="csY7404"/>
              </a:cxn>
              <a:cxn ang="0">
                <a:pos x="csX7405" y="csY7405"/>
              </a:cxn>
              <a:cxn ang="0">
                <a:pos x="csX7406" y="csY7406"/>
              </a:cxn>
              <a:cxn ang="0">
                <a:pos x="csX7407" y="csY7407"/>
              </a:cxn>
              <a:cxn ang="0">
                <a:pos x="csX7408" y="csY7408"/>
              </a:cxn>
              <a:cxn ang="0">
                <a:pos x="csX7409" y="csY7409"/>
              </a:cxn>
              <a:cxn ang="0">
                <a:pos x="csX7410" y="csY7410"/>
              </a:cxn>
              <a:cxn ang="0">
                <a:pos x="csX7411" y="csY7411"/>
              </a:cxn>
              <a:cxn ang="0">
                <a:pos x="csX7412" y="csY7412"/>
              </a:cxn>
              <a:cxn ang="0">
                <a:pos x="csX7413" y="csY7413"/>
              </a:cxn>
              <a:cxn ang="0">
                <a:pos x="csX7414" y="csY7414"/>
              </a:cxn>
              <a:cxn ang="0">
                <a:pos x="csX7415" y="csY7415"/>
              </a:cxn>
              <a:cxn ang="0">
                <a:pos x="csX7416" y="csY7416"/>
              </a:cxn>
              <a:cxn ang="0">
                <a:pos x="csX7417" y="csY7417"/>
              </a:cxn>
              <a:cxn ang="0">
                <a:pos x="csX7418" y="csY7418"/>
              </a:cxn>
              <a:cxn ang="0">
                <a:pos x="csX7419" y="csY7419"/>
              </a:cxn>
              <a:cxn ang="0">
                <a:pos x="csX7420" y="csY7420"/>
              </a:cxn>
              <a:cxn ang="0">
                <a:pos x="csX7421" y="csY7421"/>
              </a:cxn>
              <a:cxn ang="0">
                <a:pos x="csX7422" y="csY7422"/>
              </a:cxn>
              <a:cxn ang="0">
                <a:pos x="csX7423" y="csY7423"/>
              </a:cxn>
              <a:cxn ang="0">
                <a:pos x="csX7424" y="csY7424"/>
              </a:cxn>
              <a:cxn ang="0">
                <a:pos x="csX7425" y="csY7425"/>
              </a:cxn>
              <a:cxn ang="0">
                <a:pos x="csX7426" y="csY7426"/>
              </a:cxn>
              <a:cxn ang="0">
                <a:pos x="csX7427" y="csY7427"/>
              </a:cxn>
              <a:cxn ang="0">
                <a:pos x="csX7428" y="csY7428"/>
              </a:cxn>
              <a:cxn ang="0">
                <a:pos x="csX7429" y="csY7429"/>
              </a:cxn>
              <a:cxn ang="0">
                <a:pos x="csX7430" y="csY7430"/>
              </a:cxn>
              <a:cxn ang="0">
                <a:pos x="csX7431" y="csY7431"/>
              </a:cxn>
              <a:cxn ang="0">
                <a:pos x="csX7432" y="csY7432"/>
              </a:cxn>
              <a:cxn ang="0">
                <a:pos x="csX7433" y="csY7433"/>
              </a:cxn>
              <a:cxn ang="0">
                <a:pos x="csX7434" y="csY7434"/>
              </a:cxn>
              <a:cxn ang="0">
                <a:pos x="csX7435" y="csY7435"/>
              </a:cxn>
              <a:cxn ang="0">
                <a:pos x="csX7436" y="csY7436"/>
              </a:cxn>
              <a:cxn ang="0">
                <a:pos x="csX7437" y="csY7437"/>
              </a:cxn>
              <a:cxn ang="0">
                <a:pos x="csX7438" y="csY7438"/>
              </a:cxn>
              <a:cxn ang="0">
                <a:pos x="csX7439" y="csY7439"/>
              </a:cxn>
              <a:cxn ang="0">
                <a:pos x="csX7440" y="csY7440"/>
              </a:cxn>
              <a:cxn ang="0">
                <a:pos x="csX7441" y="csY7441"/>
              </a:cxn>
              <a:cxn ang="0">
                <a:pos x="csX7442" y="csY7442"/>
              </a:cxn>
              <a:cxn ang="0">
                <a:pos x="csX7443" y="csY7443"/>
              </a:cxn>
              <a:cxn ang="0">
                <a:pos x="csX7444" y="csY7444"/>
              </a:cxn>
              <a:cxn ang="0">
                <a:pos x="csX7445" y="csY7445"/>
              </a:cxn>
              <a:cxn ang="0">
                <a:pos x="csX7446" y="csY7446"/>
              </a:cxn>
              <a:cxn ang="0">
                <a:pos x="csX7447" y="csY7447"/>
              </a:cxn>
              <a:cxn ang="0">
                <a:pos x="csX7448" y="csY7448"/>
              </a:cxn>
              <a:cxn ang="0">
                <a:pos x="csX7449" y="csY7449"/>
              </a:cxn>
              <a:cxn ang="0">
                <a:pos x="csX7450" y="csY7450"/>
              </a:cxn>
              <a:cxn ang="0">
                <a:pos x="csX7451" y="csY7451"/>
              </a:cxn>
              <a:cxn ang="0">
                <a:pos x="csX7452" y="csY7452"/>
              </a:cxn>
              <a:cxn ang="0">
                <a:pos x="csX7453" y="csY7453"/>
              </a:cxn>
              <a:cxn ang="0">
                <a:pos x="csX7454" y="csY7454"/>
              </a:cxn>
              <a:cxn ang="0">
                <a:pos x="csX7455" y="csY7455"/>
              </a:cxn>
              <a:cxn ang="0">
                <a:pos x="csX7456" y="csY7456"/>
              </a:cxn>
              <a:cxn ang="0">
                <a:pos x="csX7457" y="csY7457"/>
              </a:cxn>
              <a:cxn ang="0">
                <a:pos x="csX7458" y="csY7458"/>
              </a:cxn>
              <a:cxn ang="0">
                <a:pos x="csX7459" y="csY7459"/>
              </a:cxn>
              <a:cxn ang="0">
                <a:pos x="csX7460" y="csY7460"/>
              </a:cxn>
              <a:cxn ang="0">
                <a:pos x="csX7461" y="csY7461"/>
              </a:cxn>
              <a:cxn ang="0">
                <a:pos x="csX7462" y="csY7462"/>
              </a:cxn>
              <a:cxn ang="0">
                <a:pos x="csX7463" y="csY7463"/>
              </a:cxn>
              <a:cxn ang="0">
                <a:pos x="csX7464" y="csY7464"/>
              </a:cxn>
              <a:cxn ang="0">
                <a:pos x="csX7465" y="csY7465"/>
              </a:cxn>
              <a:cxn ang="0">
                <a:pos x="csX7466" y="csY7466"/>
              </a:cxn>
              <a:cxn ang="0">
                <a:pos x="csX7467" y="csY7467"/>
              </a:cxn>
              <a:cxn ang="0">
                <a:pos x="csX7468" y="csY7468"/>
              </a:cxn>
              <a:cxn ang="0">
                <a:pos x="csX7469" y="csY7469"/>
              </a:cxn>
              <a:cxn ang="0">
                <a:pos x="csX7470" y="csY7470"/>
              </a:cxn>
              <a:cxn ang="0">
                <a:pos x="csX7471" y="csY7471"/>
              </a:cxn>
              <a:cxn ang="0">
                <a:pos x="csX7472" y="csY7472"/>
              </a:cxn>
              <a:cxn ang="0">
                <a:pos x="csX7473" y="csY7473"/>
              </a:cxn>
              <a:cxn ang="0">
                <a:pos x="csX7474" y="csY7474"/>
              </a:cxn>
              <a:cxn ang="0">
                <a:pos x="csX7475" y="csY7475"/>
              </a:cxn>
              <a:cxn ang="0">
                <a:pos x="csX7476" y="csY7476"/>
              </a:cxn>
              <a:cxn ang="0">
                <a:pos x="csX7477" y="csY7477"/>
              </a:cxn>
              <a:cxn ang="0">
                <a:pos x="csX7478" y="csY7478"/>
              </a:cxn>
              <a:cxn ang="0">
                <a:pos x="csX7479" y="csY7479"/>
              </a:cxn>
              <a:cxn ang="0">
                <a:pos x="csX7480" y="csY7480"/>
              </a:cxn>
              <a:cxn ang="0">
                <a:pos x="csX7481" y="csY7481"/>
              </a:cxn>
              <a:cxn ang="0">
                <a:pos x="csX7482" y="csY7482"/>
              </a:cxn>
              <a:cxn ang="0">
                <a:pos x="csX7483" y="csY7483"/>
              </a:cxn>
              <a:cxn ang="0">
                <a:pos x="csX7484" y="csY7484"/>
              </a:cxn>
              <a:cxn ang="0">
                <a:pos x="csX7485" y="csY7485"/>
              </a:cxn>
              <a:cxn ang="0">
                <a:pos x="csX7486" y="csY7486"/>
              </a:cxn>
              <a:cxn ang="0">
                <a:pos x="csX7487" y="csY7487"/>
              </a:cxn>
              <a:cxn ang="0">
                <a:pos x="csX7488" y="csY7488"/>
              </a:cxn>
              <a:cxn ang="0">
                <a:pos x="csX7489" y="csY7489"/>
              </a:cxn>
              <a:cxn ang="0">
                <a:pos x="csX7490" y="csY7490"/>
              </a:cxn>
              <a:cxn ang="0">
                <a:pos x="csX7491" y="csY7491"/>
              </a:cxn>
              <a:cxn ang="0">
                <a:pos x="csX7492" y="csY7492"/>
              </a:cxn>
              <a:cxn ang="0">
                <a:pos x="csX7493" y="csY7493"/>
              </a:cxn>
              <a:cxn ang="0">
                <a:pos x="csX7494" y="csY7494"/>
              </a:cxn>
              <a:cxn ang="0">
                <a:pos x="csX7495" y="csY7495"/>
              </a:cxn>
              <a:cxn ang="0">
                <a:pos x="csX7496" y="csY7496"/>
              </a:cxn>
              <a:cxn ang="0">
                <a:pos x="csX7497" y="csY7497"/>
              </a:cxn>
              <a:cxn ang="0">
                <a:pos x="csX7498" y="csY7498"/>
              </a:cxn>
              <a:cxn ang="0">
                <a:pos x="csX7499" y="csY7499"/>
              </a:cxn>
              <a:cxn ang="0">
                <a:pos x="csX7500" y="csY7500"/>
              </a:cxn>
              <a:cxn ang="0">
                <a:pos x="csX7501" y="csY7501"/>
              </a:cxn>
              <a:cxn ang="0">
                <a:pos x="csX7502" y="csY7502"/>
              </a:cxn>
              <a:cxn ang="0">
                <a:pos x="csX7503" y="csY7503"/>
              </a:cxn>
              <a:cxn ang="0">
                <a:pos x="csX7504" y="csY7504"/>
              </a:cxn>
              <a:cxn ang="0">
                <a:pos x="csX7505" y="csY7505"/>
              </a:cxn>
              <a:cxn ang="0">
                <a:pos x="csX7506" y="csY7506"/>
              </a:cxn>
              <a:cxn ang="0">
                <a:pos x="csX7507" y="csY7507"/>
              </a:cxn>
              <a:cxn ang="0">
                <a:pos x="csX7508" y="csY7508"/>
              </a:cxn>
              <a:cxn ang="0">
                <a:pos x="csX7509" y="csY7509"/>
              </a:cxn>
              <a:cxn ang="0">
                <a:pos x="csX7510" y="csY7510"/>
              </a:cxn>
              <a:cxn ang="0">
                <a:pos x="csX7511" y="csY7511"/>
              </a:cxn>
              <a:cxn ang="0">
                <a:pos x="csX7512" y="csY7512"/>
              </a:cxn>
              <a:cxn ang="0">
                <a:pos x="csX7513" y="csY7513"/>
              </a:cxn>
              <a:cxn ang="0">
                <a:pos x="csX7514" y="csY7514"/>
              </a:cxn>
              <a:cxn ang="0">
                <a:pos x="csX7515" y="csY7515"/>
              </a:cxn>
              <a:cxn ang="0">
                <a:pos x="csX7516" y="csY7516"/>
              </a:cxn>
              <a:cxn ang="0">
                <a:pos x="csX7517" y="csY7517"/>
              </a:cxn>
              <a:cxn ang="0">
                <a:pos x="csX7518" y="csY7518"/>
              </a:cxn>
              <a:cxn ang="0">
                <a:pos x="csX7519" y="csY7519"/>
              </a:cxn>
              <a:cxn ang="0">
                <a:pos x="csX7520" y="csY7520"/>
              </a:cxn>
              <a:cxn ang="0">
                <a:pos x="csX7521" y="csY7521"/>
              </a:cxn>
              <a:cxn ang="0">
                <a:pos x="csX7522" y="csY7522"/>
              </a:cxn>
              <a:cxn ang="0">
                <a:pos x="csX7523" y="csY7523"/>
              </a:cxn>
              <a:cxn ang="0">
                <a:pos x="csX7524" y="csY7524"/>
              </a:cxn>
              <a:cxn ang="0">
                <a:pos x="csX7525" y="csY7525"/>
              </a:cxn>
              <a:cxn ang="0">
                <a:pos x="csX7526" y="csY7526"/>
              </a:cxn>
              <a:cxn ang="0">
                <a:pos x="csX7527" y="csY7527"/>
              </a:cxn>
              <a:cxn ang="0">
                <a:pos x="csX7528" y="csY7528"/>
              </a:cxn>
              <a:cxn ang="0">
                <a:pos x="csX7529" y="csY7529"/>
              </a:cxn>
              <a:cxn ang="0">
                <a:pos x="csX7530" y="csY7530"/>
              </a:cxn>
              <a:cxn ang="0">
                <a:pos x="csX7531" y="csY7531"/>
              </a:cxn>
              <a:cxn ang="0">
                <a:pos x="csX7532" y="csY7532"/>
              </a:cxn>
              <a:cxn ang="0">
                <a:pos x="csX7533" y="csY7533"/>
              </a:cxn>
              <a:cxn ang="0">
                <a:pos x="csX7534" y="csY7534"/>
              </a:cxn>
              <a:cxn ang="0">
                <a:pos x="csX7535" y="csY7535"/>
              </a:cxn>
              <a:cxn ang="0">
                <a:pos x="csX7536" y="csY7536"/>
              </a:cxn>
              <a:cxn ang="0">
                <a:pos x="csX7537" y="csY7537"/>
              </a:cxn>
              <a:cxn ang="0">
                <a:pos x="csX7538" y="csY7538"/>
              </a:cxn>
              <a:cxn ang="0">
                <a:pos x="csX7539" y="csY7539"/>
              </a:cxn>
              <a:cxn ang="0">
                <a:pos x="csX7540" y="csY7540"/>
              </a:cxn>
              <a:cxn ang="0">
                <a:pos x="csX7541" y="csY7541"/>
              </a:cxn>
              <a:cxn ang="0">
                <a:pos x="csX7542" y="csY7542"/>
              </a:cxn>
              <a:cxn ang="0">
                <a:pos x="csX7543" y="csY7543"/>
              </a:cxn>
              <a:cxn ang="0">
                <a:pos x="csX7544" y="csY7544"/>
              </a:cxn>
              <a:cxn ang="0">
                <a:pos x="csX7545" y="csY7545"/>
              </a:cxn>
              <a:cxn ang="0">
                <a:pos x="csX7546" y="csY7546"/>
              </a:cxn>
              <a:cxn ang="0">
                <a:pos x="csX7547" y="csY7547"/>
              </a:cxn>
              <a:cxn ang="0">
                <a:pos x="csX7548" y="csY7548"/>
              </a:cxn>
              <a:cxn ang="0">
                <a:pos x="csX7549" y="csY7549"/>
              </a:cxn>
              <a:cxn ang="0">
                <a:pos x="csX7550" y="csY7550"/>
              </a:cxn>
              <a:cxn ang="0">
                <a:pos x="csX7551" y="csY7551"/>
              </a:cxn>
              <a:cxn ang="0">
                <a:pos x="csX7552" y="csY7552"/>
              </a:cxn>
              <a:cxn ang="0">
                <a:pos x="csX7553" y="csY7553"/>
              </a:cxn>
              <a:cxn ang="0">
                <a:pos x="csX7554" y="csY7554"/>
              </a:cxn>
              <a:cxn ang="0">
                <a:pos x="csX7555" y="csY7555"/>
              </a:cxn>
              <a:cxn ang="0">
                <a:pos x="csX7556" y="csY7556"/>
              </a:cxn>
              <a:cxn ang="0">
                <a:pos x="csX7557" y="csY7557"/>
              </a:cxn>
              <a:cxn ang="0">
                <a:pos x="csX7558" y="csY7558"/>
              </a:cxn>
              <a:cxn ang="0">
                <a:pos x="csX7559" y="csY7559"/>
              </a:cxn>
              <a:cxn ang="0">
                <a:pos x="csX7560" y="csY7560"/>
              </a:cxn>
              <a:cxn ang="0">
                <a:pos x="csX7561" y="csY7561"/>
              </a:cxn>
              <a:cxn ang="0">
                <a:pos x="csX7562" y="csY7562"/>
              </a:cxn>
              <a:cxn ang="0">
                <a:pos x="csX7563" y="csY7563"/>
              </a:cxn>
              <a:cxn ang="0">
                <a:pos x="csX7564" y="csY7564"/>
              </a:cxn>
              <a:cxn ang="0">
                <a:pos x="csX7565" y="csY7565"/>
              </a:cxn>
              <a:cxn ang="0">
                <a:pos x="csX7566" y="csY7566"/>
              </a:cxn>
              <a:cxn ang="0">
                <a:pos x="csX7567" y="csY7567"/>
              </a:cxn>
              <a:cxn ang="0">
                <a:pos x="csX7568" y="csY7568"/>
              </a:cxn>
              <a:cxn ang="0">
                <a:pos x="csX7569" y="csY7569"/>
              </a:cxn>
              <a:cxn ang="0">
                <a:pos x="csX7570" y="csY7570"/>
              </a:cxn>
              <a:cxn ang="0">
                <a:pos x="csX7571" y="csY7571"/>
              </a:cxn>
              <a:cxn ang="0">
                <a:pos x="csX7572" y="csY7572"/>
              </a:cxn>
              <a:cxn ang="0">
                <a:pos x="csX7573" y="csY7573"/>
              </a:cxn>
              <a:cxn ang="0">
                <a:pos x="csX7574" y="csY7574"/>
              </a:cxn>
              <a:cxn ang="0">
                <a:pos x="csX7575" y="csY7575"/>
              </a:cxn>
              <a:cxn ang="0">
                <a:pos x="csX7576" y="csY7576"/>
              </a:cxn>
              <a:cxn ang="0">
                <a:pos x="csX7577" y="csY7577"/>
              </a:cxn>
              <a:cxn ang="0">
                <a:pos x="csX7578" y="csY7578"/>
              </a:cxn>
              <a:cxn ang="0">
                <a:pos x="csX7579" y="csY7579"/>
              </a:cxn>
              <a:cxn ang="0">
                <a:pos x="csX7580" y="csY7580"/>
              </a:cxn>
              <a:cxn ang="0">
                <a:pos x="csX7581" y="csY7581"/>
              </a:cxn>
              <a:cxn ang="0">
                <a:pos x="csX7582" y="csY7582"/>
              </a:cxn>
              <a:cxn ang="0">
                <a:pos x="csX7583" y="csY7583"/>
              </a:cxn>
              <a:cxn ang="0">
                <a:pos x="csX7584" y="csY7584"/>
              </a:cxn>
              <a:cxn ang="0">
                <a:pos x="csX7585" y="csY7585"/>
              </a:cxn>
              <a:cxn ang="0">
                <a:pos x="csX7586" y="csY7586"/>
              </a:cxn>
              <a:cxn ang="0">
                <a:pos x="csX7587" y="csY7587"/>
              </a:cxn>
              <a:cxn ang="0">
                <a:pos x="csX7588" y="csY7588"/>
              </a:cxn>
              <a:cxn ang="0">
                <a:pos x="csX7589" y="csY7589"/>
              </a:cxn>
              <a:cxn ang="0">
                <a:pos x="csX7590" y="csY7590"/>
              </a:cxn>
              <a:cxn ang="0">
                <a:pos x="csX7591" y="csY7591"/>
              </a:cxn>
              <a:cxn ang="0">
                <a:pos x="csX7592" y="csY7592"/>
              </a:cxn>
              <a:cxn ang="0">
                <a:pos x="csX7593" y="csY7593"/>
              </a:cxn>
              <a:cxn ang="0">
                <a:pos x="csX7594" y="csY7594"/>
              </a:cxn>
              <a:cxn ang="0">
                <a:pos x="csX7595" y="csY7595"/>
              </a:cxn>
              <a:cxn ang="0">
                <a:pos x="csX7596" y="csY7596"/>
              </a:cxn>
              <a:cxn ang="0">
                <a:pos x="csX7597" y="csY7597"/>
              </a:cxn>
              <a:cxn ang="0">
                <a:pos x="csX7598" y="csY7598"/>
              </a:cxn>
              <a:cxn ang="0">
                <a:pos x="csX7599" y="csY7599"/>
              </a:cxn>
              <a:cxn ang="0">
                <a:pos x="csX7600" y="csY7600"/>
              </a:cxn>
              <a:cxn ang="0">
                <a:pos x="csX7601" y="csY7601"/>
              </a:cxn>
              <a:cxn ang="0">
                <a:pos x="csX7602" y="csY7602"/>
              </a:cxn>
              <a:cxn ang="0">
                <a:pos x="csX7603" y="csY7603"/>
              </a:cxn>
              <a:cxn ang="0">
                <a:pos x="csX7604" y="csY7604"/>
              </a:cxn>
              <a:cxn ang="0">
                <a:pos x="csX7605" y="csY7605"/>
              </a:cxn>
              <a:cxn ang="0">
                <a:pos x="csX7606" y="csY7606"/>
              </a:cxn>
              <a:cxn ang="0">
                <a:pos x="csX7607" y="csY7607"/>
              </a:cxn>
              <a:cxn ang="0">
                <a:pos x="csX7608" y="csY7608"/>
              </a:cxn>
              <a:cxn ang="0">
                <a:pos x="csX7609" y="csY7609"/>
              </a:cxn>
              <a:cxn ang="0">
                <a:pos x="csX7610" y="csY7610"/>
              </a:cxn>
              <a:cxn ang="0">
                <a:pos x="csX7611" y="csY7611"/>
              </a:cxn>
              <a:cxn ang="0">
                <a:pos x="csX7612" y="csY7612"/>
              </a:cxn>
              <a:cxn ang="0">
                <a:pos x="csX7613" y="csY7613"/>
              </a:cxn>
              <a:cxn ang="0">
                <a:pos x="csX7614" y="csY7614"/>
              </a:cxn>
              <a:cxn ang="0">
                <a:pos x="csX7615" y="csY7615"/>
              </a:cxn>
              <a:cxn ang="0">
                <a:pos x="csX7616" y="csY7616"/>
              </a:cxn>
              <a:cxn ang="0">
                <a:pos x="csX7617" y="csY7617"/>
              </a:cxn>
              <a:cxn ang="0">
                <a:pos x="csX7618" y="csY7618"/>
              </a:cxn>
              <a:cxn ang="0">
                <a:pos x="csX7619" y="csY7619"/>
              </a:cxn>
              <a:cxn ang="0">
                <a:pos x="csX7620" y="csY7620"/>
              </a:cxn>
              <a:cxn ang="0">
                <a:pos x="csX7621" y="csY7621"/>
              </a:cxn>
              <a:cxn ang="0">
                <a:pos x="csX7622" y="csY7622"/>
              </a:cxn>
              <a:cxn ang="0">
                <a:pos x="csX7623" y="csY7623"/>
              </a:cxn>
              <a:cxn ang="0">
                <a:pos x="csX7624" y="csY7624"/>
              </a:cxn>
              <a:cxn ang="0">
                <a:pos x="csX7625" y="csY7625"/>
              </a:cxn>
              <a:cxn ang="0">
                <a:pos x="csX7626" y="csY7626"/>
              </a:cxn>
              <a:cxn ang="0">
                <a:pos x="csX7627" y="csY7627"/>
              </a:cxn>
              <a:cxn ang="0">
                <a:pos x="csX7628" y="csY7628"/>
              </a:cxn>
              <a:cxn ang="0">
                <a:pos x="csX7629" y="csY7629"/>
              </a:cxn>
              <a:cxn ang="0">
                <a:pos x="csX7630" y="csY7630"/>
              </a:cxn>
              <a:cxn ang="0">
                <a:pos x="csX7631" y="csY7631"/>
              </a:cxn>
              <a:cxn ang="0">
                <a:pos x="csX7632" y="csY7632"/>
              </a:cxn>
              <a:cxn ang="0">
                <a:pos x="csX7633" y="csY7633"/>
              </a:cxn>
              <a:cxn ang="0">
                <a:pos x="csX7634" y="csY7634"/>
              </a:cxn>
              <a:cxn ang="0">
                <a:pos x="csX7635" y="csY7635"/>
              </a:cxn>
              <a:cxn ang="0">
                <a:pos x="csX7636" y="csY7636"/>
              </a:cxn>
              <a:cxn ang="0">
                <a:pos x="csX7637" y="csY7637"/>
              </a:cxn>
              <a:cxn ang="0">
                <a:pos x="csX7638" y="csY7638"/>
              </a:cxn>
              <a:cxn ang="0">
                <a:pos x="csX7639" y="csY7639"/>
              </a:cxn>
              <a:cxn ang="0">
                <a:pos x="csX7640" y="csY7640"/>
              </a:cxn>
              <a:cxn ang="0">
                <a:pos x="csX7641" y="csY7641"/>
              </a:cxn>
              <a:cxn ang="0">
                <a:pos x="csX7642" y="csY7642"/>
              </a:cxn>
              <a:cxn ang="0">
                <a:pos x="csX7643" y="csY7643"/>
              </a:cxn>
              <a:cxn ang="0">
                <a:pos x="csX7644" y="csY7644"/>
              </a:cxn>
              <a:cxn ang="0">
                <a:pos x="csX7645" y="csY7645"/>
              </a:cxn>
              <a:cxn ang="0">
                <a:pos x="csX7646" y="csY7646"/>
              </a:cxn>
              <a:cxn ang="0">
                <a:pos x="csX7647" y="csY7647"/>
              </a:cxn>
              <a:cxn ang="0">
                <a:pos x="csX7648" y="csY7648"/>
              </a:cxn>
              <a:cxn ang="0">
                <a:pos x="csX7649" y="csY7649"/>
              </a:cxn>
              <a:cxn ang="0">
                <a:pos x="csX7650" y="csY7650"/>
              </a:cxn>
              <a:cxn ang="0">
                <a:pos x="csX7651" y="csY7651"/>
              </a:cxn>
              <a:cxn ang="0">
                <a:pos x="csX7652" y="csY7652"/>
              </a:cxn>
              <a:cxn ang="0">
                <a:pos x="csX7653" y="csY7653"/>
              </a:cxn>
              <a:cxn ang="0">
                <a:pos x="csX7654" y="csY7654"/>
              </a:cxn>
              <a:cxn ang="0">
                <a:pos x="csX7655" y="csY7655"/>
              </a:cxn>
              <a:cxn ang="0">
                <a:pos x="csX7656" y="csY7656"/>
              </a:cxn>
              <a:cxn ang="0">
                <a:pos x="csX7657" y="csY7657"/>
              </a:cxn>
              <a:cxn ang="0">
                <a:pos x="csX7658" y="csY7658"/>
              </a:cxn>
              <a:cxn ang="0">
                <a:pos x="csX7659" y="csY7659"/>
              </a:cxn>
              <a:cxn ang="0">
                <a:pos x="csX7660" y="csY7660"/>
              </a:cxn>
              <a:cxn ang="0">
                <a:pos x="csX7661" y="csY7661"/>
              </a:cxn>
              <a:cxn ang="0">
                <a:pos x="csX7662" y="csY7662"/>
              </a:cxn>
              <a:cxn ang="0">
                <a:pos x="csX7663" y="csY7663"/>
              </a:cxn>
              <a:cxn ang="0">
                <a:pos x="csX7664" y="csY7664"/>
              </a:cxn>
              <a:cxn ang="0">
                <a:pos x="csX7665" y="csY7665"/>
              </a:cxn>
              <a:cxn ang="0">
                <a:pos x="csX7666" y="csY7666"/>
              </a:cxn>
              <a:cxn ang="0">
                <a:pos x="csX7667" y="csY7667"/>
              </a:cxn>
              <a:cxn ang="0">
                <a:pos x="csX7668" y="csY7668"/>
              </a:cxn>
              <a:cxn ang="0">
                <a:pos x="csX7669" y="csY7669"/>
              </a:cxn>
              <a:cxn ang="0">
                <a:pos x="csX7670" y="csY7670"/>
              </a:cxn>
              <a:cxn ang="0">
                <a:pos x="csX7671" y="csY7671"/>
              </a:cxn>
              <a:cxn ang="0">
                <a:pos x="csX7672" y="csY7672"/>
              </a:cxn>
              <a:cxn ang="0">
                <a:pos x="csX7673" y="csY7673"/>
              </a:cxn>
              <a:cxn ang="0">
                <a:pos x="csX7674" y="csY7674"/>
              </a:cxn>
              <a:cxn ang="0">
                <a:pos x="csX7675" y="csY7675"/>
              </a:cxn>
              <a:cxn ang="0">
                <a:pos x="csX7676" y="csY7676"/>
              </a:cxn>
              <a:cxn ang="0">
                <a:pos x="csX7677" y="csY7677"/>
              </a:cxn>
              <a:cxn ang="0">
                <a:pos x="csX7678" y="csY7678"/>
              </a:cxn>
              <a:cxn ang="0">
                <a:pos x="csX7679" y="csY7679"/>
              </a:cxn>
              <a:cxn ang="0">
                <a:pos x="csX7680" y="csY7680"/>
              </a:cxn>
              <a:cxn ang="0">
                <a:pos x="csX7681" y="csY7681"/>
              </a:cxn>
              <a:cxn ang="0">
                <a:pos x="csX7682" y="csY7682"/>
              </a:cxn>
              <a:cxn ang="0">
                <a:pos x="csX7683" y="csY7683"/>
              </a:cxn>
              <a:cxn ang="0">
                <a:pos x="csX7684" y="csY7684"/>
              </a:cxn>
              <a:cxn ang="0">
                <a:pos x="csX7685" y="csY7685"/>
              </a:cxn>
              <a:cxn ang="0">
                <a:pos x="csX7686" y="csY7686"/>
              </a:cxn>
              <a:cxn ang="0">
                <a:pos x="csX7687" y="csY7687"/>
              </a:cxn>
              <a:cxn ang="0">
                <a:pos x="csX7688" y="csY7688"/>
              </a:cxn>
              <a:cxn ang="0">
                <a:pos x="csX7689" y="csY7689"/>
              </a:cxn>
              <a:cxn ang="0">
                <a:pos x="csX7690" y="csY7690"/>
              </a:cxn>
              <a:cxn ang="0">
                <a:pos x="csX7691" y="csY7691"/>
              </a:cxn>
              <a:cxn ang="0">
                <a:pos x="csX7692" y="csY7692"/>
              </a:cxn>
              <a:cxn ang="0">
                <a:pos x="csX7693" y="csY7693"/>
              </a:cxn>
              <a:cxn ang="0">
                <a:pos x="csX7694" y="csY7694"/>
              </a:cxn>
              <a:cxn ang="0">
                <a:pos x="csX7695" y="csY7695"/>
              </a:cxn>
              <a:cxn ang="0">
                <a:pos x="csX7696" y="csY7696"/>
              </a:cxn>
              <a:cxn ang="0">
                <a:pos x="csX7697" y="csY7697"/>
              </a:cxn>
              <a:cxn ang="0">
                <a:pos x="csX7698" y="csY7698"/>
              </a:cxn>
              <a:cxn ang="0">
                <a:pos x="csX7699" y="csY7699"/>
              </a:cxn>
              <a:cxn ang="0">
                <a:pos x="csX7700" y="csY7700"/>
              </a:cxn>
              <a:cxn ang="0">
                <a:pos x="csX7701" y="csY7701"/>
              </a:cxn>
              <a:cxn ang="0">
                <a:pos x="csX7702" y="csY7702"/>
              </a:cxn>
              <a:cxn ang="0">
                <a:pos x="csX7703" y="csY7703"/>
              </a:cxn>
              <a:cxn ang="0">
                <a:pos x="csX7704" y="csY7704"/>
              </a:cxn>
              <a:cxn ang="0">
                <a:pos x="csX7705" y="csY7705"/>
              </a:cxn>
              <a:cxn ang="0">
                <a:pos x="csX7706" y="csY7706"/>
              </a:cxn>
              <a:cxn ang="0">
                <a:pos x="csX7707" y="csY7707"/>
              </a:cxn>
              <a:cxn ang="0">
                <a:pos x="csX7708" y="csY7708"/>
              </a:cxn>
              <a:cxn ang="0">
                <a:pos x="csX7709" y="csY7709"/>
              </a:cxn>
              <a:cxn ang="0">
                <a:pos x="csX7710" y="csY7710"/>
              </a:cxn>
              <a:cxn ang="0">
                <a:pos x="csX7711" y="csY7711"/>
              </a:cxn>
              <a:cxn ang="0">
                <a:pos x="csX7712" y="csY7712"/>
              </a:cxn>
              <a:cxn ang="0">
                <a:pos x="csX7713" y="csY7713"/>
              </a:cxn>
              <a:cxn ang="0">
                <a:pos x="csX7714" y="csY7714"/>
              </a:cxn>
              <a:cxn ang="0">
                <a:pos x="csX7715" y="csY7715"/>
              </a:cxn>
              <a:cxn ang="0">
                <a:pos x="csX7716" y="csY7716"/>
              </a:cxn>
              <a:cxn ang="0">
                <a:pos x="csX7717" y="csY7717"/>
              </a:cxn>
              <a:cxn ang="0">
                <a:pos x="csX7718" y="csY7718"/>
              </a:cxn>
              <a:cxn ang="0">
                <a:pos x="csX7719" y="csY7719"/>
              </a:cxn>
              <a:cxn ang="0">
                <a:pos x="csX7720" y="csY7720"/>
              </a:cxn>
              <a:cxn ang="0">
                <a:pos x="csX7721" y="csY7721"/>
              </a:cxn>
              <a:cxn ang="0">
                <a:pos x="csX7722" y="csY7722"/>
              </a:cxn>
              <a:cxn ang="0">
                <a:pos x="csX7723" y="csY7723"/>
              </a:cxn>
              <a:cxn ang="0">
                <a:pos x="csX7724" y="csY7724"/>
              </a:cxn>
              <a:cxn ang="0">
                <a:pos x="csX7725" y="csY7725"/>
              </a:cxn>
              <a:cxn ang="0">
                <a:pos x="csX7726" y="csY7726"/>
              </a:cxn>
              <a:cxn ang="0">
                <a:pos x="csX7727" y="csY7727"/>
              </a:cxn>
              <a:cxn ang="0">
                <a:pos x="csX7728" y="csY7728"/>
              </a:cxn>
              <a:cxn ang="0">
                <a:pos x="csX7729" y="csY7729"/>
              </a:cxn>
              <a:cxn ang="0">
                <a:pos x="csX7730" y="csY7730"/>
              </a:cxn>
              <a:cxn ang="0">
                <a:pos x="csX7731" y="csY7731"/>
              </a:cxn>
              <a:cxn ang="0">
                <a:pos x="csX7732" y="csY7732"/>
              </a:cxn>
              <a:cxn ang="0">
                <a:pos x="csX7733" y="csY7733"/>
              </a:cxn>
              <a:cxn ang="0">
                <a:pos x="csX7734" y="csY7734"/>
              </a:cxn>
              <a:cxn ang="0">
                <a:pos x="csX7735" y="csY7735"/>
              </a:cxn>
              <a:cxn ang="0">
                <a:pos x="csX7736" y="csY7736"/>
              </a:cxn>
              <a:cxn ang="0">
                <a:pos x="csX7737" y="csY7737"/>
              </a:cxn>
              <a:cxn ang="0">
                <a:pos x="csX7738" y="csY7738"/>
              </a:cxn>
              <a:cxn ang="0">
                <a:pos x="csX7739" y="csY7739"/>
              </a:cxn>
              <a:cxn ang="0">
                <a:pos x="csX7740" y="csY7740"/>
              </a:cxn>
              <a:cxn ang="0">
                <a:pos x="csX7741" y="csY7741"/>
              </a:cxn>
              <a:cxn ang="0">
                <a:pos x="csX7742" y="csY7742"/>
              </a:cxn>
              <a:cxn ang="0">
                <a:pos x="csX7743" y="csY7743"/>
              </a:cxn>
              <a:cxn ang="0">
                <a:pos x="csX7744" y="csY7744"/>
              </a:cxn>
              <a:cxn ang="0">
                <a:pos x="csX7745" y="csY7745"/>
              </a:cxn>
              <a:cxn ang="0">
                <a:pos x="csX7746" y="csY7746"/>
              </a:cxn>
              <a:cxn ang="0">
                <a:pos x="csX7747" y="csY7747"/>
              </a:cxn>
              <a:cxn ang="0">
                <a:pos x="csX7748" y="csY7748"/>
              </a:cxn>
              <a:cxn ang="0">
                <a:pos x="csX7749" y="csY7749"/>
              </a:cxn>
              <a:cxn ang="0">
                <a:pos x="csX7750" y="csY7750"/>
              </a:cxn>
              <a:cxn ang="0">
                <a:pos x="csX7751" y="csY7751"/>
              </a:cxn>
              <a:cxn ang="0">
                <a:pos x="csX7752" y="csY7752"/>
              </a:cxn>
              <a:cxn ang="0">
                <a:pos x="csX7753" y="csY7753"/>
              </a:cxn>
              <a:cxn ang="0">
                <a:pos x="csX7754" y="csY7754"/>
              </a:cxn>
              <a:cxn ang="0">
                <a:pos x="csX7755" y="csY7755"/>
              </a:cxn>
              <a:cxn ang="0">
                <a:pos x="csX7756" y="csY7756"/>
              </a:cxn>
              <a:cxn ang="0">
                <a:pos x="csX7757" y="csY7757"/>
              </a:cxn>
              <a:cxn ang="0">
                <a:pos x="csX7758" y="csY7758"/>
              </a:cxn>
              <a:cxn ang="0">
                <a:pos x="csX7759" y="csY7759"/>
              </a:cxn>
              <a:cxn ang="0">
                <a:pos x="csX7760" y="csY7760"/>
              </a:cxn>
              <a:cxn ang="0">
                <a:pos x="csX7761" y="csY7761"/>
              </a:cxn>
              <a:cxn ang="0">
                <a:pos x="csX7762" y="csY7762"/>
              </a:cxn>
              <a:cxn ang="0">
                <a:pos x="csX7763" y="csY7763"/>
              </a:cxn>
              <a:cxn ang="0">
                <a:pos x="csX7764" y="csY7764"/>
              </a:cxn>
              <a:cxn ang="0">
                <a:pos x="csX7765" y="csY7765"/>
              </a:cxn>
              <a:cxn ang="0">
                <a:pos x="csX7766" y="csY7766"/>
              </a:cxn>
              <a:cxn ang="0">
                <a:pos x="csX7767" y="csY7767"/>
              </a:cxn>
              <a:cxn ang="0">
                <a:pos x="csX7768" y="csY7768"/>
              </a:cxn>
              <a:cxn ang="0">
                <a:pos x="csX7769" y="csY7769"/>
              </a:cxn>
              <a:cxn ang="0">
                <a:pos x="csX7770" y="csY7770"/>
              </a:cxn>
              <a:cxn ang="0">
                <a:pos x="csX7771" y="csY7771"/>
              </a:cxn>
              <a:cxn ang="0">
                <a:pos x="csX7772" y="csY7772"/>
              </a:cxn>
              <a:cxn ang="0">
                <a:pos x="csX7773" y="csY7773"/>
              </a:cxn>
              <a:cxn ang="0">
                <a:pos x="csX7774" y="csY7774"/>
              </a:cxn>
              <a:cxn ang="0">
                <a:pos x="csX7775" y="csY7775"/>
              </a:cxn>
              <a:cxn ang="0">
                <a:pos x="csX7776" y="csY7776"/>
              </a:cxn>
              <a:cxn ang="0">
                <a:pos x="csX7777" y="csY7777"/>
              </a:cxn>
              <a:cxn ang="0">
                <a:pos x="csX7778" y="csY7778"/>
              </a:cxn>
              <a:cxn ang="0">
                <a:pos x="csX7779" y="csY7779"/>
              </a:cxn>
              <a:cxn ang="0">
                <a:pos x="csX7780" y="csY7780"/>
              </a:cxn>
              <a:cxn ang="0">
                <a:pos x="csX7781" y="csY7781"/>
              </a:cxn>
              <a:cxn ang="0">
                <a:pos x="csX7782" y="csY7782"/>
              </a:cxn>
              <a:cxn ang="0">
                <a:pos x="csX7783" y="csY7783"/>
              </a:cxn>
              <a:cxn ang="0">
                <a:pos x="csX7784" y="csY7784"/>
              </a:cxn>
              <a:cxn ang="0">
                <a:pos x="csX7785" y="csY7785"/>
              </a:cxn>
              <a:cxn ang="0">
                <a:pos x="csX7786" y="csY7786"/>
              </a:cxn>
              <a:cxn ang="0">
                <a:pos x="csX7787" y="csY7787"/>
              </a:cxn>
              <a:cxn ang="0">
                <a:pos x="csX7788" y="csY7788"/>
              </a:cxn>
              <a:cxn ang="0">
                <a:pos x="csX7789" y="csY7789"/>
              </a:cxn>
              <a:cxn ang="0">
                <a:pos x="csX7790" y="csY7790"/>
              </a:cxn>
              <a:cxn ang="0">
                <a:pos x="csX7791" y="csY7791"/>
              </a:cxn>
              <a:cxn ang="0">
                <a:pos x="csX7792" y="csY7792"/>
              </a:cxn>
              <a:cxn ang="0">
                <a:pos x="csX7793" y="csY7793"/>
              </a:cxn>
              <a:cxn ang="0">
                <a:pos x="csX7794" y="csY7794"/>
              </a:cxn>
              <a:cxn ang="0">
                <a:pos x="csX7795" y="csY7795"/>
              </a:cxn>
              <a:cxn ang="0">
                <a:pos x="csX7796" y="csY7796"/>
              </a:cxn>
              <a:cxn ang="0">
                <a:pos x="csX7797" y="csY7797"/>
              </a:cxn>
              <a:cxn ang="0">
                <a:pos x="csX7798" y="csY7798"/>
              </a:cxn>
              <a:cxn ang="0">
                <a:pos x="csX7799" y="csY7799"/>
              </a:cxn>
              <a:cxn ang="0">
                <a:pos x="csX7800" y="csY7800"/>
              </a:cxn>
              <a:cxn ang="0">
                <a:pos x="csX7801" y="csY7801"/>
              </a:cxn>
              <a:cxn ang="0">
                <a:pos x="csX7802" y="csY7802"/>
              </a:cxn>
              <a:cxn ang="0">
                <a:pos x="csX7803" y="csY7803"/>
              </a:cxn>
              <a:cxn ang="0">
                <a:pos x="csX7804" y="csY7804"/>
              </a:cxn>
              <a:cxn ang="0">
                <a:pos x="csX7805" y="csY7805"/>
              </a:cxn>
              <a:cxn ang="0">
                <a:pos x="csX7806" y="csY7806"/>
              </a:cxn>
              <a:cxn ang="0">
                <a:pos x="csX7807" y="csY7807"/>
              </a:cxn>
              <a:cxn ang="0">
                <a:pos x="csX7808" y="csY7808"/>
              </a:cxn>
              <a:cxn ang="0">
                <a:pos x="csX7809" y="csY7809"/>
              </a:cxn>
              <a:cxn ang="0">
                <a:pos x="csX7810" y="csY7810"/>
              </a:cxn>
              <a:cxn ang="0">
                <a:pos x="csX7811" y="csY7811"/>
              </a:cxn>
              <a:cxn ang="0">
                <a:pos x="csX7812" y="csY7812"/>
              </a:cxn>
              <a:cxn ang="0">
                <a:pos x="csX7813" y="csY7813"/>
              </a:cxn>
              <a:cxn ang="0">
                <a:pos x="csX7814" y="csY7814"/>
              </a:cxn>
              <a:cxn ang="0">
                <a:pos x="csX7815" y="csY7815"/>
              </a:cxn>
              <a:cxn ang="0">
                <a:pos x="csX7816" y="csY7816"/>
              </a:cxn>
              <a:cxn ang="0">
                <a:pos x="csX7817" y="csY7817"/>
              </a:cxn>
              <a:cxn ang="0">
                <a:pos x="csX7818" y="csY7818"/>
              </a:cxn>
              <a:cxn ang="0">
                <a:pos x="csX7819" y="csY7819"/>
              </a:cxn>
              <a:cxn ang="0">
                <a:pos x="csX7820" y="csY7820"/>
              </a:cxn>
              <a:cxn ang="0">
                <a:pos x="csX7821" y="csY7821"/>
              </a:cxn>
              <a:cxn ang="0">
                <a:pos x="csX7822" y="csY7822"/>
              </a:cxn>
              <a:cxn ang="0">
                <a:pos x="csX7823" y="csY7823"/>
              </a:cxn>
              <a:cxn ang="0">
                <a:pos x="csX7824" y="csY7824"/>
              </a:cxn>
              <a:cxn ang="0">
                <a:pos x="csX7825" y="csY7825"/>
              </a:cxn>
              <a:cxn ang="0">
                <a:pos x="csX7826" y="csY7826"/>
              </a:cxn>
              <a:cxn ang="0">
                <a:pos x="csX7827" y="csY7827"/>
              </a:cxn>
              <a:cxn ang="0">
                <a:pos x="csX7828" y="csY7828"/>
              </a:cxn>
              <a:cxn ang="0">
                <a:pos x="csX7829" y="csY7829"/>
              </a:cxn>
              <a:cxn ang="0">
                <a:pos x="csX7830" y="csY7830"/>
              </a:cxn>
              <a:cxn ang="0">
                <a:pos x="csX7831" y="csY7831"/>
              </a:cxn>
              <a:cxn ang="0">
                <a:pos x="csX7832" y="csY7832"/>
              </a:cxn>
              <a:cxn ang="0">
                <a:pos x="csX7833" y="csY7833"/>
              </a:cxn>
              <a:cxn ang="0">
                <a:pos x="csX7834" y="csY7834"/>
              </a:cxn>
              <a:cxn ang="0">
                <a:pos x="csX7835" y="csY7835"/>
              </a:cxn>
              <a:cxn ang="0">
                <a:pos x="csX7836" y="csY7836"/>
              </a:cxn>
              <a:cxn ang="0">
                <a:pos x="csX7837" y="csY7837"/>
              </a:cxn>
              <a:cxn ang="0">
                <a:pos x="csX7838" y="csY7838"/>
              </a:cxn>
              <a:cxn ang="0">
                <a:pos x="csX7839" y="csY7839"/>
              </a:cxn>
              <a:cxn ang="0">
                <a:pos x="csX7840" y="csY7840"/>
              </a:cxn>
              <a:cxn ang="0">
                <a:pos x="csX7841" y="csY7841"/>
              </a:cxn>
              <a:cxn ang="0">
                <a:pos x="csX7842" y="csY7842"/>
              </a:cxn>
              <a:cxn ang="0">
                <a:pos x="csX7843" y="csY7843"/>
              </a:cxn>
              <a:cxn ang="0">
                <a:pos x="csX7844" y="csY7844"/>
              </a:cxn>
              <a:cxn ang="0">
                <a:pos x="csX7845" y="csY7845"/>
              </a:cxn>
              <a:cxn ang="0">
                <a:pos x="csX7846" y="csY7846"/>
              </a:cxn>
              <a:cxn ang="0">
                <a:pos x="csX7847" y="csY7847"/>
              </a:cxn>
              <a:cxn ang="0">
                <a:pos x="csX7848" y="csY7848"/>
              </a:cxn>
              <a:cxn ang="0">
                <a:pos x="csX7849" y="csY7849"/>
              </a:cxn>
              <a:cxn ang="0">
                <a:pos x="csX7850" y="csY7850"/>
              </a:cxn>
              <a:cxn ang="0">
                <a:pos x="csX7851" y="csY7851"/>
              </a:cxn>
              <a:cxn ang="0">
                <a:pos x="csX7852" y="csY7852"/>
              </a:cxn>
              <a:cxn ang="0">
                <a:pos x="csX7853" y="csY7853"/>
              </a:cxn>
              <a:cxn ang="0">
                <a:pos x="csX7854" y="csY7854"/>
              </a:cxn>
              <a:cxn ang="0">
                <a:pos x="csX7855" y="csY7855"/>
              </a:cxn>
              <a:cxn ang="0">
                <a:pos x="csX7856" y="csY7856"/>
              </a:cxn>
              <a:cxn ang="0">
                <a:pos x="csX7857" y="csY7857"/>
              </a:cxn>
              <a:cxn ang="0">
                <a:pos x="csX7858" y="csY7858"/>
              </a:cxn>
              <a:cxn ang="0">
                <a:pos x="csX7859" y="csY7859"/>
              </a:cxn>
              <a:cxn ang="0">
                <a:pos x="csX7860" y="csY7860"/>
              </a:cxn>
              <a:cxn ang="0">
                <a:pos x="csX7861" y="csY7861"/>
              </a:cxn>
              <a:cxn ang="0">
                <a:pos x="csX7862" y="csY7862"/>
              </a:cxn>
              <a:cxn ang="0">
                <a:pos x="csX7863" y="csY7863"/>
              </a:cxn>
              <a:cxn ang="0">
                <a:pos x="csX7864" y="csY7864"/>
              </a:cxn>
              <a:cxn ang="0">
                <a:pos x="csX7865" y="csY7865"/>
              </a:cxn>
              <a:cxn ang="0">
                <a:pos x="csX7866" y="csY7866"/>
              </a:cxn>
              <a:cxn ang="0">
                <a:pos x="csX7867" y="csY7867"/>
              </a:cxn>
              <a:cxn ang="0">
                <a:pos x="csX7868" y="csY7868"/>
              </a:cxn>
              <a:cxn ang="0">
                <a:pos x="csX7869" y="csY7869"/>
              </a:cxn>
              <a:cxn ang="0">
                <a:pos x="csX7870" y="csY7870"/>
              </a:cxn>
              <a:cxn ang="0">
                <a:pos x="csX7871" y="csY7871"/>
              </a:cxn>
              <a:cxn ang="0">
                <a:pos x="csX7872" y="csY7872"/>
              </a:cxn>
              <a:cxn ang="0">
                <a:pos x="csX7873" y="csY7873"/>
              </a:cxn>
              <a:cxn ang="0">
                <a:pos x="csX7874" y="csY7874"/>
              </a:cxn>
              <a:cxn ang="0">
                <a:pos x="csX7875" y="csY7875"/>
              </a:cxn>
              <a:cxn ang="0">
                <a:pos x="csX7876" y="csY7876"/>
              </a:cxn>
              <a:cxn ang="0">
                <a:pos x="csX7877" y="csY7877"/>
              </a:cxn>
              <a:cxn ang="0">
                <a:pos x="csX7878" y="csY7878"/>
              </a:cxn>
              <a:cxn ang="0">
                <a:pos x="csX7879" y="csY7879"/>
              </a:cxn>
              <a:cxn ang="0">
                <a:pos x="csX7880" y="csY7880"/>
              </a:cxn>
              <a:cxn ang="0">
                <a:pos x="csX7881" y="csY7881"/>
              </a:cxn>
              <a:cxn ang="0">
                <a:pos x="csX7882" y="csY7882"/>
              </a:cxn>
              <a:cxn ang="0">
                <a:pos x="csX7883" y="csY7883"/>
              </a:cxn>
              <a:cxn ang="0">
                <a:pos x="csX7884" y="csY7884"/>
              </a:cxn>
              <a:cxn ang="0">
                <a:pos x="csX7885" y="csY7885"/>
              </a:cxn>
              <a:cxn ang="0">
                <a:pos x="csX7886" y="csY7886"/>
              </a:cxn>
              <a:cxn ang="0">
                <a:pos x="csX7887" y="csY7887"/>
              </a:cxn>
              <a:cxn ang="0">
                <a:pos x="csX7888" y="csY7888"/>
              </a:cxn>
              <a:cxn ang="0">
                <a:pos x="csX7889" y="csY7889"/>
              </a:cxn>
              <a:cxn ang="0">
                <a:pos x="csX7890" y="csY7890"/>
              </a:cxn>
              <a:cxn ang="0">
                <a:pos x="csX7891" y="csY7891"/>
              </a:cxn>
              <a:cxn ang="0">
                <a:pos x="csX7892" y="csY7892"/>
              </a:cxn>
              <a:cxn ang="0">
                <a:pos x="csX7893" y="csY7893"/>
              </a:cxn>
              <a:cxn ang="0">
                <a:pos x="csX7894" y="csY7894"/>
              </a:cxn>
              <a:cxn ang="0">
                <a:pos x="csX7895" y="csY7895"/>
              </a:cxn>
              <a:cxn ang="0">
                <a:pos x="csX7896" y="csY7896"/>
              </a:cxn>
              <a:cxn ang="0">
                <a:pos x="csX7897" y="csY7897"/>
              </a:cxn>
              <a:cxn ang="0">
                <a:pos x="csX7898" y="csY7898"/>
              </a:cxn>
              <a:cxn ang="0">
                <a:pos x="csX7899" y="csY7899"/>
              </a:cxn>
              <a:cxn ang="0">
                <a:pos x="csX7900" y="csY7900"/>
              </a:cxn>
              <a:cxn ang="0">
                <a:pos x="csX7901" y="csY7901"/>
              </a:cxn>
              <a:cxn ang="0">
                <a:pos x="csX7902" y="csY7902"/>
              </a:cxn>
              <a:cxn ang="0">
                <a:pos x="csX7903" y="csY7903"/>
              </a:cxn>
              <a:cxn ang="0">
                <a:pos x="csX7904" y="csY7904"/>
              </a:cxn>
              <a:cxn ang="0">
                <a:pos x="csX7905" y="csY7905"/>
              </a:cxn>
              <a:cxn ang="0">
                <a:pos x="csX7906" y="csY7906"/>
              </a:cxn>
              <a:cxn ang="0">
                <a:pos x="csX7907" y="csY7907"/>
              </a:cxn>
              <a:cxn ang="0">
                <a:pos x="csX7908" y="csY7908"/>
              </a:cxn>
              <a:cxn ang="0">
                <a:pos x="csX7909" y="csY7909"/>
              </a:cxn>
              <a:cxn ang="0">
                <a:pos x="csX7910" y="csY7910"/>
              </a:cxn>
              <a:cxn ang="0">
                <a:pos x="csX7911" y="csY7911"/>
              </a:cxn>
              <a:cxn ang="0">
                <a:pos x="csX7912" y="csY7912"/>
              </a:cxn>
              <a:cxn ang="0">
                <a:pos x="csX7913" y="csY7913"/>
              </a:cxn>
              <a:cxn ang="0">
                <a:pos x="csX7914" y="csY7914"/>
              </a:cxn>
              <a:cxn ang="0">
                <a:pos x="csX7915" y="csY7915"/>
              </a:cxn>
              <a:cxn ang="0">
                <a:pos x="csX7916" y="csY7916"/>
              </a:cxn>
              <a:cxn ang="0">
                <a:pos x="csX7917" y="csY7917"/>
              </a:cxn>
              <a:cxn ang="0">
                <a:pos x="csX7918" y="csY7918"/>
              </a:cxn>
              <a:cxn ang="0">
                <a:pos x="csX7919" y="csY7919"/>
              </a:cxn>
              <a:cxn ang="0">
                <a:pos x="csX7920" y="csY7920"/>
              </a:cxn>
              <a:cxn ang="0">
                <a:pos x="csX7921" y="csY7921"/>
              </a:cxn>
              <a:cxn ang="0">
                <a:pos x="csX7922" y="csY7922"/>
              </a:cxn>
              <a:cxn ang="0">
                <a:pos x="csX7923" y="csY7923"/>
              </a:cxn>
              <a:cxn ang="0">
                <a:pos x="csX7924" y="csY7924"/>
              </a:cxn>
              <a:cxn ang="0">
                <a:pos x="csX7925" y="csY7925"/>
              </a:cxn>
              <a:cxn ang="0">
                <a:pos x="csX7926" y="csY7926"/>
              </a:cxn>
              <a:cxn ang="0">
                <a:pos x="csX7927" y="csY7927"/>
              </a:cxn>
              <a:cxn ang="0">
                <a:pos x="csX7928" y="csY7928"/>
              </a:cxn>
              <a:cxn ang="0">
                <a:pos x="csX7929" y="csY7929"/>
              </a:cxn>
              <a:cxn ang="0">
                <a:pos x="csX7930" y="csY7930"/>
              </a:cxn>
              <a:cxn ang="0">
                <a:pos x="csX7931" y="csY7931"/>
              </a:cxn>
              <a:cxn ang="0">
                <a:pos x="csX7932" y="csY7932"/>
              </a:cxn>
              <a:cxn ang="0">
                <a:pos x="csX7933" y="csY7933"/>
              </a:cxn>
              <a:cxn ang="0">
                <a:pos x="csX7934" y="csY7934"/>
              </a:cxn>
              <a:cxn ang="0">
                <a:pos x="csX7935" y="csY7935"/>
              </a:cxn>
              <a:cxn ang="0">
                <a:pos x="csX7936" y="csY7936"/>
              </a:cxn>
              <a:cxn ang="0">
                <a:pos x="csX7937" y="csY7937"/>
              </a:cxn>
              <a:cxn ang="0">
                <a:pos x="csX7938" y="csY7938"/>
              </a:cxn>
              <a:cxn ang="0">
                <a:pos x="csX7939" y="csY7939"/>
              </a:cxn>
              <a:cxn ang="0">
                <a:pos x="csX7940" y="csY7940"/>
              </a:cxn>
              <a:cxn ang="0">
                <a:pos x="csX7941" y="csY7941"/>
              </a:cxn>
              <a:cxn ang="0">
                <a:pos x="csX7942" y="csY7942"/>
              </a:cxn>
              <a:cxn ang="0">
                <a:pos x="csX7943" y="csY7943"/>
              </a:cxn>
              <a:cxn ang="0">
                <a:pos x="csX7944" y="csY7944"/>
              </a:cxn>
              <a:cxn ang="0">
                <a:pos x="csX7945" y="csY7945"/>
              </a:cxn>
              <a:cxn ang="0">
                <a:pos x="csX7946" y="csY7946"/>
              </a:cxn>
              <a:cxn ang="0">
                <a:pos x="csX7947" y="csY7947"/>
              </a:cxn>
              <a:cxn ang="0">
                <a:pos x="csX7948" y="csY7948"/>
              </a:cxn>
              <a:cxn ang="0">
                <a:pos x="csX7949" y="csY7949"/>
              </a:cxn>
              <a:cxn ang="0">
                <a:pos x="csX7950" y="csY7950"/>
              </a:cxn>
              <a:cxn ang="0">
                <a:pos x="csX7951" y="csY7951"/>
              </a:cxn>
              <a:cxn ang="0">
                <a:pos x="csX7952" y="csY7952"/>
              </a:cxn>
              <a:cxn ang="0">
                <a:pos x="csX7953" y="csY7953"/>
              </a:cxn>
              <a:cxn ang="0">
                <a:pos x="csX7954" y="csY7954"/>
              </a:cxn>
              <a:cxn ang="0">
                <a:pos x="csX7955" y="csY7955"/>
              </a:cxn>
              <a:cxn ang="0">
                <a:pos x="csX7956" y="csY7956"/>
              </a:cxn>
              <a:cxn ang="0">
                <a:pos x="csX7957" y="csY7957"/>
              </a:cxn>
              <a:cxn ang="0">
                <a:pos x="csX7958" y="csY7958"/>
              </a:cxn>
              <a:cxn ang="0">
                <a:pos x="csX7959" y="csY7959"/>
              </a:cxn>
              <a:cxn ang="0">
                <a:pos x="csX7960" y="csY7960"/>
              </a:cxn>
              <a:cxn ang="0">
                <a:pos x="csX7961" y="csY7961"/>
              </a:cxn>
              <a:cxn ang="0">
                <a:pos x="csX7962" y="csY7962"/>
              </a:cxn>
              <a:cxn ang="0">
                <a:pos x="csX7963" y="csY7963"/>
              </a:cxn>
              <a:cxn ang="0">
                <a:pos x="csX7964" y="csY7964"/>
              </a:cxn>
              <a:cxn ang="0">
                <a:pos x="csX7965" y="csY7965"/>
              </a:cxn>
              <a:cxn ang="0">
                <a:pos x="csX7966" y="csY7966"/>
              </a:cxn>
              <a:cxn ang="0">
                <a:pos x="csX7967" y="csY7967"/>
              </a:cxn>
              <a:cxn ang="0">
                <a:pos x="csX7968" y="csY7968"/>
              </a:cxn>
              <a:cxn ang="0">
                <a:pos x="csX7969" y="csY7969"/>
              </a:cxn>
              <a:cxn ang="0">
                <a:pos x="csX7970" y="csY7970"/>
              </a:cxn>
              <a:cxn ang="0">
                <a:pos x="csX7971" y="csY7971"/>
              </a:cxn>
              <a:cxn ang="0">
                <a:pos x="csX7972" y="csY7972"/>
              </a:cxn>
              <a:cxn ang="0">
                <a:pos x="csX7973" y="csY7973"/>
              </a:cxn>
              <a:cxn ang="0">
                <a:pos x="csX7974" y="csY7974"/>
              </a:cxn>
              <a:cxn ang="0">
                <a:pos x="csX7975" y="csY7975"/>
              </a:cxn>
              <a:cxn ang="0">
                <a:pos x="csX7976" y="csY7976"/>
              </a:cxn>
              <a:cxn ang="0">
                <a:pos x="csX7977" y="csY7977"/>
              </a:cxn>
              <a:cxn ang="0">
                <a:pos x="csX7978" y="csY7978"/>
              </a:cxn>
              <a:cxn ang="0">
                <a:pos x="csX7979" y="csY7979"/>
              </a:cxn>
              <a:cxn ang="0">
                <a:pos x="csX7980" y="csY7980"/>
              </a:cxn>
              <a:cxn ang="0">
                <a:pos x="csX7981" y="csY7981"/>
              </a:cxn>
              <a:cxn ang="0">
                <a:pos x="csX7982" y="csY7982"/>
              </a:cxn>
              <a:cxn ang="0">
                <a:pos x="csX7983" y="csY7983"/>
              </a:cxn>
              <a:cxn ang="0">
                <a:pos x="csX7984" y="csY7984"/>
              </a:cxn>
              <a:cxn ang="0">
                <a:pos x="csX7985" y="csY7985"/>
              </a:cxn>
              <a:cxn ang="0">
                <a:pos x="csX7986" y="csY7986"/>
              </a:cxn>
              <a:cxn ang="0">
                <a:pos x="csX7987" y="csY7987"/>
              </a:cxn>
              <a:cxn ang="0">
                <a:pos x="csX7988" y="csY7988"/>
              </a:cxn>
              <a:cxn ang="0">
                <a:pos x="csX7989" y="csY7989"/>
              </a:cxn>
              <a:cxn ang="0">
                <a:pos x="csX7990" y="csY7990"/>
              </a:cxn>
              <a:cxn ang="0">
                <a:pos x="csX7991" y="csY7991"/>
              </a:cxn>
              <a:cxn ang="0">
                <a:pos x="csX7992" y="csY7992"/>
              </a:cxn>
              <a:cxn ang="0">
                <a:pos x="csX7993" y="csY7993"/>
              </a:cxn>
              <a:cxn ang="0">
                <a:pos x="csX7994" y="csY7994"/>
              </a:cxn>
              <a:cxn ang="0">
                <a:pos x="csX7995" y="csY7995"/>
              </a:cxn>
              <a:cxn ang="0">
                <a:pos x="csX7996" y="csY7996"/>
              </a:cxn>
              <a:cxn ang="0">
                <a:pos x="csX7997" y="csY7997"/>
              </a:cxn>
              <a:cxn ang="0">
                <a:pos x="csX7998" y="csY7998"/>
              </a:cxn>
              <a:cxn ang="0">
                <a:pos x="csX7999" y="csY7999"/>
              </a:cxn>
              <a:cxn ang="0">
                <a:pos x="csX8000" y="csY8000"/>
              </a:cxn>
              <a:cxn ang="0">
                <a:pos x="csX8001" y="csY8001"/>
              </a:cxn>
              <a:cxn ang="0">
                <a:pos x="csX8002" y="csY8002"/>
              </a:cxn>
              <a:cxn ang="0">
                <a:pos x="csX8003" y="csY8003"/>
              </a:cxn>
              <a:cxn ang="0">
                <a:pos x="csX8004" y="csY8004"/>
              </a:cxn>
              <a:cxn ang="0">
                <a:pos x="csX8005" y="csY8005"/>
              </a:cxn>
              <a:cxn ang="0">
                <a:pos x="csX8006" y="csY8006"/>
              </a:cxn>
              <a:cxn ang="0">
                <a:pos x="csX8007" y="csY8007"/>
              </a:cxn>
              <a:cxn ang="0">
                <a:pos x="csX8008" y="csY8008"/>
              </a:cxn>
              <a:cxn ang="0">
                <a:pos x="csX8009" y="csY8009"/>
              </a:cxn>
              <a:cxn ang="0">
                <a:pos x="csX8010" y="csY8010"/>
              </a:cxn>
              <a:cxn ang="0">
                <a:pos x="csX8011" y="csY8011"/>
              </a:cxn>
              <a:cxn ang="0">
                <a:pos x="csX8012" y="csY8012"/>
              </a:cxn>
              <a:cxn ang="0">
                <a:pos x="csX8013" y="csY8013"/>
              </a:cxn>
              <a:cxn ang="0">
                <a:pos x="csX8014" y="csY8014"/>
              </a:cxn>
              <a:cxn ang="0">
                <a:pos x="csX8015" y="csY8015"/>
              </a:cxn>
              <a:cxn ang="0">
                <a:pos x="csX8016" y="csY8016"/>
              </a:cxn>
              <a:cxn ang="0">
                <a:pos x="csX8017" y="csY8017"/>
              </a:cxn>
              <a:cxn ang="0">
                <a:pos x="csX8018" y="csY8018"/>
              </a:cxn>
              <a:cxn ang="0">
                <a:pos x="csX8019" y="csY8019"/>
              </a:cxn>
              <a:cxn ang="0">
                <a:pos x="csX8020" y="csY8020"/>
              </a:cxn>
              <a:cxn ang="0">
                <a:pos x="csX8021" y="csY8021"/>
              </a:cxn>
              <a:cxn ang="0">
                <a:pos x="csX8022" y="csY8022"/>
              </a:cxn>
              <a:cxn ang="0">
                <a:pos x="csX8023" y="csY8023"/>
              </a:cxn>
              <a:cxn ang="0">
                <a:pos x="csX8024" y="csY8024"/>
              </a:cxn>
              <a:cxn ang="0">
                <a:pos x="csX8025" y="csY8025"/>
              </a:cxn>
              <a:cxn ang="0">
                <a:pos x="csX8026" y="csY8026"/>
              </a:cxn>
              <a:cxn ang="0">
                <a:pos x="csX8027" y="csY8027"/>
              </a:cxn>
              <a:cxn ang="0">
                <a:pos x="csX8028" y="csY8028"/>
              </a:cxn>
              <a:cxn ang="0">
                <a:pos x="csX8029" y="csY8029"/>
              </a:cxn>
              <a:cxn ang="0">
                <a:pos x="csX8030" y="csY8030"/>
              </a:cxn>
              <a:cxn ang="0">
                <a:pos x="csX8031" y="csY8031"/>
              </a:cxn>
              <a:cxn ang="0">
                <a:pos x="csX8032" y="csY8032"/>
              </a:cxn>
              <a:cxn ang="0">
                <a:pos x="csX8033" y="csY8033"/>
              </a:cxn>
              <a:cxn ang="0">
                <a:pos x="csX8034" y="csY8034"/>
              </a:cxn>
              <a:cxn ang="0">
                <a:pos x="csX8035" y="csY8035"/>
              </a:cxn>
              <a:cxn ang="0">
                <a:pos x="csX8036" y="csY8036"/>
              </a:cxn>
              <a:cxn ang="0">
                <a:pos x="csX8037" y="csY8037"/>
              </a:cxn>
              <a:cxn ang="0">
                <a:pos x="csX8038" y="csY8038"/>
              </a:cxn>
              <a:cxn ang="0">
                <a:pos x="csX8039" y="csY8039"/>
              </a:cxn>
              <a:cxn ang="0">
                <a:pos x="csX8040" y="csY8040"/>
              </a:cxn>
              <a:cxn ang="0">
                <a:pos x="csX8041" y="csY8041"/>
              </a:cxn>
              <a:cxn ang="0">
                <a:pos x="csX8042" y="csY8042"/>
              </a:cxn>
              <a:cxn ang="0">
                <a:pos x="csX8043" y="csY8043"/>
              </a:cxn>
              <a:cxn ang="0">
                <a:pos x="csX8044" y="csY8044"/>
              </a:cxn>
              <a:cxn ang="0">
                <a:pos x="csX8045" y="csY8045"/>
              </a:cxn>
              <a:cxn ang="0">
                <a:pos x="csX8046" y="csY8046"/>
              </a:cxn>
              <a:cxn ang="0">
                <a:pos x="csX8047" y="csY8047"/>
              </a:cxn>
              <a:cxn ang="0">
                <a:pos x="csX8048" y="csY8048"/>
              </a:cxn>
              <a:cxn ang="0">
                <a:pos x="csX8049" y="csY8049"/>
              </a:cxn>
              <a:cxn ang="0">
                <a:pos x="csX8050" y="csY8050"/>
              </a:cxn>
              <a:cxn ang="0">
                <a:pos x="csX8051" y="csY8051"/>
              </a:cxn>
              <a:cxn ang="0">
                <a:pos x="csX8052" y="csY8052"/>
              </a:cxn>
              <a:cxn ang="0">
                <a:pos x="csX8053" y="csY8053"/>
              </a:cxn>
              <a:cxn ang="0">
                <a:pos x="csX8054" y="csY8054"/>
              </a:cxn>
              <a:cxn ang="0">
                <a:pos x="csX8055" y="csY8055"/>
              </a:cxn>
              <a:cxn ang="0">
                <a:pos x="csX8056" y="csY8056"/>
              </a:cxn>
              <a:cxn ang="0">
                <a:pos x="csX8057" y="csY8057"/>
              </a:cxn>
              <a:cxn ang="0">
                <a:pos x="csX8058" y="csY8058"/>
              </a:cxn>
              <a:cxn ang="0">
                <a:pos x="csX8059" y="csY8059"/>
              </a:cxn>
              <a:cxn ang="0">
                <a:pos x="csX8060" y="csY8060"/>
              </a:cxn>
              <a:cxn ang="0">
                <a:pos x="csX8061" y="csY8061"/>
              </a:cxn>
              <a:cxn ang="0">
                <a:pos x="csX8062" y="csY8062"/>
              </a:cxn>
              <a:cxn ang="0">
                <a:pos x="csX8063" y="csY8063"/>
              </a:cxn>
              <a:cxn ang="0">
                <a:pos x="csX8064" y="csY8064"/>
              </a:cxn>
              <a:cxn ang="0">
                <a:pos x="csX8065" y="csY8065"/>
              </a:cxn>
              <a:cxn ang="0">
                <a:pos x="csX8066" y="csY8066"/>
              </a:cxn>
              <a:cxn ang="0">
                <a:pos x="csX8067" y="csY8067"/>
              </a:cxn>
              <a:cxn ang="0">
                <a:pos x="csX8068" y="csY8068"/>
              </a:cxn>
              <a:cxn ang="0">
                <a:pos x="csX8069" y="csY8069"/>
              </a:cxn>
              <a:cxn ang="0">
                <a:pos x="csX8070" y="csY8070"/>
              </a:cxn>
              <a:cxn ang="0">
                <a:pos x="csX8071" y="csY8071"/>
              </a:cxn>
              <a:cxn ang="0">
                <a:pos x="csX8072" y="csY8072"/>
              </a:cxn>
              <a:cxn ang="0">
                <a:pos x="csX8073" y="csY8073"/>
              </a:cxn>
              <a:cxn ang="0">
                <a:pos x="csX8074" y="csY8074"/>
              </a:cxn>
              <a:cxn ang="0">
                <a:pos x="csX8075" y="csY8075"/>
              </a:cxn>
              <a:cxn ang="0">
                <a:pos x="csX8076" y="csY8076"/>
              </a:cxn>
              <a:cxn ang="0">
                <a:pos x="csX8077" y="csY8077"/>
              </a:cxn>
              <a:cxn ang="0">
                <a:pos x="csX8078" y="csY8078"/>
              </a:cxn>
              <a:cxn ang="0">
                <a:pos x="csX8079" y="csY8079"/>
              </a:cxn>
              <a:cxn ang="0">
                <a:pos x="csX8080" y="csY8080"/>
              </a:cxn>
              <a:cxn ang="0">
                <a:pos x="csX8081" y="csY8081"/>
              </a:cxn>
              <a:cxn ang="0">
                <a:pos x="csX8082" y="csY8082"/>
              </a:cxn>
              <a:cxn ang="0">
                <a:pos x="csX8083" y="csY8083"/>
              </a:cxn>
              <a:cxn ang="0">
                <a:pos x="csX8084" y="csY8084"/>
              </a:cxn>
              <a:cxn ang="0">
                <a:pos x="csX8085" y="csY8085"/>
              </a:cxn>
              <a:cxn ang="0">
                <a:pos x="csX8086" y="csY8086"/>
              </a:cxn>
              <a:cxn ang="0">
                <a:pos x="csX8087" y="csY8087"/>
              </a:cxn>
              <a:cxn ang="0">
                <a:pos x="csX8088" y="csY8088"/>
              </a:cxn>
              <a:cxn ang="0">
                <a:pos x="csX8089" y="csY8089"/>
              </a:cxn>
              <a:cxn ang="0">
                <a:pos x="csX8090" y="csY8090"/>
              </a:cxn>
              <a:cxn ang="0">
                <a:pos x="csX8091" y="csY8091"/>
              </a:cxn>
              <a:cxn ang="0">
                <a:pos x="csX8092" y="csY8092"/>
              </a:cxn>
              <a:cxn ang="0">
                <a:pos x="csX8093" y="csY8093"/>
              </a:cxn>
              <a:cxn ang="0">
                <a:pos x="csX8094" y="csY8094"/>
              </a:cxn>
              <a:cxn ang="0">
                <a:pos x="csX8095" y="csY8095"/>
              </a:cxn>
              <a:cxn ang="0">
                <a:pos x="csX8096" y="csY8096"/>
              </a:cxn>
              <a:cxn ang="0">
                <a:pos x="csX8097" y="csY8097"/>
              </a:cxn>
              <a:cxn ang="0">
                <a:pos x="csX8098" y="csY8098"/>
              </a:cxn>
              <a:cxn ang="0">
                <a:pos x="csX8099" y="csY8099"/>
              </a:cxn>
              <a:cxn ang="0">
                <a:pos x="csX8100" y="csY8100"/>
              </a:cxn>
              <a:cxn ang="0">
                <a:pos x="csX8101" y="csY8101"/>
              </a:cxn>
              <a:cxn ang="0">
                <a:pos x="csX8102" y="csY8102"/>
              </a:cxn>
              <a:cxn ang="0">
                <a:pos x="csX8103" y="csY8103"/>
              </a:cxn>
              <a:cxn ang="0">
                <a:pos x="csX8104" y="csY8104"/>
              </a:cxn>
              <a:cxn ang="0">
                <a:pos x="csX8105" y="csY8105"/>
              </a:cxn>
              <a:cxn ang="0">
                <a:pos x="csX8106" y="csY8106"/>
              </a:cxn>
              <a:cxn ang="0">
                <a:pos x="csX8107" y="csY8107"/>
              </a:cxn>
              <a:cxn ang="0">
                <a:pos x="csX8108" y="csY8108"/>
              </a:cxn>
              <a:cxn ang="0">
                <a:pos x="csX8109" y="csY8109"/>
              </a:cxn>
              <a:cxn ang="0">
                <a:pos x="csX8110" y="csY8110"/>
              </a:cxn>
              <a:cxn ang="0">
                <a:pos x="csX8111" y="csY8111"/>
              </a:cxn>
              <a:cxn ang="0">
                <a:pos x="csX8112" y="csY8112"/>
              </a:cxn>
              <a:cxn ang="0">
                <a:pos x="csX8113" y="csY8113"/>
              </a:cxn>
              <a:cxn ang="0">
                <a:pos x="csX8114" y="csY8114"/>
              </a:cxn>
              <a:cxn ang="0">
                <a:pos x="csX8115" y="csY8115"/>
              </a:cxn>
              <a:cxn ang="0">
                <a:pos x="csX8116" y="csY8116"/>
              </a:cxn>
              <a:cxn ang="0">
                <a:pos x="csX8117" y="csY8117"/>
              </a:cxn>
              <a:cxn ang="0">
                <a:pos x="csX8118" y="csY8118"/>
              </a:cxn>
              <a:cxn ang="0">
                <a:pos x="csX8119" y="csY8119"/>
              </a:cxn>
              <a:cxn ang="0">
                <a:pos x="csX8120" y="csY8120"/>
              </a:cxn>
              <a:cxn ang="0">
                <a:pos x="csX8121" y="csY8121"/>
              </a:cxn>
              <a:cxn ang="0">
                <a:pos x="csX8122" y="csY8122"/>
              </a:cxn>
              <a:cxn ang="0">
                <a:pos x="csX8123" y="csY8123"/>
              </a:cxn>
              <a:cxn ang="0">
                <a:pos x="csX8124" y="csY8124"/>
              </a:cxn>
              <a:cxn ang="0">
                <a:pos x="csX8125" y="csY8125"/>
              </a:cxn>
              <a:cxn ang="0">
                <a:pos x="csX8126" y="csY8126"/>
              </a:cxn>
              <a:cxn ang="0">
                <a:pos x="csX8127" y="csY8127"/>
              </a:cxn>
              <a:cxn ang="0">
                <a:pos x="csX8128" y="csY8128"/>
              </a:cxn>
              <a:cxn ang="0">
                <a:pos x="csX8129" y="csY8129"/>
              </a:cxn>
              <a:cxn ang="0">
                <a:pos x="csX8130" y="csY8130"/>
              </a:cxn>
              <a:cxn ang="0">
                <a:pos x="csX8131" y="csY8131"/>
              </a:cxn>
              <a:cxn ang="0">
                <a:pos x="csX8132" y="csY8132"/>
              </a:cxn>
              <a:cxn ang="0">
                <a:pos x="csX8133" y="csY8133"/>
              </a:cxn>
              <a:cxn ang="0">
                <a:pos x="csX8134" y="csY8134"/>
              </a:cxn>
              <a:cxn ang="0">
                <a:pos x="csX8135" y="csY8135"/>
              </a:cxn>
              <a:cxn ang="0">
                <a:pos x="csX8136" y="csY8136"/>
              </a:cxn>
              <a:cxn ang="0">
                <a:pos x="csX8137" y="csY8137"/>
              </a:cxn>
              <a:cxn ang="0">
                <a:pos x="csX8138" y="csY8138"/>
              </a:cxn>
              <a:cxn ang="0">
                <a:pos x="csX8139" y="csY8139"/>
              </a:cxn>
              <a:cxn ang="0">
                <a:pos x="csX8140" y="csY8140"/>
              </a:cxn>
              <a:cxn ang="0">
                <a:pos x="csX8141" y="csY8141"/>
              </a:cxn>
              <a:cxn ang="0">
                <a:pos x="csX8142" y="csY8142"/>
              </a:cxn>
              <a:cxn ang="0">
                <a:pos x="csX8143" y="csY8143"/>
              </a:cxn>
              <a:cxn ang="0">
                <a:pos x="csX8144" y="csY8144"/>
              </a:cxn>
              <a:cxn ang="0">
                <a:pos x="csX8145" y="csY8145"/>
              </a:cxn>
              <a:cxn ang="0">
                <a:pos x="csX8146" y="csY8146"/>
              </a:cxn>
              <a:cxn ang="0">
                <a:pos x="csX8147" y="csY8147"/>
              </a:cxn>
              <a:cxn ang="0">
                <a:pos x="csX8148" y="csY8148"/>
              </a:cxn>
              <a:cxn ang="0">
                <a:pos x="csX8149" y="csY8149"/>
              </a:cxn>
              <a:cxn ang="0">
                <a:pos x="csX8150" y="csY8150"/>
              </a:cxn>
              <a:cxn ang="0">
                <a:pos x="csX8151" y="csY8151"/>
              </a:cxn>
              <a:cxn ang="0">
                <a:pos x="csX8152" y="csY8152"/>
              </a:cxn>
              <a:cxn ang="0">
                <a:pos x="csX8153" y="csY8153"/>
              </a:cxn>
              <a:cxn ang="0">
                <a:pos x="csX8154" y="csY8154"/>
              </a:cxn>
              <a:cxn ang="0">
                <a:pos x="csX8155" y="csY8155"/>
              </a:cxn>
              <a:cxn ang="0">
                <a:pos x="csX8156" y="csY8156"/>
              </a:cxn>
              <a:cxn ang="0">
                <a:pos x="csX8157" y="csY8157"/>
              </a:cxn>
              <a:cxn ang="0">
                <a:pos x="csX8158" y="csY8158"/>
              </a:cxn>
              <a:cxn ang="0">
                <a:pos x="csX8159" y="csY8159"/>
              </a:cxn>
              <a:cxn ang="0">
                <a:pos x="csX8160" y="csY8160"/>
              </a:cxn>
              <a:cxn ang="0">
                <a:pos x="csX8161" y="csY8161"/>
              </a:cxn>
              <a:cxn ang="0">
                <a:pos x="csX8162" y="csY8162"/>
              </a:cxn>
              <a:cxn ang="0">
                <a:pos x="csX8163" y="csY8163"/>
              </a:cxn>
              <a:cxn ang="0">
                <a:pos x="csX8164" y="csY8164"/>
              </a:cxn>
              <a:cxn ang="0">
                <a:pos x="csX8165" y="csY8165"/>
              </a:cxn>
              <a:cxn ang="0">
                <a:pos x="csX8166" y="csY8166"/>
              </a:cxn>
              <a:cxn ang="0">
                <a:pos x="csX8167" y="csY8167"/>
              </a:cxn>
              <a:cxn ang="0">
                <a:pos x="csX8168" y="csY8168"/>
              </a:cxn>
              <a:cxn ang="0">
                <a:pos x="csX8169" y="csY8169"/>
              </a:cxn>
              <a:cxn ang="0">
                <a:pos x="csX8170" y="csY8170"/>
              </a:cxn>
              <a:cxn ang="0">
                <a:pos x="csX8171" y="csY8171"/>
              </a:cxn>
              <a:cxn ang="0">
                <a:pos x="csX8172" y="csY8172"/>
              </a:cxn>
              <a:cxn ang="0">
                <a:pos x="csX8173" y="csY8173"/>
              </a:cxn>
              <a:cxn ang="0">
                <a:pos x="csX8174" y="csY8174"/>
              </a:cxn>
              <a:cxn ang="0">
                <a:pos x="csX8175" y="csY8175"/>
              </a:cxn>
              <a:cxn ang="0">
                <a:pos x="csX8176" y="csY8176"/>
              </a:cxn>
              <a:cxn ang="0">
                <a:pos x="csX8177" y="csY8177"/>
              </a:cxn>
              <a:cxn ang="0">
                <a:pos x="csX8178" y="csY8178"/>
              </a:cxn>
              <a:cxn ang="0">
                <a:pos x="csX8179" y="csY8179"/>
              </a:cxn>
              <a:cxn ang="0">
                <a:pos x="csX8180" y="csY8180"/>
              </a:cxn>
              <a:cxn ang="0">
                <a:pos x="csX8181" y="csY8181"/>
              </a:cxn>
              <a:cxn ang="0">
                <a:pos x="csX8182" y="csY8182"/>
              </a:cxn>
              <a:cxn ang="0">
                <a:pos x="csX8183" y="csY8183"/>
              </a:cxn>
              <a:cxn ang="0">
                <a:pos x="csX8184" y="csY8184"/>
              </a:cxn>
              <a:cxn ang="0">
                <a:pos x="csX8185" y="csY8185"/>
              </a:cxn>
              <a:cxn ang="0">
                <a:pos x="csX8186" y="csY8186"/>
              </a:cxn>
              <a:cxn ang="0">
                <a:pos x="csX8187" y="csY8187"/>
              </a:cxn>
              <a:cxn ang="0">
                <a:pos x="csX8188" y="csY8188"/>
              </a:cxn>
              <a:cxn ang="0">
                <a:pos x="csX8189" y="csY8189"/>
              </a:cxn>
              <a:cxn ang="0">
                <a:pos x="csX8190" y="csY8190"/>
              </a:cxn>
              <a:cxn ang="0">
                <a:pos x="csX8191" y="csY8191"/>
              </a:cxn>
              <a:cxn ang="0">
                <a:pos x="csX8192" y="csY8192"/>
              </a:cxn>
              <a:cxn ang="0">
                <a:pos x="csX8193" y="csY8193"/>
              </a:cxn>
              <a:cxn ang="0">
                <a:pos x="csX8194" y="csY8194"/>
              </a:cxn>
              <a:cxn ang="0">
                <a:pos x="csX8195" y="csY8195"/>
              </a:cxn>
              <a:cxn ang="0">
                <a:pos x="csX8196" y="csY8196"/>
              </a:cxn>
              <a:cxn ang="0">
                <a:pos x="csX8197" y="csY8197"/>
              </a:cxn>
              <a:cxn ang="0">
                <a:pos x="csX8198" y="csY8198"/>
              </a:cxn>
              <a:cxn ang="0">
                <a:pos x="csX8199" y="csY8199"/>
              </a:cxn>
              <a:cxn ang="0">
                <a:pos x="csX8200" y="csY8200"/>
              </a:cxn>
              <a:cxn ang="0">
                <a:pos x="csX8201" y="csY8201"/>
              </a:cxn>
              <a:cxn ang="0">
                <a:pos x="csX8202" y="csY8202"/>
              </a:cxn>
              <a:cxn ang="0">
                <a:pos x="csX8203" y="csY8203"/>
              </a:cxn>
              <a:cxn ang="0">
                <a:pos x="csX8204" y="csY8204"/>
              </a:cxn>
              <a:cxn ang="0">
                <a:pos x="csX8205" y="csY8205"/>
              </a:cxn>
              <a:cxn ang="0">
                <a:pos x="csX8206" y="csY8206"/>
              </a:cxn>
              <a:cxn ang="0">
                <a:pos x="csX8207" y="csY8207"/>
              </a:cxn>
              <a:cxn ang="0">
                <a:pos x="csX8208" y="csY8208"/>
              </a:cxn>
              <a:cxn ang="0">
                <a:pos x="csX8209" y="csY8209"/>
              </a:cxn>
              <a:cxn ang="0">
                <a:pos x="csX8210" y="csY8210"/>
              </a:cxn>
              <a:cxn ang="0">
                <a:pos x="csX8211" y="csY8211"/>
              </a:cxn>
              <a:cxn ang="0">
                <a:pos x="csX8212" y="csY8212"/>
              </a:cxn>
              <a:cxn ang="0">
                <a:pos x="csX8213" y="csY8213"/>
              </a:cxn>
              <a:cxn ang="0">
                <a:pos x="csX8214" y="csY8214"/>
              </a:cxn>
              <a:cxn ang="0">
                <a:pos x="csX8215" y="csY8215"/>
              </a:cxn>
              <a:cxn ang="0">
                <a:pos x="csX8216" y="csY8216"/>
              </a:cxn>
              <a:cxn ang="0">
                <a:pos x="csX8217" y="csY8217"/>
              </a:cxn>
              <a:cxn ang="0">
                <a:pos x="csX8218" y="csY8218"/>
              </a:cxn>
              <a:cxn ang="0">
                <a:pos x="csX8219" y="csY8219"/>
              </a:cxn>
              <a:cxn ang="0">
                <a:pos x="csX8220" y="csY8220"/>
              </a:cxn>
              <a:cxn ang="0">
                <a:pos x="csX8221" y="csY8221"/>
              </a:cxn>
              <a:cxn ang="0">
                <a:pos x="csX8222" y="csY8222"/>
              </a:cxn>
              <a:cxn ang="0">
                <a:pos x="csX8223" y="csY8223"/>
              </a:cxn>
              <a:cxn ang="0">
                <a:pos x="csX8224" y="csY8224"/>
              </a:cxn>
              <a:cxn ang="0">
                <a:pos x="csX8225" y="csY8225"/>
              </a:cxn>
              <a:cxn ang="0">
                <a:pos x="csX8226" y="csY8226"/>
              </a:cxn>
              <a:cxn ang="0">
                <a:pos x="csX8227" y="csY8227"/>
              </a:cxn>
              <a:cxn ang="0">
                <a:pos x="csX8228" y="csY8228"/>
              </a:cxn>
              <a:cxn ang="0">
                <a:pos x="csX8229" y="csY8229"/>
              </a:cxn>
              <a:cxn ang="0">
                <a:pos x="csX8230" y="csY8230"/>
              </a:cxn>
              <a:cxn ang="0">
                <a:pos x="csX8231" y="csY8231"/>
              </a:cxn>
              <a:cxn ang="0">
                <a:pos x="csX8232" y="csY8232"/>
              </a:cxn>
              <a:cxn ang="0">
                <a:pos x="csX8233" y="csY8233"/>
              </a:cxn>
              <a:cxn ang="0">
                <a:pos x="csX8234" y="csY8234"/>
              </a:cxn>
              <a:cxn ang="0">
                <a:pos x="csX8235" y="csY8235"/>
              </a:cxn>
              <a:cxn ang="0">
                <a:pos x="csX8236" y="csY8236"/>
              </a:cxn>
              <a:cxn ang="0">
                <a:pos x="csX8237" y="csY8237"/>
              </a:cxn>
              <a:cxn ang="0">
                <a:pos x="csX8238" y="csY8238"/>
              </a:cxn>
              <a:cxn ang="0">
                <a:pos x="csX8239" y="csY8239"/>
              </a:cxn>
              <a:cxn ang="0">
                <a:pos x="csX8240" y="csY8240"/>
              </a:cxn>
              <a:cxn ang="0">
                <a:pos x="csX8241" y="csY8241"/>
              </a:cxn>
              <a:cxn ang="0">
                <a:pos x="csX8242" y="csY8242"/>
              </a:cxn>
              <a:cxn ang="0">
                <a:pos x="csX8243" y="csY8243"/>
              </a:cxn>
              <a:cxn ang="0">
                <a:pos x="csX8244" y="csY8244"/>
              </a:cxn>
              <a:cxn ang="0">
                <a:pos x="csX8245" y="csY8245"/>
              </a:cxn>
              <a:cxn ang="0">
                <a:pos x="csX8246" y="csY8246"/>
              </a:cxn>
              <a:cxn ang="0">
                <a:pos x="csX8247" y="csY8247"/>
              </a:cxn>
              <a:cxn ang="0">
                <a:pos x="csX8248" y="csY8248"/>
              </a:cxn>
              <a:cxn ang="0">
                <a:pos x="csX8249" y="csY8249"/>
              </a:cxn>
              <a:cxn ang="0">
                <a:pos x="csX8250" y="csY8250"/>
              </a:cxn>
              <a:cxn ang="0">
                <a:pos x="csX8251" y="csY8251"/>
              </a:cxn>
              <a:cxn ang="0">
                <a:pos x="csX8252" y="csY8252"/>
              </a:cxn>
              <a:cxn ang="0">
                <a:pos x="csX8253" y="csY8253"/>
              </a:cxn>
              <a:cxn ang="0">
                <a:pos x="csX8254" y="csY8254"/>
              </a:cxn>
              <a:cxn ang="0">
                <a:pos x="csX8255" y="csY8255"/>
              </a:cxn>
              <a:cxn ang="0">
                <a:pos x="csX8256" y="csY8256"/>
              </a:cxn>
              <a:cxn ang="0">
                <a:pos x="csX8257" y="csY8257"/>
              </a:cxn>
              <a:cxn ang="0">
                <a:pos x="csX8258" y="csY8258"/>
              </a:cxn>
              <a:cxn ang="0">
                <a:pos x="csX8259" y="csY8259"/>
              </a:cxn>
              <a:cxn ang="0">
                <a:pos x="csX8260" y="csY8260"/>
              </a:cxn>
              <a:cxn ang="0">
                <a:pos x="csX8261" y="csY8261"/>
              </a:cxn>
              <a:cxn ang="0">
                <a:pos x="csX8262" y="csY8262"/>
              </a:cxn>
              <a:cxn ang="0">
                <a:pos x="csX8263" y="csY8263"/>
              </a:cxn>
              <a:cxn ang="0">
                <a:pos x="csX8264" y="csY8264"/>
              </a:cxn>
              <a:cxn ang="0">
                <a:pos x="csX8265" y="csY8265"/>
              </a:cxn>
              <a:cxn ang="0">
                <a:pos x="csX8266" y="csY8266"/>
              </a:cxn>
              <a:cxn ang="0">
                <a:pos x="csX8267" y="csY8267"/>
              </a:cxn>
              <a:cxn ang="0">
                <a:pos x="csX8268" y="csY8268"/>
              </a:cxn>
              <a:cxn ang="0">
                <a:pos x="csX8269" y="csY8269"/>
              </a:cxn>
              <a:cxn ang="0">
                <a:pos x="csX8270" y="csY8270"/>
              </a:cxn>
              <a:cxn ang="0">
                <a:pos x="csX8271" y="csY8271"/>
              </a:cxn>
              <a:cxn ang="0">
                <a:pos x="csX8272" y="csY8272"/>
              </a:cxn>
              <a:cxn ang="0">
                <a:pos x="csX8273" y="csY8273"/>
              </a:cxn>
              <a:cxn ang="0">
                <a:pos x="csX8274" y="csY8274"/>
              </a:cxn>
              <a:cxn ang="0">
                <a:pos x="csX8275" y="csY8275"/>
              </a:cxn>
              <a:cxn ang="0">
                <a:pos x="csX8276" y="csY8276"/>
              </a:cxn>
              <a:cxn ang="0">
                <a:pos x="csX8277" y="csY8277"/>
              </a:cxn>
              <a:cxn ang="0">
                <a:pos x="csX8278" y="csY8278"/>
              </a:cxn>
              <a:cxn ang="0">
                <a:pos x="csX8279" y="csY8279"/>
              </a:cxn>
              <a:cxn ang="0">
                <a:pos x="csX8280" y="csY8280"/>
              </a:cxn>
              <a:cxn ang="0">
                <a:pos x="csX8281" y="csY8281"/>
              </a:cxn>
              <a:cxn ang="0">
                <a:pos x="csX8282" y="csY8282"/>
              </a:cxn>
              <a:cxn ang="0">
                <a:pos x="csX8283" y="csY8283"/>
              </a:cxn>
              <a:cxn ang="0">
                <a:pos x="csX8284" y="csY8284"/>
              </a:cxn>
              <a:cxn ang="0">
                <a:pos x="csX8285" y="csY8285"/>
              </a:cxn>
              <a:cxn ang="0">
                <a:pos x="csX8286" y="csY8286"/>
              </a:cxn>
              <a:cxn ang="0">
                <a:pos x="csX8287" y="csY8287"/>
              </a:cxn>
              <a:cxn ang="0">
                <a:pos x="csX8288" y="csY8288"/>
              </a:cxn>
              <a:cxn ang="0">
                <a:pos x="csX8289" y="csY8289"/>
              </a:cxn>
              <a:cxn ang="0">
                <a:pos x="csX8290" y="csY8290"/>
              </a:cxn>
              <a:cxn ang="0">
                <a:pos x="csX8291" y="csY8291"/>
              </a:cxn>
              <a:cxn ang="0">
                <a:pos x="csX8292" y="csY8292"/>
              </a:cxn>
              <a:cxn ang="0">
                <a:pos x="csX8293" y="csY8293"/>
              </a:cxn>
              <a:cxn ang="0">
                <a:pos x="csX8294" y="csY8294"/>
              </a:cxn>
              <a:cxn ang="0">
                <a:pos x="csX8295" y="csY8295"/>
              </a:cxn>
              <a:cxn ang="0">
                <a:pos x="csX8296" y="csY8296"/>
              </a:cxn>
              <a:cxn ang="0">
                <a:pos x="csX8297" y="csY8297"/>
              </a:cxn>
              <a:cxn ang="0">
                <a:pos x="csX8298" y="csY8298"/>
              </a:cxn>
              <a:cxn ang="0">
                <a:pos x="csX8299" y="csY8299"/>
              </a:cxn>
              <a:cxn ang="0">
                <a:pos x="csX8300" y="csY8300"/>
              </a:cxn>
              <a:cxn ang="0">
                <a:pos x="csX8301" y="csY8301"/>
              </a:cxn>
              <a:cxn ang="0">
                <a:pos x="csX8302" y="csY8302"/>
              </a:cxn>
              <a:cxn ang="0">
                <a:pos x="csX8303" y="csY8303"/>
              </a:cxn>
              <a:cxn ang="0">
                <a:pos x="csX8304" y="csY8304"/>
              </a:cxn>
              <a:cxn ang="0">
                <a:pos x="csX8305" y="csY8305"/>
              </a:cxn>
              <a:cxn ang="0">
                <a:pos x="csX8306" y="csY8306"/>
              </a:cxn>
              <a:cxn ang="0">
                <a:pos x="csX8307" y="csY8307"/>
              </a:cxn>
              <a:cxn ang="0">
                <a:pos x="csX8308" y="csY8308"/>
              </a:cxn>
              <a:cxn ang="0">
                <a:pos x="csX8309" y="csY8309"/>
              </a:cxn>
              <a:cxn ang="0">
                <a:pos x="csX8310" y="csY8310"/>
              </a:cxn>
              <a:cxn ang="0">
                <a:pos x="csX8311" y="csY8311"/>
              </a:cxn>
              <a:cxn ang="0">
                <a:pos x="csX8312" y="csY8312"/>
              </a:cxn>
              <a:cxn ang="0">
                <a:pos x="csX8313" y="csY8313"/>
              </a:cxn>
              <a:cxn ang="0">
                <a:pos x="csX8314" y="csY8314"/>
              </a:cxn>
              <a:cxn ang="0">
                <a:pos x="csX8315" y="csY8315"/>
              </a:cxn>
              <a:cxn ang="0">
                <a:pos x="csX8316" y="csY8316"/>
              </a:cxn>
              <a:cxn ang="0">
                <a:pos x="csX8317" y="csY8317"/>
              </a:cxn>
              <a:cxn ang="0">
                <a:pos x="csX8318" y="csY8318"/>
              </a:cxn>
              <a:cxn ang="0">
                <a:pos x="csX8319" y="csY8319"/>
              </a:cxn>
              <a:cxn ang="0">
                <a:pos x="csX8320" y="csY8320"/>
              </a:cxn>
              <a:cxn ang="0">
                <a:pos x="csX8321" y="csY8321"/>
              </a:cxn>
              <a:cxn ang="0">
                <a:pos x="csX8322" y="csY8322"/>
              </a:cxn>
              <a:cxn ang="0">
                <a:pos x="csX8323" y="csY8323"/>
              </a:cxn>
              <a:cxn ang="0">
                <a:pos x="csX8324" y="csY8324"/>
              </a:cxn>
              <a:cxn ang="0">
                <a:pos x="csX8325" y="csY8325"/>
              </a:cxn>
              <a:cxn ang="0">
                <a:pos x="csX8326" y="csY8326"/>
              </a:cxn>
              <a:cxn ang="0">
                <a:pos x="csX8327" y="csY8327"/>
              </a:cxn>
              <a:cxn ang="0">
                <a:pos x="csX8328" y="csY8328"/>
              </a:cxn>
              <a:cxn ang="0">
                <a:pos x="csX8329" y="csY8329"/>
              </a:cxn>
              <a:cxn ang="0">
                <a:pos x="csX8330" y="csY8330"/>
              </a:cxn>
              <a:cxn ang="0">
                <a:pos x="csX8331" y="csY8331"/>
              </a:cxn>
              <a:cxn ang="0">
                <a:pos x="csX8332" y="csY8332"/>
              </a:cxn>
              <a:cxn ang="0">
                <a:pos x="csX8333" y="csY8333"/>
              </a:cxn>
              <a:cxn ang="0">
                <a:pos x="csX8334" y="csY8334"/>
              </a:cxn>
              <a:cxn ang="0">
                <a:pos x="csX8335" y="csY8335"/>
              </a:cxn>
              <a:cxn ang="0">
                <a:pos x="csX8336" y="csY8336"/>
              </a:cxn>
              <a:cxn ang="0">
                <a:pos x="csX8337" y="csY8337"/>
              </a:cxn>
              <a:cxn ang="0">
                <a:pos x="csX8338" y="csY8338"/>
              </a:cxn>
              <a:cxn ang="0">
                <a:pos x="csX8339" y="csY8339"/>
              </a:cxn>
              <a:cxn ang="0">
                <a:pos x="csX8340" y="csY8340"/>
              </a:cxn>
              <a:cxn ang="0">
                <a:pos x="csX8341" y="csY8341"/>
              </a:cxn>
              <a:cxn ang="0">
                <a:pos x="csX8342" y="csY8342"/>
              </a:cxn>
              <a:cxn ang="0">
                <a:pos x="csX8343" y="csY8343"/>
              </a:cxn>
              <a:cxn ang="0">
                <a:pos x="csX8344" y="csY8344"/>
              </a:cxn>
              <a:cxn ang="0">
                <a:pos x="csX8345" y="csY8345"/>
              </a:cxn>
              <a:cxn ang="0">
                <a:pos x="csX8346" y="csY8346"/>
              </a:cxn>
              <a:cxn ang="0">
                <a:pos x="csX8347" y="csY8347"/>
              </a:cxn>
              <a:cxn ang="0">
                <a:pos x="csX8348" y="csY8348"/>
              </a:cxn>
              <a:cxn ang="0">
                <a:pos x="csX8349" y="csY8349"/>
              </a:cxn>
              <a:cxn ang="0">
                <a:pos x="csX8350" y="csY8350"/>
              </a:cxn>
              <a:cxn ang="0">
                <a:pos x="csX8351" y="csY8351"/>
              </a:cxn>
              <a:cxn ang="0">
                <a:pos x="csX8352" y="csY8352"/>
              </a:cxn>
              <a:cxn ang="0">
                <a:pos x="csX8353" y="csY8353"/>
              </a:cxn>
              <a:cxn ang="0">
                <a:pos x="csX8354" y="csY8354"/>
              </a:cxn>
              <a:cxn ang="0">
                <a:pos x="csX8355" y="csY8355"/>
              </a:cxn>
              <a:cxn ang="0">
                <a:pos x="csX8356" y="csY8356"/>
              </a:cxn>
              <a:cxn ang="0">
                <a:pos x="csX8357" y="csY8357"/>
              </a:cxn>
              <a:cxn ang="0">
                <a:pos x="csX8358" y="csY8358"/>
              </a:cxn>
              <a:cxn ang="0">
                <a:pos x="csX8359" y="csY8359"/>
              </a:cxn>
              <a:cxn ang="0">
                <a:pos x="csX8360" y="csY8360"/>
              </a:cxn>
              <a:cxn ang="0">
                <a:pos x="csX8361" y="csY8361"/>
              </a:cxn>
              <a:cxn ang="0">
                <a:pos x="csX8362" y="csY8362"/>
              </a:cxn>
              <a:cxn ang="0">
                <a:pos x="csX8363" y="csY8363"/>
              </a:cxn>
              <a:cxn ang="0">
                <a:pos x="csX8364" y="csY8364"/>
              </a:cxn>
              <a:cxn ang="0">
                <a:pos x="csX8365" y="csY8365"/>
              </a:cxn>
              <a:cxn ang="0">
                <a:pos x="csX8366" y="csY8366"/>
              </a:cxn>
              <a:cxn ang="0">
                <a:pos x="csX8367" y="csY8367"/>
              </a:cxn>
              <a:cxn ang="0">
                <a:pos x="csX8368" y="csY8368"/>
              </a:cxn>
              <a:cxn ang="0">
                <a:pos x="csX8369" y="csY8369"/>
              </a:cxn>
              <a:cxn ang="0">
                <a:pos x="csX8370" y="csY8370"/>
              </a:cxn>
              <a:cxn ang="0">
                <a:pos x="csX8371" y="csY8371"/>
              </a:cxn>
              <a:cxn ang="0">
                <a:pos x="csX8372" y="csY8372"/>
              </a:cxn>
              <a:cxn ang="0">
                <a:pos x="csX8373" y="csY8373"/>
              </a:cxn>
              <a:cxn ang="0">
                <a:pos x="csX8374" y="csY8374"/>
              </a:cxn>
              <a:cxn ang="0">
                <a:pos x="csX8375" y="csY8375"/>
              </a:cxn>
              <a:cxn ang="0">
                <a:pos x="csX8376" y="csY8376"/>
              </a:cxn>
              <a:cxn ang="0">
                <a:pos x="csX8377" y="csY8377"/>
              </a:cxn>
              <a:cxn ang="0">
                <a:pos x="csX8378" y="csY8378"/>
              </a:cxn>
              <a:cxn ang="0">
                <a:pos x="csX8379" y="csY8379"/>
              </a:cxn>
              <a:cxn ang="0">
                <a:pos x="csX8380" y="csY8380"/>
              </a:cxn>
              <a:cxn ang="0">
                <a:pos x="csX8381" y="csY8381"/>
              </a:cxn>
              <a:cxn ang="0">
                <a:pos x="csX8382" y="csY8382"/>
              </a:cxn>
              <a:cxn ang="0">
                <a:pos x="csX8383" y="csY8383"/>
              </a:cxn>
              <a:cxn ang="0">
                <a:pos x="csX8384" y="csY8384"/>
              </a:cxn>
              <a:cxn ang="0">
                <a:pos x="csX8385" y="csY8385"/>
              </a:cxn>
              <a:cxn ang="0">
                <a:pos x="csX8386" y="csY8386"/>
              </a:cxn>
              <a:cxn ang="0">
                <a:pos x="csX8387" y="csY8387"/>
              </a:cxn>
              <a:cxn ang="0">
                <a:pos x="csX8388" y="csY8388"/>
              </a:cxn>
              <a:cxn ang="0">
                <a:pos x="csX8389" y="csY8389"/>
              </a:cxn>
              <a:cxn ang="0">
                <a:pos x="csX8390" y="csY8390"/>
              </a:cxn>
              <a:cxn ang="0">
                <a:pos x="csX8391" y="csY8391"/>
              </a:cxn>
              <a:cxn ang="0">
                <a:pos x="csX8392" y="csY8392"/>
              </a:cxn>
              <a:cxn ang="0">
                <a:pos x="csX8393" y="csY8393"/>
              </a:cxn>
              <a:cxn ang="0">
                <a:pos x="csX8394" y="csY8394"/>
              </a:cxn>
              <a:cxn ang="0">
                <a:pos x="csX8395" y="csY8395"/>
              </a:cxn>
              <a:cxn ang="0">
                <a:pos x="csX8396" y="csY8396"/>
              </a:cxn>
              <a:cxn ang="0">
                <a:pos x="csX8397" y="csY8397"/>
              </a:cxn>
              <a:cxn ang="0">
                <a:pos x="csX8398" y="csY8398"/>
              </a:cxn>
              <a:cxn ang="0">
                <a:pos x="csX8399" y="csY8399"/>
              </a:cxn>
              <a:cxn ang="0">
                <a:pos x="csX8400" y="csY8400"/>
              </a:cxn>
              <a:cxn ang="0">
                <a:pos x="csX8401" y="csY8401"/>
              </a:cxn>
              <a:cxn ang="0">
                <a:pos x="csX8402" y="csY8402"/>
              </a:cxn>
              <a:cxn ang="0">
                <a:pos x="csX8403" y="csY8403"/>
              </a:cxn>
              <a:cxn ang="0">
                <a:pos x="csX8404" y="csY8404"/>
              </a:cxn>
              <a:cxn ang="0">
                <a:pos x="csX8405" y="csY8405"/>
              </a:cxn>
              <a:cxn ang="0">
                <a:pos x="csX8406" y="csY8406"/>
              </a:cxn>
              <a:cxn ang="0">
                <a:pos x="csX8407" y="csY8407"/>
              </a:cxn>
              <a:cxn ang="0">
                <a:pos x="csX8408" y="csY8408"/>
              </a:cxn>
              <a:cxn ang="0">
                <a:pos x="csX8409" y="csY8409"/>
              </a:cxn>
              <a:cxn ang="0">
                <a:pos x="csX8410" y="csY8410"/>
              </a:cxn>
              <a:cxn ang="0">
                <a:pos x="csX8411" y="csY8411"/>
              </a:cxn>
              <a:cxn ang="0">
                <a:pos x="csX8412" y="csY8412"/>
              </a:cxn>
              <a:cxn ang="0">
                <a:pos x="csX8413" y="csY8413"/>
              </a:cxn>
              <a:cxn ang="0">
                <a:pos x="csX8414" y="csY8414"/>
              </a:cxn>
              <a:cxn ang="0">
                <a:pos x="csX8415" y="csY8415"/>
              </a:cxn>
              <a:cxn ang="0">
                <a:pos x="csX8416" y="csY8416"/>
              </a:cxn>
              <a:cxn ang="0">
                <a:pos x="csX8417" y="csY8417"/>
              </a:cxn>
              <a:cxn ang="0">
                <a:pos x="csX8418" y="csY8418"/>
              </a:cxn>
              <a:cxn ang="0">
                <a:pos x="csX8419" y="csY8419"/>
              </a:cxn>
              <a:cxn ang="0">
                <a:pos x="csX8420" y="csY8420"/>
              </a:cxn>
              <a:cxn ang="0">
                <a:pos x="csX8421" y="csY8421"/>
              </a:cxn>
              <a:cxn ang="0">
                <a:pos x="csX8422" y="csY8422"/>
              </a:cxn>
              <a:cxn ang="0">
                <a:pos x="csX8423" y="csY8423"/>
              </a:cxn>
              <a:cxn ang="0">
                <a:pos x="csX8424" y="csY8424"/>
              </a:cxn>
              <a:cxn ang="0">
                <a:pos x="csX8425" y="csY8425"/>
              </a:cxn>
              <a:cxn ang="0">
                <a:pos x="csX8426" y="csY8426"/>
              </a:cxn>
              <a:cxn ang="0">
                <a:pos x="csX8427" y="csY8427"/>
              </a:cxn>
              <a:cxn ang="0">
                <a:pos x="csX8428" y="csY8428"/>
              </a:cxn>
              <a:cxn ang="0">
                <a:pos x="csX8429" y="csY8429"/>
              </a:cxn>
              <a:cxn ang="0">
                <a:pos x="csX8430" y="csY8430"/>
              </a:cxn>
              <a:cxn ang="0">
                <a:pos x="csX8431" y="csY8431"/>
              </a:cxn>
              <a:cxn ang="0">
                <a:pos x="csX8432" y="csY8432"/>
              </a:cxn>
              <a:cxn ang="0">
                <a:pos x="csX8433" y="csY8433"/>
              </a:cxn>
              <a:cxn ang="0">
                <a:pos x="csX8434" y="csY8434"/>
              </a:cxn>
              <a:cxn ang="0">
                <a:pos x="csX8435" y="csY8435"/>
              </a:cxn>
              <a:cxn ang="0">
                <a:pos x="csX8436" y="csY8436"/>
              </a:cxn>
              <a:cxn ang="0">
                <a:pos x="csX8437" y="csY8437"/>
              </a:cxn>
              <a:cxn ang="0">
                <a:pos x="csX8438" y="csY8438"/>
              </a:cxn>
              <a:cxn ang="0">
                <a:pos x="csX8439" y="csY8439"/>
              </a:cxn>
              <a:cxn ang="0">
                <a:pos x="csX8440" y="csY8440"/>
              </a:cxn>
              <a:cxn ang="0">
                <a:pos x="csX8441" y="csY8441"/>
              </a:cxn>
              <a:cxn ang="0">
                <a:pos x="csX8442" y="csY8442"/>
              </a:cxn>
              <a:cxn ang="0">
                <a:pos x="csX8443" y="csY8443"/>
              </a:cxn>
              <a:cxn ang="0">
                <a:pos x="csX8444" y="csY8444"/>
              </a:cxn>
              <a:cxn ang="0">
                <a:pos x="csX8445" y="csY8445"/>
              </a:cxn>
              <a:cxn ang="0">
                <a:pos x="csX8446" y="csY8446"/>
              </a:cxn>
              <a:cxn ang="0">
                <a:pos x="csX8447" y="csY8447"/>
              </a:cxn>
              <a:cxn ang="0">
                <a:pos x="csX8448" y="csY8448"/>
              </a:cxn>
              <a:cxn ang="0">
                <a:pos x="csX8449" y="csY8449"/>
              </a:cxn>
              <a:cxn ang="0">
                <a:pos x="csX8450" y="csY8450"/>
              </a:cxn>
              <a:cxn ang="0">
                <a:pos x="csX8451" y="csY8451"/>
              </a:cxn>
              <a:cxn ang="0">
                <a:pos x="csX8452" y="csY8452"/>
              </a:cxn>
              <a:cxn ang="0">
                <a:pos x="csX8453" y="csY8453"/>
              </a:cxn>
              <a:cxn ang="0">
                <a:pos x="csX8454" y="csY8454"/>
              </a:cxn>
              <a:cxn ang="0">
                <a:pos x="csX8455" y="csY8455"/>
              </a:cxn>
              <a:cxn ang="0">
                <a:pos x="csX8456" y="csY8456"/>
              </a:cxn>
              <a:cxn ang="0">
                <a:pos x="csX8457" y="csY8457"/>
              </a:cxn>
              <a:cxn ang="0">
                <a:pos x="csX8458" y="csY8458"/>
              </a:cxn>
              <a:cxn ang="0">
                <a:pos x="csX8459" y="csY8459"/>
              </a:cxn>
              <a:cxn ang="0">
                <a:pos x="csX8460" y="csY8460"/>
              </a:cxn>
              <a:cxn ang="0">
                <a:pos x="csX8461" y="csY8461"/>
              </a:cxn>
              <a:cxn ang="0">
                <a:pos x="csX8462" y="csY8462"/>
              </a:cxn>
              <a:cxn ang="0">
                <a:pos x="csX8463" y="csY8463"/>
              </a:cxn>
              <a:cxn ang="0">
                <a:pos x="csX8464" y="csY8464"/>
              </a:cxn>
              <a:cxn ang="0">
                <a:pos x="csX8465" y="csY8465"/>
              </a:cxn>
              <a:cxn ang="0">
                <a:pos x="csX8466" y="csY8466"/>
              </a:cxn>
              <a:cxn ang="0">
                <a:pos x="csX8467" y="csY8467"/>
              </a:cxn>
              <a:cxn ang="0">
                <a:pos x="csX8468" y="csY8468"/>
              </a:cxn>
              <a:cxn ang="0">
                <a:pos x="csX8469" y="csY8469"/>
              </a:cxn>
              <a:cxn ang="0">
                <a:pos x="csX8470" y="csY8470"/>
              </a:cxn>
              <a:cxn ang="0">
                <a:pos x="csX8471" y="csY8471"/>
              </a:cxn>
              <a:cxn ang="0">
                <a:pos x="csX8472" y="csY8472"/>
              </a:cxn>
              <a:cxn ang="0">
                <a:pos x="csX8473" y="csY8473"/>
              </a:cxn>
              <a:cxn ang="0">
                <a:pos x="csX8474" y="csY8474"/>
              </a:cxn>
              <a:cxn ang="0">
                <a:pos x="csX8475" y="csY8475"/>
              </a:cxn>
              <a:cxn ang="0">
                <a:pos x="csX8476" y="csY8476"/>
              </a:cxn>
              <a:cxn ang="0">
                <a:pos x="csX8477" y="csY8477"/>
              </a:cxn>
              <a:cxn ang="0">
                <a:pos x="csX8478" y="csY8478"/>
              </a:cxn>
              <a:cxn ang="0">
                <a:pos x="csX8479" y="csY8479"/>
              </a:cxn>
              <a:cxn ang="0">
                <a:pos x="csX8480" y="csY8480"/>
              </a:cxn>
              <a:cxn ang="0">
                <a:pos x="csX8481" y="csY8481"/>
              </a:cxn>
              <a:cxn ang="0">
                <a:pos x="csX8482" y="csY8482"/>
              </a:cxn>
              <a:cxn ang="0">
                <a:pos x="csX8483" y="csY8483"/>
              </a:cxn>
              <a:cxn ang="0">
                <a:pos x="csX8484" y="csY8484"/>
              </a:cxn>
              <a:cxn ang="0">
                <a:pos x="csX8485" y="csY8485"/>
              </a:cxn>
              <a:cxn ang="0">
                <a:pos x="csX8486" y="csY8486"/>
              </a:cxn>
              <a:cxn ang="0">
                <a:pos x="csX8487" y="csY8487"/>
              </a:cxn>
              <a:cxn ang="0">
                <a:pos x="csX8488" y="csY8488"/>
              </a:cxn>
              <a:cxn ang="0">
                <a:pos x="csX8489" y="csY8489"/>
              </a:cxn>
              <a:cxn ang="0">
                <a:pos x="csX8490" y="csY8490"/>
              </a:cxn>
              <a:cxn ang="0">
                <a:pos x="csX8491" y="csY8491"/>
              </a:cxn>
              <a:cxn ang="0">
                <a:pos x="csX8492" y="csY8492"/>
              </a:cxn>
              <a:cxn ang="0">
                <a:pos x="csX8493" y="csY8493"/>
              </a:cxn>
              <a:cxn ang="0">
                <a:pos x="csX8494" y="csY8494"/>
              </a:cxn>
              <a:cxn ang="0">
                <a:pos x="csX8495" y="csY8495"/>
              </a:cxn>
              <a:cxn ang="0">
                <a:pos x="csX8496" y="csY8496"/>
              </a:cxn>
              <a:cxn ang="0">
                <a:pos x="csX8497" y="csY8497"/>
              </a:cxn>
              <a:cxn ang="0">
                <a:pos x="csX8498" y="csY8498"/>
              </a:cxn>
              <a:cxn ang="0">
                <a:pos x="csX8499" y="csY8499"/>
              </a:cxn>
              <a:cxn ang="0">
                <a:pos x="csX8500" y="csY8500"/>
              </a:cxn>
              <a:cxn ang="0">
                <a:pos x="csX8501" y="csY8501"/>
              </a:cxn>
              <a:cxn ang="0">
                <a:pos x="csX8502" y="csY8502"/>
              </a:cxn>
              <a:cxn ang="0">
                <a:pos x="csX8503" y="csY8503"/>
              </a:cxn>
              <a:cxn ang="0">
                <a:pos x="csX8504" y="csY8504"/>
              </a:cxn>
              <a:cxn ang="0">
                <a:pos x="csX8505" y="csY8505"/>
              </a:cxn>
              <a:cxn ang="0">
                <a:pos x="csX8506" y="csY8506"/>
              </a:cxn>
              <a:cxn ang="0">
                <a:pos x="csX8507" y="csY8507"/>
              </a:cxn>
              <a:cxn ang="0">
                <a:pos x="csX8508" y="csY8508"/>
              </a:cxn>
              <a:cxn ang="0">
                <a:pos x="csX8509" y="csY8509"/>
              </a:cxn>
              <a:cxn ang="0">
                <a:pos x="csX8510" y="csY8510"/>
              </a:cxn>
              <a:cxn ang="0">
                <a:pos x="csX8511" y="csY8511"/>
              </a:cxn>
              <a:cxn ang="0">
                <a:pos x="csX8512" y="csY8512"/>
              </a:cxn>
              <a:cxn ang="0">
                <a:pos x="csX8513" y="csY8513"/>
              </a:cxn>
              <a:cxn ang="0">
                <a:pos x="csX8514" y="csY8514"/>
              </a:cxn>
              <a:cxn ang="0">
                <a:pos x="csX8515" y="csY8515"/>
              </a:cxn>
              <a:cxn ang="0">
                <a:pos x="csX8516" y="csY8516"/>
              </a:cxn>
              <a:cxn ang="0">
                <a:pos x="csX8517" y="csY8517"/>
              </a:cxn>
              <a:cxn ang="0">
                <a:pos x="csX8518" y="csY8518"/>
              </a:cxn>
              <a:cxn ang="0">
                <a:pos x="csX8519" y="csY8519"/>
              </a:cxn>
              <a:cxn ang="0">
                <a:pos x="csX8520" y="csY8520"/>
              </a:cxn>
              <a:cxn ang="0">
                <a:pos x="csX8521" y="csY8521"/>
              </a:cxn>
              <a:cxn ang="0">
                <a:pos x="csX8522" y="csY8522"/>
              </a:cxn>
              <a:cxn ang="0">
                <a:pos x="csX8523" y="csY8523"/>
              </a:cxn>
              <a:cxn ang="0">
                <a:pos x="csX8524" y="csY8524"/>
              </a:cxn>
              <a:cxn ang="0">
                <a:pos x="csX8525" y="csY8525"/>
              </a:cxn>
              <a:cxn ang="0">
                <a:pos x="csX8526" y="csY8526"/>
              </a:cxn>
              <a:cxn ang="0">
                <a:pos x="csX8527" y="csY8527"/>
              </a:cxn>
              <a:cxn ang="0">
                <a:pos x="csX8528" y="csY8528"/>
              </a:cxn>
              <a:cxn ang="0">
                <a:pos x="csX8529" y="csY8529"/>
              </a:cxn>
              <a:cxn ang="0">
                <a:pos x="csX8530" y="csY8530"/>
              </a:cxn>
              <a:cxn ang="0">
                <a:pos x="csX8531" y="csY8531"/>
              </a:cxn>
              <a:cxn ang="0">
                <a:pos x="csX8532" y="csY8532"/>
              </a:cxn>
              <a:cxn ang="0">
                <a:pos x="csX8533" y="csY8533"/>
              </a:cxn>
              <a:cxn ang="0">
                <a:pos x="csX8534" y="csY8534"/>
              </a:cxn>
              <a:cxn ang="0">
                <a:pos x="csX8535" y="csY8535"/>
              </a:cxn>
              <a:cxn ang="0">
                <a:pos x="csX8536" y="csY8536"/>
              </a:cxn>
              <a:cxn ang="0">
                <a:pos x="csX8537" y="csY8537"/>
              </a:cxn>
              <a:cxn ang="0">
                <a:pos x="csX8538" y="csY8538"/>
              </a:cxn>
              <a:cxn ang="0">
                <a:pos x="csX8539" y="csY8539"/>
              </a:cxn>
              <a:cxn ang="0">
                <a:pos x="csX8540" y="csY8540"/>
              </a:cxn>
              <a:cxn ang="0">
                <a:pos x="csX8541" y="csY8541"/>
              </a:cxn>
              <a:cxn ang="0">
                <a:pos x="csX8542" y="csY8542"/>
              </a:cxn>
              <a:cxn ang="0">
                <a:pos x="csX8543" y="csY8543"/>
              </a:cxn>
              <a:cxn ang="0">
                <a:pos x="csX8544" y="csY8544"/>
              </a:cxn>
              <a:cxn ang="0">
                <a:pos x="csX8545" y="csY8545"/>
              </a:cxn>
              <a:cxn ang="0">
                <a:pos x="csX8546" y="csY8546"/>
              </a:cxn>
              <a:cxn ang="0">
                <a:pos x="csX8547" y="csY8547"/>
              </a:cxn>
              <a:cxn ang="0">
                <a:pos x="csX8548" y="csY8548"/>
              </a:cxn>
              <a:cxn ang="0">
                <a:pos x="csX8549" y="csY8549"/>
              </a:cxn>
              <a:cxn ang="0">
                <a:pos x="csX8550" y="csY8550"/>
              </a:cxn>
              <a:cxn ang="0">
                <a:pos x="csX8551" y="csY8551"/>
              </a:cxn>
              <a:cxn ang="0">
                <a:pos x="csX8552" y="csY8552"/>
              </a:cxn>
              <a:cxn ang="0">
                <a:pos x="csX8553" y="csY8553"/>
              </a:cxn>
              <a:cxn ang="0">
                <a:pos x="csX8554" y="csY8554"/>
              </a:cxn>
              <a:cxn ang="0">
                <a:pos x="csX8555" y="csY8555"/>
              </a:cxn>
              <a:cxn ang="0">
                <a:pos x="csX8556" y="csY8556"/>
              </a:cxn>
              <a:cxn ang="0">
                <a:pos x="csX8557" y="csY8557"/>
              </a:cxn>
              <a:cxn ang="0">
                <a:pos x="csX8558" y="csY8558"/>
              </a:cxn>
              <a:cxn ang="0">
                <a:pos x="csX8559" y="csY8559"/>
              </a:cxn>
              <a:cxn ang="0">
                <a:pos x="csX8560" y="csY8560"/>
              </a:cxn>
              <a:cxn ang="0">
                <a:pos x="csX8561" y="csY8561"/>
              </a:cxn>
              <a:cxn ang="0">
                <a:pos x="csX8562" y="csY8562"/>
              </a:cxn>
              <a:cxn ang="0">
                <a:pos x="csX8563" y="csY8563"/>
              </a:cxn>
              <a:cxn ang="0">
                <a:pos x="csX8564" y="csY8564"/>
              </a:cxn>
              <a:cxn ang="0">
                <a:pos x="csX8565" y="csY8565"/>
              </a:cxn>
              <a:cxn ang="0">
                <a:pos x="csX8566" y="csY8566"/>
              </a:cxn>
              <a:cxn ang="0">
                <a:pos x="csX8567" y="csY8567"/>
              </a:cxn>
              <a:cxn ang="0">
                <a:pos x="csX8568" y="csY8568"/>
              </a:cxn>
              <a:cxn ang="0">
                <a:pos x="csX8569" y="csY8569"/>
              </a:cxn>
              <a:cxn ang="0">
                <a:pos x="csX8570" y="csY8570"/>
              </a:cxn>
              <a:cxn ang="0">
                <a:pos x="csX8571" y="csY8571"/>
              </a:cxn>
              <a:cxn ang="0">
                <a:pos x="csX8572" y="csY8572"/>
              </a:cxn>
              <a:cxn ang="0">
                <a:pos x="csX8573" y="csY8573"/>
              </a:cxn>
              <a:cxn ang="0">
                <a:pos x="csX8574" y="csY8574"/>
              </a:cxn>
              <a:cxn ang="0">
                <a:pos x="csX8575" y="csY8575"/>
              </a:cxn>
              <a:cxn ang="0">
                <a:pos x="csX8576" y="csY8576"/>
              </a:cxn>
              <a:cxn ang="0">
                <a:pos x="csX8577" y="csY8577"/>
              </a:cxn>
              <a:cxn ang="0">
                <a:pos x="csX8578" y="csY8578"/>
              </a:cxn>
              <a:cxn ang="0">
                <a:pos x="csX8579" y="csY8579"/>
              </a:cxn>
              <a:cxn ang="0">
                <a:pos x="csX8580" y="csY8580"/>
              </a:cxn>
              <a:cxn ang="0">
                <a:pos x="csX8581" y="csY8581"/>
              </a:cxn>
              <a:cxn ang="0">
                <a:pos x="csX8582" y="csY8582"/>
              </a:cxn>
              <a:cxn ang="0">
                <a:pos x="csX8583" y="csY8583"/>
              </a:cxn>
              <a:cxn ang="0">
                <a:pos x="csX8584" y="csY8584"/>
              </a:cxn>
              <a:cxn ang="0">
                <a:pos x="csX8585" y="csY8585"/>
              </a:cxn>
              <a:cxn ang="0">
                <a:pos x="csX8586" y="csY8586"/>
              </a:cxn>
              <a:cxn ang="0">
                <a:pos x="csX8587" y="csY8587"/>
              </a:cxn>
              <a:cxn ang="0">
                <a:pos x="csX8588" y="csY8588"/>
              </a:cxn>
              <a:cxn ang="0">
                <a:pos x="csX8589" y="csY8589"/>
              </a:cxn>
              <a:cxn ang="0">
                <a:pos x="csX8590" y="csY8590"/>
              </a:cxn>
              <a:cxn ang="0">
                <a:pos x="csX8591" y="csY8591"/>
              </a:cxn>
              <a:cxn ang="0">
                <a:pos x="csX8592" y="csY8592"/>
              </a:cxn>
              <a:cxn ang="0">
                <a:pos x="csX8593" y="csY8593"/>
              </a:cxn>
              <a:cxn ang="0">
                <a:pos x="csX8594" y="csY8594"/>
              </a:cxn>
              <a:cxn ang="0">
                <a:pos x="csX8595" y="csY8595"/>
              </a:cxn>
              <a:cxn ang="0">
                <a:pos x="csX8596" y="csY8596"/>
              </a:cxn>
              <a:cxn ang="0">
                <a:pos x="csX8597" y="csY8597"/>
              </a:cxn>
              <a:cxn ang="0">
                <a:pos x="csX8598" y="csY8598"/>
              </a:cxn>
              <a:cxn ang="0">
                <a:pos x="csX8599" y="csY8599"/>
              </a:cxn>
              <a:cxn ang="0">
                <a:pos x="csX8600" y="csY8600"/>
              </a:cxn>
              <a:cxn ang="0">
                <a:pos x="csX8601" y="csY8601"/>
              </a:cxn>
              <a:cxn ang="0">
                <a:pos x="csX8602" y="csY8602"/>
              </a:cxn>
              <a:cxn ang="0">
                <a:pos x="csX8603" y="csY8603"/>
              </a:cxn>
              <a:cxn ang="0">
                <a:pos x="csX8604" y="csY8604"/>
              </a:cxn>
              <a:cxn ang="0">
                <a:pos x="csX8605" y="csY8605"/>
              </a:cxn>
              <a:cxn ang="0">
                <a:pos x="csX8606" y="csY8606"/>
              </a:cxn>
              <a:cxn ang="0">
                <a:pos x="csX8607" y="csY8607"/>
              </a:cxn>
              <a:cxn ang="0">
                <a:pos x="csX8608" y="csY8608"/>
              </a:cxn>
              <a:cxn ang="0">
                <a:pos x="csX8609" y="csY8609"/>
              </a:cxn>
              <a:cxn ang="0">
                <a:pos x="csX8610" y="csY8610"/>
              </a:cxn>
              <a:cxn ang="0">
                <a:pos x="csX8611" y="csY8611"/>
              </a:cxn>
              <a:cxn ang="0">
                <a:pos x="csX8612" y="csY8612"/>
              </a:cxn>
              <a:cxn ang="0">
                <a:pos x="csX8613" y="csY8613"/>
              </a:cxn>
              <a:cxn ang="0">
                <a:pos x="csX8614" y="csY8614"/>
              </a:cxn>
              <a:cxn ang="0">
                <a:pos x="csX8615" y="csY8615"/>
              </a:cxn>
              <a:cxn ang="0">
                <a:pos x="csX8616" y="csY8616"/>
              </a:cxn>
              <a:cxn ang="0">
                <a:pos x="csX8617" y="csY8617"/>
              </a:cxn>
              <a:cxn ang="0">
                <a:pos x="csX8618" y="csY8618"/>
              </a:cxn>
              <a:cxn ang="0">
                <a:pos x="csX8619" y="csY8619"/>
              </a:cxn>
              <a:cxn ang="0">
                <a:pos x="csX8620" y="csY8620"/>
              </a:cxn>
              <a:cxn ang="0">
                <a:pos x="csX8621" y="csY8621"/>
              </a:cxn>
              <a:cxn ang="0">
                <a:pos x="csX8622" y="csY8622"/>
              </a:cxn>
              <a:cxn ang="0">
                <a:pos x="csX8623" y="csY8623"/>
              </a:cxn>
              <a:cxn ang="0">
                <a:pos x="csX8624" y="csY8624"/>
              </a:cxn>
              <a:cxn ang="0">
                <a:pos x="csX8625" y="csY8625"/>
              </a:cxn>
              <a:cxn ang="0">
                <a:pos x="csX8626" y="csY8626"/>
              </a:cxn>
              <a:cxn ang="0">
                <a:pos x="csX8627" y="csY8627"/>
              </a:cxn>
              <a:cxn ang="0">
                <a:pos x="csX8628" y="csY8628"/>
              </a:cxn>
              <a:cxn ang="0">
                <a:pos x="csX8629" y="csY8629"/>
              </a:cxn>
              <a:cxn ang="0">
                <a:pos x="csX8630" y="csY8630"/>
              </a:cxn>
              <a:cxn ang="0">
                <a:pos x="csX8631" y="csY8631"/>
              </a:cxn>
              <a:cxn ang="0">
                <a:pos x="csX8632" y="csY8632"/>
              </a:cxn>
              <a:cxn ang="0">
                <a:pos x="csX8633" y="csY8633"/>
              </a:cxn>
              <a:cxn ang="0">
                <a:pos x="csX8634" y="csY8634"/>
              </a:cxn>
              <a:cxn ang="0">
                <a:pos x="csX8635" y="csY8635"/>
              </a:cxn>
              <a:cxn ang="0">
                <a:pos x="csX8636" y="csY8636"/>
              </a:cxn>
              <a:cxn ang="0">
                <a:pos x="csX8637" y="csY8637"/>
              </a:cxn>
              <a:cxn ang="0">
                <a:pos x="csX8638" y="csY8638"/>
              </a:cxn>
              <a:cxn ang="0">
                <a:pos x="csX8639" y="csY8639"/>
              </a:cxn>
              <a:cxn ang="0">
                <a:pos x="csX8640" y="csY8640"/>
              </a:cxn>
              <a:cxn ang="0">
                <a:pos x="csX8641" y="csY8641"/>
              </a:cxn>
              <a:cxn ang="0">
                <a:pos x="csX8642" y="csY8642"/>
              </a:cxn>
              <a:cxn ang="0">
                <a:pos x="csX8643" y="csY8643"/>
              </a:cxn>
              <a:cxn ang="0">
                <a:pos x="csX8644" y="csY8644"/>
              </a:cxn>
              <a:cxn ang="0">
                <a:pos x="csX8645" y="csY8645"/>
              </a:cxn>
              <a:cxn ang="0">
                <a:pos x="csX8646" y="csY8646"/>
              </a:cxn>
              <a:cxn ang="0">
                <a:pos x="csX8647" y="csY8647"/>
              </a:cxn>
              <a:cxn ang="0">
                <a:pos x="csX8648" y="csY8648"/>
              </a:cxn>
              <a:cxn ang="0">
                <a:pos x="csX8649" y="csY8649"/>
              </a:cxn>
              <a:cxn ang="0">
                <a:pos x="csX8650" y="csY8650"/>
              </a:cxn>
              <a:cxn ang="0">
                <a:pos x="csX8651" y="csY8651"/>
              </a:cxn>
              <a:cxn ang="0">
                <a:pos x="csX8652" y="csY8652"/>
              </a:cxn>
              <a:cxn ang="0">
                <a:pos x="csX8653" y="csY8653"/>
              </a:cxn>
              <a:cxn ang="0">
                <a:pos x="csX8654" y="csY8654"/>
              </a:cxn>
              <a:cxn ang="0">
                <a:pos x="csX8655" y="csY8655"/>
              </a:cxn>
              <a:cxn ang="0">
                <a:pos x="csX8656" y="csY8656"/>
              </a:cxn>
              <a:cxn ang="0">
                <a:pos x="csX8657" y="csY8657"/>
              </a:cxn>
              <a:cxn ang="0">
                <a:pos x="csX8658" y="csY8658"/>
              </a:cxn>
              <a:cxn ang="0">
                <a:pos x="csX8659" y="csY8659"/>
              </a:cxn>
              <a:cxn ang="0">
                <a:pos x="csX8660" y="csY8660"/>
              </a:cxn>
              <a:cxn ang="0">
                <a:pos x="csX8661" y="csY8661"/>
              </a:cxn>
              <a:cxn ang="0">
                <a:pos x="csX8662" y="csY8662"/>
              </a:cxn>
              <a:cxn ang="0">
                <a:pos x="csX8663" y="csY8663"/>
              </a:cxn>
              <a:cxn ang="0">
                <a:pos x="csX8664" y="csY8664"/>
              </a:cxn>
              <a:cxn ang="0">
                <a:pos x="csX8665" y="csY8665"/>
              </a:cxn>
              <a:cxn ang="0">
                <a:pos x="csX8666" y="csY8666"/>
              </a:cxn>
              <a:cxn ang="0">
                <a:pos x="csX8667" y="csY8667"/>
              </a:cxn>
              <a:cxn ang="0">
                <a:pos x="csX8668" y="csY8668"/>
              </a:cxn>
              <a:cxn ang="0">
                <a:pos x="csX8669" y="csY8669"/>
              </a:cxn>
              <a:cxn ang="0">
                <a:pos x="csX8670" y="csY8670"/>
              </a:cxn>
              <a:cxn ang="0">
                <a:pos x="csX8671" y="csY8671"/>
              </a:cxn>
              <a:cxn ang="0">
                <a:pos x="csX8672" y="csY8672"/>
              </a:cxn>
              <a:cxn ang="0">
                <a:pos x="csX8673" y="csY8673"/>
              </a:cxn>
              <a:cxn ang="0">
                <a:pos x="csX8674" y="csY8674"/>
              </a:cxn>
              <a:cxn ang="0">
                <a:pos x="csX8675" y="csY8675"/>
              </a:cxn>
              <a:cxn ang="0">
                <a:pos x="csX8676" y="csY8676"/>
              </a:cxn>
              <a:cxn ang="0">
                <a:pos x="csX8677" y="csY8677"/>
              </a:cxn>
              <a:cxn ang="0">
                <a:pos x="csX8678" y="csY8678"/>
              </a:cxn>
              <a:cxn ang="0">
                <a:pos x="csX8679" y="csY8679"/>
              </a:cxn>
              <a:cxn ang="0">
                <a:pos x="csX8680" y="csY8680"/>
              </a:cxn>
              <a:cxn ang="0">
                <a:pos x="csX8681" y="csY8681"/>
              </a:cxn>
              <a:cxn ang="0">
                <a:pos x="csX8682" y="csY8682"/>
              </a:cxn>
              <a:cxn ang="0">
                <a:pos x="csX8683" y="csY8683"/>
              </a:cxn>
              <a:cxn ang="0">
                <a:pos x="csX8684" y="csY8684"/>
              </a:cxn>
              <a:cxn ang="0">
                <a:pos x="csX8685" y="csY8685"/>
              </a:cxn>
              <a:cxn ang="0">
                <a:pos x="csX8686" y="csY8686"/>
              </a:cxn>
              <a:cxn ang="0">
                <a:pos x="csX8687" y="csY8687"/>
              </a:cxn>
              <a:cxn ang="0">
                <a:pos x="csX8688" y="csY8688"/>
              </a:cxn>
              <a:cxn ang="0">
                <a:pos x="csX8689" y="csY8689"/>
              </a:cxn>
              <a:cxn ang="0">
                <a:pos x="csX8690" y="csY8690"/>
              </a:cxn>
              <a:cxn ang="0">
                <a:pos x="csX8691" y="csY8691"/>
              </a:cxn>
              <a:cxn ang="0">
                <a:pos x="csX8692" y="csY8692"/>
              </a:cxn>
              <a:cxn ang="0">
                <a:pos x="csX8693" y="csY8693"/>
              </a:cxn>
              <a:cxn ang="0">
                <a:pos x="csX8694" y="csY8694"/>
              </a:cxn>
              <a:cxn ang="0">
                <a:pos x="csX8695" y="csY8695"/>
              </a:cxn>
              <a:cxn ang="0">
                <a:pos x="csX8696" y="csY8696"/>
              </a:cxn>
              <a:cxn ang="0">
                <a:pos x="csX8697" y="csY8697"/>
              </a:cxn>
              <a:cxn ang="0">
                <a:pos x="csX8698" y="csY8698"/>
              </a:cxn>
              <a:cxn ang="0">
                <a:pos x="csX8699" y="csY8699"/>
              </a:cxn>
              <a:cxn ang="0">
                <a:pos x="csX8700" y="csY8700"/>
              </a:cxn>
              <a:cxn ang="0">
                <a:pos x="csX8701" y="csY8701"/>
              </a:cxn>
              <a:cxn ang="0">
                <a:pos x="csX8702" y="csY8702"/>
              </a:cxn>
              <a:cxn ang="0">
                <a:pos x="csX8703" y="csY8703"/>
              </a:cxn>
              <a:cxn ang="0">
                <a:pos x="csX8704" y="csY8704"/>
              </a:cxn>
              <a:cxn ang="0">
                <a:pos x="csX8705" y="csY8705"/>
              </a:cxn>
              <a:cxn ang="0">
                <a:pos x="csX8706" y="csY8706"/>
              </a:cxn>
              <a:cxn ang="0">
                <a:pos x="csX8707" y="csY8707"/>
              </a:cxn>
              <a:cxn ang="0">
                <a:pos x="csX8708" y="csY8708"/>
              </a:cxn>
              <a:cxn ang="0">
                <a:pos x="csX8709" y="csY8709"/>
              </a:cxn>
              <a:cxn ang="0">
                <a:pos x="csX8710" y="csY8710"/>
              </a:cxn>
              <a:cxn ang="0">
                <a:pos x="csX8711" y="csY8711"/>
              </a:cxn>
              <a:cxn ang="0">
                <a:pos x="csX8712" y="csY8712"/>
              </a:cxn>
              <a:cxn ang="0">
                <a:pos x="csX8713" y="csY8713"/>
              </a:cxn>
              <a:cxn ang="0">
                <a:pos x="csX8714" y="csY8714"/>
              </a:cxn>
              <a:cxn ang="0">
                <a:pos x="csX8715" y="csY8715"/>
              </a:cxn>
              <a:cxn ang="0">
                <a:pos x="csX8716" y="csY8716"/>
              </a:cxn>
              <a:cxn ang="0">
                <a:pos x="csX8717" y="csY8717"/>
              </a:cxn>
              <a:cxn ang="0">
                <a:pos x="csX8718" y="csY8718"/>
              </a:cxn>
              <a:cxn ang="0">
                <a:pos x="csX8719" y="csY8719"/>
              </a:cxn>
              <a:cxn ang="0">
                <a:pos x="csX8720" y="csY8720"/>
              </a:cxn>
              <a:cxn ang="0">
                <a:pos x="csX8721" y="csY8721"/>
              </a:cxn>
              <a:cxn ang="0">
                <a:pos x="csX8722" y="csY8722"/>
              </a:cxn>
              <a:cxn ang="0">
                <a:pos x="csX8723" y="csY8723"/>
              </a:cxn>
              <a:cxn ang="0">
                <a:pos x="csX8724" y="csY8724"/>
              </a:cxn>
              <a:cxn ang="0">
                <a:pos x="csX8725" y="csY8725"/>
              </a:cxn>
              <a:cxn ang="0">
                <a:pos x="csX8726" y="csY8726"/>
              </a:cxn>
              <a:cxn ang="0">
                <a:pos x="csX8727" y="csY8727"/>
              </a:cxn>
              <a:cxn ang="0">
                <a:pos x="csX8728" y="csY8728"/>
              </a:cxn>
              <a:cxn ang="0">
                <a:pos x="csX8729" y="csY8729"/>
              </a:cxn>
              <a:cxn ang="0">
                <a:pos x="csX8730" y="csY8730"/>
              </a:cxn>
              <a:cxn ang="0">
                <a:pos x="csX8731" y="csY8731"/>
              </a:cxn>
              <a:cxn ang="0">
                <a:pos x="csX8732" y="csY8732"/>
              </a:cxn>
              <a:cxn ang="0">
                <a:pos x="csX8733" y="csY8733"/>
              </a:cxn>
              <a:cxn ang="0">
                <a:pos x="csX8734" y="csY8734"/>
              </a:cxn>
              <a:cxn ang="0">
                <a:pos x="csX8735" y="csY8735"/>
              </a:cxn>
              <a:cxn ang="0">
                <a:pos x="csX8736" y="csY8736"/>
              </a:cxn>
              <a:cxn ang="0">
                <a:pos x="csX8737" y="csY8737"/>
              </a:cxn>
              <a:cxn ang="0">
                <a:pos x="csX8738" y="csY8738"/>
              </a:cxn>
              <a:cxn ang="0">
                <a:pos x="csX8739" y="csY8739"/>
              </a:cxn>
              <a:cxn ang="0">
                <a:pos x="csX8740" y="csY8740"/>
              </a:cxn>
              <a:cxn ang="0">
                <a:pos x="csX8741" y="csY8741"/>
              </a:cxn>
              <a:cxn ang="0">
                <a:pos x="csX8742" y="csY8742"/>
              </a:cxn>
              <a:cxn ang="0">
                <a:pos x="csX8743" y="csY8743"/>
              </a:cxn>
              <a:cxn ang="0">
                <a:pos x="csX8744" y="csY8744"/>
              </a:cxn>
              <a:cxn ang="0">
                <a:pos x="csX8745" y="csY8745"/>
              </a:cxn>
              <a:cxn ang="0">
                <a:pos x="csX8746" y="csY8746"/>
              </a:cxn>
              <a:cxn ang="0">
                <a:pos x="csX8747" y="csY8747"/>
              </a:cxn>
              <a:cxn ang="0">
                <a:pos x="csX8748" y="csY8748"/>
              </a:cxn>
              <a:cxn ang="0">
                <a:pos x="csX8749" y="csY8749"/>
              </a:cxn>
              <a:cxn ang="0">
                <a:pos x="csX8750" y="csY8750"/>
              </a:cxn>
              <a:cxn ang="0">
                <a:pos x="csX8751" y="csY8751"/>
              </a:cxn>
              <a:cxn ang="0">
                <a:pos x="csX8752" y="csY8752"/>
              </a:cxn>
              <a:cxn ang="0">
                <a:pos x="csX8753" y="csY8753"/>
              </a:cxn>
              <a:cxn ang="0">
                <a:pos x="csX8754" y="csY8754"/>
              </a:cxn>
              <a:cxn ang="0">
                <a:pos x="csX8755" y="csY8755"/>
              </a:cxn>
              <a:cxn ang="0">
                <a:pos x="csX8756" y="csY8756"/>
              </a:cxn>
              <a:cxn ang="0">
                <a:pos x="csX8757" y="csY8757"/>
              </a:cxn>
              <a:cxn ang="0">
                <a:pos x="csX8758" y="csY8758"/>
              </a:cxn>
              <a:cxn ang="0">
                <a:pos x="csX8759" y="csY8759"/>
              </a:cxn>
              <a:cxn ang="0">
                <a:pos x="csX8760" y="csY8760"/>
              </a:cxn>
              <a:cxn ang="0">
                <a:pos x="csX8761" y="csY8761"/>
              </a:cxn>
              <a:cxn ang="0">
                <a:pos x="csX8762" y="csY8762"/>
              </a:cxn>
              <a:cxn ang="0">
                <a:pos x="csX8763" y="csY8763"/>
              </a:cxn>
              <a:cxn ang="0">
                <a:pos x="csX8764" y="csY8764"/>
              </a:cxn>
              <a:cxn ang="0">
                <a:pos x="csX8765" y="csY8765"/>
              </a:cxn>
              <a:cxn ang="0">
                <a:pos x="csX8766" y="csY8766"/>
              </a:cxn>
              <a:cxn ang="0">
                <a:pos x="csX8767" y="csY8767"/>
              </a:cxn>
              <a:cxn ang="0">
                <a:pos x="csX8768" y="csY8768"/>
              </a:cxn>
              <a:cxn ang="0">
                <a:pos x="csX8769" y="csY8769"/>
              </a:cxn>
              <a:cxn ang="0">
                <a:pos x="csX8770" y="csY8770"/>
              </a:cxn>
              <a:cxn ang="0">
                <a:pos x="csX8771" y="csY8771"/>
              </a:cxn>
              <a:cxn ang="0">
                <a:pos x="csX8772" y="csY8772"/>
              </a:cxn>
              <a:cxn ang="0">
                <a:pos x="csX8773" y="csY8773"/>
              </a:cxn>
              <a:cxn ang="0">
                <a:pos x="csX8774" y="csY8774"/>
              </a:cxn>
              <a:cxn ang="0">
                <a:pos x="csX8775" y="csY8775"/>
              </a:cxn>
              <a:cxn ang="0">
                <a:pos x="csX8776" y="csY8776"/>
              </a:cxn>
              <a:cxn ang="0">
                <a:pos x="csX8777" y="csY8777"/>
              </a:cxn>
              <a:cxn ang="0">
                <a:pos x="csX8778" y="csY8778"/>
              </a:cxn>
              <a:cxn ang="0">
                <a:pos x="csX8779" y="csY8779"/>
              </a:cxn>
              <a:cxn ang="0">
                <a:pos x="csX8780" y="csY8780"/>
              </a:cxn>
              <a:cxn ang="0">
                <a:pos x="csX8781" y="csY8781"/>
              </a:cxn>
              <a:cxn ang="0">
                <a:pos x="csX8782" y="csY8782"/>
              </a:cxn>
              <a:cxn ang="0">
                <a:pos x="csX8783" y="csY8783"/>
              </a:cxn>
              <a:cxn ang="0">
                <a:pos x="csX8784" y="csY8784"/>
              </a:cxn>
              <a:cxn ang="0">
                <a:pos x="csX8785" y="csY8785"/>
              </a:cxn>
              <a:cxn ang="0">
                <a:pos x="csX8786" y="csY8786"/>
              </a:cxn>
              <a:cxn ang="0">
                <a:pos x="csX8787" y="csY8787"/>
              </a:cxn>
              <a:cxn ang="0">
                <a:pos x="csX8788" y="csY8788"/>
              </a:cxn>
              <a:cxn ang="0">
                <a:pos x="csX8789" y="csY8789"/>
              </a:cxn>
              <a:cxn ang="0">
                <a:pos x="csX8790" y="csY8790"/>
              </a:cxn>
              <a:cxn ang="0">
                <a:pos x="csX8791" y="csY8791"/>
              </a:cxn>
              <a:cxn ang="0">
                <a:pos x="csX8792" y="csY8792"/>
              </a:cxn>
              <a:cxn ang="0">
                <a:pos x="csX8793" y="csY8793"/>
              </a:cxn>
              <a:cxn ang="0">
                <a:pos x="csX8794" y="csY8794"/>
              </a:cxn>
              <a:cxn ang="0">
                <a:pos x="csX8795" y="csY8795"/>
              </a:cxn>
              <a:cxn ang="0">
                <a:pos x="csX8796" y="csY8796"/>
              </a:cxn>
              <a:cxn ang="0">
                <a:pos x="csX8797" y="csY8797"/>
              </a:cxn>
              <a:cxn ang="0">
                <a:pos x="csX8798" y="csY8798"/>
              </a:cxn>
              <a:cxn ang="0">
                <a:pos x="csX8799" y="csY8799"/>
              </a:cxn>
              <a:cxn ang="0">
                <a:pos x="csX8800" y="csY8800"/>
              </a:cxn>
              <a:cxn ang="0">
                <a:pos x="csX8801" y="csY8801"/>
              </a:cxn>
              <a:cxn ang="0">
                <a:pos x="csX8802" y="csY8802"/>
              </a:cxn>
              <a:cxn ang="0">
                <a:pos x="csX8803" y="csY8803"/>
              </a:cxn>
              <a:cxn ang="0">
                <a:pos x="csX8804" y="csY8804"/>
              </a:cxn>
              <a:cxn ang="0">
                <a:pos x="csX8805" y="csY8805"/>
              </a:cxn>
              <a:cxn ang="0">
                <a:pos x="csX8806" y="csY8806"/>
              </a:cxn>
              <a:cxn ang="0">
                <a:pos x="csX8807" y="csY8807"/>
              </a:cxn>
              <a:cxn ang="0">
                <a:pos x="csX8808" y="csY8808"/>
              </a:cxn>
              <a:cxn ang="0">
                <a:pos x="csX8809" y="csY8809"/>
              </a:cxn>
              <a:cxn ang="0">
                <a:pos x="csX8810" y="csY8810"/>
              </a:cxn>
              <a:cxn ang="0">
                <a:pos x="csX8811" y="csY8811"/>
              </a:cxn>
              <a:cxn ang="0">
                <a:pos x="csX8812" y="csY8812"/>
              </a:cxn>
              <a:cxn ang="0">
                <a:pos x="csX8813" y="csY8813"/>
              </a:cxn>
              <a:cxn ang="0">
                <a:pos x="csX8814" y="csY8814"/>
              </a:cxn>
              <a:cxn ang="0">
                <a:pos x="csX8815" y="csY8815"/>
              </a:cxn>
              <a:cxn ang="0">
                <a:pos x="csX8816" y="csY8816"/>
              </a:cxn>
              <a:cxn ang="0">
                <a:pos x="csX8817" y="csY8817"/>
              </a:cxn>
              <a:cxn ang="0">
                <a:pos x="csX8818" y="csY8818"/>
              </a:cxn>
              <a:cxn ang="0">
                <a:pos x="csX8819" y="csY8819"/>
              </a:cxn>
              <a:cxn ang="0">
                <a:pos x="csX8820" y="csY8820"/>
              </a:cxn>
              <a:cxn ang="0">
                <a:pos x="csX8821" y="csY8821"/>
              </a:cxn>
              <a:cxn ang="0">
                <a:pos x="csX8822" y="csY8822"/>
              </a:cxn>
              <a:cxn ang="0">
                <a:pos x="csX8823" y="csY8823"/>
              </a:cxn>
              <a:cxn ang="0">
                <a:pos x="csX8824" y="csY8824"/>
              </a:cxn>
              <a:cxn ang="0">
                <a:pos x="csX8825" y="csY8825"/>
              </a:cxn>
              <a:cxn ang="0">
                <a:pos x="csX8826" y="csY8826"/>
              </a:cxn>
              <a:cxn ang="0">
                <a:pos x="csX8827" y="csY8827"/>
              </a:cxn>
              <a:cxn ang="0">
                <a:pos x="csX8828" y="csY8828"/>
              </a:cxn>
              <a:cxn ang="0">
                <a:pos x="csX8829" y="csY8829"/>
              </a:cxn>
              <a:cxn ang="0">
                <a:pos x="csX8830" y="csY8830"/>
              </a:cxn>
              <a:cxn ang="0">
                <a:pos x="csX8831" y="csY8831"/>
              </a:cxn>
              <a:cxn ang="0">
                <a:pos x="csX8832" y="csY8832"/>
              </a:cxn>
              <a:cxn ang="0">
                <a:pos x="csX8833" y="csY8833"/>
              </a:cxn>
              <a:cxn ang="0">
                <a:pos x="csX8834" y="csY8834"/>
              </a:cxn>
              <a:cxn ang="0">
                <a:pos x="csX8835" y="csY8835"/>
              </a:cxn>
              <a:cxn ang="0">
                <a:pos x="csX8836" y="csY8836"/>
              </a:cxn>
              <a:cxn ang="0">
                <a:pos x="csX8837" y="csY8837"/>
              </a:cxn>
              <a:cxn ang="0">
                <a:pos x="csX8838" y="csY8838"/>
              </a:cxn>
              <a:cxn ang="0">
                <a:pos x="csX8839" y="csY8839"/>
              </a:cxn>
              <a:cxn ang="0">
                <a:pos x="csX8840" y="csY8840"/>
              </a:cxn>
              <a:cxn ang="0">
                <a:pos x="csX8841" y="csY8841"/>
              </a:cxn>
              <a:cxn ang="0">
                <a:pos x="csX8842" y="csY8842"/>
              </a:cxn>
              <a:cxn ang="0">
                <a:pos x="csX8843" y="csY8843"/>
              </a:cxn>
              <a:cxn ang="0">
                <a:pos x="csX8844" y="csY8844"/>
              </a:cxn>
              <a:cxn ang="0">
                <a:pos x="csX8845" y="csY8845"/>
              </a:cxn>
              <a:cxn ang="0">
                <a:pos x="csX8846" y="csY8846"/>
              </a:cxn>
              <a:cxn ang="0">
                <a:pos x="csX8847" y="csY8847"/>
              </a:cxn>
              <a:cxn ang="0">
                <a:pos x="csX8848" y="csY8848"/>
              </a:cxn>
              <a:cxn ang="0">
                <a:pos x="csX8849" y="csY8849"/>
              </a:cxn>
              <a:cxn ang="0">
                <a:pos x="csX8850" y="csY8850"/>
              </a:cxn>
              <a:cxn ang="0">
                <a:pos x="csX8851" y="csY8851"/>
              </a:cxn>
              <a:cxn ang="0">
                <a:pos x="csX8852" y="csY8852"/>
              </a:cxn>
              <a:cxn ang="0">
                <a:pos x="csX8853" y="csY8853"/>
              </a:cxn>
              <a:cxn ang="0">
                <a:pos x="csX8854" y="csY8854"/>
              </a:cxn>
              <a:cxn ang="0">
                <a:pos x="csX8855" y="csY8855"/>
              </a:cxn>
              <a:cxn ang="0">
                <a:pos x="csX8856" y="csY8856"/>
              </a:cxn>
              <a:cxn ang="0">
                <a:pos x="csX8857" y="csY8857"/>
              </a:cxn>
              <a:cxn ang="0">
                <a:pos x="csX8858" y="csY8858"/>
              </a:cxn>
              <a:cxn ang="0">
                <a:pos x="csX8859" y="csY8859"/>
              </a:cxn>
              <a:cxn ang="0">
                <a:pos x="csX8860" y="csY8860"/>
              </a:cxn>
              <a:cxn ang="0">
                <a:pos x="csX8861" y="csY8861"/>
              </a:cxn>
              <a:cxn ang="0">
                <a:pos x="csX8862" y="csY8862"/>
              </a:cxn>
              <a:cxn ang="0">
                <a:pos x="csX8863" y="csY8863"/>
              </a:cxn>
              <a:cxn ang="0">
                <a:pos x="csX8864" y="csY8864"/>
              </a:cxn>
              <a:cxn ang="0">
                <a:pos x="csX8865" y="csY8865"/>
              </a:cxn>
              <a:cxn ang="0">
                <a:pos x="csX8866" y="csY8866"/>
              </a:cxn>
              <a:cxn ang="0">
                <a:pos x="csX8867" y="csY8867"/>
              </a:cxn>
              <a:cxn ang="0">
                <a:pos x="csX8868" y="csY8868"/>
              </a:cxn>
              <a:cxn ang="0">
                <a:pos x="csX8869" y="csY8869"/>
              </a:cxn>
              <a:cxn ang="0">
                <a:pos x="csX8870" y="csY8870"/>
              </a:cxn>
              <a:cxn ang="0">
                <a:pos x="csX8871" y="csY8871"/>
              </a:cxn>
              <a:cxn ang="0">
                <a:pos x="csX8872" y="csY8872"/>
              </a:cxn>
              <a:cxn ang="0">
                <a:pos x="csX8873" y="csY8873"/>
              </a:cxn>
              <a:cxn ang="0">
                <a:pos x="csX8874" y="csY8874"/>
              </a:cxn>
              <a:cxn ang="0">
                <a:pos x="csX8875" y="csY8875"/>
              </a:cxn>
              <a:cxn ang="0">
                <a:pos x="csX8876" y="csY8876"/>
              </a:cxn>
              <a:cxn ang="0">
                <a:pos x="csX8877" y="csY8877"/>
              </a:cxn>
              <a:cxn ang="0">
                <a:pos x="csX8878" y="csY8878"/>
              </a:cxn>
              <a:cxn ang="0">
                <a:pos x="csX8879" y="csY8879"/>
              </a:cxn>
              <a:cxn ang="0">
                <a:pos x="csX8880" y="csY8880"/>
              </a:cxn>
              <a:cxn ang="0">
                <a:pos x="csX8881" y="csY8881"/>
              </a:cxn>
              <a:cxn ang="0">
                <a:pos x="csX8882" y="csY8882"/>
              </a:cxn>
              <a:cxn ang="0">
                <a:pos x="csX8883" y="csY8883"/>
              </a:cxn>
              <a:cxn ang="0">
                <a:pos x="csX8884" y="csY8884"/>
              </a:cxn>
              <a:cxn ang="0">
                <a:pos x="csX8885" y="csY8885"/>
              </a:cxn>
              <a:cxn ang="0">
                <a:pos x="csX8886" y="csY8886"/>
              </a:cxn>
              <a:cxn ang="0">
                <a:pos x="csX8887" y="csY8887"/>
              </a:cxn>
              <a:cxn ang="0">
                <a:pos x="csX8888" y="csY8888"/>
              </a:cxn>
              <a:cxn ang="0">
                <a:pos x="csX8889" y="csY8889"/>
              </a:cxn>
              <a:cxn ang="0">
                <a:pos x="csX8890" y="csY8890"/>
              </a:cxn>
              <a:cxn ang="0">
                <a:pos x="csX8891" y="csY8891"/>
              </a:cxn>
              <a:cxn ang="0">
                <a:pos x="csX8892" y="csY8892"/>
              </a:cxn>
              <a:cxn ang="0">
                <a:pos x="csX8893" y="csY8893"/>
              </a:cxn>
              <a:cxn ang="0">
                <a:pos x="csX8894" y="csY8894"/>
              </a:cxn>
              <a:cxn ang="0">
                <a:pos x="csX8895" y="csY8895"/>
              </a:cxn>
              <a:cxn ang="0">
                <a:pos x="csX8896" y="csY8896"/>
              </a:cxn>
              <a:cxn ang="0">
                <a:pos x="csX8897" y="csY8897"/>
              </a:cxn>
              <a:cxn ang="0">
                <a:pos x="csX8898" y="csY8898"/>
              </a:cxn>
              <a:cxn ang="0">
                <a:pos x="csX8899" y="csY8899"/>
              </a:cxn>
              <a:cxn ang="0">
                <a:pos x="csX8900" y="csY8900"/>
              </a:cxn>
              <a:cxn ang="0">
                <a:pos x="csX8901" y="csY8901"/>
              </a:cxn>
              <a:cxn ang="0">
                <a:pos x="csX8902" y="csY8902"/>
              </a:cxn>
              <a:cxn ang="0">
                <a:pos x="csX8903" y="csY8903"/>
              </a:cxn>
              <a:cxn ang="0">
                <a:pos x="csX8904" y="csY8904"/>
              </a:cxn>
              <a:cxn ang="0">
                <a:pos x="csX8905" y="csY8905"/>
              </a:cxn>
              <a:cxn ang="0">
                <a:pos x="csX8906" y="csY8906"/>
              </a:cxn>
              <a:cxn ang="0">
                <a:pos x="csX8907" y="csY8907"/>
              </a:cxn>
              <a:cxn ang="0">
                <a:pos x="csX8908" y="csY8908"/>
              </a:cxn>
              <a:cxn ang="0">
                <a:pos x="csX8909" y="csY8909"/>
              </a:cxn>
              <a:cxn ang="0">
                <a:pos x="csX8910" y="csY8910"/>
              </a:cxn>
              <a:cxn ang="0">
                <a:pos x="csX8911" y="csY8911"/>
              </a:cxn>
              <a:cxn ang="0">
                <a:pos x="csX8912" y="csY8912"/>
              </a:cxn>
              <a:cxn ang="0">
                <a:pos x="csX8913" y="csY8913"/>
              </a:cxn>
              <a:cxn ang="0">
                <a:pos x="csX8914" y="csY8914"/>
              </a:cxn>
              <a:cxn ang="0">
                <a:pos x="csX8915" y="csY8915"/>
              </a:cxn>
              <a:cxn ang="0">
                <a:pos x="csX8916" y="csY8916"/>
              </a:cxn>
              <a:cxn ang="0">
                <a:pos x="csX8917" y="csY8917"/>
              </a:cxn>
              <a:cxn ang="0">
                <a:pos x="csX8918" y="csY8918"/>
              </a:cxn>
              <a:cxn ang="0">
                <a:pos x="csX8919" y="csY8919"/>
              </a:cxn>
              <a:cxn ang="0">
                <a:pos x="csX8920" y="csY8920"/>
              </a:cxn>
              <a:cxn ang="0">
                <a:pos x="csX8921" y="csY8921"/>
              </a:cxn>
              <a:cxn ang="0">
                <a:pos x="csX8922" y="csY8922"/>
              </a:cxn>
              <a:cxn ang="0">
                <a:pos x="csX8923" y="csY8923"/>
              </a:cxn>
              <a:cxn ang="0">
                <a:pos x="csX8924" y="csY8924"/>
              </a:cxn>
              <a:cxn ang="0">
                <a:pos x="csX8925" y="csY8925"/>
              </a:cxn>
              <a:cxn ang="0">
                <a:pos x="csX8926" y="csY8926"/>
              </a:cxn>
              <a:cxn ang="0">
                <a:pos x="csX8927" y="csY8927"/>
              </a:cxn>
              <a:cxn ang="0">
                <a:pos x="csX8928" y="csY8928"/>
              </a:cxn>
              <a:cxn ang="0">
                <a:pos x="csX8929" y="csY8929"/>
              </a:cxn>
              <a:cxn ang="0">
                <a:pos x="csX8930" y="csY8930"/>
              </a:cxn>
              <a:cxn ang="0">
                <a:pos x="csX8931" y="csY8931"/>
              </a:cxn>
              <a:cxn ang="0">
                <a:pos x="csX8932" y="csY8932"/>
              </a:cxn>
              <a:cxn ang="0">
                <a:pos x="csX8933" y="csY8933"/>
              </a:cxn>
              <a:cxn ang="0">
                <a:pos x="csX8934" y="csY8934"/>
              </a:cxn>
              <a:cxn ang="0">
                <a:pos x="csX8935" y="csY8935"/>
              </a:cxn>
              <a:cxn ang="0">
                <a:pos x="csX8936" y="csY8936"/>
              </a:cxn>
              <a:cxn ang="0">
                <a:pos x="csX8937" y="csY8937"/>
              </a:cxn>
              <a:cxn ang="0">
                <a:pos x="csX8938" y="csY8938"/>
              </a:cxn>
              <a:cxn ang="0">
                <a:pos x="csX8939" y="csY8939"/>
              </a:cxn>
              <a:cxn ang="0">
                <a:pos x="csX8940" y="csY8940"/>
              </a:cxn>
              <a:cxn ang="0">
                <a:pos x="csX8941" y="csY8941"/>
              </a:cxn>
              <a:cxn ang="0">
                <a:pos x="csX8942" y="csY8942"/>
              </a:cxn>
              <a:cxn ang="0">
                <a:pos x="csX8943" y="csY8943"/>
              </a:cxn>
              <a:cxn ang="0">
                <a:pos x="csX8944" y="csY8944"/>
              </a:cxn>
              <a:cxn ang="0">
                <a:pos x="csX8945" y="csY8945"/>
              </a:cxn>
              <a:cxn ang="0">
                <a:pos x="csX8946" y="csY8946"/>
              </a:cxn>
              <a:cxn ang="0">
                <a:pos x="csX8947" y="csY8947"/>
              </a:cxn>
              <a:cxn ang="0">
                <a:pos x="csX8948" y="csY8948"/>
              </a:cxn>
              <a:cxn ang="0">
                <a:pos x="csX8949" y="csY8949"/>
              </a:cxn>
              <a:cxn ang="0">
                <a:pos x="csX8950" y="csY8950"/>
              </a:cxn>
              <a:cxn ang="0">
                <a:pos x="csX8951" y="csY8951"/>
              </a:cxn>
              <a:cxn ang="0">
                <a:pos x="csX8952" y="csY8952"/>
              </a:cxn>
              <a:cxn ang="0">
                <a:pos x="csX8953" y="csY8953"/>
              </a:cxn>
              <a:cxn ang="0">
                <a:pos x="csX8954" y="csY8954"/>
              </a:cxn>
              <a:cxn ang="0">
                <a:pos x="csX8955" y="csY8955"/>
              </a:cxn>
              <a:cxn ang="0">
                <a:pos x="csX8956" y="csY8956"/>
              </a:cxn>
              <a:cxn ang="0">
                <a:pos x="csX8957" y="csY8957"/>
              </a:cxn>
              <a:cxn ang="0">
                <a:pos x="csX8958" y="csY8958"/>
              </a:cxn>
              <a:cxn ang="0">
                <a:pos x="csX8959" y="csY8959"/>
              </a:cxn>
              <a:cxn ang="0">
                <a:pos x="csX8960" y="csY8960"/>
              </a:cxn>
              <a:cxn ang="0">
                <a:pos x="csX8961" y="csY8961"/>
              </a:cxn>
              <a:cxn ang="0">
                <a:pos x="csX8962" y="csY8962"/>
              </a:cxn>
              <a:cxn ang="0">
                <a:pos x="csX8963" y="csY8963"/>
              </a:cxn>
              <a:cxn ang="0">
                <a:pos x="csX8964" y="csY8964"/>
              </a:cxn>
              <a:cxn ang="0">
                <a:pos x="csX8965" y="csY8965"/>
              </a:cxn>
              <a:cxn ang="0">
                <a:pos x="csX8966" y="csY8966"/>
              </a:cxn>
              <a:cxn ang="0">
                <a:pos x="csX8967" y="csY8967"/>
              </a:cxn>
              <a:cxn ang="0">
                <a:pos x="csX8968" y="csY8968"/>
              </a:cxn>
              <a:cxn ang="0">
                <a:pos x="csX8969" y="csY8969"/>
              </a:cxn>
              <a:cxn ang="0">
                <a:pos x="csX8970" y="csY8970"/>
              </a:cxn>
              <a:cxn ang="0">
                <a:pos x="csX8971" y="csY8971"/>
              </a:cxn>
              <a:cxn ang="0">
                <a:pos x="csX8972" y="csY8972"/>
              </a:cxn>
              <a:cxn ang="0">
                <a:pos x="csX8973" y="csY8973"/>
              </a:cxn>
              <a:cxn ang="0">
                <a:pos x="csX8974" y="csY8974"/>
              </a:cxn>
              <a:cxn ang="0">
                <a:pos x="csX8975" y="csY8975"/>
              </a:cxn>
              <a:cxn ang="0">
                <a:pos x="csX8976" y="csY8976"/>
              </a:cxn>
              <a:cxn ang="0">
                <a:pos x="csX8977" y="csY8977"/>
              </a:cxn>
              <a:cxn ang="0">
                <a:pos x="csX8978" y="csY8978"/>
              </a:cxn>
              <a:cxn ang="0">
                <a:pos x="csX8979" y="csY8979"/>
              </a:cxn>
              <a:cxn ang="0">
                <a:pos x="csX8980" y="csY8980"/>
              </a:cxn>
              <a:cxn ang="0">
                <a:pos x="csX8981" y="csY8981"/>
              </a:cxn>
              <a:cxn ang="0">
                <a:pos x="csX8982" y="csY8982"/>
              </a:cxn>
              <a:cxn ang="0">
                <a:pos x="csX8983" y="csY8983"/>
              </a:cxn>
              <a:cxn ang="0">
                <a:pos x="csX8984" y="csY8984"/>
              </a:cxn>
              <a:cxn ang="0">
                <a:pos x="csX8985" y="csY8985"/>
              </a:cxn>
              <a:cxn ang="0">
                <a:pos x="csX8986" y="csY8986"/>
              </a:cxn>
              <a:cxn ang="0">
                <a:pos x="csX8987" y="csY8987"/>
              </a:cxn>
              <a:cxn ang="0">
                <a:pos x="csX8988" y="csY8988"/>
              </a:cxn>
              <a:cxn ang="0">
                <a:pos x="csX8989" y="csY8989"/>
              </a:cxn>
              <a:cxn ang="0">
                <a:pos x="csX8990" y="csY8990"/>
              </a:cxn>
              <a:cxn ang="0">
                <a:pos x="csX8991" y="csY8991"/>
              </a:cxn>
              <a:cxn ang="0">
                <a:pos x="csX8992" y="csY8992"/>
              </a:cxn>
              <a:cxn ang="0">
                <a:pos x="csX8993" y="csY8993"/>
              </a:cxn>
              <a:cxn ang="0">
                <a:pos x="csX8994" y="csY8994"/>
              </a:cxn>
              <a:cxn ang="0">
                <a:pos x="csX8995" y="csY8995"/>
              </a:cxn>
              <a:cxn ang="0">
                <a:pos x="csX8996" y="csY8996"/>
              </a:cxn>
              <a:cxn ang="0">
                <a:pos x="csX8997" y="csY8997"/>
              </a:cxn>
              <a:cxn ang="0">
                <a:pos x="csX8998" y="csY8998"/>
              </a:cxn>
              <a:cxn ang="0">
                <a:pos x="csX8999" y="csY8999"/>
              </a:cxn>
              <a:cxn ang="0">
                <a:pos x="csX9000" y="csY9000"/>
              </a:cxn>
              <a:cxn ang="0">
                <a:pos x="csX9001" y="csY9001"/>
              </a:cxn>
              <a:cxn ang="0">
                <a:pos x="csX9002" y="csY9002"/>
              </a:cxn>
              <a:cxn ang="0">
                <a:pos x="csX9003" y="csY9003"/>
              </a:cxn>
              <a:cxn ang="0">
                <a:pos x="csX9004" y="csY9004"/>
              </a:cxn>
              <a:cxn ang="0">
                <a:pos x="csX9005" y="csY9005"/>
              </a:cxn>
              <a:cxn ang="0">
                <a:pos x="csX9006" y="csY9006"/>
              </a:cxn>
              <a:cxn ang="0">
                <a:pos x="csX9007" y="csY9007"/>
              </a:cxn>
              <a:cxn ang="0">
                <a:pos x="csX9008" y="csY9008"/>
              </a:cxn>
              <a:cxn ang="0">
                <a:pos x="csX9009" y="csY9009"/>
              </a:cxn>
              <a:cxn ang="0">
                <a:pos x="csX9010" y="csY9010"/>
              </a:cxn>
              <a:cxn ang="0">
                <a:pos x="csX9011" y="csY9011"/>
              </a:cxn>
              <a:cxn ang="0">
                <a:pos x="csX9012" y="csY9012"/>
              </a:cxn>
              <a:cxn ang="0">
                <a:pos x="csX9013" y="csY9013"/>
              </a:cxn>
              <a:cxn ang="0">
                <a:pos x="csX9014" y="csY9014"/>
              </a:cxn>
              <a:cxn ang="0">
                <a:pos x="csX9015" y="csY9015"/>
              </a:cxn>
              <a:cxn ang="0">
                <a:pos x="csX9016" y="csY9016"/>
              </a:cxn>
              <a:cxn ang="0">
                <a:pos x="csX9017" y="csY9017"/>
              </a:cxn>
              <a:cxn ang="0">
                <a:pos x="csX9018" y="csY9018"/>
              </a:cxn>
              <a:cxn ang="0">
                <a:pos x="csX9019" y="csY9019"/>
              </a:cxn>
              <a:cxn ang="0">
                <a:pos x="csX9020" y="csY9020"/>
              </a:cxn>
              <a:cxn ang="0">
                <a:pos x="csX9021" y="csY9021"/>
              </a:cxn>
              <a:cxn ang="0">
                <a:pos x="csX9022" y="csY9022"/>
              </a:cxn>
              <a:cxn ang="0">
                <a:pos x="csX9023" y="csY9023"/>
              </a:cxn>
              <a:cxn ang="0">
                <a:pos x="csX9024" y="csY9024"/>
              </a:cxn>
              <a:cxn ang="0">
                <a:pos x="csX9025" y="csY9025"/>
              </a:cxn>
              <a:cxn ang="0">
                <a:pos x="csX9026" y="csY9026"/>
              </a:cxn>
              <a:cxn ang="0">
                <a:pos x="csX9027" y="csY9027"/>
              </a:cxn>
              <a:cxn ang="0">
                <a:pos x="csX9028" y="csY9028"/>
              </a:cxn>
              <a:cxn ang="0">
                <a:pos x="csX9029" y="csY9029"/>
              </a:cxn>
              <a:cxn ang="0">
                <a:pos x="csX9030" y="csY9030"/>
              </a:cxn>
              <a:cxn ang="0">
                <a:pos x="csX9031" y="csY9031"/>
              </a:cxn>
              <a:cxn ang="0">
                <a:pos x="csX9032" y="csY9032"/>
              </a:cxn>
              <a:cxn ang="0">
                <a:pos x="csX9033" y="csY9033"/>
              </a:cxn>
              <a:cxn ang="0">
                <a:pos x="csX9034" y="csY9034"/>
              </a:cxn>
              <a:cxn ang="0">
                <a:pos x="csX9035" y="csY9035"/>
              </a:cxn>
              <a:cxn ang="0">
                <a:pos x="csX9036" y="csY9036"/>
              </a:cxn>
              <a:cxn ang="0">
                <a:pos x="csX9037" y="csY9037"/>
              </a:cxn>
              <a:cxn ang="0">
                <a:pos x="csX9038" y="csY9038"/>
              </a:cxn>
              <a:cxn ang="0">
                <a:pos x="csX9039" y="csY9039"/>
              </a:cxn>
              <a:cxn ang="0">
                <a:pos x="csX9040" y="csY9040"/>
              </a:cxn>
              <a:cxn ang="0">
                <a:pos x="csX9041" y="csY9041"/>
              </a:cxn>
              <a:cxn ang="0">
                <a:pos x="csX9042" y="csY9042"/>
              </a:cxn>
              <a:cxn ang="0">
                <a:pos x="csX9043" y="csY9043"/>
              </a:cxn>
              <a:cxn ang="0">
                <a:pos x="csX9044" y="csY9044"/>
              </a:cxn>
              <a:cxn ang="0">
                <a:pos x="csX9045" y="csY9045"/>
              </a:cxn>
              <a:cxn ang="0">
                <a:pos x="csX9046" y="csY9046"/>
              </a:cxn>
              <a:cxn ang="0">
                <a:pos x="csX9047" y="csY9047"/>
              </a:cxn>
              <a:cxn ang="0">
                <a:pos x="csX9048" y="csY9048"/>
              </a:cxn>
              <a:cxn ang="0">
                <a:pos x="csX9049" y="csY9049"/>
              </a:cxn>
              <a:cxn ang="0">
                <a:pos x="csX9050" y="csY9050"/>
              </a:cxn>
              <a:cxn ang="0">
                <a:pos x="csX9051" y="csY9051"/>
              </a:cxn>
              <a:cxn ang="0">
                <a:pos x="csX9052" y="csY9052"/>
              </a:cxn>
              <a:cxn ang="0">
                <a:pos x="csX9053" y="csY9053"/>
              </a:cxn>
              <a:cxn ang="0">
                <a:pos x="csX9054" y="csY9054"/>
              </a:cxn>
              <a:cxn ang="0">
                <a:pos x="csX9055" y="csY9055"/>
              </a:cxn>
              <a:cxn ang="0">
                <a:pos x="csX9056" y="csY9056"/>
              </a:cxn>
              <a:cxn ang="0">
                <a:pos x="csX9057" y="csY9057"/>
              </a:cxn>
              <a:cxn ang="0">
                <a:pos x="csX9058" y="csY9058"/>
              </a:cxn>
              <a:cxn ang="0">
                <a:pos x="csX9059" y="csY9059"/>
              </a:cxn>
              <a:cxn ang="0">
                <a:pos x="csX9060" y="csY9060"/>
              </a:cxn>
              <a:cxn ang="0">
                <a:pos x="csX9061" y="csY9061"/>
              </a:cxn>
              <a:cxn ang="0">
                <a:pos x="csX9062" y="csY9062"/>
              </a:cxn>
              <a:cxn ang="0">
                <a:pos x="csX9063" y="csY9063"/>
              </a:cxn>
              <a:cxn ang="0">
                <a:pos x="csX9064" y="csY9064"/>
              </a:cxn>
              <a:cxn ang="0">
                <a:pos x="csX9065" y="csY9065"/>
              </a:cxn>
              <a:cxn ang="0">
                <a:pos x="csX9066" y="csY9066"/>
              </a:cxn>
              <a:cxn ang="0">
                <a:pos x="csX9067" y="csY9067"/>
              </a:cxn>
              <a:cxn ang="0">
                <a:pos x="csX9068" y="csY9068"/>
              </a:cxn>
              <a:cxn ang="0">
                <a:pos x="csX9069" y="csY9069"/>
              </a:cxn>
              <a:cxn ang="0">
                <a:pos x="csX9070" y="csY9070"/>
              </a:cxn>
              <a:cxn ang="0">
                <a:pos x="csX9071" y="csY9071"/>
              </a:cxn>
              <a:cxn ang="0">
                <a:pos x="csX9072" y="csY9072"/>
              </a:cxn>
              <a:cxn ang="0">
                <a:pos x="csX9073" y="csY9073"/>
              </a:cxn>
              <a:cxn ang="0">
                <a:pos x="csX9074" y="csY9074"/>
              </a:cxn>
              <a:cxn ang="0">
                <a:pos x="csX9075" y="csY9075"/>
              </a:cxn>
              <a:cxn ang="0">
                <a:pos x="csX9076" y="csY9076"/>
              </a:cxn>
              <a:cxn ang="0">
                <a:pos x="csX9077" y="csY9077"/>
              </a:cxn>
              <a:cxn ang="0">
                <a:pos x="csX9078" y="csY9078"/>
              </a:cxn>
              <a:cxn ang="0">
                <a:pos x="csX9079" y="csY9079"/>
              </a:cxn>
              <a:cxn ang="0">
                <a:pos x="csX9080" y="csY9080"/>
              </a:cxn>
              <a:cxn ang="0">
                <a:pos x="csX9081" y="csY9081"/>
              </a:cxn>
              <a:cxn ang="0">
                <a:pos x="csX9082" y="csY9082"/>
              </a:cxn>
              <a:cxn ang="0">
                <a:pos x="csX9083" y="csY9083"/>
              </a:cxn>
              <a:cxn ang="0">
                <a:pos x="csX9084" y="csY9084"/>
              </a:cxn>
              <a:cxn ang="0">
                <a:pos x="csX9085" y="csY9085"/>
              </a:cxn>
              <a:cxn ang="0">
                <a:pos x="csX9086" y="csY9086"/>
              </a:cxn>
              <a:cxn ang="0">
                <a:pos x="csX9087" y="csY9087"/>
              </a:cxn>
              <a:cxn ang="0">
                <a:pos x="csX9088" y="csY9088"/>
              </a:cxn>
              <a:cxn ang="0">
                <a:pos x="csX9089" y="csY9089"/>
              </a:cxn>
              <a:cxn ang="0">
                <a:pos x="csX9090" y="csY9090"/>
              </a:cxn>
              <a:cxn ang="0">
                <a:pos x="csX9091" y="csY9091"/>
              </a:cxn>
              <a:cxn ang="0">
                <a:pos x="csX9092" y="csY9092"/>
              </a:cxn>
              <a:cxn ang="0">
                <a:pos x="csX9093" y="csY9093"/>
              </a:cxn>
              <a:cxn ang="0">
                <a:pos x="csX9094" y="csY9094"/>
              </a:cxn>
              <a:cxn ang="0">
                <a:pos x="csX9095" y="csY9095"/>
              </a:cxn>
              <a:cxn ang="0">
                <a:pos x="csX9096" y="csY9096"/>
              </a:cxn>
              <a:cxn ang="0">
                <a:pos x="csX9097" y="csY9097"/>
              </a:cxn>
              <a:cxn ang="0">
                <a:pos x="csX9098" y="csY9098"/>
              </a:cxn>
              <a:cxn ang="0">
                <a:pos x="csX9099" y="csY9099"/>
              </a:cxn>
              <a:cxn ang="0">
                <a:pos x="csX9100" y="csY9100"/>
              </a:cxn>
              <a:cxn ang="0">
                <a:pos x="csX9101" y="csY9101"/>
              </a:cxn>
              <a:cxn ang="0">
                <a:pos x="csX9102" y="csY9102"/>
              </a:cxn>
              <a:cxn ang="0">
                <a:pos x="csX9103" y="csY9103"/>
              </a:cxn>
              <a:cxn ang="0">
                <a:pos x="csX9104" y="csY9104"/>
              </a:cxn>
              <a:cxn ang="0">
                <a:pos x="csX9105" y="csY9105"/>
              </a:cxn>
              <a:cxn ang="0">
                <a:pos x="csX9106" y="csY9106"/>
              </a:cxn>
              <a:cxn ang="0">
                <a:pos x="csX9107" y="csY9107"/>
              </a:cxn>
              <a:cxn ang="0">
                <a:pos x="csX9108" y="csY9108"/>
              </a:cxn>
              <a:cxn ang="0">
                <a:pos x="csX9109" y="csY9109"/>
              </a:cxn>
              <a:cxn ang="0">
                <a:pos x="csX9110" y="csY9110"/>
              </a:cxn>
              <a:cxn ang="0">
                <a:pos x="csX9111" y="csY9111"/>
              </a:cxn>
              <a:cxn ang="0">
                <a:pos x="csX9112" y="csY9112"/>
              </a:cxn>
              <a:cxn ang="0">
                <a:pos x="csX9113" y="csY9113"/>
              </a:cxn>
              <a:cxn ang="0">
                <a:pos x="csX9114" y="csY9114"/>
              </a:cxn>
              <a:cxn ang="0">
                <a:pos x="csX9115" y="csY9115"/>
              </a:cxn>
              <a:cxn ang="0">
                <a:pos x="csX9116" y="csY9116"/>
              </a:cxn>
              <a:cxn ang="0">
                <a:pos x="csX9117" y="csY9117"/>
              </a:cxn>
              <a:cxn ang="0">
                <a:pos x="csX9118" y="csY9118"/>
              </a:cxn>
              <a:cxn ang="0">
                <a:pos x="csX9119" y="csY9119"/>
              </a:cxn>
              <a:cxn ang="0">
                <a:pos x="csX9120" y="csY9120"/>
              </a:cxn>
              <a:cxn ang="0">
                <a:pos x="csX9121" y="csY9121"/>
              </a:cxn>
              <a:cxn ang="0">
                <a:pos x="csX9122" y="csY9122"/>
              </a:cxn>
              <a:cxn ang="0">
                <a:pos x="csX9123" y="csY9123"/>
              </a:cxn>
              <a:cxn ang="0">
                <a:pos x="csX9124" y="csY9124"/>
              </a:cxn>
              <a:cxn ang="0">
                <a:pos x="csX9125" y="csY9125"/>
              </a:cxn>
              <a:cxn ang="0">
                <a:pos x="csX9126" y="csY9126"/>
              </a:cxn>
              <a:cxn ang="0">
                <a:pos x="csX9127" y="csY9127"/>
              </a:cxn>
              <a:cxn ang="0">
                <a:pos x="csX9128" y="csY9128"/>
              </a:cxn>
              <a:cxn ang="0">
                <a:pos x="csX9129" y="csY9129"/>
              </a:cxn>
              <a:cxn ang="0">
                <a:pos x="csX9130" y="csY9130"/>
              </a:cxn>
              <a:cxn ang="0">
                <a:pos x="csX9131" y="csY9131"/>
              </a:cxn>
              <a:cxn ang="0">
                <a:pos x="csX9132" y="csY9132"/>
              </a:cxn>
              <a:cxn ang="0">
                <a:pos x="csX9133" y="csY9133"/>
              </a:cxn>
              <a:cxn ang="0">
                <a:pos x="csX9134" y="csY9134"/>
              </a:cxn>
              <a:cxn ang="0">
                <a:pos x="csX9135" y="csY9135"/>
              </a:cxn>
              <a:cxn ang="0">
                <a:pos x="csX9136" y="csY9136"/>
              </a:cxn>
              <a:cxn ang="0">
                <a:pos x="csX9137" y="csY9137"/>
              </a:cxn>
              <a:cxn ang="0">
                <a:pos x="csX9138" y="csY9138"/>
              </a:cxn>
              <a:cxn ang="0">
                <a:pos x="csX9139" y="csY9139"/>
              </a:cxn>
              <a:cxn ang="0">
                <a:pos x="csX9140" y="csY9140"/>
              </a:cxn>
              <a:cxn ang="0">
                <a:pos x="csX9141" y="csY9141"/>
              </a:cxn>
              <a:cxn ang="0">
                <a:pos x="csX9142" y="csY9142"/>
              </a:cxn>
              <a:cxn ang="0">
                <a:pos x="csX9143" y="csY9143"/>
              </a:cxn>
              <a:cxn ang="0">
                <a:pos x="csX9144" y="csY9144"/>
              </a:cxn>
              <a:cxn ang="0">
                <a:pos x="csX9145" y="csY9145"/>
              </a:cxn>
              <a:cxn ang="0">
                <a:pos x="csX9146" y="csY9146"/>
              </a:cxn>
              <a:cxn ang="0">
                <a:pos x="csX9147" y="csY9147"/>
              </a:cxn>
              <a:cxn ang="0">
                <a:pos x="csX9148" y="csY9148"/>
              </a:cxn>
              <a:cxn ang="0">
                <a:pos x="csX9149" y="csY9149"/>
              </a:cxn>
              <a:cxn ang="0">
                <a:pos x="csX9150" y="csY9150"/>
              </a:cxn>
              <a:cxn ang="0">
                <a:pos x="csX9151" y="csY9151"/>
              </a:cxn>
              <a:cxn ang="0">
                <a:pos x="csX9152" y="csY9152"/>
              </a:cxn>
              <a:cxn ang="0">
                <a:pos x="csX9153" y="csY9153"/>
              </a:cxn>
              <a:cxn ang="0">
                <a:pos x="csX9154" y="csY9154"/>
              </a:cxn>
              <a:cxn ang="0">
                <a:pos x="csX9155" y="csY9155"/>
              </a:cxn>
              <a:cxn ang="0">
                <a:pos x="csX9156" y="csY9156"/>
              </a:cxn>
              <a:cxn ang="0">
                <a:pos x="csX9157" y="csY9157"/>
              </a:cxn>
              <a:cxn ang="0">
                <a:pos x="csX9158" y="csY9158"/>
              </a:cxn>
              <a:cxn ang="0">
                <a:pos x="csX9159" y="csY9159"/>
              </a:cxn>
              <a:cxn ang="0">
                <a:pos x="csX9160" y="csY9160"/>
              </a:cxn>
              <a:cxn ang="0">
                <a:pos x="csX9161" y="csY9161"/>
              </a:cxn>
              <a:cxn ang="0">
                <a:pos x="csX9162" y="csY9162"/>
              </a:cxn>
              <a:cxn ang="0">
                <a:pos x="csX9163" y="csY9163"/>
              </a:cxn>
              <a:cxn ang="0">
                <a:pos x="csX9164" y="csY9164"/>
              </a:cxn>
              <a:cxn ang="0">
                <a:pos x="csX9165" y="csY9165"/>
              </a:cxn>
              <a:cxn ang="0">
                <a:pos x="csX9166" y="csY9166"/>
              </a:cxn>
              <a:cxn ang="0">
                <a:pos x="csX9167" y="csY9167"/>
              </a:cxn>
              <a:cxn ang="0">
                <a:pos x="csX9168" y="csY9168"/>
              </a:cxn>
              <a:cxn ang="0">
                <a:pos x="csX9169" y="csY9169"/>
              </a:cxn>
              <a:cxn ang="0">
                <a:pos x="csX9170" y="csY9170"/>
              </a:cxn>
              <a:cxn ang="0">
                <a:pos x="csX9171" y="csY9171"/>
              </a:cxn>
              <a:cxn ang="0">
                <a:pos x="csX9172" y="csY9172"/>
              </a:cxn>
              <a:cxn ang="0">
                <a:pos x="csX9173" y="csY9173"/>
              </a:cxn>
              <a:cxn ang="0">
                <a:pos x="csX9174" y="csY9174"/>
              </a:cxn>
              <a:cxn ang="0">
                <a:pos x="csX9175" y="csY9175"/>
              </a:cxn>
              <a:cxn ang="0">
                <a:pos x="csX9176" y="csY9176"/>
              </a:cxn>
              <a:cxn ang="0">
                <a:pos x="csX9177" y="csY9177"/>
              </a:cxn>
              <a:cxn ang="0">
                <a:pos x="csX9178" y="csY9178"/>
              </a:cxn>
              <a:cxn ang="0">
                <a:pos x="csX9179" y="csY9179"/>
              </a:cxn>
              <a:cxn ang="0">
                <a:pos x="csX9180" y="csY9180"/>
              </a:cxn>
              <a:cxn ang="0">
                <a:pos x="csX9181" y="csY9181"/>
              </a:cxn>
              <a:cxn ang="0">
                <a:pos x="csX9182" y="csY9182"/>
              </a:cxn>
              <a:cxn ang="0">
                <a:pos x="csX9183" y="csY9183"/>
              </a:cxn>
              <a:cxn ang="0">
                <a:pos x="csX9184" y="csY9184"/>
              </a:cxn>
              <a:cxn ang="0">
                <a:pos x="csX9185" y="csY9185"/>
              </a:cxn>
              <a:cxn ang="0">
                <a:pos x="csX9186" y="csY9186"/>
              </a:cxn>
              <a:cxn ang="0">
                <a:pos x="csX9187" y="csY9187"/>
              </a:cxn>
              <a:cxn ang="0">
                <a:pos x="csX9188" y="csY9188"/>
              </a:cxn>
              <a:cxn ang="0">
                <a:pos x="csX9189" y="csY9189"/>
              </a:cxn>
              <a:cxn ang="0">
                <a:pos x="csX9190" y="csY9190"/>
              </a:cxn>
              <a:cxn ang="0">
                <a:pos x="csX9191" y="csY9191"/>
              </a:cxn>
              <a:cxn ang="0">
                <a:pos x="csX9192" y="csY9192"/>
              </a:cxn>
              <a:cxn ang="0">
                <a:pos x="csX9193" y="csY9193"/>
              </a:cxn>
              <a:cxn ang="0">
                <a:pos x="csX9194" y="csY9194"/>
              </a:cxn>
              <a:cxn ang="0">
                <a:pos x="csX9195" y="csY9195"/>
              </a:cxn>
              <a:cxn ang="0">
                <a:pos x="csX9196" y="csY9196"/>
              </a:cxn>
              <a:cxn ang="0">
                <a:pos x="csX9197" y="csY9197"/>
              </a:cxn>
              <a:cxn ang="0">
                <a:pos x="csX9198" y="csY9198"/>
              </a:cxn>
              <a:cxn ang="0">
                <a:pos x="csX9199" y="csY9199"/>
              </a:cxn>
              <a:cxn ang="0">
                <a:pos x="csX9200" y="csY9200"/>
              </a:cxn>
              <a:cxn ang="0">
                <a:pos x="csX9201" y="csY9201"/>
              </a:cxn>
              <a:cxn ang="0">
                <a:pos x="csX9202" y="csY9202"/>
              </a:cxn>
              <a:cxn ang="0">
                <a:pos x="csX9203" y="csY9203"/>
              </a:cxn>
              <a:cxn ang="0">
                <a:pos x="csX9204" y="csY9204"/>
              </a:cxn>
              <a:cxn ang="0">
                <a:pos x="csX9205" y="csY9205"/>
              </a:cxn>
              <a:cxn ang="0">
                <a:pos x="csX9206" y="csY9206"/>
              </a:cxn>
              <a:cxn ang="0">
                <a:pos x="csX9207" y="csY9207"/>
              </a:cxn>
              <a:cxn ang="0">
                <a:pos x="csX9208" y="csY9208"/>
              </a:cxn>
              <a:cxn ang="0">
                <a:pos x="csX9209" y="csY9209"/>
              </a:cxn>
              <a:cxn ang="0">
                <a:pos x="csX9210" y="csY9210"/>
              </a:cxn>
              <a:cxn ang="0">
                <a:pos x="csX9211" y="csY9211"/>
              </a:cxn>
              <a:cxn ang="0">
                <a:pos x="csX9212" y="csY9212"/>
              </a:cxn>
              <a:cxn ang="0">
                <a:pos x="csX9213" y="csY9213"/>
              </a:cxn>
              <a:cxn ang="0">
                <a:pos x="csX9214" y="csY9214"/>
              </a:cxn>
              <a:cxn ang="0">
                <a:pos x="csX9215" y="csY9215"/>
              </a:cxn>
              <a:cxn ang="0">
                <a:pos x="csX9216" y="csY9216"/>
              </a:cxn>
              <a:cxn ang="0">
                <a:pos x="csX9217" y="csY9217"/>
              </a:cxn>
              <a:cxn ang="0">
                <a:pos x="csX9218" y="csY9218"/>
              </a:cxn>
              <a:cxn ang="0">
                <a:pos x="csX9219" y="csY9219"/>
              </a:cxn>
              <a:cxn ang="0">
                <a:pos x="csX9220" y="csY9220"/>
              </a:cxn>
              <a:cxn ang="0">
                <a:pos x="csX9221" y="csY9221"/>
              </a:cxn>
              <a:cxn ang="0">
                <a:pos x="csX9222" y="csY9222"/>
              </a:cxn>
              <a:cxn ang="0">
                <a:pos x="csX9223" y="csY9223"/>
              </a:cxn>
              <a:cxn ang="0">
                <a:pos x="csX9224" y="csY9224"/>
              </a:cxn>
              <a:cxn ang="0">
                <a:pos x="csX9225" y="csY9225"/>
              </a:cxn>
              <a:cxn ang="0">
                <a:pos x="csX9226" y="csY9226"/>
              </a:cxn>
              <a:cxn ang="0">
                <a:pos x="csX9227" y="csY9227"/>
              </a:cxn>
              <a:cxn ang="0">
                <a:pos x="csX9228" y="csY9228"/>
              </a:cxn>
              <a:cxn ang="0">
                <a:pos x="csX9229" y="csY9229"/>
              </a:cxn>
              <a:cxn ang="0">
                <a:pos x="csX9230" y="csY9230"/>
              </a:cxn>
              <a:cxn ang="0">
                <a:pos x="csX9231" y="csY9231"/>
              </a:cxn>
              <a:cxn ang="0">
                <a:pos x="csX9232" y="csY9232"/>
              </a:cxn>
              <a:cxn ang="0">
                <a:pos x="csX9233" y="csY9233"/>
              </a:cxn>
              <a:cxn ang="0">
                <a:pos x="csX9234" y="csY9234"/>
              </a:cxn>
              <a:cxn ang="0">
                <a:pos x="csX9235" y="csY9235"/>
              </a:cxn>
              <a:cxn ang="0">
                <a:pos x="csX9236" y="csY9236"/>
              </a:cxn>
              <a:cxn ang="0">
                <a:pos x="csX9237" y="csY9237"/>
              </a:cxn>
              <a:cxn ang="0">
                <a:pos x="csX9238" y="csY9238"/>
              </a:cxn>
              <a:cxn ang="0">
                <a:pos x="csX9239" y="csY9239"/>
              </a:cxn>
              <a:cxn ang="0">
                <a:pos x="csX9240" y="csY9240"/>
              </a:cxn>
              <a:cxn ang="0">
                <a:pos x="csX9241" y="csY9241"/>
              </a:cxn>
              <a:cxn ang="0">
                <a:pos x="csX9242" y="csY9242"/>
              </a:cxn>
              <a:cxn ang="0">
                <a:pos x="csX9243" y="csY9243"/>
              </a:cxn>
              <a:cxn ang="0">
                <a:pos x="csX9244" y="csY9244"/>
              </a:cxn>
              <a:cxn ang="0">
                <a:pos x="csX9245" y="csY9245"/>
              </a:cxn>
              <a:cxn ang="0">
                <a:pos x="csX9246" y="csY9246"/>
              </a:cxn>
              <a:cxn ang="0">
                <a:pos x="csX9247" y="csY9247"/>
              </a:cxn>
              <a:cxn ang="0">
                <a:pos x="csX9248" y="csY9248"/>
              </a:cxn>
              <a:cxn ang="0">
                <a:pos x="csX9249" y="csY9249"/>
              </a:cxn>
              <a:cxn ang="0">
                <a:pos x="csX9250" y="csY9250"/>
              </a:cxn>
              <a:cxn ang="0">
                <a:pos x="csX9251" y="csY9251"/>
              </a:cxn>
              <a:cxn ang="0">
                <a:pos x="csX9252" y="csY9252"/>
              </a:cxn>
              <a:cxn ang="0">
                <a:pos x="csX9253" y="csY9253"/>
              </a:cxn>
              <a:cxn ang="0">
                <a:pos x="csX9254" y="csY9254"/>
              </a:cxn>
              <a:cxn ang="0">
                <a:pos x="csX9255" y="csY9255"/>
              </a:cxn>
              <a:cxn ang="0">
                <a:pos x="csX9256" y="csY9256"/>
              </a:cxn>
              <a:cxn ang="0">
                <a:pos x="csX9257" y="csY9257"/>
              </a:cxn>
              <a:cxn ang="0">
                <a:pos x="csX9258" y="csY9258"/>
              </a:cxn>
              <a:cxn ang="0">
                <a:pos x="csX9259" y="csY9259"/>
              </a:cxn>
              <a:cxn ang="0">
                <a:pos x="csX9260" y="csY9260"/>
              </a:cxn>
              <a:cxn ang="0">
                <a:pos x="csX9261" y="csY9261"/>
              </a:cxn>
              <a:cxn ang="0">
                <a:pos x="csX9262" y="csY9262"/>
              </a:cxn>
              <a:cxn ang="0">
                <a:pos x="csX9263" y="csY9263"/>
              </a:cxn>
              <a:cxn ang="0">
                <a:pos x="csX9264" y="csY9264"/>
              </a:cxn>
              <a:cxn ang="0">
                <a:pos x="csX9265" y="csY9265"/>
              </a:cxn>
              <a:cxn ang="0">
                <a:pos x="csX9266" y="csY9266"/>
              </a:cxn>
              <a:cxn ang="0">
                <a:pos x="csX9267" y="csY9267"/>
              </a:cxn>
              <a:cxn ang="0">
                <a:pos x="csX9268" y="csY9268"/>
              </a:cxn>
              <a:cxn ang="0">
                <a:pos x="csX9269" y="csY9269"/>
              </a:cxn>
              <a:cxn ang="0">
                <a:pos x="csX9270" y="csY9270"/>
              </a:cxn>
              <a:cxn ang="0">
                <a:pos x="csX9271" y="csY9271"/>
              </a:cxn>
              <a:cxn ang="0">
                <a:pos x="csX9272" y="csY9272"/>
              </a:cxn>
              <a:cxn ang="0">
                <a:pos x="csX9273" y="csY9273"/>
              </a:cxn>
              <a:cxn ang="0">
                <a:pos x="csX9274" y="csY9274"/>
              </a:cxn>
              <a:cxn ang="0">
                <a:pos x="csX9275" y="csY9275"/>
              </a:cxn>
              <a:cxn ang="0">
                <a:pos x="csX9276" y="csY9276"/>
              </a:cxn>
              <a:cxn ang="0">
                <a:pos x="csX9277" y="csY9277"/>
              </a:cxn>
              <a:cxn ang="0">
                <a:pos x="csX9278" y="csY9278"/>
              </a:cxn>
              <a:cxn ang="0">
                <a:pos x="csX9279" y="csY9279"/>
              </a:cxn>
              <a:cxn ang="0">
                <a:pos x="csX9280" y="csY9280"/>
              </a:cxn>
              <a:cxn ang="0">
                <a:pos x="csX9281" y="csY9281"/>
              </a:cxn>
              <a:cxn ang="0">
                <a:pos x="csX9282" y="csY9282"/>
              </a:cxn>
              <a:cxn ang="0">
                <a:pos x="csX9283" y="csY9283"/>
              </a:cxn>
              <a:cxn ang="0">
                <a:pos x="csX9284" y="csY9284"/>
              </a:cxn>
              <a:cxn ang="0">
                <a:pos x="csX9285" y="csY9285"/>
              </a:cxn>
              <a:cxn ang="0">
                <a:pos x="csX9286" y="csY9286"/>
              </a:cxn>
              <a:cxn ang="0">
                <a:pos x="csX9287" y="csY9287"/>
              </a:cxn>
              <a:cxn ang="0">
                <a:pos x="csX9288" y="csY9288"/>
              </a:cxn>
              <a:cxn ang="0">
                <a:pos x="csX9289" y="csY9289"/>
              </a:cxn>
              <a:cxn ang="0">
                <a:pos x="csX9290" y="csY9290"/>
              </a:cxn>
              <a:cxn ang="0">
                <a:pos x="csX9291" y="csY9291"/>
              </a:cxn>
              <a:cxn ang="0">
                <a:pos x="csX9292" y="csY9292"/>
              </a:cxn>
              <a:cxn ang="0">
                <a:pos x="csX9293" y="csY9293"/>
              </a:cxn>
              <a:cxn ang="0">
                <a:pos x="csX9294" y="csY9294"/>
              </a:cxn>
              <a:cxn ang="0">
                <a:pos x="csX9295" y="csY9295"/>
              </a:cxn>
              <a:cxn ang="0">
                <a:pos x="csX9296" y="csY9296"/>
              </a:cxn>
              <a:cxn ang="0">
                <a:pos x="csX9297" y="csY9297"/>
              </a:cxn>
              <a:cxn ang="0">
                <a:pos x="csX9298" y="csY9298"/>
              </a:cxn>
              <a:cxn ang="0">
                <a:pos x="csX9299" y="csY9299"/>
              </a:cxn>
              <a:cxn ang="0">
                <a:pos x="csX9300" y="csY9300"/>
              </a:cxn>
              <a:cxn ang="0">
                <a:pos x="csX9301" y="csY9301"/>
              </a:cxn>
              <a:cxn ang="0">
                <a:pos x="csX9302" y="csY9302"/>
              </a:cxn>
              <a:cxn ang="0">
                <a:pos x="csX9303" y="csY9303"/>
              </a:cxn>
              <a:cxn ang="0">
                <a:pos x="csX9304" y="csY9304"/>
              </a:cxn>
              <a:cxn ang="0">
                <a:pos x="csX9305" y="csY9305"/>
              </a:cxn>
              <a:cxn ang="0">
                <a:pos x="csX9306" y="csY9306"/>
              </a:cxn>
              <a:cxn ang="0">
                <a:pos x="csX9307" y="csY9307"/>
              </a:cxn>
              <a:cxn ang="0">
                <a:pos x="csX9308" y="csY9308"/>
              </a:cxn>
              <a:cxn ang="0">
                <a:pos x="csX9309" y="csY9309"/>
              </a:cxn>
              <a:cxn ang="0">
                <a:pos x="csX9310" y="csY9310"/>
              </a:cxn>
              <a:cxn ang="0">
                <a:pos x="csX9311" y="csY9311"/>
              </a:cxn>
              <a:cxn ang="0">
                <a:pos x="csX9312" y="csY9312"/>
              </a:cxn>
              <a:cxn ang="0">
                <a:pos x="csX9313" y="csY9313"/>
              </a:cxn>
              <a:cxn ang="0">
                <a:pos x="csX9314" y="csY9314"/>
              </a:cxn>
              <a:cxn ang="0">
                <a:pos x="csX9315" y="csY9315"/>
              </a:cxn>
              <a:cxn ang="0">
                <a:pos x="csX9316" y="csY9316"/>
              </a:cxn>
              <a:cxn ang="0">
                <a:pos x="csX9317" y="csY9317"/>
              </a:cxn>
              <a:cxn ang="0">
                <a:pos x="csX9318" y="csY9318"/>
              </a:cxn>
              <a:cxn ang="0">
                <a:pos x="csX9319" y="csY9319"/>
              </a:cxn>
              <a:cxn ang="0">
                <a:pos x="csX9320" y="csY9320"/>
              </a:cxn>
              <a:cxn ang="0">
                <a:pos x="csX9321" y="csY9321"/>
              </a:cxn>
              <a:cxn ang="0">
                <a:pos x="csX9322" y="csY9322"/>
              </a:cxn>
              <a:cxn ang="0">
                <a:pos x="csX9323" y="csY9323"/>
              </a:cxn>
              <a:cxn ang="0">
                <a:pos x="csX9324" y="csY9324"/>
              </a:cxn>
              <a:cxn ang="0">
                <a:pos x="csX9325" y="csY9325"/>
              </a:cxn>
              <a:cxn ang="0">
                <a:pos x="csX9326" y="csY9326"/>
              </a:cxn>
              <a:cxn ang="0">
                <a:pos x="csX9327" y="csY9327"/>
              </a:cxn>
              <a:cxn ang="0">
                <a:pos x="csX9328" y="csY9328"/>
              </a:cxn>
              <a:cxn ang="0">
                <a:pos x="csX9329" y="csY9329"/>
              </a:cxn>
              <a:cxn ang="0">
                <a:pos x="csX9330" y="csY9330"/>
              </a:cxn>
              <a:cxn ang="0">
                <a:pos x="csX9331" y="csY9331"/>
              </a:cxn>
              <a:cxn ang="0">
                <a:pos x="csX9332" y="csY9332"/>
              </a:cxn>
              <a:cxn ang="0">
                <a:pos x="csX9333" y="csY9333"/>
              </a:cxn>
              <a:cxn ang="0">
                <a:pos x="csX9334" y="csY9334"/>
              </a:cxn>
              <a:cxn ang="0">
                <a:pos x="csX9335" y="csY9335"/>
              </a:cxn>
              <a:cxn ang="0">
                <a:pos x="csX9336" y="csY9336"/>
              </a:cxn>
              <a:cxn ang="0">
                <a:pos x="csX9337" y="csY9337"/>
              </a:cxn>
              <a:cxn ang="0">
                <a:pos x="csX9338" y="csY9338"/>
              </a:cxn>
              <a:cxn ang="0">
                <a:pos x="csX9339" y="csY9339"/>
              </a:cxn>
              <a:cxn ang="0">
                <a:pos x="csX9340" y="csY9340"/>
              </a:cxn>
              <a:cxn ang="0">
                <a:pos x="csX9341" y="csY9341"/>
              </a:cxn>
              <a:cxn ang="0">
                <a:pos x="csX9342" y="csY9342"/>
              </a:cxn>
              <a:cxn ang="0">
                <a:pos x="csX9343" y="csY9343"/>
              </a:cxn>
              <a:cxn ang="0">
                <a:pos x="csX9344" y="csY9344"/>
              </a:cxn>
              <a:cxn ang="0">
                <a:pos x="csX9345" y="csY9345"/>
              </a:cxn>
              <a:cxn ang="0">
                <a:pos x="csX9346" y="csY9346"/>
              </a:cxn>
              <a:cxn ang="0">
                <a:pos x="csX9347" y="csY9347"/>
              </a:cxn>
              <a:cxn ang="0">
                <a:pos x="csX9348" y="csY9348"/>
              </a:cxn>
              <a:cxn ang="0">
                <a:pos x="csX9349" y="csY9349"/>
              </a:cxn>
              <a:cxn ang="0">
                <a:pos x="csX9350" y="csY9350"/>
              </a:cxn>
              <a:cxn ang="0">
                <a:pos x="csX9351" y="csY9351"/>
              </a:cxn>
              <a:cxn ang="0">
                <a:pos x="csX9352" y="csY9352"/>
              </a:cxn>
              <a:cxn ang="0">
                <a:pos x="csX9353" y="csY9353"/>
              </a:cxn>
              <a:cxn ang="0">
                <a:pos x="csX9354" y="csY9354"/>
              </a:cxn>
              <a:cxn ang="0">
                <a:pos x="csX9355" y="csY9355"/>
              </a:cxn>
              <a:cxn ang="0">
                <a:pos x="csX9356" y="csY9356"/>
              </a:cxn>
              <a:cxn ang="0">
                <a:pos x="csX9357" y="csY9357"/>
              </a:cxn>
              <a:cxn ang="0">
                <a:pos x="csX9358" y="csY9358"/>
              </a:cxn>
              <a:cxn ang="0">
                <a:pos x="csX9359" y="csY9359"/>
              </a:cxn>
              <a:cxn ang="0">
                <a:pos x="csX9360" y="csY9360"/>
              </a:cxn>
              <a:cxn ang="0">
                <a:pos x="csX9361" y="csY9361"/>
              </a:cxn>
              <a:cxn ang="0">
                <a:pos x="csX9362" y="csY9362"/>
              </a:cxn>
              <a:cxn ang="0">
                <a:pos x="csX9363" y="csY9363"/>
              </a:cxn>
              <a:cxn ang="0">
                <a:pos x="csX9364" y="csY9364"/>
              </a:cxn>
              <a:cxn ang="0">
                <a:pos x="csX9365" y="csY9365"/>
              </a:cxn>
              <a:cxn ang="0">
                <a:pos x="csX9366" y="csY9366"/>
              </a:cxn>
              <a:cxn ang="0">
                <a:pos x="csX9367" y="csY9367"/>
              </a:cxn>
              <a:cxn ang="0">
                <a:pos x="csX9368" y="csY9368"/>
              </a:cxn>
              <a:cxn ang="0">
                <a:pos x="csX9369" y="csY9369"/>
              </a:cxn>
              <a:cxn ang="0">
                <a:pos x="csX9370" y="csY9370"/>
              </a:cxn>
              <a:cxn ang="0">
                <a:pos x="csX9371" y="csY9371"/>
              </a:cxn>
              <a:cxn ang="0">
                <a:pos x="csX9372" y="csY9372"/>
              </a:cxn>
              <a:cxn ang="0">
                <a:pos x="csX9373" y="csY9373"/>
              </a:cxn>
              <a:cxn ang="0">
                <a:pos x="csX9374" y="csY9374"/>
              </a:cxn>
              <a:cxn ang="0">
                <a:pos x="csX9375" y="csY9375"/>
              </a:cxn>
              <a:cxn ang="0">
                <a:pos x="csX9376" y="csY9376"/>
              </a:cxn>
              <a:cxn ang="0">
                <a:pos x="csX9377" y="csY9377"/>
              </a:cxn>
              <a:cxn ang="0">
                <a:pos x="csX9378" y="csY9378"/>
              </a:cxn>
              <a:cxn ang="0">
                <a:pos x="csX9379" y="csY9379"/>
              </a:cxn>
              <a:cxn ang="0">
                <a:pos x="csX9380" y="csY9380"/>
              </a:cxn>
              <a:cxn ang="0">
                <a:pos x="csX9381" y="csY9381"/>
              </a:cxn>
              <a:cxn ang="0">
                <a:pos x="csX9382" y="csY9382"/>
              </a:cxn>
              <a:cxn ang="0">
                <a:pos x="csX9383" y="csY9383"/>
              </a:cxn>
              <a:cxn ang="0">
                <a:pos x="csX9384" y="csY9384"/>
              </a:cxn>
              <a:cxn ang="0">
                <a:pos x="csX9385" y="csY9385"/>
              </a:cxn>
              <a:cxn ang="0">
                <a:pos x="csX9386" y="csY9386"/>
              </a:cxn>
              <a:cxn ang="0">
                <a:pos x="csX9387" y="csY9387"/>
              </a:cxn>
              <a:cxn ang="0">
                <a:pos x="csX9388" y="csY9388"/>
              </a:cxn>
              <a:cxn ang="0">
                <a:pos x="csX9389" y="csY9389"/>
              </a:cxn>
              <a:cxn ang="0">
                <a:pos x="csX9390" y="csY9390"/>
              </a:cxn>
              <a:cxn ang="0">
                <a:pos x="csX9391" y="csY9391"/>
              </a:cxn>
              <a:cxn ang="0">
                <a:pos x="csX9392" y="csY9392"/>
              </a:cxn>
              <a:cxn ang="0">
                <a:pos x="csX9393" y="csY9393"/>
              </a:cxn>
              <a:cxn ang="0">
                <a:pos x="csX9394" y="csY9394"/>
              </a:cxn>
              <a:cxn ang="0">
                <a:pos x="csX9395" y="csY9395"/>
              </a:cxn>
              <a:cxn ang="0">
                <a:pos x="csX9396" y="csY9396"/>
              </a:cxn>
              <a:cxn ang="0">
                <a:pos x="csX9397" y="csY9397"/>
              </a:cxn>
              <a:cxn ang="0">
                <a:pos x="csX9398" y="csY9398"/>
              </a:cxn>
              <a:cxn ang="0">
                <a:pos x="csX9399" y="csY9399"/>
              </a:cxn>
              <a:cxn ang="0">
                <a:pos x="csX9400" y="csY9400"/>
              </a:cxn>
              <a:cxn ang="0">
                <a:pos x="csX9401" y="csY9401"/>
              </a:cxn>
              <a:cxn ang="0">
                <a:pos x="csX9402" y="csY9402"/>
              </a:cxn>
              <a:cxn ang="0">
                <a:pos x="csX9403" y="csY9403"/>
              </a:cxn>
              <a:cxn ang="0">
                <a:pos x="csX9404" y="csY9404"/>
              </a:cxn>
              <a:cxn ang="0">
                <a:pos x="csX9405" y="csY9405"/>
              </a:cxn>
              <a:cxn ang="0">
                <a:pos x="csX9406" y="csY9406"/>
              </a:cxn>
              <a:cxn ang="0">
                <a:pos x="csX9407" y="csY9407"/>
              </a:cxn>
              <a:cxn ang="0">
                <a:pos x="csX9408" y="csY9408"/>
              </a:cxn>
              <a:cxn ang="0">
                <a:pos x="csX9409" y="csY9409"/>
              </a:cxn>
              <a:cxn ang="0">
                <a:pos x="csX9410" y="csY9410"/>
              </a:cxn>
              <a:cxn ang="0">
                <a:pos x="csX9411" y="csY9411"/>
              </a:cxn>
              <a:cxn ang="0">
                <a:pos x="csX9412" y="csY9412"/>
              </a:cxn>
              <a:cxn ang="0">
                <a:pos x="csX9413" y="csY9413"/>
              </a:cxn>
              <a:cxn ang="0">
                <a:pos x="csX9414" y="csY9414"/>
              </a:cxn>
              <a:cxn ang="0">
                <a:pos x="csX9415" y="csY9415"/>
              </a:cxn>
              <a:cxn ang="0">
                <a:pos x="csX9416" y="csY9416"/>
              </a:cxn>
              <a:cxn ang="0">
                <a:pos x="csX9417" y="csY9417"/>
              </a:cxn>
              <a:cxn ang="0">
                <a:pos x="csX9418" y="csY9418"/>
              </a:cxn>
              <a:cxn ang="0">
                <a:pos x="csX9419" y="csY9419"/>
              </a:cxn>
              <a:cxn ang="0">
                <a:pos x="csX9420" y="csY9420"/>
              </a:cxn>
              <a:cxn ang="0">
                <a:pos x="csX9421" y="csY9421"/>
              </a:cxn>
              <a:cxn ang="0">
                <a:pos x="csX9422" y="csY9422"/>
              </a:cxn>
              <a:cxn ang="0">
                <a:pos x="csX9423" y="csY9423"/>
              </a:cxn>
              <a:cxn ang="0">
                <a:pos x="csX9424" y="csY9424"/>
              </a:cxn>
              <a:cxn ang="0">
                <a:pos x="csX9425" y="csY9425"/>
              </a:cxn>
              <a:cxn ang="0">
                <a:pos x="csX9426" y="csY9426"/>
              </a:cxn>
              <a:cxn ang="0">
                <a:pos x="csX9427" y="csY9427"/>
              </a:cxn>
              <a:cxn ang="0">
                <a:pos x="csX9428" y="csY9428"/>
              </a:cxn>
              <a:cxn ang="0">
                <a:pos x="csX9429" y="csY9429"/>
              </a:cxn>
              <a:cxn ang="0">
                <a:pos x="csX9430" y="csY9430"/>
              </a:cxn>
              <a:cxn ang="0">
                <a:pos x="csX9431" y="csY9431"/>
              </a:cxn>
              <a:cxn ang="0">
                <a:pos x="csX9432" y="csY9432"/>
              </a:cxn>
              <a:cxn ang="0">
                <a:pos x="csX9433" y="csY9433"/>
              </a:cxn>
              <a:cxn ang="0">
                <a:pos x="csX9434" y="csY9434"/>
              </a:cxn>
              <a:cxn ang="0">
                <a:pos x="csX9435" y="csY9435"/>
              </a:cxn>
              <a:cxn ang="0">
                <a:pos x="csX9436" y="csY9436"/>
              </a:cxn>
              <a:cxn ang="0">
                <a:pos x="csX9437" y="csY9437"/>
              </a:cxn>
              <a:cxn ang="0">
                <a:pos x="csX9438" y="csY9438"/>
              </a:cxn>
              <a:cxn ang="0">
                <a:pos x="csX9439" y="csY9439"/>
              </a:cxn>
              <a:cxn ang="0">
                <a:pos x="csX9440" y="csY9440"/>
              </a:cxn>
              <a:cxn ang="0">
                <a:pos x="csX9441" y="csY9441"/>
              </a:cxn>
              <a:cxn ang="0">
                <a:pos x="csX9442" y="csY9442"/>
              </a:cxn>
              <a:cxn ang="0">
                <a:pos x="csX9443" y="csY9443"/>
              </a:cxn>
              <a:cxn ang="0">
                <a:pos x="csX9444" y="csY9444"/>
              </a:cxn>
              <a:cxn ang="0">
                <a:pos x="csX9445" y="csY9445"/>
              </a:cxn>
              <a:cxn ang="0">
                <a:pos x="csX9446" y="csY9446"/>
              </a:cxn>
              <a:cxn ang="0">
                <a:pos x="csX9447" y="csY9447"/>
              </a:cxn>
              <a:cxn ang="0">
                <a:pos x="csX9448" y="csY9448"/>
              </a:cxn>
              <a:cxn ang="0">
                <a:pos x="csX9449" y="csY9449"/>
              </a:cxn>
              <a:cxn ang="0">
                <a:pos x="csX9450" y="csY9450"/>
              </a:cxn>
              <a:cxn ang="0">
                <a:pos x="csX9451" y="csY9451"/>
              </a:cxn>
              <a:cxn ang="0">
                <a:pos x="csX9452" y="csY9452"/>
              </a:cxn>
              <a:cxn ang="0">
                <a:pos x="csX9453" y="csY9453"/>
              </a:cxn>
              <a:cxn ang="0">
                <a:pos x="csX9454" y="csY9454"/>
              </a:cxn>
              <a:cxn ang="0">
                <a:pos x="csX9455" y="csY9455"/>
              </a:cxn>
              <a:cxn ang="0">
                <a:pos x="csX9456" y="csY9456"/>
              </a:cxn>
              <a:cxn ang="0">
                <a:pos x="csX9457" y="csY9457"/>
              </a:cxn>
              <a:cxn ang="0">
                <a:pos x="csX9458" y="csY9458"/>
              </a:cxn>
              <a:cxn ang="0">
                <a:pos x="csX9459" y="csY9459"/>
              </a:cxn>
              <a:cxn ang="0">
                <a:pos x="csX9460" y="csY9460"/>
              </a:cxn>
              <a:cxn ang="0">
                <a:pos x="csX9461" y="csY9461"/>
              </a:cxn>
              <a:cxn ang="0">
                <a:pos x="csX9462" y="csY9462"/>
              </a:cxn>
              <a:cxn ang="0">
                <a:pos x="csX9463" y="csY9463"/>
              </a:cxn>
              <a:cxn ang="0">
                <a:pos x="csX9464" y="csY9464"/>
              </a:cxn>
              <a:cxn ang="0">
                <a:pos x="csX9465" y="csY9465"/>
              </a:cxn>
              <a:cxn ang="0">
                <a:pos x="csX9466" y="csY9466"/>
              </a:cxn>
              <a:cxn ang="0">
                <a:pos x="csX9467" y="csY9467"/>
              </a:cxn>
              <a:cxn ang="0">
                <a:pos x="csX9468" y="csY9468"/>
              </a:cxn>
              <a:cxn ang="0">
                <a:pos x="csX9469" y="csY9469"/>
              </a:cxn>
              <a:cxn ang="0">
                <a:pos x="csX9470" y="csY9470"/>
              </a:cxn>
              <a:cxn ang="0">
                <a:pos x="csX9471" y="csY9471"/>
              </a:cxn>
              <a:cxn ang="0">
                <a:pos x="csX9472" y="csY9472"/>
              </a:cxn>
              <a:cxn ang="0">
                <a:pos x="csX9473" y="csY9473"/>
              </a:cxn>
              <a:cxn ang="0">
                <a:pos x="csX9474" y="csY9474"/>
              </a:cxn>
              <a:cxn ang="0">
                <a:pos x="csX9475" y="csY9475"/>
              </a:cxn>
              <a:cxn ang="0">
                <a:pos x="csX9476" y="csY9476"/>
              </a:cxn>
              <a:cxn ang="0">
                <a:pos x="csX9477" y="csY9477"/>
              </a:cxn>
              <a:cxn ang="0">
                <a:pos x="csX9478" y="csY9478"/>
              </a:cxn>
              <a:cxn ang="0">
                <a:pos x="csX9479" y="csY9479"/>
              </a:cxn>
              <a:cxn ang="0">
                <a:pos x="csX9480" y="csY9480"/>
              </a:cxn>
              <a:cxn ang="0">
                <a:pos x="csX9481" y="csY9481"/>
              </a:cxn>
              <a:cxn ang="0">
                <a:pos x="csX9482" y="csY9482"/>
              </a:cxn>
              <a:cxn ang="0">
                <a:pos x="csX9483" y="csY9483"/>
              </a:cxn>
              <a:cxn ang="0">
                <a:pos x="csX9484" y="csY9484"/>
              </a:cxn>
              <a:cxn ang="0">
                <a:pos x="csX9485" y="csY9485"/>
              </a:cxn>
              <a:cxn ang="0">
                <a:pos x="csX9486" y="csY9486"/>
              </a:cxn>
              <a:cxn ang="0">
                <a:pos x="csX9487" y="csY9487"/>
              </a:cxn>
              <a:cxn ang="0">
                <a:pos x="csX9488" y="csY9488"/>
              </a:cxn>
              <a:cxn ang="0">
                <a:pos x="csX9489" y="csY9489"/>
              </a:cxn>
              <a:cxn ang="0">
                <a:pos x="csX9490" y="csY9490"/>
              </a:cxn>
              <a:cxn ang="0">
                <a:pos x="csX9491" y="csY9491"/>
              </a:cxn>
              <a:cxn ang="0">
                <a:pos x="csX9492" y="csY9492"/>
              </a:cxn>
              <a:cxn ang="0">
                <a:pos x="csX9493" y="csY9493"/>
              </a:cxn>
              <a:cxn ang="0">
                <a:pos x="csX9494" y="csY9494"/>
              </a:cxn>
              <a:cxn ang="0">
                <a:pos x="csX9495" y="csY9495"/>
              </a:cxn>
              <a:cxn ang="0">
                <a:pos x="csX9496" y="csY9496"/>
              </a:cxn>
              <a:cxn ang="0">
                <a:pos x="csX9497" y="csY9497"/>
              </a:cxn>
              <a:cxn ang="0">
                <a:pos x="csX9498" y="csY9498"/>
              </a:cxn>
              <a:cxn ang="0">
                <a:pos x="csX9499" y="csY9499"/>
              </a:cxn>
              <a:cxn ang="0">
                <a:pos x="csX9500" y="csY9500"/>
              </a:cxn>
              <a:cxn ang="0">
                <a:pos x="csX9501" y="csY9501"/>
              </a:cxn>
              <a:cxn ang="0">
                <a:pos x="csX9502" y="csY9502"/>
              </a:cxn>
              <a:cxn ang="0">
                <a:pos x="csX9503" y="csY9503"/>
              </a:cxn>
              <a:cxn ang="0">
                <a:pos x="csX9504" y="csY9504"/>
              </a:cxn>
              <a:cxn ang="0">
                <a:pos x="csX9505" y="csY9505"/>
              </a:cxn>
              <a:cxn ang="0">
                <a:pos x="csX9506" y="csY9506"/>
              </a:cxn>
              <a:cxn ang="0">
                <a:pos x="csX9507" y="csY9507"/>
              </a:cxn>
              <a:cxn ang="0">
                <a:pos x="csX9508" y="csY9508"/>
              </a:cxn>
              <a:cxn ang="0">
                <a:pos x="csX9509" y="csY9509"/>
              </a:cxn>
              <a:cxn ang="0">
                <a:pos x="csX9510" y="csY9510"/>
              </a:cxn>
              <a:cxn ang="0">
                <a:pos x="csX9511" y="csY9511"/>
              </a:cxn>
              <a:cxn ang="0">
                <a:pos x="csX9512" y="csY9512"/>
              </a:cxn>
              <a:cxn ang="0">
                <a:pos x="csX9513" y="csY9513"/>
              </a:cxn>
              <a:cxn ang="0">
                <a:pos x="csX9514" y="csY9514"/>
              </a:cxn>
              <a:cxn ang="0">
                <a:pos x="csX9515" y="csY9515"/>
              </a:cxn>
              <a:cxn ang="0">
                <a:pos x="csX9516" y="csY9516"/>
              </a:cxn>
              <a:cxn ang="0">
                <a:pos x="csX9517" y="csY9517"/>
              </a:cxn>
              <a:cxn ang="0">
                <a:pos x="csX9518" y="csY9518"/>
              </a:cxn>
              <a:cxn ang="0">
                <a:pos x="csX9519" y="csY9519"/>
              </a:cxn>
              <a:cxn ang="0">
                <a:pos x="csX9520" y="csY9520"/>
              </a:cxn>
              <a:cxn ang="0">
                <a:pos x="csX9521" y="csY9521"/>
              </a:cxn>
              <a:cxn ang="0">
                <a:pos x="csX9522" y="csY9522"/>
              </a:cxn>
              <a:cxn ang="0">
                <a:pos x="csX9523" y="csY9523"/>
              </a:cxn>
              <a:cxn ang="0">
                <a:pos x="csX9524" y="csY9524"/>
              </a:cxn>
              <a:cxn ang="0">
                <a:pos x="csX9525" y="csY9525"/>
              </a:cxn>
              <a:cxn ang="0">
                <a:pos x="csX9526" y="csY9526"/>
              </a:cxn>
              <a:cxn ang="0">
                <a:pos x="csX9527" y="csY9527"/>
              </a:cxn>
              <a:cxn ang="0">
                <a:pos x="csX9528" y="csY9528"/>
              </a:cxn>
              <a:cxn ang="0">
                <a:pos x="csX9529" y="csY9529"/>
              </a:cxn>
              <a:cxn ang="0">
                <a:pos x="csX9530" y="csY9530"/>
              </a:cxn>
              <a:cxn ang="0">
                <a:pos x="csX9531" y="csY9531"/>
              </a:cxn>
              <a:cxn ang="0">
                <a:pos x="csX9532" y="csY9532"/>
              </a:cxn>
              <a:cxn ang="0">
                <a:pos x="csX9533" y="csY9533"/>
              </a:cxn>
              <a:cxn ang="0">
                <a:pos x="csX9534" y="csY9534"/>
              </a:cxn>
              <a:cxn ang="0">
                <a:pos x="csX9535" y="csY9535"/>
              </a:cxn>
              <a:cxn ang="0">
                <a:pos x="csX9536" y="csY9536"/>
              </a:cxn>
              <a:cxn ang="0">
                <a:pos x="csX9537" y="csY9537"/>
              </a:cxn>
              <a:cxn ang="0">
                <a:pos x="csX9538" y="csY9538"/>
              </a:cxn>
              <a:cxn ang="0">
                <a:pos x="csX9539" y="csY9539"/>
              </a:cxn>
              <a:cxn ang="0">
                <a:pos x="csX9540" y="csY9540"/>
              </a:cxn>
              <a:cxn ang="0">
                <a:pos x="csX9541" y="csY9541"/>
              </a:cxn>
              <a:cxn ang="0">
                <a:pos x="csX9542" y="csY9542"/>
              </a:cxn>
              <a:cxn ang="0">
                <a:pos x="csX9543" y="csY9543"/>
              </a:cxn>
              <a:cxn ang="0">
                <a:pos x="csX9544" y="csY9544"/>
              </a:cxn>
              <a:cxn ang="0">
                <a:pos x="csX9545" y="csY9545"/>
              </a:cxn>
              <a:cxn ang="0">
                <a:pos x="csX9546" y="csY9546"/>
              </a:cxn>
              <a:cxn ang="0">
                <a:pos x="csX9547" y="csY9547"/>
              </a:cxn>
              <a:cxn ang="0">
                <a:pos x="csX9548" y="csY9548"/>
              </a:cxn>
              <a:cxn ang="0">
                <a:pos x="csX9549" y="csY9549"/>
              </a:cxn>
              <a:cxn ang="0">
                <a:pos x="csX9550" y="csY9550"/>
              </a:cxn>
              <a:cxn ang="0">
                <a:pos x="csX9551" y="csY9551"/>
              </a:cxn>
              <a:cxn ang="0">
                <a:pos x="csX9552" y="csY9552"/>
              </a:cxn>
              <a:cxn ang="0">
                <a:pos x="csX9553" y="csY9553"/>
              </a:cxn>
              <a:cxn ang="0">
                <a:pos x="csX9554" y="csY9554"/>
              </a:cxn>
              <a:cxn ang="0">
                <a:pos x="csX9555" y="csY9555"/>
              </a:cxn>
              <a:cxn ang="0">
                <a:pos x="csX9556" y="csY9556"/>
              </a:cxn>
              <a:cxn ang="0">
                <a:pos x="csX9557" y="csY9557"/>
              </a:cxn>
              <a:cxn ang="0">
                <a:pos x="csX9558" y="csY9558"/>
              </a:cxn>
              <a:cxn ang="0">
                <a:pos x="csX9559" y="csY9559"/>
              </a:cxn>
              <a:cxn ang="0">
                <a:pos x="csX9560" y="csY9560"/>
              </a:cxn>
              <a:cxn ang="0">
                <a:pos x="csX9561" y="csY9561"/>
              </a:cxn>
              <a:cxn ang="0">
                <a:pos x="csX9562" y="csY9562"/>
              </a:cxn>
              <a:cxn ang="0">
                <a:pos x="csX9563" y="csY9563"/>
              </a:cxn>
              <a:cxn ang="0">
                <a:pos x="csX9564" y="csY9564"/>
              </a:cxn>
              <a:cxn ang="0">
                <a:pos x="csX9565" y="csY9565"/>
              </a:cxn>
              <a:cxn ang="0">
                <a:pos x="csX9566" y="csY9566"/>
              </a:cxn>
              <a:cxn ang="0">
                <a:pos x="csX9567" y="csY9567"/>
              </a:cxn>
              <a:cxn ang="0">
                <a:pos x="csX9568" y="csY9568"/>
              </a:cxn>
              <a:cxn ang="0">
                <a:pos x="csX9569" y="csY9569"/>
              </a:cxn>
              <a:cxn ang="0">
                <a:pos x="csX9570" y="csY9570"/>
              </a:cxn>
              <a:cxn ang="0">
                <a:pos x="csX9571" y="csY9571"/>
              </a:cxn>
              <a:cxn ang="0">
                <a:pos x="csX9572" y="csY9572"/>
              </a:cxn>
              <a:cxn ang="0">
                <a:pos x="csX9573" y="csY9573"/>
              </a:cxn>
              <a:cxn ang="0">
                <a:pos x="csX9574" y="csY9574"/>
              </a:cxn>
              <a:cxn ang="0">
                <a:pos x="csX9575" y="csY9575"/>
              </a:cxn>
              <a:cxn ang="0">
                <a:pos x="csX9576" y="csY9576"/>
              </a:cxn>
              <a:cxn ang="0">
                <a:pos x="csX9577" y="csY9577"/>
              </a:cxn>
              <a:cxn ang="0">
                <a:pos x="csX9578" y="csY9578"/>
              </a:cxn>
              <a:cxn ang="0">
                <a:pos x="csX9579" y="csY9579"/>
              </a:cxn>
              <a:cxn ang="0">
                <a:pos x="csX9580" y="csY9580"/>
              </a:cxn>
              <a:cxn ang="0">
                <a:pos x="csX9581" y="csY9581"/>
              </a:cxn>
              <a:cxn ang="0">
                <a:pos x="csX9582" y="csY9582"/>
              </a:cxn>
              <a:cxn ang="0">
                <a:pos x="csX9583" y="csY9583"/>
              </a:cxn>
              <a:cxn ang="0">
                <a:pos x="csX9584" y="csY9584"/>
              </a:cxn>
              <a:cxn ang="0">
                <a:pos x="csX9585" y="csY9585"/>
              </a:cxn>
              <a:cxn ang="0">
                <a:pos x="csX9586" y="csY9586"/>
              </a:cxn>
              <a:cxn ang="0">
                <a:pos x="csX9587" y="csY9587"/>
              </a:cxn>
              <a:cxn ang="0">
                <a:pos x="csX9588" y="csY9588"/>
              </a:cxn>
              <a:cxn ang="0">
                <a:pos x="csX9589" y="csY9589"/>
              </a:cxn>
              <a:cxn ang="0">
                <a:pos x="csX9590" y="csY9590"/>
              </a:cxn>
              <a:cxn ang="0">
                <a:pos x="csX9591" y="csY9591"/>
              </a:cxn>
              <a:cxn ang="0">
                <a:pos x="csX9592" y="csY9592"/>
              </a:cxn>
              <a:cxn ang="0">
                <a:pos x="csX9593" y="csY9593"/>
              </a:cxn>
              <a:cxn ang="0">
                <a:pos x="csX9594" y="csY9594"/>
              </a:cxn>
              <a:cxn ang="0">
                <a:pos x="csX9595" y="csY9595"/>
              </a:cxn>
              <a:cxn ang="0">
                <a:pos x="csX9596" y="csY9596"/>
              </a:cxn>
              <a:cxn ang="0">
                <a:pos x="csX9597" y="csY9597"/>
              </a:cxn>
              <a:cxn ang="0">
                <a:pos x="csX9598" y="csY9598"/>
              </a:cxn>
              <a:cxn ang="0">
                <a:pos x="csX9599" y="csY9599"/>
              </a:cxn>
              <a:cxn ang="0">
                <a:pos x="csX9600" y="csY9600"/>
              </a:cxn>
              <a:cxn ang="0">
                <a:pos x="csX9601" y="csY9601"/>
              </a:cxn>
              <a:cxn ang="0">
                <a:pos x="csX9602" y="csY9602"/>
              </a:cxn>
              <a:cxn ang="0">
                <a:pos x="csX9603" y="csY9603"/>
              </a:cxn>
              <a:cxn ang="0">
                <a:pos x="csX9604" y="csY9604"/>
              </a:cxn>
              <a:cxn ang="0">
                <a:pos x="csX9605" y="csY9605"/>
              </a:cxn>
              <a:cxn ang="0">
                <a:pos x="csX9606" y="csY9606"/>
              </a:cxn>
              <a:cxn ang="0">
                <a:pos x="csX9607" y="csY9607"/>
              </a:cxn>
              <a:cxn ang="0">
                <a:pos x="csX9608" y="csY9608"/>
              </a:cxn>
              <a:cxn ang="0">
                <a:pos x="csX9609" y="csY9609"/>
              </a:cxn>
              <a:cxn ang="0">
                <a:pos x="csX9610" y="csY9610"/>
              </a:cxn>
              <a:cxn ang="0">
                <a:pos x="csX9611" y="csY9611"/>
              </a:cxn>
              <a:cxn ang="0">
                <a:pos x="csX9612" y="csY9612"/>
              </a:cxn>
              <a:cxn ang="0">
                <a:pos x="csX9613" y="csY9613"/>
              </a:cxn>
              <a:cxn ang="0">
                <a:pos x="csX9614" y="csY9614"/>
              </a:cxn>
              <a:cxn ang="0">
                <a:pos x="csX9615" y="csY9615"/>
              </a:cxn>
              <a:cxn ang="0">
                <a:pos x="csX9616" y="csY9616"/>
              </a:cxn>
              <a:cxn ang="0">
                <a:pos x="csX9617" y="csY9617"/>
              </a:cxn>
              <a:cxn ang="0">
                <a:pos x="csX9618" y="csY9618"/>
              </a:cxn>
              <a:cxn ang="0">
                <a:pos x="csX9619" y="csY9619"/>
              </a:cxn>
              <a:cxn ang="0">
                <a:pos x="csX9620" y="csY9620"/>
              </a:cxn>
              <a:cxn ang="0">
                <a:pos x="csX9621" y="csY9621"/>
              </a:cxn>
              <a:cxn ang="0">
                <a:pos x="csX9622" y="csY9622"/>
              </a:cxn>
              <a:cxn ang="0">
                <a:pos x="csX9623" y="csY9623"/>
              </a:cxn>
              <a:cxn ang="0">
                <a:pos x="csX9624" y="csY9624"/>
              </a:cxn>
              <a:cxn ang="0">
                <a:pos x="csX9625" y="csY9625"/>
              </a:cxn>
              <a:cxn ang="0">
                <a:pos x="csX9626" y="csY9626"/>
              </a:cxn>
              <a:cxn ang="0">
                <a:pos x="csX9627" y="csY9627"/>
              </a:cxn>
              <a:cxn ang="0">
                <a:pos x="csX9628" y="csY9628"/>
              </a:cxn>
              <a:cxn ang="0">
                <a:pos x="csX9629" y="csY9629"/>
              </a:cxn>
              <a:cxn ang="0">
                <a:pos x="csX9630" y="csY9630"/>
              </a:cxn>
              <a:cxn ang="0">
                <a:pos x="csX9631" y="csY9631"/>
              </a:cxn>
              <a:cxn ang="0">
                <a:pos x="csX9632" y="csY9632"/>
              </a:cxn>
              <a:cxn ang="0">
                <a:pos x="csX9633" y="csY9633"/>
              </a:cxn>
              <a:cxn ang="0">
                <a:pos x="csX9634" y="csY9634"/>
              </a:cxn>
              <a:cxn ang="0">
                <a:pos x="csX9635" y="csY9635"/>
              </a:cxn>
              <a:cxn ang="0">
                <a:pos x="csX9636" y="csY9636"/>
              </a:cxn>
              <a:cxn ang="0">
                <a:pos x="csX9637" y="csY9637"/>
              </a:cxn>
              <a:cxn ang="0">
                <a:pos x="csX9638" y="csY9638"/>
              </a:cxn>
              <a:cxn ang="0">
                <a:pos x="csX9639" y="csY9639"/>
              </a:cxn>
              <a:cxn ang="0">
                <a:pos x="csX9640" y="csY9640"/>
              </a:cxn>
              <a:cxn ang="0">
                <a:pos x="csX9641" y="csY9641"/>
              </a:cxn>
              <a:cxn ang="0">
                <a:pos x="csX9642" y="csY9642"/>
              </a:cxn>
              <a:cxn ang="0">
                <a:pos x="csX9643" y="csY9643"/>
              </a:cxn>
              <a:cxn ang="0">
                <a:pos x="csX9644" y="csY9644"/>
              </a:cxn>
              <a:cxn ang="0">
                <a:pos x="csX9645" y="csY9645"/>
              </a:cxn>
              <a:cxn ang="0">
                <a:pos x="csX9646" y="csY9646"/>
              </a:cxn>
              <a:cxn ang="0">
                <a:pos x="csX9647" y="csY9647"/>
              </a:cxn>
              <a:cxn ang="0">
                <a:pos x="csX9648" y="csY9648"/>
              </a:cxn>
              <a:cxn ang="0">
                <a:pos x="csX9649" y="csY9649"/>
              </a:cxn>
              <a:cxn ang="0">
                <a:pos x="csX9650" y="csY9650"/>
              </a:cxn>
              <a:cxn ang="0">
                <a:pos x="csX9651" y="csY9651"/>
              </a:cxn>
              <a:cxn ang="0">
                <a:pos x="csX9652" y="csY9652"/>
              </a:cxn>
              <a:cxn ang="0">
                <a:pos x="csX9653" y="csY9653"/>
              </a:cxn>
              <a:cxn ang="0">
                <a:pos x="csX9654" y="csY9654"/>
              </a:cxn>
              <a:cxn ang="0">
                <a:pos x="csX9655" y="csY9655"/>
              </a:cxn>
              <a:cxn ang="0">
                <a:pos x="csX9656" y="csY9656"/>
              </a:cxn>
              <a:cxn ang="0">
                <a:pos x="csX9657" y="csY9657"/>
              </a:cxn>
              <a:cxn ang="0">
                <a:pos x="csX9658" y="csY9658"/>
              </a:cxn>
              <a:cxn ang="0">
                <a:pos x="csX9659" y="csY9659"/>
              </a:cxn>
              <a:cxn ang="0">
                <a:pos x="csX9660" y="csY9660"/>
              </a:cxn>
              <a:cxn ang="0">
                <a:pos x="csX9661" y="csY9661"/>
              </a:cxn>
              <a:cxn ang="0">
                <a:pos x="csX9662" y="csY9662"/>
              </a:cxn>
              <a:cxn ang="0">
                <a:pos x="csX9663" y="csY9663"/>
              </a:cxn>
              <a:cxn ang="0">
                <a:pos x="csX9664" y="csY9664"/>
              </a:cxn>
              <a:cxn ang="0">
                <a:pos x="csX9665" y="csY9665"/>
              </a:cxn>
              <a:cxn ang="0">
                <a:pos x="csX9666" y="csY9666"/>
              </a:cxn>
              <a:cxn ang="0">
                <a:pos x="csX9667" y="csY9667"/>
              </a:cxn>
              <a:cxn ang="0">
                <a:pos x="csX9668" y="csY9668"/>
              </a:cxn>
              <a:cxn ang="0">
                <a:pos x="csX9669" y="csY9669"/>
              </a:cxn>
              <a:cxn ang="0">
                <a:pos x="csX9670" y="csY9670"/>
              </a:cxn>
              <a:cxn ang="0">
                <a:pos x="csX9671" y="csY9671"/>
              </a:cxn>
              <a:cxn ang="0">
                <a:pos x="csX9672" y="csY9672"/>
              </a:cxn>
              <a:cxn ang="0">
                <a:pos x="csX9673" y="csY9673"/>
              </a:cxn>
              <a:cxn ang="0">
                <a:pos x="csX9674" y="csY9674"/>
              </a:cxn>
              <a:cxn ang="0">
                <a:pos x="csX9675" y="csY9675"/>
              </a:cxn>
              <a:cxn ang="0">
                <a:pos x="csX9676" y="csY9676"/>
              </a:cxn>
              <a:cxn ang="0">
                <a:pos x="csX9677" y="csY9677"/>
              </a:cxn>
              <a:cxn ang="0">
                <a:pos x="csX9678" y="csY9678"/>
              </a:cxn>
              <a:cxn ang="0">
                <a:pos x="csX9679" y="csY9679"/>
              </a:cxn>
              <a:cxn ang="0">
                <a:pos x="csX9680" y="csY9680"/>
              </a:cxn>
              <a:cxn ang="0">
                <a:pos x="csX9681" y="csY9681"/>
              </a:cxn>
              <a:cxn ang="0">
                <a:pos x="csX9682" y="csY9682"/>
              </a:cxn>
              <a:cxn ang="0">
                <a:pos x="csX9683" y="csY9683"/>
              </a:cxn>
              <a:cxn ang="0">
                <a:pos x="csX9684" y="csY9684"/>
              </a:cxn>
              <a:cxn ang="0">
                <a:pos x="csX9685" y="csY9685"/>
              </a:cxn>
              <a:cxn ang="0">
                <a:pos x="csX9686" y="csY9686"/>
              </a:cxn>
              <a:cxn ang="0">
                <a:pos x="csX9687" y="csY9687"/>
              </a:cxn>
              <a:cxn ang="0">
                <a:pos x="csX9688" y="csY9688"/>
              </a:cxn>
              <a:cxn ang="0">
                <a:pos x="csX9689" y="csY9689"/>
              </a:cxn>
              <a:cxn ang="0">
                <a:pos x="csX9690" y="csY9690"/>
              </a:cxn>
              <a:cxn ang="0">
                <a:pos x="csX9691" y="csY9691"/>
              </a:cxn>
              <a:cxn ang="0">
                <a:pos x="csX9692" y="csY9692"/>
              </a:cxn>
              <a:cxn ang="0">
                <a:pos x="csX9693" y="csY9693"/>
              </a:cxn>
              <a:cxn ang="0">
                <a:pos x="csX9694" y="csY9694"/>
              </a:cxn>
              <a:cxn ang="0">
                <a:pos x="csX9695" y="csY9695"/>
              </a:cxn>
              <a:cxn ang="0">
                <a:pos x="csX9696" y="csY9696"/>
              </a:cxn>
              <a:cxn ang="0">
                <a:pos x="csX9697" y="csY9697"/>
              </a:cxn>
              <a:cxn ang="0">
                <a:pos x="csX9698" y="csY9698"/>
              </a:cxn>
              <a:cxn ang="0">
                <a:pos x="csX9699" y="csY9699"/>
              </a:cxn>
              <a:cxn ang="0">
                <a:pos x="csX9700" y="csY9700"/>
              </a:cxn>
              <a:cxn ang="0">
                <a:pos x="csX9701" y="csY9701"/>
              </a:cxn>
              <a:cxn ang="0">
                <a:pos x="csX9702" y="csY9702"/>
              </a:cxn>
              <a:cxn ang="0">
                <a:pos x="csX9703" y="csY9703"/>
              </a:cxn>
              <a:cxn ang="0">
                <a:pos x="csX9704" y="csY9704"/>
              </a:cxn>
              <a:cxn ang="0">
                <a:pos x="csX9705" y="csY9705"/>
              </a:cxn>
              <a:cxn ang="0">
                <a:pos x="csX9706" y="csY9706"/>
              </a:cxn>
              <a:cxn ang="0">
                <a:pos x="csX9707" y="csY9707"/>
              </a:cxn>
              <a:cxn ang="0">
                <a:pos x="csX9708" y="csY9708"/>
              </a:cxn>
              <a:cxn ang="0">
                <a:pos x="csX9709" y="csY9709"/>
              </a:cxn>
              <a:cxn ang="0">
                <a:pos x="csX9710" y="csY9710"/>
              </a:cxn>
              <a:cxn ang="0">
                <a:pos x="csX9711" y="csY9711"/>
              </a:cxn>
              <a:cxn ang="0">
                <a:pos x="csX9712" y="csY9712"/>
              </a:cxn>
              <a:cxn ang="0">
                <a:pos x="csX9713" y="csY9713"/>
              </a:cxn>
              <a:cxn ang="0">
                <a:pos x="csX9714" y="csY9714"/>
              </a:cxn>
              <a:cxn ang="0">
                <a:pos x="csX9715" y="csY9715"/>
              </a:cxn>
              <a:cxn ang="0">
                <a:pos x="csX9716" y="csY9716"/>
              </a:cxn>
              <a:cxn ang="0">
                <a:pos x="csX9717" y="csY9717"/>
              </a:cxn>
              <a:cxn ang="0">
                <a:pos x="csX9718" y="csY9718"/>
              </a:cxn>
              <a:cxn ang="0">
                <a:pos x="csX9719" y="csY9719"/>
              </a:cxn>
              <a:cxn ang="0">
                <a:pos x="csX9720" y="csY9720"/>
              </a:cxn>
              <a:cxn ang="0">
                <a:pos x="csX9721" y="csY9721"/>
              </a:cxn>
              <a:cxn ang="0">
                <a:pos x="csX9722" y="csY9722"/>
              </a:cxn>
              <a:cxn ang="0">
                <a:pos x="csX9723" y="csY9723"/>
              </a:cxn>
              <a:cxn ang="0">
                <a:pos x="csX9724" y="csY9724"/>
              </a:cxn>
              <a:cxn ang="0">
                <a:pos x="csX9725" y="csY9725"/>
              </a:cxn>
              <a:cxn ang="0">
                <a:pos x="csX9726" y="csY9726"/>
              </a:cxn>
              <a:cxn ang="0">
                <a:pos x="csX9727" y="csY9727"/>
              </a:cxn>
              <a:cxn ang="0">
                <a:pos x="csX9728" y="csY9728"/>
              </a:cxn>
              <a:cxn ang="0">
                <a:pos x="csX9729" y="csY9729"/>
              </a:cxn>
              <a:cxn ang="0">
                <a:pos x="csX9730" y="csY9730"/>
              </a:cxn>
              <a:cxn ang="0">
                <a:pos x="csX9731" y="csY9731"/>
              </a:cxn>
              <a:cxn ang="0">
                <a:pos x="csX9732" y="csY9732"/>
              </a:cxn>
              <a:cxn ang="0">
                <a:pos x="csX9733" y="csY9733"/>
              </a:cxn>
              <a:cxn ang="0">
                <a:pos x="csX9734" y="csY9734"/>
              </a:cxn>
              <a:cxn ang="0">
                <a:pos x="csX9735" y="csY9735"/>
              </a:cxn>
              <a:cxn ang="0">
                <a:pos x="csX9736" y="csY9736"/>
              </a:cxn>
              <a:cxn ang="0">
                <a:pos x="csX9737" y="csY9737"/>
              </a:cxn>
              <a:cxn ang="0">
                <a:pos x="csX9738" y="csY9738"/>
              </a:cxn>
              <a:cxn ang="0">
                <a:pos x="csX9739" y="csY9739"/>
              </a:cxn>
              <a:cxn ang="0">
                <a:pos x="csX9740" y="csY9740"/>
              </a:cxn>
              <a:cxn ang="0">
                <a:pos x="csX9741" y="csY9741"/>
              </a:cxn>
              <a:cxn ang="0">
                <a:pos x="csX9742" y="csY9742"/>
              </a:cxn>
              <a:cxn ang="0">
                <a:pos x="csX9743" y="csY9743"/>
              </a:cxn>
              <a:cxn ang="0">
                <a:pos x="csX9744" y="csY9744"/>
              </a:cxn>
              <a:cxn ang="0">
                <a:pos x="csX9745" y="csY9745"/>
              </a:cxn>
              <a:cxn ang="0">
                <a:pos x="csX9746" y="csY9746"/>
              </a:cxn>
              <a:cxn ang="0">
                <a:pos x="csX9747" y="csY9747"/>
              </a:cxn>
              <a:cxn ang="0">
                <a:pos x="csX9748" y="csY9748"/>
              </a:cxn>
              <a:cxn ang="0">
                <a:pos x="csX9749" y="csY9749"/>
              </a:cxn>
              <a:cxn ang="0">
                <a:pos x="csX9750" y="csY9750"/>
              </a:cxn>
              <a:cxn ang="0">
                <a:pos x="csX9751" y="csY9751"/>
              </a:cxn>
              <a:cxn ang="0">
                <a:pos x="csX9752" y="csY9752"/>
              </a:cxn>
              <a:cxn ang="0">
                <a:pos x="csX9753" y="csY9753"/>
              </a:cxn>
              <a:cxn ang="0">
                <a:pos x="csX9754" y="csY9754"/>
              </a:cxn>
              <a:cxn ang="0">
                <a:pos x="csX9755" y="csY9755"/>
              </a:cxn>
              <a:cxn ang="0">
                <a:pos x="csX9756" y="csY9756"/>
              </a:cxn>
              <a:cxn ang="0">
                <a:pos x="csX9757" y="csY9757"/>
              </a:cxn>
              <a:cxn ang="0">
                <a:pos x="csX9758" y="csY9758"/>
              </a:cxn>
              <a:cxn ang="0">
                <a:pos x="csX9759" y="csY9759"/>
              </a:cxn>
              <a:cxn ang="0">
                <a:pos x="csX9760" y="csY9760"/>
              </a:cxn>
              <a:cxn ang="0">
                <a:pos x="csX9761" y="csY9761"/>
              </a:cxn>
              <a:cxn ang="0">
                <a:pos x="csX9762" y="csY9762"/>
              </a:cxn>
              <a:cxn ang="0">
                <a:pos x="csX9763" y="csY9763"/>
              </a:cxn>
              <a:cxn ang="0">
                <a:pos x="csX9764" y="csY9764"/>
              </a:cxn>
              <a:cxn ang="0">
                <a:pos x="csX9765" y="csY9765"/>
              </a:cxn>
              <a:cxn ang="0">
                <a:pos x="csX9766" y="csY9766"/>
              </a:cxn>
              <a:cxn ang="0">
                <a:pos x="csX9767" y="csY9767"/>
              </a:cxn>
              <a:cxn ang="0">
                <a:pos x="csX9768" y="csY9768"/>
              </a:cxn>
              <a:cxn ang="0">
                <a:pos x="csX9769" y="csY9769"/>
              </a:cxn>
              <a:cxn ang="0">
                <a:pos x="csX9770" y="csY9770"/>
              </a:cxn>
              <a:cxn ang="0">
                <a:pos x="csX9771" y="csY9771"/>
              </a:cxn>
              <a:cxn ang="0">
                <a:pos x="csX9772" y="csY9772"/>
              </a:cxn>
              <a:cxn ang="0">
                <a:pos x="csX9773" y="csY9773"/>
              </a:cxn>
              <a:cxn ang="0">
                <a:pos x="csX9774" y="csY9774"/>
              </a:cxn>
              <a:cxn ang="0">
                <a:pos x="csX9775" y="csY9775"/>
              </a:cxn>
              <a:cxn ang="0">
                <a:pos x="csX9776" y="csY9776"/>
              </a:cxn>
              <a:cxn ang="0">
                <a:pos x="csX9777" y="csY9777"/>
              </a:cxn>
              <a:cxn ang="0">
                <a:pos x="csX9778" y="csY9778"/>
              </a:cxn>
              <a:cxn ang="0">
                <a:pos x="csX9779" y="csY9779"/>
              </a:cxn>
              <a:cxn ang="0">
                <a:pos x="csX9780" y="csY9780"/>
              </a:cxn>
              <a:cxn ang="0">
                <a:pos x="csX9781" y="csY9781"/>
              </a:cxn>
              <a:cxn ang="0">
                <a:pos x="csX9782" y="csY9782"/>
              </a:cxn>
              <a:cxn ang="0">
                <a:pos x="csX9783" y="csY9783"/>
              </a:cxn>
              <a:cxn ang="0">
                <a:pos x="csX9784" y="csY9784"/>
              </a:cxn>
              <a:cxn ang="0">
                <a:pos x="csX9785" y="csY9785"/>
              </a:cxn>
              <a:cxn ang="0">
                <a:pos x="csX9786" y="csY9786"/>
              </a:cxn>
              <a:cxn ang="0">
                <a:pos x="csX9787" y="csY9787"/>
              </a:cxn>
              <a:cxn ang="0">
                <a:pos x="csX9788" y="csY9788"/>
              </a:cxn>
              <a:cxn ang="0">
                <a:pos x="csX9789" y="csY9789"/>
              </a:cxn>
              <a:cxn ang="0">
                <a:pos x="csX9790" y="csY9790"/>
              </a:cxn>
              <a:cxn ang="0">
                <a:pos x="csX9791" y="csY9791"/>
              </a:cxn>
              <a:cxn ang="0">
                <a:pos x="csX9792" y="csY9792"/>
              </a:cxn>
              <a:cxn ang="0">
                <a:pos x="csX9793" y="csY9793"/>
              </a:cxn>
              <a:cxn ang="0">
                <a:pos x="csX9794" y="csY9794"/>
              </a:cxn>
              <a:cxn ang="0">
                <a:pos x="csX9795" y="csY9795"/>
              </a:cxn>
              <a:cxn ang="0">
                <a:pos x="csX9796" y="csY9796"/>
              </a:cxn>
              <a:cxn ang="0">
                <a:pos x="csX9797" y="csY9797"/>
              </a:cxn>
              <a:cxn ang="0">
                <a:pos x="csX9798" y="csY9798"/>
              </a:cxn>
              <a:cxn ang="0">
                <a:pos x="csX9799" y="csY9799"/>
              </a:cxn>
              <a:cxn ang="0">
                <a:pos x="csX9800" y="csY9800"/>
              </a:cxn>
              <a:cxn ang="0">
                <a:pos x="csX9801" y="csY9801"/>
              </a:cxn>
              <a:cxn ang="0">
                <a:pos x="csX9802" y="csY9802"/>
              </a:cxn>
              <a:cxn ang="0">
                <a:pos x="csX9803" y="csY9803"/>
              </a:cxn>
              <a:cxn ang="0">
                <a:pos x="csX9804" y="csY9804"/>
              </a:cxn>
              <a:cxn ang="0">
                <a:pos x="csX9805" y="csY9805"/>
              </a:cxn>
              <a:cxn ang="0">
                <a:pos x="csX9806" y="csY9806"/>
              </a:cxn>
              <a:cxn ang="0">
                <a:pos x="csX9807" y="csY9807"/>
              </a:cxn>
              <a:cxn ang="0">
                <a:pos x="csX9808" y="csY9808"/>
              </a:cxn>
              <a:cxn ang="0">
                <a:pos x="csX9809" y="csY9809"/>
              </a:cxn>
              <a:cxn ang="0">
                <a:pos x="csX9810" y="csY9810"/>
              </a:cxn>
              <a:cxn ang="0">
                <a:pos x="csX9811" y="csY9811"/>
              </a:cxn>
              <a:cxn ang="0">
                <a:pos x="csX9812" y="csY9812"/>
              </a:cxn>
              <a:cxn ang="0">
                <a:pos x="csX9813" y="csY9813"/>
              </a:cxn>
              <a:cxn ang="0">
                <a:pos x="csX9814" y="csY9814"/>
              </a:cxn>
              <a:cxn ang="0">
                <a:pos x="csX9815" y="csY9815"/>
              </a:cxn>
              <a:cxn ang="0">
                <a:pos x="csX9816" y="csY9816"/>
              </a:cxn>
              <a:cxn ang="0">
                <a:pos x="csX9817" y="csY9817"/>
              </a:cxn>
              <a:cxn ang="0">
                <a:pos x="csX9818" y="csY9818"/>
              </a:cxn>
              <a:cxn ang="0">
                <a:pos x="csX9819" y="csY9819"/>
              </a:cxn>
              <a:cxn ang="0">
                <a:pos x="csX9820" y="csY9820"/>
              </a:cxn>
              <a:cxn ang="0">
                <a:pos x="csX9821" y="csY9821"/>
              </a:cxn>
              <a:cxn ang="0">
                <a:pos x="csX9822" y="csY9822"/>
              </a:cxn>
              <a:cxn ang="0">
                <a:pos x="csX9823" y="csY9823"/>
              </a:cxn>
              <a:cxn ang="0">
                <a:pos x="csX9824" y="csY9824"/>
              </a:cxn>
              <a:cxn ang="0">
                <a:pos x="csX9825" y="csY9825"/>
              </a:cxn>
              <a:cxn ang="0">
                <a:pos x="csX9826" y="csY9826"/>
              </a:cxn>
              <a:cxn ang="0">
                <a:pos x="csX9827" y="csY9827"/>
              </a:cxn>
              <a:cxn ang="0">
                <a:pos x="csX9828" y="csY9828"/>
              </a:cxn>
              <a:cxn ang="0">
                <a:pos x="csX9829" y="csY9829"/>
              </a:cxn>
              <a:cxn ang="0">
                <a:pos x="csX9830" y="csY9830"/>
              </a:cxn>
              <a:cxn ang="0">
                <a:pos x="csX9831" y="csY9831"/>
              </a:cxn>
              <a:cxn ang="0">
                <a:pos x="csX9832" y="csY9832"/>
              </a:cxn>
              <a:cxn ang="0">
                <a:pos x="csX9833" y="csY9833"/>
              </a:cxn>
              <a:cxn ang="0">
                <a:pos x="csX9834" y="csY9834"/>
              </a:cxn>
              <a:cxn ang="0">
                <a:pos x="csX9835" y="csY9835"/>
              </a:cxn>
              <a:cxn ang="0">
                <a:pos x="csX9836" y="csY9836"/>
              </a:cxn>
              <a:cxn ang="0">
                <a:pos x="csX9837" y="csY9837"/>
              </a:cxn>
              <a:cxn ang="0">
                <a:pos x="csX9838" y="csY9838"/>
              </a:cxn>
              <a:cxn ang="0">
                <a:pos x="csX9839" y="csY9839"/>
              </a:cxn>
              <a:cxn ang="0">
                <a:pos x="csX9840" y="csY9840"/>
              </a:cxn>
              <a:cxn ang="0">
                <a:pos x="csX9841" y="csY9841"/>
              </a:cxn>
              <a:cxn ang="0">
                <a:pos x="csX9842" y="csY9842"/>
              </a:cxn>
              <a:cxn ang="0">
                <a:pos x="csX9843" y="csY9843"/>
              </a:cxn>
              <a:cxn ang="0">
                <a:pos x="csX9844" y="csY9844"/>
              </a:cxn>
              <a:cxn ang="0">
                <a:pos x="csX9845" y="csY9845"/>
              </a:cxn>
              <a:cxn ang="0">
                <a:pos x="csX9846" y="csY9846"/>
              </a:cxn>
              <a:cxn ang="0">
                <a:pos x="csX9847" y="csY9847"/>
              </a:cxn>
              <a:cxn ang="0">
                <a:pos x="csX9848" y="csY9848"/>
              </a:cxn>
              <a:cxn ang="0">
                <a:pos x="csX9849" y="csY9849"/>
              </a:cxn>
              <a:cxn ang="0">
                <a:pos x="csX9850" y="csY9850"/>
              </a:cxn>
              <a:cxn ang="0">
                <a:pos x="csX9851" y="csY9851"/>
              </a:cxn>
              <a:cxn ang="0">
                <a:pos x="csX9852" y="csY9852"/>
              </a:cxn>
              <a:cxn ang="0">
                <a:pos x="csX9853" y="csY9853"/>
              </a:cxn>
              <a:cxn ang="0">
                <a:pos x="csX9854" y="csY9854"/>
              </a:cxn>
              <a:cxn ang="0">
                <a:pos x="csX9855" y="csY9855"/>
              </a:cxn>
              <a:cxn ang="0">
                <a:pos x="csX9856" y="csY9856"/>
              </a:cxn>
              <a:cxn ang="0">
                <a:pos x="csX9857" y="csY9857"/>
              </a:cxn>
              <a:cxn ang="0">
                <a:pos x="csX9858" y="csY9858"/>
              </a:cxn>
              <a:cxn ang="0">
                <a:pos x="csX9859" y="csY9859"/>
              </a:cxn>
              <a:cxn ang="0">
                <a:pos x="csX9860" y="csY9860"/>
              </a:cxn>
              <a:cxn ang="0">
                <a:pos x="csX9861" y="csY9861"/>
              </a:cxn>
              <a:cxn ang="0">
                <a:pos x="csX9862" y="csY9862"/>
              </a:cxn>
              <a:cxn ang="0">
                <a:pos x="csX9863" y="csY9863"/>
              </a:cxn>
              <a:cxn ang="0">
                <a:pos x="csX9864" y="csY9864"/>
              </a:cxn>
              <a:cxn ang="0">
                <a:pos x="csX9865" y="csY9865"/>
              </a:cxn>
              <a:cxn ang="0">
                <a:pos x="csX9866" y="csY9866"/>
              </a:cxn>
              <a:cxn ang="0">
                <a:pos x="csX9867" y="csY9867"/>
              </a:cxn>
              <a:cxn ang="0">
                <a:pos x="csX9868" y="csY9868"/>
              </a:cxn>
              <a:cxn ang="0">
                <a:pos x="csX9869" y="csY9869"/>
              </a:cxn>
              <a:cxn ang="0">
                <a:pos x="csX9870" y="csY9870"/>
              </a:cxn>
              <a:cxn ang="0">
                <a:pos x="csX9871" y="csY9871"/>
              </a:cxn>
              <a:cxn ang="0">
                <a:pos x="csX9872" y="csY9872"/>
              </a:cxn>
              <a:cxn ang="0">
                <a:pos x="csX9873" y="csY9873"/>
              </a:cxn>
              <a:cxn ang="0">
                <a:pos x="csX9874" y="csY9874"/>
              </a:cxn>
              <a:cxn ang="0">
                <a:pos x="csX9875" y="csY9875"/>
              </a:cxn>
              <a:cxn ang="0">
                <a:pos x="csX9876" y="csY9876"/>
              </a:cxn>
              <a:cxn ang="0">
                <a:pos x="csX9877" y="csY9877"/>
              </a:cxn>
              <a:cxn ang="0">
                <a:pos x="csX9878" y="csY9878"/>
              </a:cxn>
              <a:cxn ang="0">
                <a:pos x="csX9879" y="csY9879"/>
              </a:cxn>
              <a:cxn ang="0">
                <a:pos x="csX9880" y="csY9880"/>
              </a:cxn>
              <a:cxn ang="0">
                <a:pos x="csX9881" y="csY9881"/>
              </a:cxn>
              <a:cxn ang="0">
                <a:pos x="csX9882" y="csY9882"/>
              </a:cxn>
              <a:cxn ang="0">
                <a:pos x="csX9883" y="csY9883"/>
              </a:cxn>
              <a:cxn ang="0">
                <a:pos x="csX9884" y="csY9884"/>
              </a:cxn>
              <a:cxn ang="0">
                <a:pos x="csX9885" y="csY9885"/>
              </a:cxn>
              <a:cxn ang="0">
                <a:pos x="csX9886" y="csY9886"/>
              </a:cxn>
              <a:cxn ang="0">
                <a:pos x="csX9887" y="csY9887"/>
              </a:cxn>
              <a:cxn ang="0">
                <a:pos x="csX9888" y="csY9888"/>
              </a:cxn>
              <a:cxn ang="0">
                <a:pos x="csX9889" y="csY9889"/>
              </a:cxn>
              <a:cxn ang="0">
                <a:pos x="csX9890" y="csY9890"/>
              </a:cxn>
              <a:cxn ang="0">
                <a:pos x="csX9891" y="csY9891"/>
              </a:cxn>
              <a:cxn ang="0">
                <a:pos x="csX9892" y="csY9892"/>
              </a:cxn>
              <a:cxn ang="0">
                <a:pos x="csX9893" y="csY9893"/>
              </a:cxn>
              <a:cxn ang="0">
                <a:pos x="csX9894" y="csY9894"/>
              </a:cxn>
              <a:cxn ang="0">
                <a:pos x="csX9895" y="csY9895"/>
              </a:cxn>
              <a:cxn ang="0">
                <a:pos x="csX9896" y="csY9896"/>
              </a:cxn>
              <a:cxn ang="0">
                <a:pos x="csX9897" y="csY9897"/>
              </a:cxn>
              <a:cxn ang="0">
                <a:pos x="csX9898" y="csY9898"/>
              </a:cxn>
              <a:cxn ang="0">
                <a:pos x="csX9899" y="csY9899"/>
              </a:cxn>
              <a:cxn ang="0">
                <a:pos x="csX9900" y="csY9900"/>
              </a:cxn>
              <a:cxn ang="0">
                <a:pos x="csX9901" y="csY9901"/>
              </a:cxn>
              <a:cxn ang="0">
                <a:pos x="csX9902" y="csY9902"/>
              </a:cxn>
              <a:cxn ang="0">
                <a:pos x="csX9903" y="csY9903"/>
              </a:cxn>
              <a:cxn ang="0">
                <a:pos x="csX9904" y="csY9904"/>
              </a:cxn>
              <a:cxn ang="0">
                <a:pos x="csX9905" y="csY9905"/>
              </a:cxn>
              <a:cxn ang="0">
                <a:pos x="csX9906" y="csY9906"/>
              </a:cxn>
              <a:cxn ang="0">
                <a:pos x="csX9907" y="csY9907"/>
              </a:cxn>
              <a:cxn ang="0">
                <a:pos x="csX9908" y="csY9908"/>
              </a:cxn>
              <a:cxn ang="0">
                <a:pos x="csX9909" y="csY9909"/>
              </a:cxn>
              <a:cxn ang="0">
                <a:pos x="csX9910" y="csY9910"/>
              </a:cxn>
              <a:cxn ang="0">
                <a:pos x="csX9911" y="csY9911"/>
              </a:cxn>
              <a:cxn ang="0">
                <a:pos x="csX9912" y="csY9912"/>
              </a:cxn>
              <a:cxn ang="0">
                <a:pos x="csX9913" y="csY9913"/>
              </a:cxn>
              <a:cxn ang="0">
                <a:pos x="csX9914" y="csY9914"/>
              </a:cxn>
              <a:cxn ang="0">
                <a:pos x="csX9915" y="csY9915"/>
              </a:cxn>
              <a:cxn ang="0">
                <a:pos x="csX9916" y="csY9916"/>
              </a:cxn>
              <a:cxn ang="0">
                <a:pos x="csX9917" y="csY9917"/>
              </a:cxn>
              <a:cxn ang="0">
                <a:pos x="csX9918" y="csY9918"/>
              </a:cxn>
              <a:cxn ang="0">
                <a:pos x="csX9919" y="csY9919"/>
              </a:cxn>
              <a:cxn ang="0">
                <a:pos x="csX9920" y="csY9920"/>
              </a:cxn>
              <a:cxn ang="0">
                <a:pos x="csX9921" y="csY9921"/>
              </a:cxn>
              <a:cxn ang="0">
                <a:pos x="csX9922" y="csY9922"/>
              </a:cxn>
              <a:cxn ang="0">
                <a:pos x="csX9923" y="csY9923"/>
              </a:cxn>
              <a:cxn ang="0">
                <a:pos x="csX9924" y="csY9924"/>
              </a:cxn>
              <a:cxn ang="0">
                <a:pos x="csX9925" y="csY9925"/>
              </a:cxn>
              <a:cxn ang="0">
                <a:pos x="csX9926" y="csY9926"/>
              </a:cxn>
              <a:cxn ang="0">
                <a:pos x="csX9927" y="csY9927"/>
              </a:cxn>
              <a:cxn ang="0">
                <a:pos x="csX9928" y="csY9928"/>
              </a:cxn>
              <a:cxn ang="0">
                <a:pos x="csX9929" y="csY9929"/>
              </a:cxn>
              <a:cxn ang="0">
                <a:pos x="csX9930" y="csY9930"/>
              </a:cxn>
              <a:cxn ang="0">
                <a:pos x="csX9931" y="csY9931"/>
              </a:cxn>
              <a:cxn ang="0">
                <a:pos x="csX9932" y="csY9932"/>
              </a:cxn>
              <a:cxn ang="0">
                <a:pos x="csX9933" y="csY9933"/>
              </a:cxn>
              <a:cxn ang="0">
                <a:pos x="csX9934" y="csY9934"/>
              </a:cxn>
              <a:cxn ang="0">
                <a:pos x="csX9935" y="csY9935"/>
              </a:cxn>
              <a:cxn ang="0">
                <a:pos x="csX9936" y="csY9936"/>
              </a:cxn>
              <a:cxn ang="0">
                <a:pos x="csX9937" y="csY9937"/>
              </a:cxn>
              <a:cxn ang="0">
                <a:pos x="csX9938" y="csY9938"/>
              </a:cxn>
              <a:cxn ang="0">
                <a:pos x="csX9939" y="csY9939"/>
              </a:cxn>
              <a:cxn ang="0">
                <a:pos x="csX9940" y="csY9940"/>
              </a:cxn>
              <a:cxn ang="0">
                <a:pos x="csX9941" y="csY9941"/>
              </a:cxn>
              <a:cxn ang="0">
                <a:pos x="csX9942" y="csY9942"/>
              </a:cxn>
              <a:cxn ang="0">
                <a:pos x="csX9943" y="csY9943"/>
              </a:cxn>
              <a:cxn ang="0">
                <a:pos x="csX9944" y="csY9944"/>
              </a:cxn>
              <a:cxn ang="0">
                <a:pos x="csX9945" y="csY9945"/>
              </a:cxn>
              <a:cxn ang="0">
                <a:pos x="csX9946" y="csY9946"/>
              </a:cxn>
              <a:cxn ang="0">
                <a:pos x="csX9947" y="csY9947"/>
              </a:cxn>
              <a:cxn ang="0">
                <a:pos x="csX9948" y="csY9948"/>
              </a:cxn>
              <a:cxn ang="0">
                <a:pos x="csX9949" y="csY9949"/>
              </a:cxn>
              <a:cxn ang="0">
                <a:pos x="csX9950" y="csY9950"/>
              </a:cxn>
              <a:cxn ang="0">
                <a:pos x="csX9951" y="csY9951"/>
              </a:cxn>
              <a:cxn ang="0">
                <a:pos x="csX9952" y="csY9952"/>
              </a:cxn>
              <a:cxn ang="0">
                <a:pos x="csX9953" y="csY9953"/>
              </a:cxn>
              <a:cxn ang="0">
                <a:pos x="csX9954" y="csY9954"/>
              </a:cxn>
              <a:cxn ang="0">
                <a:pos x="csX9955" y="csY9955"/>
              </a:cxn>
              <a:cxn ang="0">
                <a:pos x="csX9956" y="csY9956"/>
              </a:cxn>
              <a:cxn ang="0">
                <a:pos x="csX9957" y="csY9957"/>
              </a:cxn>
              <a:cxn ang="0">
                <a:pos x="csX9958" y="csY9958"/>
              </a:cxn>
              <a:cxn ang="0">
                <a:pos x="csX9959" y="csY9959"/>
              </a:cxn>
              <a:cxn ang="0">
                <a:pos x="csX9960" y="csY9960"/>
              </a:cxn>
              <a:cxn ang="0">
                <a:pos x="csX9961" y="csY9961"/>
              </a:cxn>
              <a:cxn ang="0">
                <a:pos x="csX9962" y="csY9962"/>
              </a:cxn>
              <a:cxn ang="0">
                <a:pos x="csX9963" y="csY9963"/>
              </a:cxn>
              <a:cxn ang="0">
                <a:pos x="csX9964" y="csY9964"/>
              </a:cxn>
              <a:cxn ang="0">
                <a:pos x="csX9965" y="csY9965"/>
              </a:cxn>
              <a:cxn ang="0">
                <a:pos x="csX9966" y="csY9966"/>
              </a:cxn>
              <a:cxn ang="0">
                <a:pos x="csX9967" y="csY9967"/>
              </a:cxn>
              <a:cxn ang="0">
                <a:pos x="csX9968" y="csY9968"/>
              </a:cxn>
              <a:cxn ang="0">
                <a:pos x="csX9969" y="csY9969"/>
              </a:cxn>
              <a:cxn ang="0">
                <a:pos x="csX9970" y="csY9970"/>
              </a:cxn>
              <a:cxn ang="0">
                <a:pos x="csX9971" y="csY9971"/>
              </a:cxn>
              <a:cxn ang="0">
                <a:pos x="csX9972" y="csY9972"/>
              </a:cxn>
              <a:cxn ang="0">
                <a:pos x="csX9973" y="csY9973"/>
              </a:cxn>
              <a:cxn ang="0">
                <a:pos x="csX9974" y="csY9974"/>
              </a:cxn>
              <a:cxn ang="0">
                <a:pos x="csX9975" y="csY9975"/>
              </a:cxn>
              <a:cxn ang="0">
                <a:pos x="csX9976" y="csY9976"/>
              </a:cxn>
              <a:cxn ang="0">
                <a:pos x="csX9977" y="csY9977"/>
              </a:cxn>
              <a:cxn ang="0">
                <a:pos x="csX9978" y="csY9978"/>
              </a:cxn>
              <a:cxn ang="0">
                <a:pos x="csX9979" y="csY9979"/>
              </a:cxn>
              <a:cxn ang="0">
                <a:pos x="csX9980" y="csY9980"/>
              </a:cxn>
              <a:cxn ang="0">
                <a:pos x="csX9981" y="csY9981"/>
              </a:cxn>
              <a:cxn ang="0">
                <a:pos x="csX9982" y="csY9982"/>
              </a:cxn>
              <a:cxn ang="0">
                <a:pos x="csX9983" y="csY9983"/>
              </a:cxn>
              <a:cxn ang="0">
                <a:pos x="csX9984" y="csY9984"/>
              </a:cxn>
              <a:cxn ang="0">
                <a:pos x="csX9985" y="csY9985"/>
              </a:cxn>
              <a:cxn ang="0">
                <a:pos x="csX9986" y="csY9986"/>
              </a:cxn>
              <a:cxn ang="0">
                <a:pos x="csX9987" y="csY9987"/>
              </a:cxn>
              <a:cxn ang="0">
                <a:pos x="csX9988" y="csY9988"/>
              </a:cxn>
              <a:cxn ang="0">
                <a:pos x="csX9989" y="csY9989"/>
              </a:cxn>
              <a:cxn ang="0">
                <a:pos x="csX9990" y="csY9990"/>
              </a:cxn>
              <a:cxn ang="0">
                <a:pos x="csX9991" y="csY9991"/>
              </a:cxn>
              <a:cxn ang="0">
                <a:pos x="csX9992" y="csY9992"/>
              </a:cxn>
              <a:cxn ang="0">
                <a:pos x="csX9993" y="csY9993"/>
              </a:cxn>
              <a:cxn ang="0">
                <a:pos x="csX9994" y="csY9994"/>
              </a:cxn>
              <a:cxn ang="0">
                <a:pos x="csX9995" y="csY9995"/>
              </a:cxn>
              <a:cxn ang="0">
                <a:pos x="csX9996" y="csY9996"/>
              </a:cxn>
              <a:cxn ang="0">
                <a:pos x="csX9997" y="csY9997"/>
              </a:cxn>
              <a:cxn ang="0">
                <a:pos x="csX9998" y="csY9998"/>
              </a:cxn>
              <a:cxn ang="0">
                <a:pos x="csX9999" y="csY9999"/>
              </a:cxn>
              <a:cxn ang="0">
                <a:pos x="csX10000" y="csY10000"/>
              </a:cxn>
              <a:cxn ang="0">
                <a:pos x="csX10001" y="csY10001"/>
              </a:cxn>
              <a:cxn ang="0">
                <a:pos x="csX10002" y="csY10002"/>
              </a:cxn>
              <a:cxn ang="0">
                <a:pos x="csX10003" y="csY10003"/>
              </a:cxn>
              <a:cxn ang="0">
                <a:pos x="csX10004" y="csY10004"/>
              </a:cxn>
              <a:cxn ang="0">
                <a:pos x="csX10005" y="csY10005"/>
              </a:cxn>
              <a:cxn ang="0">
                <a:pos x="csX10006" y="csY10006"/>
              </a:cxn>
              <a:cxn ang="0">
                <a:pos x="csX10007" y="csY10007"/>
              </a:cxn>
              <a:cxn ang="0">
                <a:pos x="csX10008" y="csY10008"/>
              </a:cxn>
              <a:cxn ang="0">
                <a:pos x="csX10009" y="csY10009"/>
              </a:cxn>
              <a:cxn ang="0">
                <a:pos x="csX10010" y="csY10010"/>
              </a:cxn>
              <a:cxn ang="0">
                <a:pos x="csX10011" y="csY10011"/>
              </a:cxn>
              <a:cxn ang="0">
                <a:pos x="csX10012" y="csY10012"/>
              </a:cxn>
              <a:cxn ang="0">
                <a:pos x="csX10013" y="csY10013"/>
              </a:cxn>
              <a:cxn ang="0">
                <a:pos x="csX10014" y="csY10014"/>
              </a:cxn>
              <a:cxn ang="0">
                <a:pos x="csX10015" y="csY10015"/>
              </a:cxn>
              <a:cxn ang="0">
                <a:pos x="csX10016" y="csY10016"/>
              </a:cxn>
              <a:cxn ang="0">
                <a:pos x="csX10017" y="csY10017"/>
              </a:cxn>
              <a:cxn ang="0">
                <a:pos x="csX10018" y="csY10018"/>
              </a:cxn>
              <a:cxn ang="0">
                <a:pos x="csX10019" y="csY10019"/>
              </a:cxn>
              <a:cxn ang="0">
                <a:pos x="csX10020" y="csY10020"/>
              </a:cxn>
              <a:cxn ang="0">
                <a:pos x="csX10021" y="csY10021"/>
              </a:cxn>
              <a:cxn ang="0">
                <a:pos x="csX10022" y="csY10022"/>
              </a:cxn>
              <a:cxn ang="0">
                <a:pos x="csX10023" y="csY10023"/>
              </a:cxn>
              <a:cxn ang="0">
                <a:pos x="csX10024" y="csY10024"/>
              </a:cxn>
              <a:cxn ang="0">
                <a:pos x="csX10025" y="csY10025"/>
              </a:cxn>
              <a:cxn ang="0">
                <a:pos x="csX10026" y="csY10026"/>
              </a:cxn>
              <a:cxn ang="0">
                <a:pos x="csX10027" y="csY10027"/>
              </a:cxn>
              <a:cxn ang="0">
                <a:pos x="csX10028" y="csY10028"/>
              </a:cxn>
              <a:cxn ang="0">
                <a:pos x="csX10029" y="csY10029"/>
              </a:cxn>
              <a:cxn ang="0">
                <a:pos x="csX10030" y="csY10030"/>
              </a:cxn>
              <a:cxn ang="0">
                <a:pos x="csX10031" y="csY10031"/>
              </a:cxn>
              <a:cxn ang="0">
                <a:pos x="csX10032" y="csY10032"/>
              </a:cxn>
              <a:cxn ang="0">
                <a:pos x="csX10033" y="csY10033"/>
              </a:cxn>
              <a:cxn ang="0">
                <a:pos x="csX10034" y="csY10034"/>
              </a:cxn>
              <a:cxn ang="0">
                <a:pos x="csX10035" y="csY10035"/>
              </a:cxn>
              <a:cxn ang="0">
                <a:pos x="csX10036" y="csY10036"/>
              </a:cxn>
              <a:cxn ang="0">
                <a:pos x="csX10037" y="csY10037"/>
              </a:cxn>
              <a:cxn ang="0">
                <a:pos x="csX10038" y="csY10038"/>
              </a:cxn>
              <a:cxn ang="0">
                <a:pos x="csX10039" y="csY10039"/>
              </a:cxn>
              <a:cxn ang="0">
                <a:pos x="csX10040" y="csY10040"/>
              </a:cxn>
              <a:cxn ang="0">
                <a:pos x="csX10041" y="csY10041"/>
              </a:cxn>
              <a:cxn ang="0">
                <a:pos x="csX10042" y="csY10042"/>
              </a:cxn>
              <a:cxn ang="0">
                <a:pos x="csX10043" y="csY10043"/>
              </a:cxn>
              <a:cxn ang="0">
                <a:pos x="csX10044" y="csY10044"/>
              </a:cxn>
              <a:cxn ang="0">
                <a:pos x="csX10045" y="csY10045"/>
              </a:cxn>
              <a:cxn ang="0">
                <a:pos x="csX10046" y="csY10046"/>
              </a:cxn>
              <a:cxn ang="0">
                <a:pos x="csX10047" y="csY10047"/>
              </a:cxn>
              <a:cxn ang="0">
                <a:pos x="csX10048" y="csY10048"/>
              </a:cxn>
              <a:cxn ang="0">
                <a:pos x="csX10049" y="csY10049"/>
              </a:cxn>
              <a:cxn ang="0">
                <a:pos x="csX10050" y="csY10050"/>
              </a:cxn>
              <a:cxn ang="0">
                <a:pos x="csX10051" y="csY10051"/>
              </a:cxn>
              <a:cxn ang="0">
                <a:pos x="csX10052" y="csY10052"/>
              </a:cxn>
              <a:cxn ang="0">
                <a:pos x="csX10053" y="csY10053"/>
              </a:cxn>
              <a:cxn ang="0">
                <a:pos x="csX10054" y="csY10054"/>
              </a:cxn>
              <a:cxn ang="0">
                <a:pos x="csX10055" y="csY10055"/>
              </a:cxn>
              <a:cxn ang="0">
                <a:pos x="csX10056" y="csY10056"/>
              </a:cxn>
              <a:cxn ang="0">
                <a:pos x="csX10057" y="csY10057"/>
              </a:cxn>
              <a:cxn ang="0">
                <a:pos x="csX10058" y="csY10058"/>
              </a:cxn>
              <a:cxn ang="0">
                <a:pos x="csX10059" y="csY10059"/>
              </a:cxn>
              <a:cxn ang="0">
                <a:pos x="csX10060" y="csY10060"/>
              </a:cxn>
              <a:cxn ang="0">
                <a:pos x="csX10061" y="csY10061"/>
              </a:cxn>
              <a:cxn ang="0">
                <a:pos x="csX10062" y="csY10062"/>
              </a:cxn>
              <a:cxn ang="0">
                <a:pos x="csX10063" y="csY10063"/>
              </a:cxn>
              <a:cxn ang="0">
                <a:pos x="csX10064" y="csY10064"/>
              </a:cxn>
              <a:cxn ang="0">
                <a:pos x="csX10065" y="csY10065"/>
              </a:cxn>
              <a:cxn ang="0">
                <a:pos x="csX10066" y="csY10066"/>
              </a:cxn>
              <a:cxn ang="0">
                <a:pos x="csX10067" y="csY10067"/>
              </a:cxn>
              <a:cxn ang="0">
                <a:pos x="csX10068" y="csY10068"/>
              </a:cxn>
              <a:cxn ang="0">
                <a:pos x="csX10069" y="csY10069"/>
              </a:cxn>
              <a:cxn ang="0">
                <a:pos x="csX10070" y="csY10070"/>
              </a:cxn>
              <a:cxn ang="0">
                <a:pos x="csX10071" y="csY10071"/>
              </a:cxn>
              <a:cxn ang="0">
                <a:pos x="csX10072" y="csY10072"/>
              </a:cxn>
              <a:cxn ang="0">
                <a:pos x="csX10073" y="csY10073"/>
              </a:cxn>
              <a:cxn ang="0">
                <a:pos x="csX10074" y="csY10074"/>
              </a:cxn>
              <a:cxn ang="0">
                <a:pos x="csX10075" y="csY10075"/>
              </a:cxn>
              <a:cxn ang="0">
                <a:pos x="csX10076" y="csY10076"/>
              </a:cxn>
              <a:cxn ang="0">
                <a:pos x="csX10077" y="csY10077"/>
              </a:cxn>
              <a:cxn ang="0">
                <a:pos x="csX10078" y="csY10078"/>
              </a:cxn>
              <a:cxn ang="0">
                <a:pos x="csX10079" y="csY10079"/>
              </a:cxn>
              <a:cxn ang="0">
                <a:pos x="csX10080" y="csY10080"/>
              </a:cxn>
              <a:cxn ang="0">
                <a:pos x="csX10081" y="csY10081"/>
              </a:cxn>
              <a:cxn ang="0">
                <a:pos x="csX10082" y="csY10082"/>
              </a:cxn>
              <a:cxn ang="0">
                <a:pos x="csX10083" y="csY10083"/>
              </a:cxn>
              <a:cxn ang="0">
                <a:pos x="csX10084" y="csY10084"/>
              </a:cxn>
              <a:cxn ang="0">
                <a:pos x="csX10085" y="csY10085"/>
              </a:cxn>
              <a:cxn ang="0">
                <a:pos x="csX10086" y="csY10086"/>
              </a:cxn>
              <a:cxn ang="0">
                <a:pos x="csX10087" y="csY10087"/>
              </a:cxn>
              <a:cxn ang="0">
                <a:pos x="csX10088" y="csY10088"/>
              </a:cxn>
              <a:cxn ang="0">
                <a:pos x="csX10089" y="csY10089"/>
              </a:cxn>
              <a:cxn ang="0">
                <a:pos x="csX10090" y="csY10090"/>
              </a:cxn>
              <a:cxn ang="0">
                <a:pos x="csX10091" y="csY10091"/>
              </a:cxn>
              <a:cxn ang="0">
                <a:pos x="csX10092" y="csY10092"/>
              </a:cxn>
              <a:cxn ang="0">
                <a:pos x="csX10093" y="csY10093"/>
              </a:cxn>
              <a:cxn ang="0">
                <a:pos x="csX10094" y="csY10094"/>
              </a:cxn>
              <a:cxn ang="0">
                <a:pos x="csX10095" y="csY10095"/>
              </a:cxn>
              <a:cxn ang="0">
                <a:pos x="csX10096" y="csY10096"/>
              </a:cxn>
              <a:cxn ang="0">
                <a:pos x="csX10097" y="csY10097"/>
              </a:cxn>
              <a:cxn ang="0">
                <a:pos x="csX10098" y="csY10098"/>
              </a:cxn>
              <a:cxn ang="0">
                <a:pos x="csX10099" y="csY10099"/>
              </a:cxn>
              <a:cxn ang="0">
                <a:pos x="csX10100" y="csY10100"/>
              </a:cxn>
              <a:cxn ang="0">
                <a:pos x="csX10101" y="csY10101"/>
              </a:cxn>
              <a:cxn ang="0">
                <a:pos x="csX10102" y="csY10102"/>
              </a:cxn>
              <a:cxn ang="0">
                <a:pos x="csX10103" y="csY10103"/>
              </a:cxn>
              <a:cxn ang="0">
                <a:pos x="csX10104" y="csY10104"/>
              </a:cxn>
              <a:cxn ang="0">
                <a:pos x="csX10105" y="csY10105"/>
              </a:cxn>
              <a:cxn ang="0">
                <a:pos x="csX10106" y="csY10106"/>
              </a:cxn>
              <a:cxn ang="0">
                <a:pos x="csX10107" y="csY10107"/>
              </a:cxn>
              <a:cxn ang="0">
                <a:pos x="csX10108" y="csY10108"/>
              </a:cxn>
              <a:cxn ang="0">
                <a:pos x="csX10109" y="csY10109"/>
              </a:cxn>
              <a:cxn ang="0">
                <a:pos x="csX10110" y="csY10110"/>
              </a:cxn>
              <a:cxn ang="0">
                <a:pos x="csX10111" y="csY10111"/>
              </a:cxn>
              <a:cxn ang="0">
                <a:pos x="csX10112" y="csY10112"/>
              </a:cxn>
              <a:cxn ang="0">
                <a:pos x="csX10113" y="csY10113"/>
              </a:cxn>
              <a:cxn ang="0">
                <a:pos x="csX10114" y="csY10114"/>
              </a:cxn>
              <a:cxn ang="0">
                <a:pos x="csX10115" y="csY10115"/>
              </a:cxn>
              <a:cxn ang="0">
                <a:pos x="csX10116" y="csY10116"/>
              </a:cxn>
              <a:cxn ang="0">
                <a:pos x="csX10117" y="csY10117"/>
              </a:cxn>
              <a:cxn ang="0">
                <a:pos x="csX10118" y="csY10118"/>
              </a:cxn>
              <a:cxn ang="0">
                <a:pos x="csX10119" y="csY10119"/>
              </a:cxn>
              <a:cxn ang="0">
                <a:pos x="csX10120" y="csY10120"/>
              </a:cxn>
              <a:cxn ang="0">
                <a:pos x="csX10121" y="csY10121"/>
              </a:cxn>
              <a:cxn ang="0">
                <a:pos x="csX10122" y="csY10122"/>
              </a:cxn>
              <a:cxn ang="0">
                <a:pos x="csX10123" y="csY10123"/>
              </a:cxn>
              <a:cxn ang="0">
                <a:pos x="csX10124" y="csY10124"/>
              </a:cxn>
              <a:cxn ang="0">
                <a:pos x="csX10125" y="csY10125"/>
              </a:cxn>
              <a:cxn ang="0">
                <a:pos x="csX10126" y="csY10126"/>
              </a:cxn>
              <a:cxn ang="0">
                <a:pos x="csX10127" y="csY10127"/>
              </a:cxn>
              <a:cxn ang="0">
                <a:pos x="csX10128" y="csY10128"/>
              </a:cxn>
              <a:cxn ang="0">
                <a:pos x="csX10129" y="csY10129"/>
              </a:cxn>
              <a:cxn ang="0">
                <a:pos x="csX10130" y="csY10130"/>
              </a:cxn>
              <a:cxn ang="0">
                <a:pos x="csX10131" y="csY10131"/>
              </a:cxn>
              <a:cxn ang="0">
                <a:pos x="csX10132" y="csY10132"/>
              </a:cxn>
              <a:cxn ang="0">
                <a:pos x="csX10133" y="csY10133"/>
              </a:cxn>
              <a:cxn ang="0">
                <a:pos x="csX10134" y="csY10134"/>
              </a:cxn>
              <a:cxn ang="0">
                <a:pos x="csX10135" y="csY10135"/>
              </a:cxn>
              <a:cxn ang="0">
                <a:pos x="csX10136" y="csY10136"/>
              </a:cxn>
              <a:cxn ang="0">
                <a:pos x="csX10137" y="csY10137"/>
              </a:cxn>
              <a:cxn ang="0">
                <a:pos x="csX10138" y="csY10138"/>
              </a:cxn>
              <a:cxn ang="0">
                <a:pos x="csX10139" y="csY10139"/>
              </a:cxn>
              <a:cxn ang="0">
                <a:pos x="csX10140" y="csY10140"/>
              </a:cxn>
              <a:cxn ang="0">
                <a:pos x="csX10141" y="csY10141"/>
              </a:cxn>
              <a:cxn ang="0">
                <a:pos x="csX10142" y="csY10142"/>
              </a:cxn>
              <a:cxn ang="0">
                <a:pos x="csX10143" y="csY10143"/>
              </a:cxn>
              <a:cxn ang="0">
                <a:pos x="csX10144" y="csY10144"/>
              </a:cxn>
              <a:cxn ang="0">
                <a:pos x="csX10145" y="csY10145"/>
              </a:cxn>
              <a:cxn ang="0">
                <a:pos x="csX10146" y="csY10146"/>
              </a:cxn>
              <a:cxn ang="0">
                <a:pos x="csX10147" y="csY10147"/>
              </a:cxn>
              <a:cxn ang="0">
                <a:pos x="csX10148" y="csY10148"/>
              </a:cxn>
              <a:cxn ang="0">
                <a:pos x="csX10149" y="csY10149"/>
              </a:cxn>
              <a:cxn ang="0">
                <a:pos x="csX10150" y="csY10150"/>
              </a:cxn>
              <a:cxn ang="0">
                <a:pos x="csX10151" y="csY10151"/>
              </a:cxn>
              <a:cxn ang="0">
                <a:pos x="csX10152" y="csY10152"/>
              </a:cxn>
              <a:cxn ang="0">
                <a:pos x="csX10153" y="csY10153"/>
              </a:cxn>
              <a:cxn ang="0">
                <a:pos x="csX10154" y="csY10154"/>
              </a:cxn>
              <a:cxn ang="0">
                <a:pos x="csX10155" y="csY10155"/>
              </a:cxn>
              <a:cxn ang="0">
                <a:pos x="csX10156" y="csY10156"/>
              </a:cxn>
              <a:cxn ang="0">
                <a:pos x="csX10157" y="csY10157"/>
              </a:cxn>
              <a:cxn ang="0">
                <a:pos x="csX10158" y="csY10158"/>
              </a:cxn>
              <a:cxn ang="0">
                <a:pos x="csX10159" y="csY10159"/>
              </a:cxn>
              <a:cxn ang="0">
                <a:pos x="csX10160" y="csY10160"/>
              </a:cxn>
              <a:cxn ang="0">
                <a:pos x="csX10161" y="csY10161"/>
              </a:cxn>
              <a:cxn ang="0">
                <a:pos x="csX10162" y="csY10162"/>
              </a:cxn>
              <a:cxn ang="0">
                <a:pos x="csX10163" y="csY10163"/>
              </a:cxn>
              <a:cxn ang="0">
                <a:pos x="csX10164" y="csY10164"/>
              </a:cxn>
              <a:cxn ang="0">
                <a:pos x="csX10165" y="csY10165"/>
              </a:cxn>
              <a:cxn ang="0">
                <a:pos x="csX10166" y="csY10166"/>
              </a:cxn>
              <a:cxn ang="0">
                <a:pos x="csX10167" y="csY10167"/>
              </a:cxn>
              <a:cxn ang="0">
                <a:pos x="csX10168" y="csY10168"/>
              </a:cxn>
              <a:cxn ang="0">
                <a:pos x="csX10169" y="csY10169"/>
              </a:cxn>
              <a:cxn ang="0">
                <a:pos x="csX10170" y="csY10170"/>
              </a:cxn>
              <a:cxn ang="0">
                <a:pos x="csX10171" y="csY10171"/>
              </a:cxn>
              <a:cxn ang="0">
                <a:pos x="csX10172" y="csY10172"/>
              </a:cxn>
              <a:cxn ang="0">
                <a:pos x="csX10173" y="csY10173"/>
              </a:cxn>
              <a:cxn ang="0">
                <a:pos x="csX10174" y="csY10174"/>
              </a:cxn>
              <a:cxn ang="0">
                <a:pos x="csX10175" y="csY10175"/>
              </a:cxn>
              <a:cxn ang="0">
                <a:pos x="csX10176" y="csY10176"/>
              </a:cxn>
              <a:cxn ang="0">
                <a:pos x="csX10177" y="csY10177"/>
              </a:cxn>
              <a:cxn ang="0">
                <a:pos x="csX10178" y="csY10178"/>
              </a:cxn>
              <a:cxn ang="0">
                <a:pos x="csX10179" y="csY10179"/>
              </a:cxn>
              <a:cxn ang="0">
                <a:pos x="csX10180" y="csY10180"/>
              </a:cxn>
              <a:cxn ang="0">
                <a:pos x="csX10181" y="csY10181"/>
              </a:cxn>
              <a:cxn ang="0">
                <a:pos x="csX10182" y="csY10182"/>
              </a:cxn>
              <a:cxn ang="0">
                <a:pos x="csX10183" y="csY10183"/>
              </a:cxn>
              <a:cxn ang="0">
                <a:pos x="csX10184" y="csY10184"/>
              </a:cxn>
              <a:cxn ang="0">
                <a:pos x="csX10185" y="csY10185"/>
              </a:cxn>
              <a:cxn ang="0">
                <a:pos x="csX10186" y="csY10186"/>
              </a:cxn>
              <a:cxn ang="0">
                <a:pos x="csX10187" y="csY10187"/>
              </a:cxn>
              <a:cxn ang="0">
                <a:pos x="csX10188" y="csY10188"/>
              </a:cxn>
              <a:cxn ang="0">
                <a:pos x="csX10189" y="csY10189"/>
              </a:cxn>
              <a:cxn ang="0">
                <a:pos x="csX10190" y="csY10190"/>
              </a:cxn>
              <a:cxn ang="0">
                <a:pos x="csX10191" y="csY10191"/>
              </a:cxn>
              <a:cxn ang="0">
                <a:pos x="csX10192" y="csY10192"/>
              </a:cxn>
              <a:cxn ang="0">
                <a:pos x="csX10193" y="csY10193"/>
              </a:cxn>
              <a:cxn ang="0">
                <a:pos x="csX10194" y="csY10194"/>
              </a:cxn>
              <a:cxn ang="0">
                <a:pos x="csX10195" y="csY10195"/>
              </a:cxn>
              <a:cxn ang="0">
                <a:pos x="csX10196" y="csY10196"/>
              </a:cxn>
              <a:cxn ang="0">
                <a:pos x="csX10197" y="csY10197"/>
              </a:cxn>
              <a:cxn ang="0">
                <a:pos x="csX10198" y="csY10198"/>
              </a:cxn>
              <a:cxn ang="0">
                <a:pos x="csX10199" y="csY10199"/>
              </a:cxn>
              <a:cxn ang="0">
                <a:pos x="csX10200" y="csY10200"/>
              </a:cxn>
              <a:cxn ang="0">
                <a:pos x="csX10201" y="csY10201"/>
              </a:cxn>
              <a:cxn ang="0">
                <a:pos x="csX10202" y="csY10202"/>
              </a:cxn>
              <a:cxn ang="0">
                <a:pos x="csX10203" y="csY10203"/>
              </a:cxn>
              <a:cxn ang="0">
                <a:pos x="csX10204" y="csY10204"/>
              </a:cxn>
              <a:cxn ang="0">
                <a:pos x="csX10205" y="csY10205"/>
              </a:cxn>
              <a:cxn ang="0">
                <a:pos x="csX10206" y="csY10206"/>
              </a:cxn>
              <a:cxn ang="0">
                <a:pos x="csX10207" y="csY10207"/>
              </a:cxn>
              <a:cxn ang="0">
                <a:pos x="csX10208" y="csY10208"/>
              </a:cxn>
              <a:cxn ang="0">
                <a:pos x="csX10209" y="csY10209"/>
              </a:cxn>
              <a:cxn ang="0">
                <a:pos x="csX10210" y="csY10210"/>
              </a:cxn>
              <a:cxn ang="0">
                <a:pos x="csX10211" y="csY10211"/>
              </a:cxn>
              <a:cxn ang="0">
                <a:pos x="csX10212" y="csY10212"/>
              </a:cxn>
              <a:cxn ang="0">
                <a:pos x="csX10213" y="csY10213"/>
              </a:cxn>
              <a:cxn ang="0">
                <a:pos x="csX10214" y="csY10214"/>
              </a:cxn>
              <a:cxn ang="0">
                <a:pos x="csX10215" y="csY10215"/>
              </a:cxn>
              <a:cxn ang="0">
                <a:pos x="csX10216" y="csY10216"/>
              </a:cxn>
              <a:cxn ang="0">
                <a:pos x="csX10217" y="csY10217"/>
              </a:cxn>
              <a:cxn ang="0">
                <a:pos x="csX10218" y="csY10218"/>
              </a:cxn>
              <a:cxn ang="0">
                <a:pos x="csX10219" y="csY10219"/>
              </a:cxn>
              <a:cxn ang="0">
                <a:pos x="csX10220" y="csY10220"/>
              </a:cxn>
              <a:cxn ang="0">
                <a:pos x="csX10221" y="csY10221"/>
              </a:cxn>
              <a:cxn ang="0">
                <a:pos x="csX10222" y="csY10222"/>
              </a:cxn>
              <a:cxn ang="0">
                <a:pos x="csX10223" y="csY10223"/>
              </a:cxn>
              <a:cxn ang="0">
                <a:pos x="csX10224" y="csY10224"/>
              </a:cxn>
              <a:cxn ang="0">
                <a:pos x="csX10225" y="csY10225"/>
              </a:cxn>
              <a:cxn ang="0">
                <a:pos x="csX10226" y="csY10226"/>
              </a:cxn>
              <a:cxn ang="0">
                <a:pos x="csX10227" y="csY10227"/>
              </a:cxn>
              <a:cxn ang="0">
                <a:pos x="csX10228" y="csY10228"/>
              </a:cxn>
              <a:cxn ang="0">
                <a:pos x="csX10229" y="csY10229"/>
              </a:cxn>
              <a:cxn ang="0">
                <a:pos x="csX10230" y="csY10230"/>
              </a:cxn>
              <a:cxn ang="0">
                <a:pos x="csX10231" y="csY10231"/>
              </a:cxn>
              <a:cxn ang="0">
                <a:pos x="csX10232" y="csY10232"/>
              </a:cxn>
              <a:cxn ang="0">
                <a:pos x="csX10233" y="csY10233"/>
              </a:cxn>
              <a:cxn ang="0">
                <a:pos x="csX10234" y="csY10234"/>
              </a:cxn>
              <a:cxn ang="0">
                <a:pos x="csX10235" y="csY10235"/>
              </a:cxn>
              <a:cxn ang="0">
                <a:pos x="csX10236" y="csY10236"/>
              </a:cxn>
              <a:cxn ang="0">
                <a:pos x="csX10237" y="csY10237"/>
              </a:cxn>
              <a:cxn ang="0">
                <a:pos x="csX10238" y="csY10238"/>
              </a:cxn>
              <a:cxn ang="0">
                <a:pos x="csX10239" y="csY10239"/>
              </a:cxn>
              <a:cxn ang="0">
                <a:pos x="csX10240" y="csY10240"/>
              </a:cxn>
              <a:cxn ang="0">
                <a:pos x="csX10241" y="csY10241"/>
              </a:cxn>
              <a:cxn ang="0">
                <a:pos x="csX10242" y="csY10242"/>
              </a:cxn>
              <a:cxn ang="0">
                <a:pos x="csX10243" y="csY10243"/>
              </a:cxn>
              <a:cxn ang="0">
                <a:pos x="csX10244" y="csY10244"/>
              </a:cxn>
              <a:cxn ang="0">
                <a:pos x="csX10245" y="csY10245"/>
              </a:cxn>
              <a:cxn ang="0">
                <a:pos x="csX10246" y="csY10246"/>
              </a:cxn>
              <a:cxn ang="0">
                <a:pos x="csX10247" y="csY10247"/>
              </a:cxn>
              <a:cxn ang="0">
                <a:pos x="csX10248" y="csY10248"/>
              </a:cxn>
              <a:cxn ang="0">
                <a:pos x="csX10249" y="csY10249"/>
              </a:cxn>
              <a:cxn ang="0">
                <a:pos x="csX10250" y="csY10250"/>
              </a:cxn>
              <a:cxn ang="0">
                <a:pos x="csX10251" y="csY10251"/>
              </a:cxn>
              <a:cxn ang="0">
                <a:pos x="csX10252" y="csY10252"/>
              </a:cxn>
              <a:cxn ang="0">
                <a:pos x="csX10253" y="csY10253"/>
              </a:cxn>
              <a:cxn ang="0">
                <a:pos x="csX10254" y="csY10254"/>
              </a:cxn>
              <a:cxn ang="0">
                <a:pos x="csX10255" y="csY10255"/>
              </a:cxn>
              <a:cxn ang="0">
                <a:pos x="csX10256" y="csY10256"/>
              </a:cxn>
              <a:cxn ang="0">
                <a:pos x="csX10257" y="csY10257"/>
              </a:cxn>
              <a:cxn ang="0">
                <a:pos x="csX10258" y="csY10258"/>
              </a:cxn>
              <a:cxn ang="0">
                <a:pos x="csX10259" y="csY10259"/>
              </a:cxn>
              <a:cxn ang="0">
                <a:pos x="csX10260" y="csY10260"/>
              </a:cxn>
              <a:cxn ang="0">
                <a:pos x="csX10261" y="csY10261"/>
              </a:cxn>
              <a:cxn ang="0">
                <a:pos x="csX10262" y="csY10262"/>
              </a:cxn>
              <a:cxn ang="0">
                <a:pos x="csX10263" y="csY10263"/>
              </a:cxn>
              <a:cxn ang="0">
                <a:pos x="csX10264" y="csY10264"/>
              </a:cxn>
              <a:cxn ang="0">
                <a:pos x="csX10265" y="csY10265"/>
              </a:cxn>
              <a:cxn ang="0">
                <a:pos x="csX10266" y="csY10266"/>
              </a:cxn>
              <a:cxn ang="0">
                <a:pos x="csX10267" y="csY10267"/>
              </a:cxn>
              <a:cxn ang="0">
                <a:pos x="csX10268" y="csY10268"/>
              </a:cxn>
              <a:cxn ang="0">
                <a:pos x="csX10269" y="csY10269"/>
              </a:cxn>
              <a:cxn ang="0">
                <a:pos x="csX10270" y="csY10270"/>
              </a:cxn>
              <a:cxn ang="0">
                <a:pos x="csX10271" y="csY10271"/>
              </a:cxn>
              <a:cxn ang="0">
                <a:pos x="csX10272" y="csY10272"/>
              </a:cxn>
              <a:cxn ang="0">
                <a:pos x="csX10273" y="csY10273"/>
              </a:cxn>
              <a:cxn ang="0">
                <a:pos x="csX10274" y="csY10274"/>
              </a:cxn>
              <a:cxn ang="0">
                <a:pos x="csX10275" y="csY10275"/>
              </a:cxn>
              <a:cxn ang="0">
                <a:pos x="csX10276" y="csY10276"/>
              </a:cxn>
              <a:cxn ang="0">
                <a:pos x="csX10277" y="csY10277"/>
              </a:cxn>
              <a:cxn ang="0">
                <a:pos x="csX10278" y="csY10278"/>
              </a:cxn>
              <a:cxn ang="0">
                <a:pos x="csX10279" y="csY10279"/>
              </a:cxn>
              <a:cxn ang="0">
                <a:pos x="csX10280" y="csY10280"/>
              </a:cxn>
              <a:cxn ang="0">
                <a:pos x="csX10281" y="csY10281"/>
              </a:cxn>
              <a:cxn ang="0">
                <a:pos x="csX10282" y="csY10282"/>
              </a:cxn>
              <a:cxn ang="0">
                <a:pos x="csX10283" y="csY10283"/>
              </a:cxn>
              <a:cxn ang="0">
                <a:pos x="csX10284" y="csY10284"/>
              </a:cxn>
              <a:cxn ang="0">
                <a:pos x="csX10285" y="csY10285"/>
              </a:cxn>
              <a:cxn ang="0">
                <a:pos x="csX10286" y="csY10286"/>
              </a:cxn>
              <a:cxn ang="0">
                <a:pos x="csX10287" y="csY10287"/>
              </a:cxn>
              <a:cxn ang="0">
                <a:pos x="csX10288" y="csY10288"/>
              </a:cxn>
              <a:cxn ang="0">
                <a:pos x="csX10289" y="csY10289"/>
              </a:cxn>
              <a:cxn ang="0">
                <a:pos x="csX10290" y="csY10290"/>
              </a:cxn>
              <a:cxn ang="0">
                <a:pos x="csX10291" y="csY10291"/>
              </a:cxn>
              <a:cxn ang="0">
                <a:pos x="csX10292" y="csY10292"/>
              </a:cxn>
              <a:cxn ang="0">
                <a:pos x="csX10293" y="csY10293"/>
              </a:cxn>
              <a:cxn ang="0">
                <a:pos x="csX10294" y="csY10294"/>
              </a:cxn>
              <a:cxn ang="0">
                <a:pos x="csX10295" y="csY10295"/>
              </a:cxn>
              <a:cxn ang="0">
                <a:pos x="csX10296" y="csY10296"/>
              </a:cxn>
              <a:cxn ang="0">
                <a:pos x="csX10297" y="csY10297"/>
              </a:cxn>
              <a:cxn ang="0">
                <a:pos x="csX10298" y="csY10298"/>
              </a:cxn>
              <a:cxn ang="0">
                <a:pos x="csX10299" y="csY10299"/>
              </a:cxn>
              <a:cxn ang="0">
                <a:pos x="csX10300" y="csY10300"/>
              </a:cxn>
              <a:cxn ang="0">
                <a:pos x="csX10301" y="csY10301"/>
              </a:cxn>
              <a:cxn ang="0">
                <a:pos x="csX10302" y="csY10302"/>
              </a:cxn>
              <a:cxn ang="0">
                <a:pos x="csX10303" y="csY10303"/>
              </a:cxn>
              <a:cxn ang="0">
                <a:pos x="csX10304" y="csY10304"/>
              </a:cxn>
              <a:cxn ang="0">
                <a:pos x="csX10305" y="csY10305"/>
              </a:cxn>
              <a:cxn ang="0">
                <a:pos x="csX10306" y="csY10306"/>
              </a:cxn>
              <a:cxn ang="0">
                <a:pos x="csX10307" y="csY10307"/>
              </a:cxn>
              <a:cxn ang="0">
                <a:pos x="csX10308" y="csY10308"/>
              </a:cxn>
              <a:cxn ang="0">
                <a:pos x="csX10309" y="csY10309"/>
              </a:cxn>
              <a:cxn ang="0">
                <a:pos x="csX10310" y="csY10310"/>
              </a:cxn>
              <a:cxn ang="0">
                <a:pos x="csX10311" y="csY10311"/>
              </a:cxn>
              <a:cxn ang="0">
                <a:pos x="csX10312" y="csY10312"/>
              </a:cxn>
              <a:cxn ang="0">
                <a:pos x="csX10313" y="csY10313"/>
              </a:cxn>
              <a:cxn ang="0">
                <a:pos x="csX10314" y="csY10314"/>
              </a:cxn>
              <a:cxn ang="0">
                <a:pos x="csX10315" y="csY10315"/>
              </a:cxn>
              <a:cxn ang="0">
                <a:pos x="csX10316" y="csY10316"/>
              </a:cxn>
              <a:cxn ang="0">
                <a:pos x="csX10317" y="csY10317"/>
              </a:cxn>
              <a:cxn ang="0">
                <a:pos x="csX10318" y="csY10318"/>
              </a:cxn>
              <a:cxn ang="0">
                <a:pos x="csX10319" y="csY10319"/>
              </a:cxn>
              <a:cxn ang="0">
                <a:pos x="csX10320" y="csY10320"/>
              </a:cxn>
              <a:cxn ang="0">
                <a:pos x="csX10321" y="csY10321"/>
              </a:cxn>
              <a:cxn ang="0">
                <a:pos x="csX10322" y="csY10322"/>
              </a:cxn>
              <a:cxn ang="0">
                <a:pos x="csX10323" y="csY10323"/>
              </a:cxn>
              <a:cxn ang="0">
                <a:pos x="csX10324" y="csY10324"/>
              </a:cxn>
              <a:cxn ang="0">
                <a:pos x="csX10325" y="csY10325"/>
              </a:cxn>
              <a:cxn ang="0">
                <a:pos x="csX10326" y="csY10326"/>
              </a:cxn>
              <a:cxn ang="0">
                <a:pos x="csX10327" y="csY10327"/>
              </a:cxn>
              <a:cxn ang="0">
                <a:pos x="csX10328" y="csY10328"/>
              </a:cxn>
              <a:cxn ang="0">
                <a:pos x="csX10329" y="csY10329"/>
              </a:cxn>
              <a:cxn ang="0">
                <a:pos x="csX10330" y="csY10330"/>
              </a:cxn>
              <a:cxn ang="0">
                <a:pos x="csX10331" y="csY10331"/>
              </a:cxn>
              <a:cxn ang="0">
                <a:pos x="csX10332" y="csY10332"/>
              </a:cxn>
              <a:cxn ang="0">
                <a:pos x="csX10333" y="csY10333"/>
              </a:cxn>
              <a:cxn ang="0">
                <a:pos x="csX10334" y="csY10334"/>
              </a:cxn>
              <a:cxn ang="0">
                <a:pos x="csX10335" y="csY10335"/>
              </a:cxn>
              <a:cxn ang="0">
                <a:pos x="csX10336" y="csY10336"/>
              </a:cxn>
              <a:cxn ang="0">
                <a:pos x="csX10337" y="csY10337"/>
              </a:cxn>
              <a:cxn ang="0">
                <a:pos x="csX10338" y="csY10338"/>
              </a:cxn>
              <a:cxn ang="0">
                <a:pos x="csX10339" y="csY10339"/>
              </a:cxn>
              <a:cxn ang="0">
                <a:pos x="csX10340" y="csY10340"/>
              </a:cxn>
              <a:cxn ang="0">
                <a:pos x="csX10341" y="csY10341"/>
              </a:cxn>
              <a:cxn ang="0">
                <a:pos x="csX10342" y="csY10342"/>
              </a:cxn>
              <a:cxn ang="0">
                <a:pos x="csX10343" y="csY10343"/>
              </a:cxn>
              <a:cxn ang="0">
                <a:pos x="csX10344" y="csY10344"/>
              </a:cxn>
              <a:cxn ang="0">
                <a:pos x="csX10345" y="csY10345"/>
              </a:cxn>
              <a:cxn ang="0">
                <a:pos x="csX10346" y="csY10346"/>
              </a:cxn>
              <a:cxn ang="0">
                <a:pos x="csX10347" y="csY10347"/>
              </a:cxn>
              <a:cxn ang="0">
                <a:pos x="csX10348" y="csY10348"/>
              </a:cxn>
              <a:cxn ang="0">
                <a:pos x="csX10349" y="csY10349"/>
              </a:cxn>
              <a:cxn ang="0">
                <a:pos x="csX10350" y="csY10350"/>
              </a:cxn>
              <a:cxn ang="0">
                <a:pos x="csX10351" y="csY10351"/>
              </a:cxn>
              <a:cxn ang="0">
                <a:pos x="csX10352" y="csY10352"/>
              </a:cxn>
              <a:cxn ang="0">
                <a:pos x="csX10353" y="csY10353"/>
              </a:cxn>
              <a:cxn ang="0">
                <a:pos x="csX10354" y="csY10354"/>
              </a:cxn>
              <a:cxn ang="0">
                <a:pos x="csX10355" y="csY10355"/>
              </a:cxn>
              <a:cxn ang="0">
                <a:pos x="csX10356" y="csY10356"/>
              </a:cxn>
              <a:cxn ang="0">
                <a:pos x="csX10357" y="csY10357"/>
              </a:cxn>
              <a:cxn ang="0">
                <a:pos x="csX10358" y="csY10358"/>
              </a:cxn>
              <a:cxn ang="0">
                <a:pos x="csX10359" y="csY10359"/>
              </a:cxn>
              <a:cxn ang="0">
                <a:pos x="csX10360" y="csY10360"/>
              </a:cxn>
              <a:cxn ang="0">
                <a:pos x="csX10361" y="csY10361"/>
              </a:cxn>
              <a:cxn ang="0">
                <a:pos x="csX10362" y="csY10362"/>
              </a:cxn>
              <a:cxn ang="0">
                <a:pos x="csX10363" y="csY10363"/>
              </a:cxn>
              <a:cxn ang="0">
                <a:pos x="csX10364" y="csY10364"/>
              </a:cxn>
              <a:cxn ang="0">
                <a:pos x="csX10365" y="csY10365"/>
              </a:cxn>
              <a:cxn ang="0">
                <a:pos x="csX10366" y="csY10366"/>
              </a:cxn>
              <a:cxn ang="0">
                <a:pos x="csX10367" y="csY10367"/>
              </a:cxn>
              <a:cxn ang="0">
                <a:pos x="csX10368" y="csY10368"/>
              </a:cxn>
              <a:cxn ang="0">
                <a:pos x="csX10369" y="csY10369"/>
              </a:cxn>
              <a:cxn ang="0">
                <a:pos x="csX10370" y="csY10370"/>
              </a:cxn>
              <a:cxn ang="0">
                <a:pos x="csX10371" y="csY10371"/>
              </a:cxn>
              <a:cxn ang="0">
                <a:pos x="csX10372" y="csY10372"/>
              </a:cxn>
              <a:cxn ang="0">
                <a:pos x="csX10373" y="csY10373"/>
              </a:cxn>
              <a:cxn ang="0">
                <a:pos x="csX10374" y="csY10374"/>
              </a:cxn>
              <a:cxn ang="0">
                <a:pos x="csX10375" y="csY10375"/>
              </a:cxn>
              <a:cxn ang="0">
                <a:pos x="csX10376" y="csY10376"/>
              </a:cxn>
              <a:cxn ang="0">
                <a:pos x="csX10377" y="csY10377"/>
              </a:cxn>
              <a:cxn ang="0">
                <a:pos x="csX10378" y="csY10378"/>
              </a:cxn>
              <a:cxn ang="0">
                <a:pos x="csX10379" y="csY10379"/>
              </a:cxn>
              <a:cxn ang="0">
                <a:pos x="csX10380" y="csY10380"/>
              </a:cxn>
              <a:cxn ang="0">
                <a:pos x="csX10381" y="csY10381"/>
              </a:cxn>
              <a:cxn ang="0">
                <a:pos x="csX10382" y="csY10382"/>
              </a:cxn>
              <a:cxn ang="0">
                <a:pos x="csX10383" y="csY10383"/>
              </a:cxn>
              <a:cxn ang="0">
                <a:pos x="csX10384" y="csY10384"/>
              </a:cxn>
              <a:cxn ang="0">
                <a:pos x="csX10385" y="csY10385"/>
              </a:cxn>
              <a:cxn ang="0">
                <a:pos x="csX10386" y="csY10386"/>
              </a:cxn>
              <a:cxn ang="0">
                <a:pos x="csX10387" y="csY10387"/>
              </a:cxn>
              <a:cxn ang="0">
                <a:pos x="csX10388" y="csY10388"/>
              </a:cxn>
              <a:cxn ang="0">
                <a:pos x="csX10389" y="csY10389"/>
              </a:cxn>
              <a:cxn ang="0">
                <a:pos x="csX10390" y="csY10390"/>
              </a:cxn>
              <a:cxn ang="0">
                <a:pos x="csX10391" y="csY10391"/>
              </a:cxn>
              <a:cxn ang="0">
                <a:pos x="csX10392" y="csY10392"/>
              </a:cxn>
              <a:cxn ang="0">
                <a:pos x="csX10393" y="csY10393"/>
              </a:cxn>
              <a:cxn ang="0">
                <a:pos x="csX10394" y="csY10394"/>
              </a:cxn>
              <a:cxn ang="0">
                <a:pos x="csX10395" y="csY10395"/>
              </a:cxn>
              <a:cxn ang="0">
                <a:pos x="csX10396" y="csY10396"/>
              </a:cxn>
              <a:cxn ang="0">
                <a:pos x="csX10397" y="csY10397"/>
              </a:cxn>
              <a:cxn ang="0">
                <a:pos x="csX10398" y="csY10398"/>
              </a:cxn>
              <a:cxn ang="0">
                <a:pos x="csX10399" y="csY10399"/>
              </a:cxn>
              <a:cxn ang="0">
                <a:pos x="csX10400" y="csY10400"/>
              </a:cxn>
              <a:cxn ang="0">
                <a:pos x="csX10401" y="csY10401"/>
              </a:cxn>
              <a:cxn ang="0">
                <a:pos x="csX10402" y="csY10402"/>
              </a:cxn>
              <a:cxn ang="0">
                <a:pos x="csX10403" y="csY10403"/>
              </a:cxn>
              <a:cxn ang="0">
                <a:pos x="csX10404" y="csY10404"/>
              </a:cxn>
              <a:cxn ang="0">
                <a:pos x="csX10405" y="csY10405"/>
              </a:cxn>
              <a:cxn ang="0">
                <a:pos x="csX10406" y="csY10406"/>
              </a:cxn>
              <a:cxn ang="0">
                <a:pos x="csX10407" y="csY10407"/>
              </a:cxn>
              <a:cxn ang="0">
                <a:pos x="csX10408" y="csY10408"/>
              </a:cxn>
              <a:cxn ang="0">
                <a:pos x="csX10409" y="csY10409"/>
              </a:cxn>
              <a:cxn ang="0">
                <a:pos x="csX10410" y="csY10410"/>
              </a:cxn>
              <a:cxn ang="0">
                <a:pos x="csX10411" y="csY10411"/>
              </a:cxn>
              <a:cxn ang="0">
                <a:pos x="csX10412" y="csY10412"/>
              </a:cxn>
              <a:cxn ang="0">
                <a:pos x="csX10413" y="csY10413"/>
              </a:cxn>
              <a:cxn ang="0">
                <a:pos x="csX10414" y="csY10414"/>
              </a:cxn>
              <a:cxn ang="0">
                <a:pos x="csX10415" y="csY10415"/>
              </a:cxn>
              <a:cxn ang="0">
                <a:pos x="csX10416" y="csY10416"/>
              </a:cxn>
              <a:cxn ang="0">
                <a:pos x="csX10417" y="csY10417"/>
              </a:cxn>
              <a:cxn ang="0">
                <a:pos x="csX10418" y="csY10418"/>
              </a:cxn>
              <a:cxn ang="0">
                <a:pos x="csX10419" y="csY10419"/>
              </a:cxn>
              <a:cxn ang="0">
                <a:pos x="csX10420" y="csY10420"/>
              </a:cxn>
              <a:cxn ang="0">
                <a:pos x="csX10421" y="csY10421"/>
              </a:cxn>
              <a:cxn ang="0">
                <a:pos x="csX10422" y="csY10422"/>
              </a:cxn>
              <a:cxn ang="0">
                <a:pos x="csX10423" y="csY10423"/>
              </a:cxn>
              <a:cxn ang="0">
                <a:pos x="csX10424" y="csY10424"/>
              </a:cxn>
              <a:cxn ang="0">
                <a:pos x="csX10425" y="csY10425"/>
              </a:cxn>
              <a:cxn ang="0">
                <a:pos x="csX10426" y="csY10426"/>
              </a:cxn>
              <a:cxn ang="0">
                <a:pos x="csX10427" y="csY10427"/>
              </a:cxn>
              <a:cxn ang="0">
                <a:pos x="csX10428" y="csY10428"/>
              </a:cxn>
              <a:cxn ang="0">
                <a:pos x="csX10429" y="csY10429"/>
              </a:cxn>
              <a:cxn ang="0">
                <a:pos x="csX10430" y="csY10430"/>
              </a:cxn>
              <a:cxn ang="0">
                <a:pos x="csX10431" y="csY10431"/>
              </a:cxn>
              <a:cxn ang="0">
                <a:pos x="csX10432" y="csY10432"/>
              </a:cxn>
              <a:cxn ang="0">
                <a:pos x="csX10433" y="csY10433"/>
              </a:cxn>
              <a:cxn ang="0">
                <a:pos x="csX10434" y="csY10434"/>
              </a:cxn>
              <a:cxn ang="0">
                <a:pos x="csX10435" y="csY10435"/>
              </a:cxn>
              <a:cxn ang="0">
                <a:pos x="csX10436" y="csY10436"/>
              </a:cxn>
              <a:cxn ang="0">
                <a:pos x="csX10437" y="csY10437"/>
              </a:cxn>
              <a:cxn ang="0">
                <a:pos x="csX10438" y="csY10438"/>
              </a:cxn>
              <a:cxn ang="0">
                <a:pos x="csX10439" y="csY10439"/>
              </a:cxn>
              <a:cxn ang="0">
                <a:pos x="csX10440" y="csY10440"/>
              </a:cxn>
              <a:cxn ang="0">
                <a:pos x="csX10441" y="csY10441"/>
              </a:cxn>
              <a:cxn ang="0">
                <a:pos x="csX10442" y="csY10442"/>
              </a:cxn>
              <a:cxn ang="0">
                <a:pos x="csX10443" y="csY10443"/>
              </a:cxn>
              <a:cxn ang="0">
                <a:pos x="csX10444" y="csY10444"/>
              </a:cxn>
              <a:cxn ang="0">
                <a:pos x="csX10445" y="csY10445"/>
              </a:cxn>
              <a:cxn ang="0">
                <a:pos x="csX10446" y="csY10446"/>
              </a:cxn>
              <a:cxn ang="0">
                <a:pos x="csX10447" y="csY10447"/>
              </a:cxn>
              <a:cxn ang="0">
                <a:pos x="csX10448" y="csY10448"/>
              </a:cxn>
              <a:cxn ang="0">
                <a:pos x="csX10449" y="csY10449"/>
              </a:cxn>
              <a:cxn ang="0">
                <a:pos x="csX10450" y="csY10450"/>
              </a:cxn>
              <a:cxn ang="0">
                <a:pos x="csX10451" y="csY10451"/>
              </a:cxn>
              <a:cxn ang="0">
                <a:pos x="csX10452" y="csY10452"/>
              </a:cxn>
              <a:cxn ang="0">
                <a:pos x="csX10453" y="csY10453"/>
              </a:cxn>
              <a:cxn ang="0">
                <a:pos x="csX10454" y="csY10454"/>
              </a:cxn>
              <a:cxn ang="0">
                <a:pos x="csX10455" y="csY10455"/>
              </a:cxn>
              <a:cxn ang="0">
                <a:pos x="csX10456" y="csY10456"/>
              </a:cxn>
              <a:cxn ang="0">
                <a:pos x="csX10457" y="csY10457"/>
              </a:cxn>
              <a:cxn ang="0">
                <a:pos x="csX10458" y="csY10458"/>
              </a:cxn>
              <a:cxn ang="0">
                <a:pos x="csX10459" y="csY10459"/>
              </a:cxn>
              <a:cxn ang="0">
                <a:pos x="csX10460" y="csY10460"/>
              </a:cxn>
              <a:cxn ang="0">
                <a:pos x="csX10461" y="csY10461"/>
              </a:cxn>
              <a:cxn ang="0">
                <a:pos x="csX10462" y="csY10462"/>
              </a:cxn>
              <a:cxn ang="0">
                <a:pos x="csX10463" y="csY10463"/>
              </a:cxn>
              <a:cxn ang="0">
                <a:pos x="csX10464" y="csY10464"/>
              </a:cxn>
              <a:cxn ang="0">
                <a:pos x="csX10465" y="csY10465"/>
              </a:cxn>
              <a:cxn ang="0">
                <a:pos x="csX10466" y="csY10466"/>
              </a:cxn>
              <a:cxn ang="0">
                <a:pos x="csX10467" y="csY10467"/>
              </a:cxn>
              <a:cxn ang="0">
                <a:pos x="csX10468" y="csY10468"/>
              </a:cxn>
              <a:cxn ang="0">
                <a:pos x="csX10469" y="csY10469"/>
              </a:cxn>
              <a:cxn ang="0">
                <a:pos x="csX10470" y="csY10470"/>
              </a:cxn>
              <a:cxn ang="0">
                <a:pos x="csX10471" y="csY10471"/>
              </a:cxn>
              <a:cxn ang="0">
                <a:pos x="csX10472" y="csY10472"/>
              </a:cxn>
              <a:cxn ang="0">
                <a:pos x="csX10473" y="csY10473"/>
              </a:cxn>
              <a:cxn ang="0">
                <a:pos x="csX10474" y="csY10474"/>
              </a:cxn>
              <a:cxn ang="0">
                <a:pos x="csX10475" y="csY10475"/>
              </a:cxn>
              <a:cxn ang="0">
                <a:pos x="csX10476" y="csY10476"/>
              </a:cxn>
              <a:cxn ang="0">
                <a:pos x="csX10477" y="csY10477"/>
              </a:cxn>
              <a:cxn ang="0">
                <a:pos x="csX10478" y="csY10478"/>
              </a:cxn>
              <a:cxn ang="0">
                <a:pos x="csX10479" y="csY10479"/>
              </a:cxn>
              <a:cxn ang="0">
                <a:pos x="csX10480" y="csY10480"/>
              </a:cxn>
              <a:cxn ang="0">
                <a:pos x="csX10481" y="csY10481"/>
              </a:cxn>
              <a:cxn ang="0">
                <a:pos x="csX10482" y="csY10482"/>
              </a:cxn>
              <a:cxn ang="0">
                <a:pos x="csX10483" y="csY10483"/>
              </a:cxn>
              <a:cxn ang="0">
                <a:pos x="csX10484" y="csY10484"/>
              </a:cxn>
              <a:cxn ang="0">
                <a:pos x="csX10485" y="csY10485"/>
              </a:cxn>
              <a:cxn ang="0">
                <a:pos x="csX10486" y="csY10486"/>
              </a:cxn>
              <a:cxn ang="0">
                <a:pos x="csX10487" y="csY10487"/>
              </a:cxn>
              <a:cxn ang="0">
                <a:pos x="csX10488" y="csY10488"/>
              </a:cxn>
              <a:cxn ang="0">
                <a:pos x="csX10489" y="csY10489"/>
              </a:cxn>
              <a:cxn ang="0">
                <a:pos x="csX10490" y="csY10490"/>
              </a:cxn>
              <a:cxn ang="0">
                <a:pos x="csX10491" y="csY10491"/>
              </a:cxn>
              <a:cxn ang="0">
                <a:pos x="csX10492" y="csY10492"/>
              </a:cxn>
              <a:cxn ang="0">
                <a:pos x="csX10493" y="csY10493"/>
              </a:cxn>
              <a:cxn ang="0">
                <a:pos x="csX10494" y="csY10494"/>
              </a:cxn>
              <a:cxn ang="0">
                <a:pos x="csX10495" y="csY10495"/>
              </a:cxn>
              <a:cxn ang="0">
                <a:pos x="csX10496" y="csY10496"/>
              </a:cxn>
              <a:cxn ang="0">
                <a:pos x="csX10497" y="csY10497"/>
              </a:cxn>
              <a:cxn ang="0">
                <a:pos x="csX10498" y="csY10498"/>
              </a:cxn>
              <a:cxn ang="0">
                <a:pos x="csX10499" y="csY10499"/>
              </a:cxn>
              <a:cxn ang="0">
                <a:pos x="csX10500" y="csY10500"/>
              </a:cxn>
              <a:cxn ang="0">
                <a:pos x="csX10501" y="csY10501"/>
              </a:cxn>
              <a:cxn ang="0">
                <a:pos x="csX10502" y="csY10502"/>
              </a:cxn>
              <a:cxn ang="0">
                <a:pos x="csX10503" y="csY10503"/>
              </a:cxn>
              <a:cxn ang="0">
                <a:pos x="csX10504" y="csY10504"/>
              </a:cxn>
              <a:cxn ang="0">
                <a:pos x="csX10505" y="csY10505"/>
              </a:cxn>
              <a:cxn ang="0">
                <a:pos x="csX10506" y="csY10506"/>
              </a:cxn>
              <a:cxn ang="0">
                <a:pos x="csX10507" y="csY10507"/>
              </a:cxn>
              <a:cxn ang="0">
                <a:pos x="csX10508" y="csY10508"/>
              </a:cxn>
              <a:cxn ang="0">
                <a:pos x="csX10509" y="csY10509"/>
              </a:cxn>
              <a:cxn ang="0">
                <a:pos x="csX10510" y="csY10510"/>
              </a:cxn>
              <a:cxn ang="0">
                <a:pos x="csX10511" y="csY10511"/>
              </a:cxn>
              <a:cxn ang="0">
                <a:pos x="csX10512" y="csY10512"/>
              </a:cxn>
              <a:cxn ang="0">
                <a:pos x="csX10513" y="csY10513"/>
              </a:cxn>
              <a:cxn ang="0">
                <a:pos x="csX10514" y="csY10514"/>
              </a:cxn>
              <a:cxn ang="0">
                <a:pos x="csX10515" y="csY10515"/>
              </a:cxn>
              <a:cxn ang="0">
                <a:pos x="csX10516" y="csY10516"/>
              </a:cxn>
              <a:cxn ang="0">
                <a:pos x="csX10517" y="csY10517"/>
              </a:cxn>
              <a:cxn ang="0">
                <a:pos x="csX10518" y="csY10518"/>
              </a:cxn>
              <a:cxn ang="0">
                <a:pos x="csX10519" y="csY10519"/>
              </a:cxn>
              <a:cxn ang="0">
                <a:pos x="csX10520" y="csY10520"/>
              </a:cxn>
              <a:cxn ang="0">
                <a:pos x="csX10521" y="csY10521"/>
              </a:cxn>
              <a:cxn ang="0">
                <a:pos x="csX10522" y="csY10522"/>
              </a:cxn>
              <a:cxn ang="0">
                <a:pos x="csX10523" y="csY10523"/>
              </a:cxn>
              <a:cxn ang="0">
                <a:pos x="csX10524" y="csY10524"/>
              </a:cxn>
              <a:cxn ang="0">
                <a:pos x="csX10525" y="csY10525"/>
              </a:cxn>
              <a:cxn ang="0">
                <a:pos x="csX10526" y="csY10526"/>
              </a:cxn>
              <a:cxn ang="0">
                <a:pos x="csX10527" y="csY10527"/>
              </a:cxn>
              <a:cxn ang="0">
                <a:pos x="csX10528" y="csY10528"/>
              </a:cxn>
              <a:cxn ang="0">
                <a:pos x="csX10529" y="csY10529"/>
              </a:cxn>
              <a:cxn ang="0">
                <a:pos x="csX10530" y="csY10530"/>
              </a:cxn>
              <a:cxn ang="0">
                <a:pos x="csX10531" y="csY10531"/>
              </a:cxn>
              <a:cxn ang="0">
                <a:pos x="csX10532" y="csY10532"/>
              </a:cxn>
              <a:cxn ang="0">
                <a:pos x="csX10533" y="csY10533"/>
              </a:cxn>
              <a:cxn ang="0">
                <a:pos x="csX10534" y="csY10534"/>
              </a:cxn>
              <a:cxn ang="0">
                <a:pos x="csX10535" y="csY10535"/>
              </a:cxn>
              <a:cxn ang="0">
                <a:pos x="csX10536" y="csY10536"/>
              </a:cxn>
              <a:cxn ang="0">
                <a:pos x="csX10537" y="csY10537"/>
              </a:cxn>
              <a:cxn ang="0">
                <a:pos x="csX10538" y="csY10538"/>
              </a:cxn>
              <a:cxn ang="0">
                <a:pos x="csX10539" y="csY10539"/>
              </a:cxn>
              <a:cxn ang="0">
                <a:pos x="csX10540" y="csY10540"/>
              </a:cxn>
              <a:cxn ang="0">
                <a:pos x="csX10541" y="csY10541"/>
              </a:cxn>
              <a:cxn ang="0">
                <a:pos x="csX10542" y="csY10542"/>
              </a:cxn>
              <a:cxn ang="0">
                <a:pos x="csX10543" y="csY10543"/>
              </a:cxn>
              <a:cxn ang="0">
                <a:pos x="csX10544" y="csY10544"/>
              </a:cxn>
              <a:cxn ang="0">
                <a:pos x="csX10545" y="csY10545"/>
              </a:cxn>
              <a:cxn ang="0">
                <a:pos x="csX10546" y="csY10546"/>
              </a:cxn>
              <a:cxn ang="0">
                <a:pos x="csX10547" y="csY10547"/>
              </a:cxn>
              <a:cxn ang="0">
                <a:pos x="csX10548" y="csY10548"/>
              </a:cxn>
              <a:cxn ang="0">
                <a:pos x="csX10549" y="csY10549"/>
              </a:cxn>
              <a:cxn ang="0">
                <a:pos x="csX10550" y="csY10550"/>
              </a:cxn>
              <a:cxn ang="0">
                <a:pos x="csX10551" y="csY10551"/>
              </a:cxn>
              <a:cxn ang="0">
                <a:pos x="csX10552" y="csY10552"/>
              </a:cxn>
              <a:cxn ang="0">
                <a:pos x="csX10553" y="csY10553"/>
              </a:cxn>
              <a:cxn ang="0">
                <a:pos x="csX10554" y="csY10554"/>
              </a:cxn>
              <a:cxn ang="0">
                <a:pos x="csX10555" y="csY10555"/>
              </a:cxn>
              <a:cxn ang="0">
                <a:pos x="csX10556" y="csY10556"/>
              </a:cxn>
              <a:cxn ang="0">
                <a:pos x="csX10557" y="csY10557"/>
              </a:cxn>
              <a:cxn ang="0">
                <a:pos x="csX10558" y="csY10558"/>
              </a:cxn>
              <a:cxn ang="0">
                <a:pos x="csX10559" y="csY10559"/>
              </a:cxn>
              <a:cxn ang="0">
                <a:pos x="csX10560" y="csY10560"/>
              </a:cxn>
              <a:cxn ang="0">
                <a:pos x="csX10561" y="csY10561"/>
              </a:cxn>
              <a:cxn ang="0">
                <a:pos x="csX10562" y="csY10562"/>
              </a:cxn>
              <a:cxn ang="0">
                <a:pos x="csX10563" y="csY10563"/>
              </a:cxn>
              <a:cxn ang="0">
                <a:pos x="csX10564" y="csY10564"/>
              </a:cxn>
              <a:cxn ang="0">
                <a:pos x="csX10565" y="csY10565"/>
              </a:cxn>
              <a:cxn ang="0">
                <a:pos x="csX10566" y="csY10566"/>
              </a:cxn>
              <a:cxn ang="0">
                <a:pos x="csX10567" y="csY10567"/>
              </a:cxn>
              <a:cxn ang="0">
                <a:pos x="csX10568" y="csY10568"/>
              </a:cxn>
              <a:cxn ang="0">
                <a:pos x="csX10569" y="csY10569"/>
              </a:cxn>
              <a:cxn ang="0">
                <a:pos x="csX10570" y="csY10570"/>
              </a:cxn>
              <a:cxn ang="0">
                <a:pos x="csX10571" y="csY10571"/>
              </a:cxn>
              <a:cxn ang="0">
                <a:pos x="csX10572" y="csY10572"/>
              </a:cxn>
              <a:cxn ang="0">
                <a:pos x="csX10573" y="csY10573"/>
              </a:cxn>
              <a:cxn ang="0">
                <a:pos x="csX10574" y="csY10574"/>
              </a:cxn>
              <a:cxn ang="0">
                <a:pos x="csX10575" y="csY10575"/>
              </a:cxn>
              <a:cxn ang="0">
                <a:pos x="csX10576" y="csY10576"/>
              </a:cxn>
              <a:cxn ang="0">
                <a:pos x="csX10577" y="csY10577"/>
              </a:cxn>
              <a:cxn ang="0">
                <a:pos x="csX10578" y="csY10578"/>
              </a:cxn>
              <a:cxn ang="0">
                <a:pos x="csX10579" y="csY10579"/>
              </a:cxn>
              <a:cxn ang="0">
                <a:pos x="csX10580" y="csY10580"/>
              </a:cxn>
              <a:cxn ang="0">
                <a:pos x="csX10581" y="csY10581"/>
              </a:cxn>
              <a:cxn ang="0">
                <a:pos x="csX10582" y="csY10582"/>
              </a:cxn>
              <a:cxn ang="0">
                <a:pos x="csX10583" y="csY10583"/>
              </a:cxn>
              <a:cxn ang="0">
                <a:pos x="csX10584" y="csY10584"/>
              </a:cxn>
              <a:cxn ang="0">
                <a:pos x="csX10585" y="csY10585"/>
              </a:cxn>
              <a:cxn ang="0">
                <a:pos x="csX10586" y="csY10586"/>
              </a:cxn>
              <a:cxn ang="0">
                <a:pos x="csX10587" y="csY10587"/>
              </a:cxn>
              <a:cxn ang="0">
                <a:pos x="csX10588" y="csY10588"/>
              </a:cxn>
              <a:cxn ang="0">
                <a:pos x="csX10589" y="csY10589"/>
              </a:cxn>
              <a:cxn ang="0">
                <a:pos x="csX10590" y="csY10590"/>
              </a:cxn>
              <a:cxn ang="0">
                <a:pos x="csX10591" y="csY10591"/>
              </a:cxn>
              <a:cxn ang="0">
                <a:pos x="csX10592" y="csY10592"/>
              </a:cxn>
              <a:cxn ang="0">
                <a:pos x="csX10593" y="csY10593"/>
              </a:cxn>
              <a:cxn ang="0">
                <a:pos x="csX10594" y="csY10594"/>
              </a:cxn>
              <a:cxn ang="0">
                <a:pos x="csX10595" y="csY10595"/>
              </a:cxn>
              <a:cxn ang="0">
                <a:pos x="csX10596" y="csY10596"/>
              </a:cxn>
              <a:cxn ang="0">
                <a:pos x="csX10597" y="csY10597"/>
              </a:cxn>
              <a:cxn ang="0">
                <a:pos x="csX10598" y="csY10598"/>
              </a:cxn>
              <a:cxn ang="0">
                <a:pos x="csX10599" y="csY10599"/>
              </a:cxn>
              <a:cxn ang="0">
                <a:pos x="csX10600" y="csY10600"/>
              </a:cxn>
              <a:cxn ang="0">
                <a:pos x="csX10601" y="csY10601"/>
              </a:cxn>
              <a:cxn ang="0">
                <a:pos x="csX10602" y="csY10602"/>
              </a:cxn>
              <a:cxn ang="0">
                <a:pos x="csX10603" y="csY10603"/>
              </a:cxn>
              <a:cxn ang="0">
                <a:pos x="csX10604" y="csY10604"/>
              </a:cxn>
              <a:cxn ang="0">
                <a:pos x="csX10605" y="csY10605"/>
              </a:cxn>
              <a:cxn ang="0">
                <a:pos x="csX10606" y="csY10606"/>
              </a:cxn>
              <a:cxn ang="0">
                <a:pos x="csX10607" y="csY10607"/>
              </a:cxn>
              <a:cxn ang="0">
                <a:pos x="csX10608" y="csY10608"/>
              </a:cxn>
              <a:cxn ang="0">
                <a:pos x="csX10609" y="csY10609"/>
              </a:cxn>
              <a:cxn ang="0">
                <a:pos x="csX10610" y="csY10610"/>
              </a:cxn>
              <a:cxn ang="0">
                <a:pos x="csX10611" y="csY10611"/>
              </a:cxn>
              <a:cxn ang="0">
                <a:pos x="csX10612" y="csY10612"/>
              </a:cxn>
              <a:cxn ang="0">
                <a:pos x="csX10613" y="csY10613"/>
              </a:cxn>
              <a:cxn ang="0">
                <a:pos x="csX10614" y="csY10614"/>
              </a:cxn>
              <a:cxn ang="0">
                <a:pos x="csX10615" y="csY10615"/>
              </a:cxn>
              <a:cxn ang="0">
                <a:pos x="csX10616" y="csY10616"/>
              </a:cxn>
              <a:cxn ang="0">
                <a:pos x="csX10617" y="csY10617"/>
              </a:cxn>
              <a:cxn ang="0">
                <a:pos x="csX10618" y="csY10618"/>
              </a:cxn>
              <a:cxn ang="0">
                <a:pos x="csX10619" y="csY10619"/>
              </a:cxn>
              <a:cxn ang="0">
                <a:pos x="csX10620" y="csY10620"/>
              </a:cxn>
              <a:cxn ang="0">
                <a:pos x="csX10621" y="csY10621"/>
              </a:cxn>
              <a:cxn ang="0">
                <a:pos x="csX10622" y="csY10622"/>
              </a:cxn>
              <a:cxn ang="0">
                <a:pos x="csX10623" y="csY10623"/>
              </a:cxn>
              <a:cxn ang="0">
                <a:pos x="csX10624" y="csY10624"/>
              </a:cxn>
              <a:cxn ang="0">
                <a:pos x="csX10625" y="csY10625"/>
              </a:cxn>
              <a:cxn ang="0">
                <a:pos x="csX10626" y="csY10626"/>
              </a:cxn>
              <a:cxn ang="0">
                <a:pos x="csX10627" y="csY10627"/>
              </a:cxn>
              <a:cxn ang="0">
                <a:pos x="csX10628" y="csY10628"/>
              </a:cxn>
              <a:cxn ang="0">
                <a:pos x="csX10629" y="csY10629"/>
              </a:cxn>
              <a:cxn ang="0">
                <a:pos x="csX10630" y="csY10630"/>
              </a:cxn>
              <a:cxn ang="0">
                <a:pos x="csX10631" y="csY10631"/>
              </a:cxn>
              <a:cxn ang="0">
                <a:pos x="csX10632" y="csY10632"/>
              </a:cxn>
              <a:cxn ang="0">
                <a:pos x="csX10633" y="csY10633"/>
              </a:cxn>
              <a:cxn ang="0">
                <a:pos x="csX10634" y="csY10634"/>
              </a:cxn>
              <a:cxn ang="0">
                <a:pos x="csX10635" y="csY10635"/>
              </a:cxn>
              <a:cxn ang="0">
                <a:pos x="csX10636" y="csY10636"/>
              </a:cxn>
              <a:cxn ang="0">
                <a:pos x="csX10637" y="csY10637"/>
              </a:cxn>
              <a:cxn ang="0">
                <a:pos x="csX10638" y="csY10638"/>
              </a:cxn>
              <a:cxn ang="0">
                <a:pos x="csX10639" y="csY10639"/>
              </a:cxn>
              <a:cxn ang="0">
                <a:pos x="csX10640" y="csY10640"/>
              </a:cxn>
              <a:cxn ang="0">
                <a:pos x="csX10641" y="csY10641"/>
              </a:cxn>
              <a:cxn ang="0">
                <a:pos x="csX10642" y="csY10642"/>
              </a:cxn>
              <a:cxn ang="0">
                <a:pos x="csX10643" y="csY10643"/>
              </a:cxn>
              <a:cxn ang="0">
                <a:pos x="csX10644" y="csY10644"/>
              </a:cxn>
              <a:cxn ang="0">
                <a:pos x="csX10645" y="csY10645"/>
              </a:cxn>
              <a:cxn ang="0">
                <a:pos x="csX10646" y="csY10646"/>
              </a:cxn>
              <a:cxn ang="0">
                <a:pos x="csX10647" y="csY10647"/>
              </a:cxn>
              <a:cxn ang="0">
                <a:pos x="csX10648" y="csY10648"/>
              </a:cxn>
              <a:cxn ang="0">
                <a:pos x="csX10649" y="csY10649"/>
              </a:cxn>
              <a:cxn ang="0">
                <a:pos x="csX10650" y="csY10650"/>
              </a:cxn>
              <a:cxn ang="0">
                <a:pos x="csX10651" y="csY10651"/>
              </a:cxn>
              <a:cxn ang="0">
                <a:pos x="csX10652" y="csY10652"/>
              </a:cxn>
              <a:cxn ang="0">
                <a:pos x="csX10653" y="csY10653"/>
              </a:cxn>
              <a:cxn ang="0">
                <a:pos x="csX10654" y="csY10654"/>
              </a:cxn>
              <a:cxn ang="0">
                <a:pos x="csX10655" y="csY10655"/>
              </a:cxn>
              <a:cxn ang="0">
                <a:pos x="csX10656" y="csY10656"/>
              </a:cxn>
              <a:cxn ang="0">
                <a:pos x="csX10657" y="csY10657"/>
              </a:cxn>
              <a:cxn ang="0">
                <a:pos x="csX10658" y="csY10658"/>
              </a:cxn>
              <a:cxn ang="0">
                <a:pos x="csX10659" y="csY10659"/>
              </a:cxn>
              <a:cxn ang="0">
                <a:pos x="csX10660" y="csY10660"/>
              </a:cxn>
              <a:cxn ang="0">
                <a:pos x="csX10661" y="csY10661"/>
              </a:cxn>
              <a:cxn ang="0">
                <a:pos x="csX10662" y="csY10662"/>
              </a:cxn>
              <a:cxn ang="0">
                <a:pos x="csX10663" y="csY10663"/>
              </a:cxn>
              <a:cxn ang="0">
                <a:pos x="csX10664" y="csY10664"/>
              </a:cxn>
              <a:cxn ang="0">
                <a:pos x="csX10665" y="csY10665"/>
              </a:cxn>
              <a:cxn ang="0">
                <a:pos x="csX10666" y="csY10666"/>
              </a:cxn>
              <a:cxn ang="0">
                <a:pos x="csX10667" y="csY10667"/>
              </a:cxn>
              <a:cxn ang="0">
                <a:pos x="csX10668" y="csY10668"/>
              </a:cxn>
              <a:cxn ang="0">
                <a:pos x="csX10669" y="csY10669"/>
              </a:cxn>
              <a:cxn ang="0">
                <a:pos x="csX10670" y="csY10670"/>
              </a:cxn>
              <a:cxn ang="0">
                <a:pos x="csX10671" y="csY10671"/>
              </a:cxn>
              <a:cxn ang="0">
                <a:pos x="csX10672" y="csY10672"/>
              </a:cxn>
              <a:cxn ang="0">
                <a:pos x="csX10673" y="csY10673"/>
              </a:cxn>
              <a:cxn ang="0">
                <a:pos x="csX10674" y="csY10674"/>
              </a:cxn>
              <a:cxn ang="0">
                <a:pos x="csX10675" y="csY10675"/>
              </a:cxn>
              <a:cxn ang="0">
                <a:pos x="csX10676" y="csY10676"/>
              </a:cxn>
              <a:cxn ang="0">
                <a:pos x="csX10677" y="csY10677"/>
              </a:cxn>
              <a:cxn ang="0">
                <a:pos x="csX10678" y="csY10678"/>
              </a:cxn>
              <a:cxn ang="0">
                <a:pos x="csX10679" y="csY10679"/>
              </a:cxn>
              <a:cxn ang="0">
                <a:pos x="csX10680" y="csY10680"/>
              </a:cxn>
              <a:cxn ang="0">
                <a:pos x="csX10681" y="csY10681"/>
              </a:cxn>
              <a:cxn ang="0">
                <a:pos x="csX10682" y="csY10682"/>
              </a:cxn>
              <a:cxn ang="0">
                <a:pos x="csX10683" y="csY10683"/>
              </a:cxn>
              <a:cxn ang="0">
                <a:pos x="csX10684" y="csY10684"/>
              </a:cxn>
              <a:cxn ang="0">
                <a:pos x="csX10685" y="csY10685"/>
              </a:cxn>
              <a:cxn ang="0">
                <a:pos x="csX10686" y="csY10686"/>
              </a:cxn>
              <a:cxn ang="0">
                <a:pos x="csX10687" y="csY10687"/>
              </a:cxn>
              <a:cxn ang="0">
                <a:pos x="csX10688" y="csY10688"/>
              </a:cxn>
              <a:cxn ang="0">
                <a:pos x="csX10689" y="csY10689"/>
              </a:cxn>
              <a:cxn ang="0">
                <a:pos x="csX10690" y="csY10690"/>
              </a:cxn>
              <a:cxn ang="0">
                <a:pos x="csX10691" y="csY10691"/>
              </a:cxn>
              <a:cxn ang="0">
                <a:pos x="csX10692" y="csY10692"/>
              </a:cxn>
              <a:cxn ang="0">
                <a:pos x="csX10693" y="csY10693"/>
              </a:cxn>
              <a:cxn ang="0">
                <a:pos x="csX10694" y="csY10694"/>
              </a:cxn>
              <a:cxn ang="0">
                <a:pos x="csX10695" y="csY10695"/>
              </a:cxn>
              <a:cxn ang="0">
                <a:pos x="csX10696" y="csY10696"/>
              </a:cxn>
              <a:cxn ang="0">
                <a:pos x="csX10697" y="csY10697"/>
              </a:cxn>
              <a:cxn ang="0">
                <a:pos x="csX10698" y="csY10698"/>
              </a:cxn>
              <a:cxn ang="0">
                <a:pos x="csX10699" y="csY10699"/>
              </a:cxn>
              <a:cxn ang="0">
                <a:pos x="csX10700" y="csY10700"/>
              </a:cxn>
              <a:cxn ang="0">
                <a:pos x="csX10701" y="csY10701"/>
              </a:cxn>
              <a:cxn ang="0">
                <a:pos x="csX10702" y="csY10702"/>
              </a:cxn>
              <a:cxn ang="0">
                <a:pos x="csX10703" y="csY10703"/>
              </a:cxn>
              <a:cxn ang="0">
                <a:pos x="csX10704" y="csY10704"/>
              </a:cxn>
              <a:cxn ang="0">
                <a:pos x="csX10705" y="csY10705"/>
              </a:cxn>
              <a:cxn ang="0">
                <a:pos x="csX10706" y="csY10706"/>
              </a:cxn>
              <a:cxn ang="0">
                <a:pos x="csX10707" y="csY10707"/>
              </a:cxn>
              <a:cxn ang="0">
                <a:pos x="csX10708" y="csY10708"/>
              </a:cxn>
              <a:cxn ang="0">
                <a:pos x="csX10709" y="csY10709"/>
              </a:cxn>
              <a:cxn ang="0">
                <a:pos x="csX10710" y="csY10710"/>
              </a:cxn>
              <a:cxn ang="0">
                <a:pos x="csX10711" y="csY10711"/>
              </a:cxn>
              <a:cxn ang="0">
                <a:pos x="csX10712" y="csY10712"/>
              </a:cxn>
              <a:cxn ang="0">
                <a:pos x="csX10713" y="csY10713"/>
              </a:cxn>
              <a:cxn ang="0">
                <a:pos x="csX10714" y="csY10714"/>
              </a:cxn>
              <a:cxn ang="0">
                <a:pos x="csX10715" y="csY10715"/>
              </a:cxn>
              <a:cxn ang="0">
                <a:pos x="csX10716" y="csY10716"/>
              </a:cxn>
              <a:cxn ang="0">
                <a:pos x="csX10717" y="csY10717"/>
              </a:cxn>
              <a:cxn ang="0">
                <a:pos x="csX10718" y="csY10718"/>
              </a:cxn>
              <a:cxn ang="0">
                <a:pos x="csX10719" y="csY10719"/>
              </a:cxn>
              <a:cxn ang="0">
                <a:pos x="csX10720" y="csY10720"/>
              </a:cxn>
              <a:cxn ang="0">
                <a:pos x="csX10721" y="csY10721"/>
              </a:cxn>
              <a:cxn ang="0">
                <a:pos x="csX10722" y="csY10722"/>
              </a:cxn>
              <a:cxn ang="0">
                <a:pos x="csX10723" y="csY10723"/>
              </a:cxn>
              <a:cxn ang="0">
                <a:pos x="csX10724" y="csY10724"/>
              </a:cxn>
              <a:cxn ang="0">
                <a:pos x="csX10725" y="csY10725"/>
              </a:cxn>
              <a:cxn ang="0">
                <a:pos x="csX10726" y="csY10726"/>
              </a:cxn>
              <a:cxn ang="0">
                <a:pos x="csX10727" y="csY10727"/>
              </a:cxn>
              <a:cxn ang="0">
                <a:pos x="csX10728" y="csY10728"/>
              </a:cxn>
              <a:cxn ang="0">
                <a:pos x="csX10729" y="csY10729"/>
              </a:cxn>
              <a:cxn ang="0">
                <a:pos x="csX10730" y="csY10730"/>
              </a:cxn>
              <a:cxn ang="0">
                <a:pos x="csX10731" y="csY10731"/>
              </a:cxn>
              <a:cxn ang="0">
                <a:pos x="csX10732" y="csY10732"/>
              </a:cxn>
              <a:cxn ang="0">
                <a:pos x="csX10733" y="csY10733"/>
              </a:cxn>
              <a:cxn ang="0">
                <a:pos x="csX10734" y="csY10734"/>
              </a:cxn>
              <a:cxn ang="0">
                <a:pos x="csX10735" y="csY10735"/>
              </a:cxn>
              <a:cxn ang="0">
                <a:pos x="csX10736" y="csY10736"/>
              </a:cxn>
              <a:cxn ang="0">
                <a:pos x="csX10737" y="csY10737"/>
              </a:cxn>
              <a:cxn ang="0">
                <a:pos x="csX10738" y="csY10738"/>
              </a:cxn>
              <a:cxn ang="0">
                <a:pos x="csX10739" y="csY10739"/>
              </a:cxn>
              <a:cxn ang="0">
                <a:pos x="csX10740" y="csY10740"/>
              </a:cxn>
              <a:cxn ang="0">
                <a:pos x="csX10741" y="csY10741"/>
              </a:cxn>
              <a:cxn ang="0">
                <a:pos x="csX10742" y="csY10742"/>
              </a:cxn>
              <a:cxn ang="0">
                <a:pos x="csX10743" y="csY10743"/>
              </a:cxn>
              <a:cxn ang="0">
                <a:pos x="csX10744" y="csY10744"/>
              </a:cxn>
              <a:cxn ang="0">
                <a:pos x="csX10745" y="csY10745"/>
              </a:cxn>
              <a:cxn ang="0">
                <a:pos x="csX10746" y="csY10746"/>
              </a:cxn>
              <a:cxn ang="0">
                <a:pos x="csX10747" y="csY10747"/>
              </a:cxn>
              <a:cxn ang="0">
                <a:pos x="csX10748" y="csY10748"/>
              </a:cxn>
              <a:cxn ang="0">
                <a:pos x="csX10749" y="csY10749"/>
              </a:cxn>
              <a:cxn ang="0">
                <a:pos x="csX10750" y="csY10750"/>
              </a:cxn>
              <a:cxn ang="0">
                <a:pos x="csX10751" y="csY10751"/>
              </a:cxn>
              <a:cxn ang="0">
                <a:pos x="csX10752" y="csY10752"/>
              </a:cxn>
              <a:cxn ang="0">
                <a:pos x="csX10753" y="csY10753"/>
              </a:cxn>
              <a:cxn ang="0">
                <a:pos x="csX10754" y="csY10754"/>
              </a:cxn>
              <a:cxn ang="0">
                <a:pos x="csX10755" y="csY10755"/>
              </a:cxn>
              <a:cxn ang="0">
                <a:pos x="csX10756" y="csY10756"/>
              </a:cxn>
              <a:cxn ang="0">
                <a:pos x="csX10757" y="csY10757"/>
              </a:cxn>
              <a:cxn ang="0">
                <a:pos x="csX10758" y="csY10758"/>
              </a:cxn>
              <a:cxn ang="0">
                <a:pos x="csX10759" y="csY10759"/>
              </a:cxn>
              <a:cxn ang="0">
                <a:pos x="csX10760" y="csY10760"/>
              </a:cxn>
              <a:cxn ang="0">
                <a:pos x="csX10761" y="csY10761"/>
              </a:cxn>
              <a:cxn ang="0">
                <a:pos x="csX10762" y="csY10762"/>
              </a:cxn>
              <a:cxn ang="0">
                <a:pos x="csX10763" y="csY10763"/>
              </a:cxn>
              <a:cxn ang="0">
                <a:pos x="csX10764" y="csY10764"/>
              </a:cxn>
              <a:cxn ang="0">
                <a:pos x="csX10765" y="csY10765"/>
              </a:cxn>
              <a:cxn ang="0">
                <a:pos x="csX10766" y="csY10766"/>
              </a:cxn>
              <a:cxn ang="0">
                <a:pos x="csX10767" y="csY10767"/>
              </a:cxn>
              <a:cxn ang="0">
                <a:pos x="csX10768" y="csY10768"/>
              </a:cxn>
              <a:cxn ang="0">
                <a:pos x="csX10769" y="csY10769"/>
              </a:cxn>
              <a:cxn ang="0">
                <a:pos x="csX10770" y="csY10770"/>
              </a:cxn>
              <a:cxn ang="0">
                <a:pos x="csX10771" y="csY10771"/>
              </a:cxn>
              <a:cxn ang="0">
                <a:pos x="csX10772" y="csY10772"/>
              </a:cxn>
              <a:cxn ang="0">
                <a:pos x="csX10773" y="csY10773"/>
              </a:cxn>
              <a:cxn ang="0">
                <a:pos x="csX10774" y="csY10774"/>
              </a:cxn>
              <a:cxn ang="0">
                <a:pos x="csX10775" y="csY10775"/>
              </a:cxn>
              <a:cxn ang="0">
                <a:pos x="csX10776" y="csY10776"/>
              </a:cxn>
              <a:cxn ang="0">
                <a:pos x="csX10777" y="csY10777"/>
              </a:cxn>
              <a:cxn ang="0">
                <a:pos x="csX10778" y="csY10778"/>
              </a:cxn>
              <a:cxn ang="0">
                <a:pos x="csX10779" y="csY10779"/>
              </a:cxn>
              <a:cxn ang="0">
                <a:pos x="csX10780" y="csY10780"/>
              </a:cxn>
              <a:cxn ang="0">
                <a:pos x="csX10781" y="csY10781"/>
              </a:cxn>
              <a:cxn ang="0">
                <a:pos x="csX10782" y="csY10782"/>
              </a:cxn>
              <a:cxn ang="0">
                <a:pos x="csX10783" y="csY10783"/>
              </a:cxn>
              <a:cxn ang="0">
                <a:pos x="csX10784" y="csY10784"/>
              </a:cxn>
              <a:cxn ang="0">
                <a:pos x="csX10785" y="csY10785"/>
              </a:cxn>
              <a:cxn ang="0">
                <a:pos x="csX10786" y="csY10786"/>
              </a:cxn>
              <a:cxn ang="0">
                <a:pos x="csX10787" y="csY10787"/>
              </a:cxn>
              <a:cxn ang="0">
                <a:pos x="csX10788" y="csY10788"/>
              </a:cxn>
              <a:cxn ang="0">
                <a:pos x="csX10789" y="csY10789"/>
              </a:cxn>
              <a:cxn ang="0">
                <a:pos x="csX10790" y="csY10790"/>
              </a:cxn>
              <a:cxn ang="0">
                <a:pos x="csX10791" y="csY10791"/>
              </a:cxn>
              <a:cxn ang="0">
                <a:pos x="csX10792" y="csY10792"/>
              </a:cxn>
              <a:cxn ang="0">
                <a:pos x="csX10793" y="csY10793"/>
              </a:cxn>
              <a:cxn ang="0">
                <a:pos x="csX10794" y="csY10794"/>
              </a:cxn>
              <a:cxn ang="0">
                <a:pos x="csX10795" y="csY10795"/>
              </a:cxn>
              <a:cxn ang="0">
                <a:pos x="csX10796" y="csY10796"/>
              </a:cxn>
              <a:cxn ang="0">
                <a:pos x="csX10797" y="csY10797"/>
              </a:cxn>
              <a:cxn ang="0">
                <a:pos x="csX10798" y="csY10798"/>
              </a:cxn>
              <a:cxn ang="0">
                <a:pos x="csX10799" y="csY10799"/>
              </a:cxn>
              <a:cxn ang="0">
                <a:pos x="csX10800" y="csY10800"/>
              </a:cxn>
              <a:cxn ang="0">
                <a:pos x="csX10801" y="csY10801"/>
              </a:cxn>
              <a:cxn ang="0">
                <a:pos x="csX10802" y="csY10802"/>
              </a:cxn>
              <a:cxn ang="0">
                <a:pos x="csX10803" y="csY10803"/>
              </a:cxn>
              <a:cxn ang="0">
                <a:pos x="csX10804" y="csY10804"/>
              </a:cxn>
              <a:cxn ang="0">
                <a:pos x="csX10805" y="csY10805"/>
              </a:cxn>
              <a:cxn ang="0">
                <a:pos x="csX10806" y="csY10806"/>
              </a:cxn>
              <a:cxn ang="0">
                <a:pos x="csX10807" y="csY10807"/>
              </a:cxn>
              <a:cxn ang="0">
                <a:pos x="csX10808" y="csY10808"/>
              </a:cxn>
              <a:cxn ang="0">
                <a:pos x="csX10809" y="csY10809"/>
              </a:cxn>
              <a:cxn ang="0">
                <a:pos x="csX10810" y="csY10810"/>
              </a:cxn>
              <a:cxn ang="0">
                <a:pos x="csX10811" y="csY10811"/>
              </a:cxn>
              <a:cxn ang="0">
                <a:pos x="csX10812" y="csY10812"/>
              </a:cxn>
              <a:cxn ang="0">
                <a:pos x="csX10813" y="csY10813"/>
              </a:cxn>
              <a:cxn ang="0">
                <a:pos x="csX10814" y="csY10814"/>
              </a:cxn>
              <a:cxn ang="0">
                <a:pos x="csX10815" y="csY10815"/>
              </a:cxn>
              <a:cxn ang="0">
                <a:pos x="csX10816" y="csY10816"/>
              </a:cxn>
              <a:cxn ang="0">
                <a:pos x="csX10817" y="csY10817"/>
              </a:cxn>
              <a:cxn ang="0">
                <a:pos x="csX10818" y="csY10818"/>
              </a:cxn>
              <a:cxn ang="0">
                <a:pos x="csX10819" y="csY10819"/>
              </a:cxn>
              <a:cxn ang="0">
                <a:pos x="csX10820" y="csY10820"/>
              </a:cxn>
              <a:cxn ang="0">
                <a:pos x="csX10821" y="csY10821"/>
              </a:cxn>
              <a:cxn ang="0">
                <a:pos x="csX10822" y="csY10822"/>
              </a:cxn>
              <a:cxn ang="0">
                <a:pos x="csX10823" y="csY10823"/>
              </a:cxn>
              <a:cxn ang="0">
                <a:pos x="csX10824" y="csY10824"/>
              </a:cxn>
              <a:cxn ang="0">
                <a:pos x="csX10825" y="csY10825"/>
              </a:cxn>
              <a:cxn ang="0">
                <a:pos x="csX10826" y="csY10826"/>
              </a:cxn>
              <a:cxn ang="0">
                <a:pos x="csX10827" y="csY10827"/>
              </a:cxn>
              <a:cxn ang="0">
                <a:pos x="csX10828" y="csY10828"/>
              </a:cxn>
              <a:cxn ang="0">
                <a:pos x="csX10829" y="csY10829"/>
              </a:cxn>
              <a:cxn ang="0">
                <a:pos x="csX10830" y="csY10830"/>
              </a:cxn>
              <a:cxn ang="0">
                <a:pos x="csX10831" y="csY10831"/>
              </a:cxn>
              <a:cxn ang="0">
                <a:pos x="csX10832" y="csY10832"/>
              </a:cxn>
              <a:cxn ang="0">
                <a:pos x="csX10833" y="csY10833"/>
              </a:cxn>
              <a:cxn ang="0">
                <a:pos x="csX10834" y="csY10834"/>
              </a:cxn>
              <a:cxn ang="0">
                <a:pos x="csX10835" y="csY10835"/>
              </a:cxn>
              <a:cxn ang="0">
                <a:pos x="csX10836" y="csY10836"/>
              </a:cxn>
              <a:cxn ang="0">
                <a:pos x="csX10837" y="csY10837"/>
              </a:cxn>
              <a:cxn ang="0">
                <a:pos x="csX10838" y="csY10838"/>
              </a:cxn>
              <a:cxn ang="0">
                <a:pos x="csX10839" y="csY10839"/>
              </a:cxn>
              <a:cxn ang="0">
                <a:pos x="csX10840" y="csY10840"/>
              </a:cxn>
              <a:cxn ang="0">
                <a:pos x="csX10841" y="csY10841"/>
              </a:cxn>
              <a:cxn ang="0">
                <a:pos x="csX10842" y="csY10842"/>
              </a:cxn>
              <a:cxn ang="0">
                <a:pos x="csX10843" y="csY10843"/>
              </a:cxn>
              <a:cxn ang="0">
                <a:pos x="csX10844" y="csY10844"/>
              </a:cxn>
              <a:cxn ang="0">
                <a:pos x="csX10845" y="csY10845"/>
              </a:cxn>
              <a:cxn ang="0">
                <a:pos x="csX10846" y="csY10846"/>
              </a:cxn>
              <a:cxn ang="0">
                <a:pos x="csX10847" y="csY10847"/>
              </a:cxn>
              <a:cxn ang="0">
                <a:pos x="csX10848" y="csY10848"/>
              </a:cxn>
              <a:cxn ang="0">
                <a:pos x="csX10849" y="csY10849"/>
              </a:cxn>
              <a:cxn ang="0">
                <a:pos x="csX10850" y="csY10850"/>
              </a:cxn>
              <a:cxn ang="0">
                <a:pos x="csX10851" y="csY10851"/>
              </a:cxn>
              <a:cxn ang="0">
                <a:pos x="csX10852" y="csY10852"/>
              </a:cxn>
              <a:cxn ang="0">
                <a:pos x="csX10853" y="csY10853"/>
              </a:cxn>
              <a:cxn ang="0">
                <a:pos x="csX10854" y="csY10854"/>
              </a:cxn>
              <a:cxn ang="0">
                <a:pos x="csX10855" y="csY10855"/>
              </a:cxn>
              <a:cxn ang="0">
                <a:pos x="csX10856" y="csY10856"/>
              </a:cxn>
              <a:cxn ang="0">
                <a:pos x="csX10857" y="csY10857"/>
              </a:cxn>
              <a:cxn ang="0">
                <a:pos x="csX10858" y="csY10858"/>
              </a:cxn>
              <a:cxn ang="0">
                <a:pos x="csX10859" y="csY10859"/>
              </a:cxn>
              <a:cxn ang="0">
                <a:pos x="csX10860" y="csY10860"/>
              </a:cxn>
              <a:cxn ang="0">
                <a:pos x="csX10861" y="csY10861"/>
              </a:cxn>
              <a:cxn ang="0">
                <a:pos x="csX10862" y="csY10862"/>
              </a:cxn>
              <a:cxn ang="0">
                <a:pos x="csX10863" y="csY10863"/>
              </a:cxn>
              <a:cxn ang="0">
                <a:pos x="csX10864" y="csY10864"/>
              </a:cxn>
              <a:cxn ang="0">
                <a:pos x="csX10865" y="csY10865"/>
              </a:cxn>
              <a:cxn ang="0">
                <a:pos x="csX10866" y="csY10866"/>
              </a:cxn>
              <a:cxn ang="0">
                <a:pos x="csX10867" y="csY10867"/>
              </a:cxn>
              <a:cxn ang="0">
                <a:pos x="csX10868" y="csY10868"/>
              </a:cxn>
              <a:cxn ang="0">
                <a:pos x="csX10869" y="csY10869"/>
              </a:cxn>
              <a:cxn ang="0">
                <a:pos x="csX10870" y="csY10870"/>
              </a:cxn>
              <a:cxn ang="0">
                <a:pos x="csX10871" y="csY10871"/>
              </a:cxn>
              <a:cxn ang="0">
                <a:pos x="csX10872" y="csY10872"/>
              </a:cxn>
              <a:cxn ang="0">
                <a:pos x="csX10873" y="csY10873"/>
              </a:cxn>
              <a:cxn ang="0">
                <a:pos x="csX10874" y="csY10874"/>
              </a:cxn>
              <a:cxn ang="0">
                <a:pos x="csX10875" y="csY10875"/>
              </a:cxn>
              <a:cxn ang="0">
                <a:pos x="csX10876" y="csY10876"/>
              </a:cxn>
              <a:cxn ang="0">
                <a:pos x="csX10877" y="csY10877"/>
              </a:cxn>
              <a:cxn ang="0">
                <a:pos x="csX10878" y="csY10878"/>
              </a:cxn>
              <a:cxn ang="0">
                <a:pos x="csX10879" y="csY10879"/>
              </a:cxn>
              <a:cxn ang="0">
                <a:pos x="csX10880" y="csY10880"/>
              </a:cxn>
              <a:cxn ang="0">
                <a:pos x="csX10881" y="csY10881"/>
              </a:cxn>
              <a:cxn ang="0">
                <a:pos x="csX10882" y="csY10882"/>
              </a:cxn>
              <a:cxn ang="0">
                <a:pos x="csX10883" y="csY10883"/>
              </a:cxn>
              <a:cxn ang="0">
                <a:pos x="csX10884" y="csY10884"/>
              </a:cxn>
              <a:cxn ang="0">
                <a:pos x="csX10885" y="csY10885"/>
              </a:cxn>
              <a:cxn ang="0">
                <a:pos x="csX10886" y="csY10886"/>
              </a:cxn>
              <a:cxn ang="0">
                <a:pos x="csX10887" y="csY10887"/>
              </a:cxn>
              <a:cxn ang="0">
                <a:pos x="csX10888" y="csY10888"/>
              </a:cxn>
              <a:cxn ang="0">
                <a:pos x="csX10889" y="csY10889"/>
              </a:cxn>
              <a:cxn ang="0">
                <a:pos x="csX10890" y="csY10890"/>
              </a:cxn>
              <a:cxn ang="0">
                <a:pos x="csX10891" y="csY10891"/>
              </a:cxn>
              <a:cxn ang="0">
                <a:pos x="csX10892" y="csY10892"/>
              </a:cxn>
              <a:cxn ang="0">
                <a:pos x="csX10893" y="csY10893"/>
              </a:cxn>
              <a:cxn ang="0">
                <a:pos x="csX10894" y="csY10894"/>
              </a:cxn>
              <a:cxn ang="0">
                <a:pos x="csX10895" y="csY10895"/>
              </a:cxn>
              <a:cxn ang="0">
                <a:pos x="csX10896" y="csY10896"/>
              </a:cxn>
              <a:cxn ang="0">
                <a:pos x="csX10897" y="csY10897"/>
              </a:cxn>
              <a:cxn ang="0">
                <a:pos x="csX10898" y="csY10898"/>
              </a:cxn>
              <a:cxn ang="0">
                <a:pos x="csX10899" y="csY10899"/>
              </a:cxn>
              <a:cxn ang="0">
                <a:pos x="csX10900" y="csY10900"/>
              </a:cxn>
              <a:cxn ang="0">
                <a:pos x="csX10901" y="csY10901"/>
              </a:cxn>
              <a:cxn ang="0">
                <a:pos x="csX10902" y="csY10902"/>
              </a:cxn>
              <a:cxn ang="0">
                <a:pos x="csX10903" y="csY10903"/>
              </a:cxn>
              <a:cxn ang="0">
                <a:pos x="csX10904" y="csY10904"/>
              </a:cxn>
              <a:cxn ang="0">
                <a:pos x="csX10905" y="csY10905"/>
              </a:cxn>
              <a:cxn ang="0">
                <a:pos x="csX10906" y="csY10906"/>
              </a:cxn>
              <a:cxn ang="0">
                <a:pos x="csX10907" y="csY10907"/>
              </a:cxn>
              <a:cxn ang="0">
                <a:pos x="csX10908" y="csY10908"/>
              </a:cxn>
              <a:cxn ang="0">
                <a:pos x="csX10909" y="csY10909"/>
              </a:cxn>
              <a:cxn ang="0">
                <a:pos x="csX10910" y="csY10910"/>
              </a:cxn>
              <a:cxn ang="0">
                <a:pos x="csX10911" y="csY10911"/>
              </a:cxn>
              <a:cxn ang="0">
                <a:pos x="csX10912" y="csY10912"/>
              </a:cxn>
              <a:cxn ang="0">
                <a:pos x="csX10913" y="csY10913"/>
              </a:cxn>
              <a:cxn ang="0">
                <a:pos x="csX10914" y="csY10914"/>
              </a:cxn>
              <a:cxn ang="0">
                <a:pos x="csX10915" y="csY10915"/>
              </a:cxn>
              <a:cxn ang="0">
                <a:pos x="csX10916" y="csY10916"/>
              </a:cxn>
              <a:cxn ang="0">
                <a:pos x="csX10917" y="csY10917"/>
              </a:cxn>
              <a:cxn ang="0">
                <a:pos x="csX10918" y="csY10918"/>
              </a:cxn>
              <a:cxn ang="0">
                <a:pos x="csX10919" y="csY10919"/>
              </a:cxn>
              <a:cxn ang="0">
                <a:pos x="csX10920" y="csY10920"/>
              </a:cxn>
              <a:cxn ang="0">
                <a:pos x="csX10921" y="csY10921"/>
              </a:cxn>
              <a:cxn ang="0">
                <a:pos x="csX10922" y="csY10922"/>
              </a:cxn>
              <a:cxn ang="0">
                <a:pos x="csX10923" y="csY10923"/>
              </a:cxn>
              <a:cxn ang="0">
                <a:pos x="csX10924" y="csY10924"/>
              </a:cxn>
              <a:cxn ang="0">
                <a:pos x="csX10925" y="csY10925"/>
              </a:cxn>
              <a:cxn ang="0">
                <a:pos x="csX10926" y="csY10926"/>
              </a:cxn>
              <a:cxn ang="0">
                <a:pos x="csX10927" y="csY10927"/>
              </a:cxn>
              <a:cxn ang="0">
                <a:pos x="csX10928" y="csY10928"/>
              </a:cxn>
              <a:cxn ang="0">
                <a:pos x="csX10929" y="csY10929"/>
              </a:cxn>
              <a:cxn ang="0">
                <a:pos x="csX10930" y="csY10930"/>
              </a:cxn>
              <a:cxn ang="0">
                <a:pos x="csX10931" y="csY10931"/>
              </a:cxn>
              <a:cxn ang="0">
                <a:pos x="csX10932" y="csY10932"/>
              </a:cxn>
              <a:cxn ang="0">
                <a:pos x="csX10933" y="csY10933"/>
              </a:cxn>
              <a:cxn ang="0">
                <a:pos x="csX10934" y="csY10934"/>
              </a:cxn>
              <a:cxn ang="0">
                <a:pos x="csX10935" y="csY10935"/>
              </a:cxn>
              <a:cxn ang="0">
                <a:pos x="csX10936" y="csY10936"/>
              </a:cxn>
              <a:cxn ang="0">
                <a:pos x="csX10937" y="csY10937"/>
              </a:cxn>
              <a:cxn ang="0">
                <a:pos x="csX10938" y="csY10938"/>
              </a:cxn>
              <a:cxn ang="0">
                <a:pos x="csX10939" y="csY10939"/>
              </a:cxn>
              <a:cxn ang="0">
                <a:pos x="csX10940" y="csY10940"/>
              </a:cxn>
              <a:cxn ang="0">
                <a:pos x="csX10941" y="csY10941"/>
              </a:cxn>
              <a:cxn ang="0">
                <a:pos x="csX10942" y="csY10942"/>
              </a:cxn>
              <a:cxn ang="0">
                <a:pos x="csX10943" y="csY10943"/>
              </a:cxn>
              <a:cxn ang="0">
                <a:pos x="csX10944" y="csY10944"/>
              </a:cxn>
              <a:cxn ang="0">
                <a:pos x="csX10945" y="csY10945"/>
              </a:cxn>
              <a:cxn ang="0">
                <a:pos x="csX10946" y="csY10946"/>
              </a:cxn>
              <a:cxn ang="0">
                <a:pos x="csX10947" y="csY10947"/>
              </a:cxn>
              <a:cxn ang="0">
                <a:pos x="csX10948" y="csY10948"/>
              </a:cxn>
              <a:cxn ang="0">
                <a:pos x="csX10949" y="csY10949"/>
              </a:cxn>
              <a:cxn ang="0">
                <a:pos x="csX10950" y="csY10950"/>
              </a:cxn>
              <a:cxn ang="0">
                <a:pos x="csX10951" y="csY10951"/>
              </a:cxn>
              <a:cxn ang="0">
                <a:pos x="csX10952" y="csY10952"/>
              </a:cxn>
              <a:cxn ang="0">
                <a:pos x="csX10953" y="csY10953"/>
              </a:cxn>
              <a:cxn ang="0">
                <a:pos x="csX10954" y="csY10954"/>
              </a:cxn>
              <a:cxn ang="0">
                <a:pos x="csX10955" y="csY10955"/>
              </a:cxn>
              <a:cxn ang="0">
                <a:pos x="csX10956" y="csY10956"/>
              </a:cxn>
              <a:cxn ang="0">
                <a:pos x="csX10957" y="csY10957"/>
              </a:cxn>
              <a:cxn ang="0">
                <a:pos x="csX10958" y="csY10958"/>
              </a:cxn>
              <a:cxn ang="0">
                <a:pos x="csX10959" y="csY10959"/>
              </a:cxn>
              <a:cxn ang="0">
                <a:pos x="csX10960" y="csY10960"/>
              </a:cxn>
              <a:cxn ang="0">
                <a:pos x="csX10961" y="csY10961"/>
              </a:cxn>
              <a:cxn ang="0">
                <a:pos x="csX10962" y="csY10962"/>
              </a:cxn>
              <a:cxn ang="0">
                <a:pos x="csX10963" y="csY10963"/>
              </a:cxn>
              <a:cxn ang="0">
                <a:pos x="csX10964" y="csY10964"/>
              </a:cxn>
              <a:cxn ang="0">
                <a:pos x="csX10965" y="csY10965"/>
              </a:cxn>
              <a:cxn ang="0">
                <a:pos x="csX10966" y="csY10966"/>
              </a:cxn>
              <a:cxn ang="0">
                <a:pos x="csX10967" y="csY10967"/>
              </a:cxn>
              <a:cxn ang="0">
                <a:pos x="csX10968" y="csY10968"/>
              </a:cxn>
              <a:cxn ang="0">
                <a:pos x="csX10969" y="csY10969"/>
              </a:cxn>
              <a:cxn ang="0">
                <a:pos x="csX10970" y="csY10970"/>
              </a:cxn>
              <a:cxn ang="0">
                <a:pos x="csX10971" y="csY10971"/>
              </a:cxn>
              <a:cxn ang="0">
                <a:pos x="csX10972" y="csY10972"/>
              </a:cxn>
              <a:cxn ang="0">
                <a:pos x="csX10973" y="csY10973"/>
              </a:cxn>
              <a:cxn ang="0">
                <a:pos x="csX10974" y="csY10974"/>
              </a:cxn>
              <a:cxn ang="0">
                <a:pos x="csX10975" y="csY10975"/>
              </a:cxn>
              <a:cxn ang="0">
                <a:pos x="csX10976" y="csY10976"/>
              </a:cxn>
              <a:cxn ang="0">
                <a:pos x="csX10977" y="csY10977"/>
              </a:cxn>
              <a:cxn ang="0">
                <a:pos x="csX10978" y="csY10978"/>
              </a:cxn>
              <a:cxn ang="0">
                <a:pos x="csX10979" y="csY10979"/>
              </a:cxn>
              <a:cxn ang="0">
                <a:pos x="csX10980" y="csY10980"/>
              </a:cxn>
              <a:cxn ang="0">
                <a:pos x="csX10981" y="csY10981"/>
              </a:cxn>
              <a:cxn ang="0">
                <a:pos x="csX10982" y="csY10982"/>
              </a:cxn>
              <a:cxn ang="0">
                <a:pos x="csX10983" y="csY10983"/>
              </a:cxn>
              <a:cxn ang="0">
                <a:pos x="csX10984" y="csY10984"/>
              </a:cxn>
              <a:cxn ang="0">
                <a:pos x="csX10985" y="csY10985"/>
              </a:cxn>
              <a:cxn ang="0">
                <a:pos x="csX10986" y="csY10986"/>
              </a:cxn>
              <a:cxn ang="0">
                <a:pos x="csX10987" y="csY10987"/>
              </a:cxn>
              <a:cxn ang="0">
                <a:pos x="csX10988" y="csY10988"/>
              </a:cxn>
              <a:cxn ang="0">
                <a:pos x="csX10989" y="csY10989"/>
              </a:cxn>
              <a:cxn ang="0">
                <a:pos x="csX10990" y="csY10990"/>
              </a:cxn>
              <a:cxn ang="0">
                <a:pos x="csX10991" y="csY10991"/>
              </a:cxn>
              <a:cxn ang="0">
                <a:pos x="csX10992" y="csY10992"/>
              </a:cxn>
              <a:cxn ang="0">
                <a:pos x="csX10993" y="csY10993"/>
              </a:cxn>
              <a:cxn ang="0">
                <a:pos x="csX10994" y="csY10994"/>
              </a:cxn>
              <a:cxn ang="0">
                <a:pos x="csX10995" y="csY10995"/>
              </a:cxn>
              <a:cxn ang="0">
                <a:pos x="csX10996" y="csY10996"/>
              </a:cxn>
              <a:cxn ang="0">
                <a:pos x="csX10997" y="csY10997"/>
              </a:cxn>
              <a:cxn ang="0">
                <a:pos x="csX10998" y="csY10998"/>
              </a:cxn>
              <a:cxn ang="0">
                <a:pos x="csX10999" y="csY10999"/>
              </a:cxn>
              <a:cxn ang="0">
                <a:pos x="csX11000" y="csY11000"/>
              </a:cxn>
              <a:cxn ang="0">
                <a:pos x="csX11001" y="csY11001"/>
              </a:cxn>
              <a:cxn ang="0">
                <a:pos x="csX11002" y="csY11002"/>
              </a:cxn>
              <a:cxn ang="0">
                <a:pos x="csX11003" y="csY11003"/>
              </a:cxn>
              <a:cxn ang="0">
                <a:pos x="csX11004" y="csY11004"/>
              </a:cxn>
              <a:cxn ang="0">
                <a:pos x="csX11005" y="csY11005"/>
              </a:cxn>
              <a:cxn ang="0">
                <a:pos x="csX11006" y="csY11006"/>
              </a:cxn>
              <a:cxn ang="0">
                <a:pos x="csX11007" y="csY11007"/>
              </a:cxn>
              <a:cxn ang="0">
                <a:pos x="csX11008" y="csY11008"/>
              </a:cxn>
              <a:cxn ang="0">
                <a:pos x="csX11009" y="csY11009"/>
              </a:cxn>
              <a:cxn ang="0">
                <a:pos x="csX11010" y="csY11010"/>
              </a:cxn>
              <a:cxn ang="0">
                <a:pos x="csX11011" y="csY11011"/>
              </a:cxn>
              <a:cxn ang="0">
                <a:pos x="csX11012" y="csY11012"/>
              </a:cxn>
              <a:cxn ang="0">
                <a:pos x="csX11013" y="csY11013"/>
              </a:cxn>
              <a:cxn ang="0">
                <a:pos x="csX11014" y="csY11014"/>
              </a:cxn>
              <a:cxn ang="0">
                <a:pos x="csX11015" y="csY11015"/>
              </a:cxn>
              <a:cxn ang="0">
                <a:pos x="csX11016" y="csY11016"/>
              </a:cxn>
              <a:cxn ang="0">
                <a:pos x="csX11017" y="csY11017"/>
              </a:cxn>
              <a:cxn ang="0">
                <a:pos x="csX11018" y="csY11018"/>
              </a:cxn>
              <a:cxn ang="0">
                <a:pos x="csX11019" y="csY11019"/>
              </a:cxn>
              <a:cxn ang="0">
                <a:pos x="csX11020" y="csY11020"/>
              </a:cxn>
              <a:cxn ang="0">
                <a:pos x="csX11021" y="csY11021"/>
              </a:cxn>
              <a:cxn ang="0">
                <a:pos x="csX11022" y="csY11022"/>
              </a:cxn>
            </a:cxnLst>
            <a:rect l="l" t="t" r="r" b="b"/>
            <a:pathLst>
              <a:path w="3760185" h="793834">
                <a:moveTo>
                  <a:pt x="1366" y="404974"/>
                </a:moveTo>
                <a:lnTo>
                  <a:pt x="1366" y="409178"/>
                </a:lnTo>
                <a:lnTo>
                  <a:pt x="0" y="404974"/>
                </a:lnTo>
                <a:close/>
                <a:moveTo>
                  <a:pt x="3147" y="404974"/>
                </a:moveTo>
                <a:lnTo>
                  <a:pt x="2731" y="409879"/>
                </a:lnTo>
                <a:lnTo>
                  <a:pt x="2731" y="404974"/>
                </a:lnTo>
                <a:close/>
                <a:moveTo>
                  <a:pt x="5463" y="404973"/>
                </a:moveTo>
                <a:lnTo>
                  <a:pt x="5463" y="411280"/>
                </a:lnTo>
                <a:lnTo>
                  <a:pt x="4695" y="404973"/>
                </a:lnTo>
                <a:close/>
                <a:moveTo>
                  <a:pt x="7946" y="404972"/>
                </a:moveTo>
                <a:lnTo>
                  <a:pt x="6829" y="411280"/>
                </a:lnTo>
                <a:lnTo>
                  <a:pt x="5951" y="404973"/>
                </a:lnTo>
                <a:close/>
                <a:moveTo>
                  <a:pt x="10629" y="404972"/>
                </a:moveTo>
                <a:lnTo>
                  <a:pt x="9560" y="417586"/>
                </a:lnTo>
                <a:lnTo>
                  <a:pt x="9560" y="411981"/>
                </a:lnTo>
                <a:lnTo>
                  <a:pt x="8194" y="425293"/>
                </a:lnTo>
                <a:lnTo>
                  <a:pt x="8194" y="404972"/>
                </a:lnTo>
                <a:close/>
                <a:moveTo>
                  <a:pt x="12292" y="404971"/>
                </a:moveTo>
                <a:lnTo>
                  <a:pt x="12292" y="422491"/>
                </a:lnTo>
                <a:lnTo>
                  <a:pt x="10926" y="416185"/>
                </a:lnTo>
                <a:lnTo>
                  <a:pt x="10926" y="404972"/>
                </a:lnTo>
                <a:close/>
                <a:moveTo>
                  <a:pt x="15023" y="404971"/>
                </a:moveTo>
                <a:lnTo>
                  <a:pt x="15023" y="410580"/>
                </a:lnTo>
                <a:lnTo>
                  <a:pt x="13657" y="423892"/>
                </a:lnTo>
                <a:lnTo>
                  <a:pt x="13657" y="407076"/>
                </a:lnTo>
                <a:lnTo>
                  <a:pt x="13525" y="404971"/>
                </a:lnTo>
                <a:lnTo>
                  <a:pt x="13657" y="404971"/>
                </a:lnTo>
                <a:close/>
                <a:moveTo>
                  <a:pt x="16389" y="404970"/>
                </a:moveTo>
                <a:lnTo>
                  <a:pt x="16389" y="419688"/>
                </a:lnTo>
                <a:lnTo>
                  <a:pt x="15285" y="404971"/>
                </a:lnTo>
                <a:close/>
                <a:moveTo>
                  <a:pt x="17973" y="404970"/>
                </a:moveTo>
                <a:lnTo>
                  <a:pt x="17754" y="410580"/>
                </a:lnTo>
                <a:lnTo>
                  <a:pt x="17754" y="411280"/>
                </a:lnTo>
                <a:lnTo>
                  <a:pt x="17139" y="404970"/>
                </a:lnTo>
                <a:close/>
                <a:moveTo>
                  <a:pt x="20486" y="404969"/>
                </a:moveTo>
                <a:lnTo>
                  <a:pt x="20486" y="417586"/>
                </a:lnTo>
                <a:lnTo>
                  <a:pt x="19368" y="404970"/>
                </a:lnTo>
                <a:close/>
                <a:moveTo>
                  <a:pt x="21852" y="404969"/>
                </a:moveTo>
                <a:lnTo>
                  <a:pt x="21852" y="419688"/>
                </a:lnTo>
                <a:lnTo>
                  <a:pt x="21169" y="404969"/>
                </a:lnTo>
                <a:close/>
                <a:moveTo>
                  <a:pt x="23217" y="404969"/>
                </a:moveTo>
                <a:lnTo>
                  <a:pt x="23217" y="421089"/>
                </a:lnTo>
                <a:lnTo>
                  <a:pt x="23217" y="429497"/>
                </a:lnTo>
                <a:lnTo>
                  <a:pt x="22131" y="404969"/>
                </a:lnTo>
                <a:close/>
                <a:moveTo>
                  <a:pt x="27486" y="404968"/>
                </a:moveTo>
                <a:lnTo>
                  <a:pt x="27315" y="407777"/>
                </a:lnTo>
                <a:lnTo>
                  <a:pt x="27315" y="411280"/>
                </a:lnTo>
                <a:lnTo>
                  <a:pt x="27315" y="422491"/>
                </a:lnTo>
                <a:lnTo>
                  <a:pt x="25949" y="405675"/>
                </a:lnTo>
                <a:lnTo>
                  <a:pt x="25949" y="404968"/>
                </a:lnTo>
                <a:close/>
                <a:moveTo>
                  <a:pt x="30046" y="404967"/>
                </a:moveTo>
                <a:lnTo>
                  <a:pt x="30046" y="426694"/>
                </a:lnTo>
                <a:lnTo>
                  <a:pt x="29083" y="404967"/>
                </a:lnTo>
                <a:close/>
                <a:moveTo>
                  <a:pt x="31833" y="404967"/>
                </a:moveTo>
                <a:lnTo>
                  <a:pt x="31412" y="410580"/>
                </a:lnTo>
                <a:lnTo>
                  <a:pt x="31412" y="407076"/>
                </a:lnTo>
                <a:lnTo>
                  <a:pt x="31155" y="404967"/>
                </a:lnTo>
                <a:close/>
                <a:moveTo>
                  <a:pt x="32877" y="404966"/>
                </a:moveTo>
                <a:lnTo>
                  <a:pt x="32778" y="405675"/>
                </a:lnTo>
                <a:lnTo>
                  <a:pt x="32778" y="404966"/>
                </a:lnTo>
                <a:close/>
                <a:moveTo>
                  <a:pt x="35509" y="404966"/>
                </a:moveTo>
                <a:lnTo>
                  <a:pt x="35509" y="408478"/>
                </a:lnTo>
                <a:lnTo>
                  <a:pt x="35281" y="404966"/>
                </a:lnTo>
                <a:close/>
                <a:moveTo>
                  <a:pt x="36875" y="404965"/>
                </a:moveTo>
                <a:lnTo>
                  <a:pt x="36875" y="417586"/>
                </a:lnTo>
                <a:lnTo>
                  <a:pt x="35580" y="404966"/>
                </a:lnTo>
                <a:close/>
                <a:moveTo>
                  <a:pt x="40972" y="404964"/>
                </a:moveTo>
                <a:lnTo>
                  <a:pt x="40972" y="411280"/>
                </a:lnTo>
                <a:lnTo>
                  <a:pt x="40386" y="404964"/>
                </a:lnTo>
                <a:close/>
                <a:moveTo>
                  <a:pt x="43703" y="404964"/>
                </a:moveTo>
                <a:lnTo>
                  <a:pt x="43703" y="441408"/>
                </a:lnTo>
                <a:lnTo>
                  <a:pt x="42896" y="404964"/>
                </a:lnTo>
                <a:close/>
                <a:moveTo>
                  <a:pt x="45755" y="404963"/>
                </a:moveTo>
                <a:lnTo>
                  <a:pt x="45069" y="407777"/>
                </a:lnTo>
                <a:lnTo>
                  <a:pt x="45069" y="404963"/>
                </a:lnTo>
                <a:close/>
                <a:moveTo>
                  <a:pt x="46778" y="404963"/>
                </a:moveTo>
                <a:lnTo>
                  <a:pt x="46435" y="407076"/>
                </a:lnTo>
                <a:lnTo>
                  <a:pt x="46435" y="404963"/>
                </a:lnTo>
                <a:close/>
                <a:moveTo>
                  <a:pt x="50532" y="404962"/>
                </a:moveTo>
                <a:lnTo>
                  <a:pt x="50532" y="411981"/>
                </a:lnTo>
                <a:lnTo>
                  <a:pt x="49166" y="416185"/>
                </a:lnTo>
                <a:lnTo>
                  <a:pt x="49166" y="411981"/>
                </a:lnTo>
                <a:lnTo>
                  <a:pt x="48841" y="404962"/>
                </a:lnTo>
                <a:close/>
                <a:moveTo>
                  <a:pt x="51898" y="404962"/>
                </a:moveTo>
                <a:lnTo>
                  <a:pt x="51898" y="412682"/>
                </a:lnTo>
                <a:lnTo>
                  <a:pt x="51013" y="404962"/>
                </a:lnTo>
                <a:close/>
                <a:moveTo>
                  <a:pt x="53263" y="404961"/>
                </a:moveTo>
                <a:lnTo>
                  <a:pt x="53263" y="404974"/>
                </a:lnTo>
                <a:lnTo>
                  <a:pt x="53261" y="404961"/>
                </a:lnTo>
                <a:close/>
                <a:moveTo>
                  <a:pt x="55995" y="404961"/>
                </a:moveTo>
                <a:lnTo>
                  <a:pt x="55995" y="411981"/>
                </a:lnTo>
                <a:lnTo>
                  <a:pt x="54629" y="411280"/>
                </a:lnTo>
                <a:lnTo>
                  <a:pt x="54629" y="416185"/>
                </a:lnTo>
                <a:lnTo>
                  <a:pt x="53986" y="404961"/>
                </a:lnTo>
                <a:close/>
                <a:moveTo>
                  <a:pt x="61458" y="404959"/>
                </a:moveTo>
                <a:lnTo>
                  <a:pt x="61458" y="411280"/>
                </a:lnTo>
                <a:lnTo>
                  <a:pt x="60092" y="420389"/>
                </a:lnTo>
                <a:lnTo>
                  <a:pt x="60092" y="414083"/>
                </a:lnTo>
                <a:lnTo>
                  <a:pt x="58726" y="428796"/>
                </a:lnTo>
                <a:lnTo>
                  <a:pt x="58726" y="411280"/>
                </a:lnTo>
                <a:lnTo>
                  <a:pt x="57361" y="407777"/>
                </a:lnTo>
                <a:lnTo>
                  <a:pt x="57361" y="404960"/>
                </a:lnTo>
                <a:close/>
                <a:moveTo>
                  <a:pt x="68286" y="404958"/>
                </a:moveTo>
                <a:lnTo>
                  <a:pt x="68286" y="428796"/>
                </a:lnTo>
                <a:lnTo>
                  <a:pt x="66921" y="411981"/>
                </a:lnTo>
                <a:lnTo>
                  <a:pt x="66921" y="407076"/>
                </a:lnTo>
                <a:lnTo>
                  <a:pt x="65555" y="414083"/>
                </a:lnTo>
                <a:lnTo>
                  <a:pt x="65555" y="438605"/>
                </a:lnTo>
                <a:lnTo>
                  <a:pt x="64189" y="411280"/>
                </a:lnTo>
                <a:lnTo>
                  <a:pt x="64189" y="406376"/>
                </a:lnTo>
                <a:lnTo>
                  <a:pt x="62824" y="407777"/>
                </a:lnTo>
                <a:lnTo>
                  <a:pt x="62824" y="404959"/>
                </a:lnTo>
                <a:lnTo>
                  <a:pt x="65555" y="404958"/>
                </a:lnTo>
                <a:close/>
                <a:moveTo>
                  <a:pt x="70525" y="404957"/>
                </a:moveTo>
                <a:lnTo>
                  <a:pt x="69652" y="425994"/>
                </a:lnTo>
                <a:lnTo>
                  <a:pt x="69652" y="404957"/>
                </a:lnTo>
                <a:close/>
                <a:moveTo>
                  <a:pt x="72384" y="404957"/>
                </a:moveTo>
                <a:lnTo>
                  <a:pt x="72384" y="404974"/>
                </a:lnTo>
                <a:lnTo>
                  <a:pt x="71018" y="433000"/>
                </a:lnTo>
                <a:lnTo>
                  <a:pt x="71018" y="404957"/>
                </a:lnTo>
                <a:close/>
                <a:moveTo>
                  <a:pt x="78721" y="404955"/>
                </a:moveTo>
                <a:lnTo>
                  <a:pt x="77847" y="427395"/>
                </a:lnTo>
                <a:lnTo>
                  <a:pt x="77847" y="407777"/>
                </a:lnTo>
                <a:lnTo>
                  <a:pt x="76481" y="429497"/>
                </a:lnTo>
                <a:lnTo>
                  <a:pt x="76481" y="412682"/>
                </a:lnTo>
                <a:lnTo>
                  <a:pt x="75115" y="436504"/>
                </a:lnTo>
                <a:lnTo>
                  <a:pt x="75115" y="421089"/>
                </a:lnTo>
                <a:lnTo>
                  <a:pt x="73749" y="411981"/>
                </a:lnTo>
                <a:lnTo>
                  <a:pt x="73749" y="421790"/>
                </a:lnTo>
                <a:lnTo>
                  <a:pt x="73749" y="427395"/>
                </a:lnTo>
                <a:lnTo>
                  <a:pt x="73087" y="404957"/>
                </a:lnTo>
                <a:close/>
                <a:moveTo>
                  <a:pt x="80409" y="404955"/>
                </a:moveTo>
                <a:lnTo>
                  <a:pt x="79212" y="419688"/>
                </a:lnTo>
                <a:lnTo>
                  <a:pt x="79212" y="404955"/>
                </a:lnTo>
                <a:close/>
                <a:moveTo>
                  <a:pt x="81944" y="404954"/>
                </a:moveTo>
                <a:lnTo>
                  <a:pt x="81944" y="411280"/>
                </a:lnTo>
                <a:lnTo>
                  <a:pt x="80578" y="433000"/>
                </a:lnTo>
                <a:lnTo>
                  <a:pt x="80578" y="404955"/>
                </a:lnTo>
                <a:close/>
                <a:moveTo>
                  <a:pt x="84543" y="404954"/>
                </a:moveTo>
                <a:lnTo>
                  <a:pt x="83310" y="411280"/>
                </a:lnTo>
                <a:lnTo>
                  <a:pt x="83310" y="412682"/>
                </a:lnTo>
                <a:lnTo>
                  <a:pt x="83310" y="438605"/>
                </a:lnTo>
                <a:lnTo>
                  <a:pt x="82235" y="404954"/>
                </a:lnTo>
                <a:close/>
                <a:moveTo>
                  <a:pt x="90898" y="404952"/>
                </a:moveTo>
                <a:lnTo>
                  <a:pt x="90138" y="425994"/>
                </a:lnTo>
                <a:lnTo>
                  <a:pt x="90138" y="410580"/>
                </a:lnTo>
                <a:lnTo>
                  <a:pt x="88772" y="411981"/>
                </a:lnTo>
                <a:lnTo>
                  <a:pt x="88772" y="410580"/>
                </a:lnTo>
                <a:lnTo>
                  <a:pt x="87407" y="411280"/>
                </a:lnTo>
                <a:lnTo>
                  <a:pt x="87407" y="410580"/>
                </a:lnTo>
                <a:lnTo>
                  <a:pt x="86041" y="408478"/>
                </a:lnTo>
                <a:lnTo>
                  <a:pt x="86041" y="434402"/>
                </a:lnTo>
                <a:lnTo>
                  <a:pt x="84675" y="433000"/>
                </a:lnTo>
                <a:lnTo>
                  <a:pt x="84675" y="404954"/>
                </a:lnTo>
                <a:close/>
                <a:moveTo>
                  <a:pt x="94161" y="404951"/>
                </a:moveTo>
                <a:lnTo>
                  <a:pt x="92870" y="428796"/>
                </a:lnTo>
                <a:lnTo>
                  <a:pt x="92870" y="432300"/>
                </a:lnTo>
                <a:lnTo>
                  <a:pt x="91504" y="408478"/>
                </a:lnTo>
                <a:lnTo>
                  <a:pt x="91504" y="404952"/>
                </a:lnTo>
                <a:close/>
                <a:moveTo>
                  <a:pt x="95601" y="404951"/>
                </a:moveTo>
                <a:lnTo>
                  <a:pt x="95601" y="427395"/>
                </a:lnTo>
                <a:lnTo>
                  <a:pt x="94559" y="404951"/>
                </a:lnTo>
                <a:close/>
                <a:moveTo>
                  <a:pt x="96967" y="404951"/>
                </a:moveTo>
                <a:lnTo>
                  <a:pt x="96967" y="409178"/>
                </a:lnTo>
                <a:lnTo>
                  <a:pt x="96280" y="404951"/>
                </a:lnTo>
                <a:close/>
                <a:moveTo>
                  <a:pt x="101064" y="404950"/>
                </a:moveTo>
                <a:lnTo>
                  <a:pt x="101064" y="409879"/>
                </a:lnTo>
                <a:lnTo>
                  <a:pt x="99698" y="409178"/>
                </a:lnTo>
                <a:lnTo>
                  <a:pt x="99698" y="414783"/>
                </a:lnTo>
                <a:lnTo>
                  <a:pt x="98333" y="425994"/>
                </a:lnTo>
                <a:lnTo>
                  <a:pt x="98333" y="425293"/>
                </a:lnTo>
                <a:lnTo>
                  <a:pt x="98333" y="417586"/>
                </a:lnTo>
                <a:lnTo>
                  <a:pt x="98333" y="404950"/>
                </a:lnTo>
                <a:close/>
                <a:moveTo>
                  <a:pt x="102805" y="404949"/>
                </a:moveTo>
                <a:lnTo>
                  <a:pt x="102430" y="416885"/>
                </a:lnTo>
                <a:lnTo>
                  <a:pt x="102430" y="412682"/>
                </a:lnTo>
                <a:lnTo>
                  <a:pt x="101488" y="404950"/>
                </a:lnTo>
                <a:lnTo>
                  <a:pt x="102430" y="404949"/>
                </a:lnTo>
                <a:close/>
                <a:moveTo>
                  <a:pt x="106527" y="404948"/>
                </a:moveTo>
                <a:lnTo>
                  <a:pt x="106527" y="404974"/>
                </a:lnTo>
                <a:lnTo>
                  <a:pt x="105161" y="427395"/>
                </a:lnTo>
                <a:lnTo>
                  <a:pt x="105161" y="425293"/>
                </a:lnTo>
                <a:lnTo>
                  <a:pt x="103882" y="404949"/>
                </a:lnTo>
                <a:close/>
                <a:moveTo>
                  <a:pt x="110624" y="404947"/>
                </a:moveTo>
                <a:lnTo>
                  <a:pt x="110624" y="416885"/>
                </a:lnTo>
                <a:lnTo>
                  <a:pt x="109258" y="432300"/>
                </a:lnTo>
                <a:lnTo>
                  <a:pt x="109258" y="423191"/>
                </a:lnTo>
                <a:lnTo>
                  <a:pt x="107893" y="411981"/>
                </a:lnTo>
                <a:lnTo>
                  <a:pt x="107893" y="404948"/>
                </a:lnTo>
                <a:close/>
                <a:moveTo>
                  <a:pt x="112821" y="404947"/>
                </a:moveTo>
                <a:lnTo>
                  <a:pt x="111990" y="407076"/>
                </a:lnTo>
                <a:lnTo>
                  <a:pt x="111671" y="404947"/>
                </a:lnTo>
                <a:close/>
                <a:moveTo>
                  <a:pt x="116087" y="404946"/>
                </a:moveTo>
                <a:lnTo>
                  <a:pt x="116087" y="425293"/>
                </a:lnTo>
                <a:lnTo>
                  <a:pt x="114721" y="407777"/>
                </a:lnTo>
                <a:lnTo>
                  <a:pt x="114721" y="407076"/>
                </a:lnTo>
                <a:lnTo>
                  <a:pt x="113356" y="421790"/>
                </a:lnTo>
                <a:lnTo>
                  <a:pt x="113356" y="404947"/>
                </a:lnTo>
                <a:close/>
                <a:moveTo>
                  <a:pt x="119833" y="404945"/>
                </a:moveTo>
                <a:lnTo>
                  <a:pt x="118818" y="421089"/>
                </a:lnTo>
                <a:lnTo>
                  <a:pt x="118818" y="427395"/>
                </a:lnTo>
                <a:lnTo>
                  <a:pt x="117943" y="404946"/>
                </a:lnTo>
                <a:close/>
                <a:moveTo>
                  <a:pt x="124699" y="404944"/>
                </a:moveTo>
                <a:lnTo>
                  <a:pt x="124281" y="409879"/>
                </a:lnTo>
                <a:lnTo>
                  <a:pt x="124281" y="404944"/>
                </a:lnTo>
                <a:close/>
                <a:moveTo>
                  <a:pt x="127013" y="404943"/>
                </a:moveTo>
                <a:lnTo>
                  <a:pt x="127013" y="411280"/>
                </a:lnTo>
                <a:lnTo>
                  <a:pt x="125647" y="408478"/>
                </a:lnTo>
                <a:lnTo>
                  <a:pt x="125647" y="404944"/>
                </a:lnTo>
                <a:close/>
                <a:moveTo>
                  <a:pt x="129333" y="404943"/>
                </a:moveTo>
                <a:lnTo>
                  <a:pt x="128379" y="430898"/>
                </a:lnTo>
                <a:lnTo>
                  <a:pt x="128379" y="404943"/>
                </a:lnTo>
                <a:close/>
                <a:moveTo>
                  <a:pt x="131110" y="404942"/>
                </a:moveTo>
                <a:lnTo>
                  <a:pt x="131110" y="410580"/>
                </a:lnTo>
                <a:lnTo>
                  <a:pt x="129744" y="427395"/>
                </a:lnTo>
                <a:lnTo>
                  <a:pt x="129744" y="404943"/>
                </a:lnTo>
                <a:close/>
                <a:moveTo>
                  <a:pt x="133230" y="404942"/>
                </a:moveTo>
                <a:lnTo>
                  <a:pt x="132476" y="412682"/>
                </a:lnTo>
                <a:lnTo>
                  <a:pt x="132476" y="418287"/>
                </a:lnTo>
                <a:lnTo>
                  <a:pt x="131345" y="404942"/>
                </a:lnTo>
                <a:lnTo>
                  <a:pt x="132476" y="404942"/>
                </a:lnTo>
                <a:close/>
                <a:moveTo>
                  <a:pt x="135207" y="404941"/>
                </a:moveTo>
                <a:lnTo>
                  <a:pt x="135207" y="411280"/>
                </a:lnTo>
                <a:lnTo>
                  <a:pt x="134324" y="404942"/>
                </a:lnTo>
                <a:close/>
                <a:moveTo>
                  <a:pt x="136573" y="404941"/>
                </a:moveTo>
                <a:lnTo>
                  <a:pt x="136573" y="430898"/>
                </a:lnTo>
                <a:lnTo>
                  <a:pt x="135636" y="404941"/>
                </a:lnTo>
                <a:close/>
                <a:moveTo>
                  <a:pt x="137939" y="404941"/>
                </a:moveTo>
                <a:lnTo>
                  <a:pt x="137939" y="410580"/>
                </a:lnTo>
                <a:lnTo>
                  <a:pt x="137292" y="404941"/>
                </a:lnTo>
                <a:close/>
                <a:moveTo>
                  <a:pt x="139304" y="404940"/>
                </a:moveTo>
                <a:lnTo>
                  <a:pt x="139304" y="412682"/>
                </a:lnTo>
                <a:lnTo>
                  <a:pt x="138861" y="404940"/>
                </a:lnTo>
                <a:close/>
                <a:moveTo>
                  <a:pt x="143402" y="404939"/>
                </a:moveTo>
                <a:lnTo>
                  <a:pt x="143402" y="410580"/>
                </a:lnTo>
                <a:lnTo>
                  <a:pt x="142036" y="408478"/>
                </a:lnTo>
                <a:lnTo>
                  <a:pt x="142036" y="406376"/>
                </a:lnTo>
                <a:lnTo>
                  <a:pt x="140670" y="418287"/>
                </a:lnTo>
                <a:lnTo>
                  <a:pt x="140670" y="404940"/>
                </a:lnTo>
                <a:close/>
                <a:moveTo>
                  <a:pt x="147686" y="404938"/>
                </a:moveTo>
                <a:lnTo>
                  <a:pt x="147499" y="408478"/>
                </a:lnTo>
                <a:lnTo>
                  <a:pt x="147499" y="423191"/>
                </a:lnTo>
                <a:lnTo>
                  <a:pt x="146828" y="404939"/>
                </a:lnTo>
                <a:close/>
                <a:moveTo>
                  <a:pt x="151297" y="404937"/>
                </a:moveTo>
                <a:lnTo>
                  <a:pt x="150230" y="414783"/>
                </a:lnTo>
                <a:lnTo>
                  <a:pt x="150230" y="404938"/>
                </a:lnTo>
                <a:close/>
                <a:moveTo>
                  <a:pt x="155693" y="404936"/>
                </a:moveTo>
                <a:lnTo>
                  <a:pt x="155693" y="408478"/>
                </a:lnTo>
                <a:lnTo>
                  <a:pt x="154327" y="423191"/>
                </a:lnTo>
                <a:lnTo>
                  <a:pt x="154327" y="419688"/>
                </a:lnTo>
                <a:lnTo>
                  <a:pt x="152962" y="405675"/>
                </a:lnTo>
                <a:lnTo>
                  <a:pt x="152962" y="416185"/>
                </a:lnTo>
                <a:lnTo>
                  <a:pt x="151596" y="448415"/>
                </a:lnTo>
                <a:lnTo>
                  <a:pt x="151596" y="404937"/>
                </a:lnTo>
                <a:lnTo>
                  <a:pt x="154327" y="404937"/>
                </a:lnTo>
                <a:close/>
                <a:moveTo>
                  <a:pt x="157731" y="404936"/>
                </a:moveTo>
                <a:lnTo>
                  <a:pt x="157059" y="423191"/>
                </a:lnTo>
                <a:lnTo>
                  <a:pt x="157059" y="404936"/>
                </a:lnTo>
                <a:close/>
                <a:moveTo>
                  <a:pt x="159201" y="404936"/>
                </a:moveTo>
                <a:lnTo>
                  <a:pt x="158425" y="416885"/>
                </a:lnTo>
                <a:lnTo>
                  <a:pt x="158425" y="404936"/>
                </a:lnTo>
                <a:close/>
                <a:moveTo>
                  <a:pt x="161156" y="404935"/>
                </a:moveTo>
                <a:lnTo>
                  <a:pt x="161156" y="411981"/>
                </a:lnTo>
                <a:lnTo>
                  <a:pt x="160348" y="404935"/>
                </a:lnTo>
                <a:close/>
                <a:moveTo>
                  <a:pt x="162522" y="404935"/>
                </a:moveTo>
                <a:lnTo>
                  <a:pt x="162522" y="409879"/>
                </a:lnTo>
                <a:lnTo>
                  <a:pt x="161558" y="404935"/>
                </a:lnTo>
                <a:close/>
                <a:moveTo>
                  <a:pt x="164384" y="404934"/>
                </a:moveTo>
                <a:lnTo>
                  <a:pt x="163888" y="422491"/>
                </a:lnTo>
                <a:lnTo>
                  <a:pt x="163888" y="404934"/>
                </a:lnTo>
                <a:close/>
                <a:moveTo>
                  <a:pt x="168625" y="404933"/>
                </a:moveTo>
                <a:lnTo>
                  <a:pt x="167985" y="414783"/>
                </a:lnTo>
                <a:lnTo>
                  <a:pt x="167985" y="413382"/>
                </a:lnTo>
                <a:lnTo>
                  <a:pt x="167985" y="409178"/>
                </a:lnTo>
                <a:lnTo>
                  <a:pt x="166619" y="414783"/>
                </a:lnTo>
                <a:lnTo>
                  <a:pt x="166619" y="404934"/>
                </a:lnTo>
                <a:close/>
                <a:moveTo>
                  <a:pt x="170716" y="404933"/>
                </a:moveTo>
                <a:lnTo>
                  <a:pt x="170716" y="416885"/>
                </a:lnTo>
                <a:lnTo>
                  <a:pt x="169657" y="404933"/>
                </a:lnTo>
                <a:close/>
                <a:moveTo>
                  <a:pt x="174291" y="404932"/>
                </a:moveTo>
                <a:lnTo>
                  <a:pt x="173448" y="416185"/>
                </a:lnTo>
                <a:lnTo>
                  <a:pt x="173448" y="420389"/>
                </a:lnTo>
                <a:lnTo>
                  <a:pt x="172476" y="404932"/>
                </a:lnTo>
                <a:close/>
                <a:moveTo>
                  <a:pt x="176410" y="404931"/>
                </a:moveTo>
                <a:lnTo>
                  <a:pt x="176179" y="407777"/>
                </a:lnTo>
                <a:lnTo>
                  <a:pt x="176179" y="409879"/>
                </a:lnTo>
                <a:lnTo>
                  <a:pt x="175490" y="404932"/>
                </a:lnTo>
                <a:close/>
                <a:moveTo>
                  <a:pt x="179521" y="404931"/>
                </a:moveTo>
                <a:lnTo>
                  <a:pt x="178911" y="413382"/>
                </a:lnTo>
                <a:lnTo>
                  <a:pt x="178911" y="412682"/>
                </a:lnTo>
                <a:lnTo>
                  <a:pt x="177904" y="404931"/>
                </a:lnTo>
                <a:close/>
                <a:moveTo>
                  <a:pt x="182560" y="404930"/>
                </a:moveTo>
                <a:lnTo>
                  <a:pt x="181642" y="410580"/>
                </a:lnTo>
                <a:lnTo>
                  <a:pt x="181642" y="404930"/>
                </a:lnTo>
                <a:close/>
                <a:moveTo>
                  <a:pt x="185739" y="404929"/>
                </a:moveTo>
                <a:lnTo>
                  <a:pt x="185739" y="410580"/>
                </a:lnTo>
                <a:lnTo>
                  <a:pt x="184373" y="414083"/>
                </a:lnTo>
                <a:lnTo>
                  <a:pt x="184373" y="407777"/>
                </a:lnTo>
                <a:lnTo>
                  <a:pt x="183008" y="416185"/>
                </a:lnTo>
                <a:lnTo>
                  <a:pt x="183008" y="404930"/>
                </a:lnTo>
                <a:close/>
                <a:moveTo>
                  <a:pt x="188471" y="404928"/>
                </a:moveTo>
                <a:lnTo>
                  <a:pt x="188471" y="430898"/>
                </a:lnTo>
                <a:lnTo>
                  <a:pt x="187105" y="427395"/>
                </a:lnTo>
                <a:lnTo>
                  <a:pt x="187105" y="425293"/>
                </a:lnTo>
                <a:lnTo>
                  <a:pt x="185782" y="404929"/>
                </a:lnTo>
                <a:lnTo>
                  <a:pt x="187105" y="404929"/>
                </a:lnTo>
                <a:close/>
                <a:moveTo>
                  <a:pt x="193664" y="404927"/>
                </a:moveTo>
                <a:lnTo>
                  <a:pt x="192568" y="424593"/>
                </a:lnTo>
                <a:lnTo>
                  <a:pt x="192568" y="412682"/>
                </a:lnTo>
                <a:lnTo>
                  <a:pt x="191202" y="427395"/>
                </a:lnTo>
                <a:lnTo>
                  <a:pt x="191202" y="414083"/>
                </a:lnTo>
                <a:lnTo>
                  <a:pt x="191202" y="404974"/>
                </a:lnTo>
                <a:lnTo>
                  <a:pt x="189836" y="404974"/>
                </a:lnTo>
                <a:lnTo>
                  <a:pt x="189836" y="404928"/>
                </a:lnTo>
                <a:close/>
                <a:moveTo>
                  <a:pt x="202128" y="404925"/>
                </a:moveTo>
                <a:lnTo>
                  <a:pt x="202128" y="410580"/>
                </a:lnTo>
                <a:lnTo>
                  <a:pt x="200762" y="418287"/>
                </a:lnTo>
                <a:lnTo>
                  <a:pt x="200762" y="425994"/>
                </a:lnTo>
                <a:lnTo>
                  <a:pt x="200762" y="435803"/>
                </a:lnTo>
                <a:lnTo>
                  <a:pt x="199397" y="436504"/>
                </a:lnTo>
                <a:lnTo>
                  <a:pt x="199397" y="411981"/>
                </a:lnTo>
                <a:lnTo>
                  <a:pt x="198031" y="422491"/>
                </a:lnTo>
                <a:lnTo>
                  <a:pt x="198031" y="411280"/>
                </a:lnTo>
                <a:lnTo>
                  <a:pt x="196665" y="427395"/>
                </a:lnTo>
                <a:lnTo>
                  <a:pt x="196665" y="423191"/>
                </a:lnTo>
                <a:lnTo>
                  <a:pt x="196665" y="409178"/>
                </a:lnTo>
                <a:lnTo>
                  <a:pt x="195299" y="419688"/>
                </a:lnTo>
                <a:lnTo>
                  <a:pt x="195299" y="427395"/>
                </a:lnTo>
                <a:lnTo>
                  <a:pt x="193934" y="416885"/>
                </a:lnTo>
                <a:lnTo>
                  <a:pt x="193934" y="404927"/>
                </a:lnTo>
                <a:close/>
                <a:moveTo>
                  <a:pt x="207856" y="404924"/>
                </a:moveTo>
                <a:lnTo>
                  <a:pt x="207591" y="407777"/>
                </a:lnTo>
                <a:lnTo>
                  <a:pt x="207591" y="427395"/>
                </a:lnTo>
                <a:lnTo>
                  <a:pt x="206225" y="410580"/>
                </a:lnTo>
                <a:lnTo>
                  <a:pt x="206225" y="419688"/>
                </a:lnTo>
                <a:lnTo>
                  <a:pt x="204859" y="415484"/>
                </a:lnTo>
                <a:lnTo>
                  <a:pt x="203494" y="417586"/>
                </a:lnTo>
                <a:lnTo>
                  <a:pt x="203494" y="404925"/>
                </a:lnTo>
                <a:close/>
                <a:moveTo>
                  <a:pt x="214420" y="404922"/>
                </a:moveTo>
                <a:lnTo>
                  <a:pt x="214420" y="407076"/>
                </a:lnTo>
                <a:lnTo>
                  <a:pt x="214420" y="413382"/>
                </a:lnTo>
                <a:lnTo>
                  <a:pt x="213054" y="425994"/>
                </a:lnTo>
                <a:lnTo>
                  <a:pt x="213054" y="412682"/>
                </a:lnTo>
                <a:lnTo>
                  <a:pt x="211688" y="414083"/>
                </a:lnTo>
                <a:lnTo>
                  <a:pt x="211688" y="411280"/>
                </a:lnTo>
                <a:lnTo>
                  <a:pt x="210322" y="420389"/>
                </a:lnTo>
                <a:lnTo>
                  <a:pt x="210322" y="409178"/>
                </a:lnTo>
                <a:lnTo>
                  <a:pt x="208957" y="416185"/>
                </a:lnTo>
                <a:lnTo>
                  <a:pt x="208957" y="404923"/>
                </a:lnTo>
                <a:close/>
                <a:moveTo>
                  <a:pt x="217151" y="404921"/>
                </a:moveTo>
                <a:lnTo>
                  <a:pt x="217151" y="424593"/>
                </a:lnTo>
                <a:lnTo>
                  <a:pt x="216522" y="404922"/>
                </a:lnTo>
                <a:close/>
                <a:moveTo>
                  <a:pt x="218517" y="404921"/>
                </a:moveTo>
                <a:lnTo>
                  <a:pt x="218517" y="410580"/>
                </a:lnTo>
                <a:lnTo>
                  <a:pt x="217729" y="404921"/>
                </a:lnTo>
                <a:close/>
                <a:moveTo>
                  <a:pt x="223980" y="404920"/>
                </a:moveTo>
                <a:lnTo>
                  <a:pt x="223980" y="406376"/>
                </a:lnTo>
                <a:lnTo>
                  <a:pt x="222614" y="409879"/>
                </a:lnTo>
                <a:lnTo>
                  <a:pt x="222614" y="423191"/>
                </a:lnTo>
                <a:lnTo>
                  <a:pt x="221248" y="419688"/>
                </a:lnTo>
                <a:lnTo>
                  <a:pt x="221248" y="443510"/>
                </a:lnTo>
                <a:lnTo>
                  <a:pt x="219882" y="421089"/>
                </a:lnTo>
                <a:lnTo>
                  <a:pt x="219882" y="424593"/>
                </a:lnTo>
                <a:lnTo>
                  <a:pt x="219264" y="404921"/>
                </a:lnTo>
                <a:close/>
                <a:moveTo>
                  <a:pt x="226578" y="404919"/>
                </a:moveTo>
                <a:lnTo>
                  <a:pt x="225345" y="423892"/>
                </a:lnTo>
                <a:lnTo>
                  <a:pt x="225345" y="418987"/>
                </a:lnTo>
                <a:lnTo>
                  <a:pt x="225345" y="404919"/>
                </a:lnTo>
                <a:close/>
                <a:moveTo>
                  <a:pt x="227427" y="404919"/>
                </a:moveTo>
                <a:lnTo>
                  <a:pt x="226711" y="428796"/>
                </a:lnTo>
                <a:lnTo>
                  <a:pt x="226711" y="404919"/>
                </a:lnTo>
                <a:close/>
                <a:moveTo>
                  <a:pt x="229443" y="404918"/>
                </a:moveTo>
                <a:lnTo>
                  <a:pt x="229443" y="416185"/>
                </a:lnTo>
                <a:lnTo>
                  <a:pt x="228778" y="404919"/>
                </a:lnTo>
                <a:close/>
                <a:moveTo>
                  <a:pt x="234918" y="404917"/>
                </a:moveTo>
                <a:lnTo>
                  <a:pt x="234905" y="404974"/>
                </a:lnTo>
                <a:lnTo>
                  <a:pt x="234905" y="409178"/>
                </a:lnTo>
                <a:lnTo>
                  <a:pt x="233540" y="422491"/>
                </a:lnTo>
                <a:lnTo>
                  <a:pt x="233540" y="413382"/>
                </a:lnTo>
                <a:lnTo>
                  <a:pt x="232174" y="407076"/>
                </a:lnTo>
                <a:lnTo>
                  <a:pt x="232174" y="407777"/>
                </a:lnTo>
                <a:lnTo>
                  <a:pt x="230808" y="416885"/>
                </a:lnTo>
                <a:lnTo>
                  <a:pt x="230808" y="410580"/>
                </a:lnTo>
                <a:lnTo>
                  <a:pt x="230440" y="404918"/>
                </a:lnTo>
                <a:lnTo>
                  <a:pt x="230808" y="404918"/>
                </a:lnTo>
                <a:lnTo>
                  <a:pt x="233540" y="404917"/>
                </a:lnTo>
                <a:close/>
                <a:moveTo>
                  <a:pt x="237637" y="404916"/>
                </a:moveTo>
                <a:lnTo>
                  <a:pt x="237637" y="422491"/>
                </a:lnTo>
                <a:lnTo>
                  <a:pt x="236759" y="404917"/>
                </a:lnTo>
                <a:close/>
                <a:moveTo>
                  <a:pt x="239432" y="404916"/>
                </a:moveTo>
                <a:lnTo>
                  <a:pt x="239003" y="415484"/>
                </a:lnTo>
                <a:lnTo>
                  <a:pt x="239003" y="404916"/>
                </a:lnTo>
                <a:close/>
                <a:moveTo>
                  <a:pt x="243269" y="404915"/>
                </a:moveTo>
                <a:lnTo>
                  <a:pt x="243100" y="407076"/>
                </a:lnTo>
                <a:lnTo>
                  <a:pt x="243100" y="404915"/>
                </a:lnTo>
                <a:close/>
                <a:moveTo>
                  <a:pt x="246518" y="404914"/>
                </a:moveTo>
                <a:lnTo>
                  <a:pt x="245831" y="416885"/>
                </a:lnTo>
                <a:lnTo>
                  <a:pt x="245831" y="404914"/>
                </a:lnTo>
                <a:close/>
                <a:moveTo>
                  <a:pt x="249929" y="404913"/>
                </a:moveTo>
                <a:lnTo>
                  <a:pt x="249929" y="406376"/>
                </a:lnTo>
                <a:lnTo>
                  <a:pt x="248563" y="431599"/>
                </a:lnTo>
                <a:lnTo>
                  <a:pt x="248563" y="419688"/>
                </a:lnTo>
                <a:lnTo>
                  <a:pt x="247197" y="427395"/>
                </a:lnTo>
                <a:lnTo>
                  <a:pt x="247197" y="404914"/>
                </a:lnTo>
                <a:close/>
                <a:moveTo>
                  <a:pt x="253873" y="404912"/>
                </a:moveTo>
                <a:lnTo>
                  <a:pt x="252660" y="426694"/>
                </a:lnTo>
                <a:lnTo>
                  <a:pt x="252660" y="421790"/>
                </a:lnTo>
                <a:lnTo>
                  <a:pt x="252660" y="404913"/>
                </a:lnTo>
                <a:close/>
                <a:moveTo>
                  <a:pt x="256627" y="404912"/>
                </a:moveTo>
                <a:lnTo>
                  <a:pt x="255391" y="430898"/>
                </a:lnTo>
                <a:lnTo>
                  <a:pt x="255391" y="404912"/>
                </a:lnTo>
                <a:close/>
                <a:moveTo>
                  <a:pt x="257493" y="404912"/>
                </a:moveTo>
                <a:lnTo>
                  <a:pt x="256757" y="420389"/>
                </a:lnTo>
                <a:lnTo>
                  <a:pt x="256757" y="404912"/>
                </a:lnTo>
                <a:close/>
                <a:moveTo>
                  <a:pt x="260587" y="404911"/>
                </a:moveTo>
                <a:lnTo>
                  <a:pt x="259489" y="416185"/>
                </a:lnTo>
                <a:lnTo>
                  <a:pt x="259489" y="408478"/>
                </a:lnTo>
                <a:lnTo>
                  <a:pt x="258123" y="414783"/>
                </a:lnTo>
                <a:lnTo>
                  <a:pt x="258123" y="404911"/>
                </a:lnTo>
                <a:close/>
                <a:moveTo>
                  <a:pt x="264952" y="404910"/>
                </a:moveTo>
                <a:lnTo>
                  <a:pt x="264952" y="418287"/>
                </a:lnTo>
                <a:lnTo>
                  <a:pt x="263586" y="409178"/>
                </a:lnTo>
                <a:lnTo>
                  <a:pt x="263586" y="411981"/>
                </a:lnTo>
                <a:lnTo>
                  <a:pt x="262220" y="409178"/>
                </a:lnTo>
                <a:lnTo>
                  <a:pt x="262220" y="414783"/>
                </a:lnTo>
                <a:lnTo>
                  <a:pt x="261727" y="404911"/>
                </a:lnTo>
                <a:lnTo>
                  <a:pt x="262220" y="404910"/>
                </a:lnTo>
                <a:lnTo>
                  <a:pt x="263586" y="404910"/>
                </a:lnTo>
                <a:close/>
                <a:moveTo>
                  <a:pt x="267691" y="404909"/>
                </a:moveTo>
                <a:lnTo>
                  <a:pt x="267683" y="404974"/>
                </a:lnTo>
                <a:lnTo>
                  <a:pt x="267683" y="404909"/>
                </a:lnTo>
                <a:close/>
                <a:moveTo>
                  <a:pt x="272420" y="404908"/>
                </a:moveTo>
                <a:lnTo>
                  <a:pt x="271780" y="424593"/>
                </a:lnTo>
                <a:lnTo>
                  <a:pt x="271780" y="435803"/>
                </a:lnTo>
                <a:lnTo>
                  <a:pt x="270414" y="406376"/>
                </a:lnTo>
                <a:lnTo>
                  <a:pt x="270414" y="409879"/>
                </a:lnTo>
                <a:lnTo>
                  <a:pt x="270056" y="404909"/>
                </a:lnTo>
                <a:close/>
                <a:moveTo>
                  <a:pt x="274512" y="404907"/>
                </a:moveTo>
                <a:lnTo>
                  <a:pt x="274512" y="407076"/>
                </a:lnTo>
                <a:lnTo>
                  <a:pt x="274406" y="404907"/>
                </a:lnTo>
                <a:close/>
                <a:moveTo>
                  <a:pt x="278609" y="404906"/>
                </a:moveTo>
                <a:lnTo>
                  <a:pt x="278609" y="427395"/>
                </a:lnTo>
                <a:lnTo>
                  <a:pt x="277243" y="418287"/>
                </a:lnTo>
                <a:lnTo>
                  <a:pt x="277243" y="405675"/>
                </a:lnTo>
                <a:lnTo>
                  <a:pt x="277186" y="404907"/>
                </a:lnTo>
                <a:close/>
                <a:moveTo>
                  <a:pt x="281340" y="404906"/>
                </a:moveTo>
                <a:lnTo>
                  <a:pt x="281340" y="421089"/>
                </a:lnTo>
                <a:lnTo>
                  <a:pt x="279975" y="414083"/>
                </a:lnTo>
                <a:lnTo>
                  <a:pt x="279975" y="415484"/>
                </a:lnTo>
                <a:lnTo>
                  <a:pt x="278944" y="404906"/>
                </a:lnTo>
                <a:close/>
                <a:moveTo>
                  <a:pt x="282799" y="404905"/>
                </a:moveTo>
                <a:lnTo>
                  <a:pt x="282706" y="406376"/>
                </a:lnTo>
                <a:lnTo>
                  <a:pt x="282706" y="404905"/>
                </a:lnTo>
                <a:close/>
                <a:moveTo>
                  <a:pt x="285437" y="404905"/>
                </a:moveTo>
                <a:lnTo>
                  <a:pt x="285437" y="418987"/>
                </a:lnTo>
                <a:lnTo>
                  <a:pt x="284072" y="405675"/>
                </a:lnTo>
                <a:lnTo>
                  <a:pt x="284072" y="404905"/>
                </a:lnTo>
                <a:close/>
                <a:moveTo>
                  <a:pt x="289102" y="404904"/>
                </a:moveTo>
                <a:lnTo>
                  <a:pt x="288169" y="427395"/>
                </a:lnTo>
                <a:lnTo>
                  <a:pt x="288169" y="420389"/>
                </a:lnTo>
                <a:lnTo>
                  <a:pt x="286803" y="410580"/>
                </a:lnTo>
                <a:lnTo>
                  <a:pt x="286803" y="422491"/>
                </a:lnTo>
                <a:lnTo>
                  <a:pt x="285764" y="404905"/>
                </a:lnTo>
                <a:close/>
                <a:moveTo>
                  <a:pt x="296363" y="404902"/>
                </a:moveTo>
                <a:lnTo>
                  <a:pt x="296363" y="414083"/>
                </a:lnTo>
                <a:lnTo>
                  <a:pt x="294998" y="411280"/>
                </a:lnTo>
                <a:lnTo>
                  <a:pt x="294998" y="422491"/>
                </a:lnTo>
                <a:lnTo>
                  <a:pt x="293632" y="409879"/>
                </a:lnTo>
                <a:lnTo>
                  <a:pt x="293632" y="422491"/>
                </a:lnTo>
                <a:lnTo>
                  <a:pt x="292266" y="418287"/>
                </a:lnTo>
                <a:lnTo>
                  <a:pt x="292266" y="416185"/>
                </a:lnTo>
                <a:lnTo>
                  <a:pt x="290900" y="418287"/>
                </a:lnTo>
                <a:lnTo>
                  <a:pt x="290900" y="428796"/>
                </a:lnTo>
                <a:lnTo>
                  <a:pt x="290226" y="404904"/>
                </a:lnTo>
                <a:lnTo>
                  <a:pt x="290900" y="404903"/>
                </a:lnTo>
                <a:close/>
                <a:moveTo>
                  <a:pt x="310021" y="404899"/>
                </a:moveTo>
                <a:lnTo>
                  <a:pt x="310021" y="420389"/>
                </a:lnTo>
                <a:lnTo>
                  <a:pt x="308655" y="427395"/>
                </a:lnTo>
                <a:lnTo>
                  <a:pt x="308655" y="424593"/>
                </a:lnTo>
                <a:lnTo>
                  <a:pt x="307289" y="431599"/>
                </a:lnTo>
                <a:lnTo>
                  <a:pt x="307289" y="415484"/>
                </a:lnTo>
                <a:lnTo>
                  <a:pt x="305923" y="438605"/>
                </a:lnTo>
                <a:lnTo>
                  <a:pt x="305923" y="404974"/>
                </a:lnTo>
                <a:lnTo>
                  <a:pt x="304558" y="427395"/>
                </a:lnTo>
                <a:lnTo>
                  <a:pt x="304558" y="410580"/>
                </a:lnTo>
                <a:lnTo>
                  <a:pt x="303192" y="412682"/>
                </a:lnTo>
                <a:lnTo>
                  <a:pt x="303192" y="437204"/>
                </a:lnTo>
                <a:lnTo>
                  <a:pt x="303192" y="440007"/>
                </a:lnTo>
                <a:lnTo>
                  <a:pt x="301826" y="424593"/>
                </a:lnTo>
                <a:lnTo>
                  <a:pt x="301826" y="404974"/>
                </a:lnTo>
                <a:lnTo>
                  <a:pt x="300461" y="422491"/>
                </a:lnTo>
                <a:lnTo>
                  <a:pt x="300461" y="404974"/>
                </a:lnTo>
                <a:lnTo>
                  <a:pt x="299095" y="436504"/>
                </a:lnTo>
                <a:lnTo>
                  <a:pt x="299095" y="410580"/>
                </a:lnTo>
                <a:lnTo>
                  <a:pt x="297729" y="426694"/>
                </a:lnTo>
                <a:lnTo>
                  <a:pt x="297729" y="404902"/>
                </a:lnTo>
                <a:lnTo>
                  <a:pt x="299095" y="404901"/>
                </a:lnTo>
                <a:close/>
                <a:moveTo>
                  <a:pt x="311386" y="404898"/>
                </a:moveTo>
                <a:lnTo>
                  <a:pt x="311386" y="423892"/>
                </a:lnTo>
                <a:lnTo>
                  <a:pt x="310298" y="404899"/>
                </a:lnTo>
                <a:close/>
                <a:moveTo>
                  <a:pt x="312752" y="404898"/>
                </a:moveTo>
                <a:lnTo>
                  <a:pt x="312752" y="407777"/>
                </a:lnTo>
                <a:lnTo>
                  <a:pt x="312752" y="431599"/>
                </a:lnTo>
                <a:lnTo>
                  <a:pt x="311482" y="404898"/>
                </a:lnTo>
                <a:close/>
                <a:moveTo>
                  <a:pt x="318215" y="404897"/>
                </a:moveTo>
                <a:lnTo>
                  <a:pt x="318215" y="414083"/>
                </a:lnTo>
                <a:lnTo>
                  <a:pt x="316849" y="424593"/>
                </a:lnTo>
                <a:lnTo>
                  <a:pt x="316849" y="410580"/>
                </a:lnTo>
                <a:lnTo>
                  <a:pt x="315484" y="418287"/>
                </a:lnTo>
                <a:lnTo>
                  <a:pt x="315484" y="407076"/>
                </a:lnTo>
                <a:lnTo>
                  <a:pt x="314118" y="427395"/>
                </a:lnTo>
                <a:lnTo>
                  <a:pt x="314118" y="451217"/>
                </a:lnTo>
                <a:lnTo>
                  <a:pt x="313017" y="404898"/>
                </a:lnTo>
                <a:close/>
                <a:moveTo>
                  <a:pt x="323678" y="404895"/>
                </a:moveTo>
                <a:lnTo>
                  <a:pt x="323678" y="410580"/>
                </a:lnTo>
                <a:lnTo>
                  <a:pt x="323678" y="421089"/>
                </a:lnTo>
                <a:lnTo>
                  <a:pt x="322312" y="409879"/>
                </a:lnTo>
                <a:lnTo>
                  <a:pt x="322312" y="421790"/>
                </a:lnTo>
                <a:lnTo>
                  <a:pt x="320946" y="422491"/>
                </a:lnTo>
                <a:lnTo>
                  <a:pt x="320946" y="421790"/>
                </a:lnTo>
                <a:lnTo>
                  <a:pt x="319581" y="410580"/>
                </a:lnTo>
                <a:lnTo>
                  <a:pt x="319581" y="411280"/>
                </a:lnTo>
                <a:lnTo>
                  <a:pt x="318890" y="404897"/>
                </a:lnTo>
                <a:close/>
                <a:moveTo>
                  <a:pt x="325945" y="404895"/>
                </a:moveTo>
                <a:lnTo>
                  <a:pt x="325044" y="419688"/>
                </a:lnTo>
                <a:lnTo>
                  <a:pt x="325044" y="404895"/>
                </a:lnTo>
                <a:close/>
                <a:moveTo>
                  <a:pt x="330507" y="404894"/>
                </a:moveTo>
                <a:lnTo>
                  <a:pt x="330507" y="416885"/>
                </a:lnTo>
                <a:lnTo>
                  <a:pt x="329141" y="409178"/>
                </a:lnTo>
                <a:lnTo>
                  <a:pt x="329141" y="413382"/>
                </a:lnTo>
                <a:lnTo>
                  <a:pt x="329141" y="418987"/>
                </a:lnTo>
                <a:lnTo>
                  <a:pt x="327775" y="441408"/>
                </a:lnTo>
                <a:lnTo>
                  <a:pt x="327775" y="444211"/>
                </a:lnTo>
                <a:lnTo>
                  <a:pt x="326409" y="420389"/>
                </a:lnTo>
                <a:lnTo>
                  <a:pt x="326409" y="404895"/>
                </a:lnTo>
                <a:lnTo>
                  <a:pt x="329141" y="404894"/>
                </a:lnTo>
                <a:close/>
                <a:moveTo>
                  <a:pt x="331872" y="404893"/>
                </a:moveTo>
                <a:lnTo>
                  <a:pt x="331872" y="409879"/>
                </a:lnTo>
                <a:lnTo>
                  <a:pt x="331872" y="444911"/>
                </a:lnTo>
                <a:lnTo>
                  <a:pt x="330615" y="404894"/>
                </a:lnTo>
                <a:close/>
                <a:moveTo>
                  <a:pt x="333238" y="404893"/>
                </a:moveTo>
                <a:lnTo>
                  <a:pt x="333238" y="434402"/>
                </a:lnTo>
                <a:lnTo>
                  <a:pt x="332014" y="404893"/>
                </a:lnTo>
                <a:close/>
                <a:moveTo>
                  <a:pt x="335790" y="404893"/>
                </a:moveTo>
                <a:lnTo>
                  <a:pt x="334604" y="418287"/>
                </a:lnTo>
                <a:lnTo>
                  <a:pt x="334604" y="407777"/>
                </a:lnTo>
                <a:lnTo>
                  <a:pt x="334273" y="404893"/>
                </a:lnTo>
                <a:close/>
                <a:moveTo>
                  <a:pt x="338701" y="404892"/>
                </a:moveTo>
                <a:lnTo>
                  <a:pt x="338701" y="423892"/>
                </a:lnTo>
                <a:lnTo>
                  <a:pt x="337335" y="417586"/>
                </a:lnTo>
                <a:lnTo>
                  <a:pt x="337335" y="408478"/>
                </a:lnTo>
                <a:lnTo>
                  <a:pt x="335969" y="409178"/>
                </a:lnTo>
                <a:lnTo>
                  <a:pt x="335969" y="404892"/>
                </a:lnTo>
                <a:close/>
                <a:moveTo>
                  <a:pt x="341443" y="404891"/>
                </a:moveTo>
                <a:lnTo>
                  <a:pt x="341432" y="404974"/>
                </a:lnTo>
                <a:lnTo>
                  <a:pt x="341432" y="416885"/>
                </a:lnTo>
                <a:lnTo>
                  <a:pt x="340067" y="409879"/>
                </a:lnTo>
                <a:lnTo>
                  <a:pt x="340067" y="423191"/>
                </a:lnTo>
                <a:lnTo>
                  <a:pt x="339048" y="404892"/>
                </a:lnTo>
                <a:lnTo>
                  <a:pt x="341432" y="404891"/>
                </a:lnTo>
                <a:close/>
                <a:moveTo>
                  <a:pt x="345530" y="404890"/>
                </a:moveTo>
                <a:lnTo>
                  <a:pt x="345530" y="414783"/>
                </a:lnTo>
                <a:lnTo>
                  <a:pt x="344164" y="423191"/>
                </a:lnTo>
                <a:lnTo>
                  <a:pt x="344164" y="412682"/>
                </a:lnTo>
                <a:lnTo>
                  <a:pt x="342798" y="416885"/>
                </a:lnTo>
                <a:lnTo>
                  <a:pt x="342798" y="404891"/>
                </a:lnTo>
                <a:close/>
                <a:moveTo>
                  <a:pt x="346895" y="404890"/>
                </a:moveTo>
                <a:lnTo>
                  <a:pt x="346895" y="421790"/>
                </a:lnTo>
                <a:lnTo>
                  <a:pt x="345954" y="404890"/>
                </a:lnTo>
                <a:close/>
                <a:moveTo>
                  <a:pt x="350993" y="404889"/>
                </a:moveTo>
                <a:lnTo>
                  <a:pt x="350993" y="424593"/>
                </a:lnTo>
                <a:lnTo>
                  <a:pt x="349627" y="418287"/>
                </a:lnTo>
                <a:lnTo>
                  <a:pt x="349627" y="404889"/>
                </a:lnTo>
                <a:close/>
                <a:moveTo>
                  <a:pt x="352891" y="404888"/>
                </a:moveTo>
                <a:lnTo>
                  <a:pt x="352358" y="407076"/>
                </a:lnTo>
                <a:lnTo>
                  <a:pt x="352358" y="404888"/>
                </a:lnTo>
                <a:close/>
                <a:moveTo>
                  <a:pt x="354169" y="404888"/>
                </a:moveTo>
                <a:lnTo>
                  <a:pt x="353724" y="421790"/>
                </a:lnTo>
                <a:lnTo>
                  <a:pt x="353724" y="404888"/>
                </a:lnTo>
                <a:close/>
                <a:moveTo>
                  <a:pt x="358586" y="404887"/>
                </a:moveTo>
                <a:lnTo>
                  <a:pt x="357821" y="415484"/>
                </a:lnTo>
                <a:lnTo>
                  <a:pt x="357821" y="404887"/>
                </a:lnTo>
                <a:close/>
                <a:moveTo>
                  <a:pt x="361918" y="404886"/>
                </a:moveTo>
                <a:lnTo>
                  <a:pt x="361918" y="404974"/>
                </a:lnTo>
                <a:lnTo>
                  <a:pt x="361918" y="416885"/>
                </a:lnTo>
                <a:lnTo>
                  <a:pt x="360553" y="410580"/>
                </a:lnTo>
                <a:lnTo>
                  <a:pt x="360553" y="404886"/>
                </a:lnTo>
                <a:close/>
                <a:moveTo>
                  <a:pt x="363284" y="404886"/>
                </a:moveTo>
                <a:lnTo>
                  <a:pt x="363284" y="427395"/>
                </a:lnTo>
                <a:lnTo>
                  <a:pt x="362527" y="404886"/>
                </a:lnTo>
                <a:close/>
                <a:moveTo>
                  <a:pt x="366016" y="404885"/>
                </a:moveTo>
                <a:lnTo>
                  <a:pt x="366016" y="425994"/>
                </a:lnTo>
                <a:lnTo>
                  <a:pt x="364650" y="416185"/>
                </a:lnTo>
                <a:lnTo>
                  <a:pt x="364650" y="408478"/>
                </a:lnTo>
                <a:lnTo>
                  <a:pt x="364650" y="404885"/>
                </a:lnTo>
                <a:close/>
                <a:moveTo>
                  <a:pt x="368747" y="404884"/>
                </a:moveTo>
                <a:lnTo>
                  <a:pt x="368747" y="406376"/>
                </a:lnTo>
                <a:lnTo>
                  <a:pt x="368747" y="420389"/>
                </a:lnTo>
                <a:lnTo>
                  <a:pt x="367381" y="420389"/>
                </a:lnTo>
                <a:lnTo>
                  <a:pt x="367381" y="404885"/>
                </a:lnTo>
                <a:close/>
                <a:moveTo>
                  <a:pt x="372844" y="404883"/>
                </a:moveTo>
                <a:lnTo>
                  <a:pt x="372844" y="440007"/>
                </a:lnTo>
                <a:lnTo>
                  <a:pt x="371478" y="404974"/>
                </a:lnTo>
                <a:lnTo>
                  <a:pt x="370113" y="423191"/>
                </a:lnTo>
                <a:lnTo>
                  <a:pt x="370113" y="404974"/>
                </a:lnTo>
                <a:lnTo>
                  <a:pt x="370109" y="404884"/>
                </a:lnTo>
                <a:close/>
                <a:moveTo>
                  <a:pt x="376941" y="404883"/>
                </a:moveTo>
                <a:lnTo>
                  <a:pt x="376941" y="416885"/>
                </a:lnTo>
                <a:lnTo>
                  <a:pt x="375576" y="404974"/>
                </a:lnTo>
                <a:lnTo>
                  <a:pt x="375576" y="404883"/>
                </a:lnTo>
                <a:close/>
                <a:moveTo>
                  <a:pt x="381924" y="404881"/>
                </a:moveTo>
                <a:lnTo>
                  <a:pt x="381039" y="409879"/>
                </a:lnTo>
                <a:lnTo>
                  <a:pt x="379957" y="404882"/>
                </a:lnTo>
                <a:close/>
                <a:moveTo>
                  <a:pt x="383812" y="404881"/>
                </a:moveTo>
                <a:lnTo>
                  <a:pt x="383770" y="405675"/>
                </a:lnTo>
                <a:lnTo>
                  <a:pt x="383770" y="411981"/>
                </a:lnTo>
                <a:lnTo>
                  <a:pt x="382404" y="409879"/>
                </a:lnTo>
                <a:lnTo>
                  <a:pt x="382404" y="404881"/>
                </a:lnTo>
                <a:lnTo>
                  <a:pt x="383770" y="404881"/>
                </a:lnTo>
                <a:close/>
                <a:moveTo>
                  <a:pt x="386043" y="404880"/>
                </a:moveTo>
                <a:lnTo>
                  <a:pt x="385136" y="440707"/>
                </a:lnTo>
                <a:lnTo>
                  <a:pt x="385136" y="404881"/>
                </a:lnTo>
                <a:close/>
                <a:moveTo>
                  <a:pt x="390599" y="404879"/>
                </a:moveTo>
                <a:lnTo>
                  <a:pt x="390599" y="419688"/>
                </a:lnTo>
                <a:lnTo>
                  <a:pt x="389233" y="414083"/>
                </a:lnTo>
                <a:lnTo>
                  <a:pt x="389233" y="408478"/>
                </a:lnTo>
                <a:lnTo>
                  <a:pt x="387867" y="407777"/>
                </a:lnTo>
                <a:lnTo>
                  <a:pt x="387867" y="432300"/>
                </a:lnTo>
                <a:lnTo>
                  <a:pt x="387092" y="404880"/>
                </a:lnTo>
                <a:close/>
                <a:moveTo>
                  <a:pt x="393990" y="404878"/>
                </a:moveTo>
                <a:lnTo>
                  <a:pt x="393330" y="411981"/>
                </a:lnTo>
                <a:lnTo>
                  <a:pt x="393330" y="404879"/>
                </a:lnTo>
                <a:close/>
                <a:moveTo>
                  <a:pt x="396062" y="404878"/>
                </a:moveTo>
                <a:lnTo>
                  <a:pt x="396062" y="410580"/>
                </a:lnTo>
                <a:lnTo>
                  <a:pt x="394696" y="409178"/>
                </a:lnTo>
                <a:lnTo>
                  <a:pt x="394696" y="404878"/>
                </a:lnTo>
                <a:close/>
                <a:moveTo>
                  <a:pt x="398793" y="404877"/>
                </a:moveTo>
                <a:lnTo>
                  <a:pt x="398793" y="422491"/>
                </a:lnTo>
                <a:lnTo>
                  <a:pt x="398062" y="404877"/>
                </a:lnTo>
                <a:close/>
                <a:moveTo>
                  <a:pt x="401200" y="404877"/>
                </a:moveTo>
                <a:lnTo>
                  <a:pt x="400159" y="411280"/>
                </a:lnTo>
                <a:lnTo>
                  <a:pt x="400159" y="404877"/>
                </a:lnTo>
                <a:close/>
                <a:moveTo>
                  <a:pt x="403557" y="404876"/>
                </a:moveTo>
                <a:lnTo>
                  <a:pt x="402890" y="415484"/>
                </a:lnTo>
                <a:lnTo>
                  <a:pt x="402890" y="410580"/>
                </a:lnTo>
                <a:lnTo>
                  <a:pt x="402427" y="404876"/>
                </a:lnTo>
                <a:close/>
                <a:moveTo>
                  <a:pt x="406805" y="404875"/>
                </a:moveTo>
                <a:lnTo>
                  <a:pt x="405622" y="431599"/>
                </a:lnTo>
                <a:lnTo>
                  <a:pt x="405622" y="428796"/>
                </a:lnTo>
                <a:lnTo>
                  <a:pt x="404256" y="418987"/>
                </a:lnTo>
                <a:lnTo>
                  <a:pt x="404256" y="404876"/>
                </a:lnTo>
                <a:close/>
                <a:moveTo>
                  <a:pt x="408353" y="404875"/>
                </a:moveTo>
                <a:lnTo>
                  <a:pt x="408353" y="440707"/>
                </a:lnTo>
                <a:lnTo>
                  <a:pt x="407480" y="404875"/>
                </a:lnTo>
                <a:close/>
                <a:moveTo>
                  <a:pt x="416548" y="404873"/>
                </a:moveTo>
                <a:lnTo>
                  <a:pt x="416548" y="432300"/>
                </a:lnTo>
                <a:lnTo>
                  <a:pt x="416548" y="437204"/>
                </a:lnTo>
                <a:lnTo>
                  <a:pt x="415182" y="408478"/>
                </a:lnTo>
                <a:lnTo>
                  <a:pt x="415182" y="412682"/>
                </a:lnTo>
                <a:lnTo>
                  <a:pt x="413816" y="417586"/>
                </a:lnTo>
                <a:lnTo>
                  <a:pt x="413816" y="409879"/>
                </a:lnTo>
                <a:lnTo>
                  <a:pt x="412450" y="410580"/>
                </a:lnTo>
                <a:lnTo>
                  <a:pt x="412450" y="411280"/>
                </a:lnTo>
                <a:lnTo>
                  <a:pt x="411085" y="405675"/>
                </a:lnTo>
                <a:lnTo>
                  <a:pt x="411085" y="418987"/>
                </a:lnTo>
                <a:lnTo>
                  <a:pt x="409719" y="411981"/>
                </a:lnTo>
                <a:lnTo>
                  <a:pt x="409719" y="407777"/>
                </a:lnTo>
                <a:lnTo>
                  <a:pt x="409542" y="404875"/>
                </a:lnTo>
                <a:lnTo>
                  <a:pt x="412450" y="404874"/>
                </a:lnTo>
                <a:close/>
                <a:moveTo>
                  <a:pt x="423376" y="404871"/>
                </a:moveTo>
                <a:lnTo>
                  <a:pt x="423376" y="439306"/>
                </a:lnTo>
                <a:lnTo>
                  <a:pt x="422010" y="408478"/>
                </a:lnTo>
                <a:lnTo>
                  <a:pt x="422010" y="411280"/>
                </a:lnTo>
                <a:lnTo>
                  <a:pt x="420645" y="425293"/>
                </a:lnTo>
                <a:lnTo>
                  <a:pt x="420645" y="421790"/>
                </a:lnTo>
                <a:lnTo>
                  <a:pt x="419279" y="409178"/>
                </a:lnTo>
                <a:lnTo>
                  <a:pt x="419279" y="412682"/>
                </a:lnTo>
                <a:lnTo>
                  <a:pt x="417913" y="416185"/>
                </a:lnTo>
                <a:lnTo>
                  <a:pt x="417913" y="410580"/>
                </a:lnTo>
                <a:lnTo>
                  <a:pt x="416987" y="404873"/>
                </a:lnTo>
                <a:close/>
                <a:moveTo>
                  <a:pt x="425537" y="404871"/>
                </a:moveTo>
                <a:lnTo>
                  <a:pt x="424742" y="410580"/>
                </a:lnTo>
                <a:lnTo>
                  <a:pt x="424742" y="407777"/>
                </a:lnTo>
                <a:lnTo>
                  <a:pt x="424270" y="404871"/>
                </a:lnTo>
                <a:close/>
                <a:moveTo>
                  <a:pt x="434079" y="404869"/>
                </a:moveTo>
                <a:lnTo>
                  <a:pt x="432936" y="429497"/>
                </a:lnTo>
                <a:lnTo>
                  <a:pt x="432936" y="435102"/>
                </a:lnTo>
                <a:lnTo>
                  <a:pt x="431571" y="428796"/>
                </a:lnTo>
                <a:lnTo>
                  <a:pt x="431571" y="435803"/>
                </a:lnTo>
                <a:lnTo>
                  <a:pt x="430205" y="424593"/>
                </a:lnTo>
                <a:lnTo>
                  <a:pt x="430205" y="412682"/>
                </a:lnTo>
                <a:lnTo>
                  <a:pt x="428839" y="425994"/>
                </a:lnTo>
                <a:lnTo>
                  <a:pt x="428839" y="424593"/>
                </a:lnTo>
                <a:lnTo>
                  <a:pt x="427473" y="433701"/>
                </a:lnTo>
                <a:lnTo>
                  <a:pt x="427473" y="442109"/>
                </a:lnTo>
                <a:lnTo>
                  <a:pt x="426264" y="404870"/>
                </a:lnTo>
                <a:close/>
                <a:moveTo>
                  <a:pt x="438725" y="404867"/>
                </a:moveTo>
                <a:lnTo>
                  <a:pt x="438399" y="413382"/>
                </a:lnTo>
                <a:lnTo>
                  <a:pt x="438399" y="423892"/>
                </a:lnTo>
                <a:lnTo>
                  <a:pt x="437033" y="404974"/>
                </a:lnTo>
                <a:lnTo>
                  <a:pt x="437033" y="427395"/>
                </a:lnTo>
                <a:lnTo>
                  <a:pt x="435668" y="412682"/>
                </a:lnTo>
                <a:lnTo>
                  <a:pt x="435668" y="408478"/>
                </a:lnTo>
                <a:lnTo>
                  <a:pt x="435512" y="404868"/>
                </a:lnTo>
                <a:close/>
                <a:moveTo>
                  <a:pt x="441653" y="404867"/>
                </a:moveTo>
                <a:lnTo>
                  <a:pt x="441131" y="414783"/>
                </a:lnTo>
                <a:lnTo>
                  <a:pt x="441131" y="425293"/>
                </a:lnTo>
                <a:lnTo>
                  <a:pt x="440110" y="404867"/>
                </a:lnTo>
                <a:close/>
                <a:moveTo>
                  <a:pt x="443223" y="404866"/>
                </a:moveTo>
                <a:lnTo>
                  <a:pt x="442496" y="423892"/>
                </a:lnTo>
                <a:lnTo>
                  <a:pt x="442496" y="404867"/>
                </a:lnTo>
                <a:close/>
                <a:moveTo>
                  <a:pt x="445228" y="404866"/>
                </a:moveTo>
                <a:lnTo>
                  <a:pt x="445228" y="404974"/>
                </a:lnTo>
                <a:lnTo>
                  <a:pt x="445228" y="422491"/>
                </a:lnTo>
                <a:lnTo>
                  <a:pt x="443956" y="404866"/>
                </a:lnTo>
                <a:close/>
                <a:moveTo>
                  <a:pt x="451410" y="404864"/>
                </a:moveTo>
                <a:lnTo>
                  <a:pt x="450691" y="407076"/>
                </a:lnTo>
                <a:lnTo>
                  <a:pt x="450691" y="431599"/>
                </a:lnTo>
                <a:lnTo>
                  <a:pt x="449325" y="409879"/>
                </a:lnTo>
                <a:lnTo>
                  <a:pt x="449325" y="413382"/>
                </a:lnTo>
                <a:lnTo>
                  <a:pt x="447959" y="416185"/>
                </a:lnTo>
                <a:lnTo>
                  <a:pt x="447959" y="423892"/>
                </a:lnTo>
                <a:lnTo>
                  <a:pt x="446594" y="435803"/>
                </a:lnTo>
                <a:lnTo>
                  <a:pt x="446594" y="404866"/>
                </a:lnTo>
                <a:lnTo>
                  <a:pt x="449325" y="404865"/>
                </a:lnTo>
                <a:close/>
                <a:moveTo>
                  <a:pt x="456127" y="404863"/>
                </a:moveTo>
                <a:lnTo>
                  <a:pt x="454788" y="434402"/>
                </a:lnTo>
                <a:lnTo>
                  <a:pt x="454788" y="411280"/>
                </a:lnTo>
                <a:lnTo>
                  <a:pt x="454788" y="404864"/>
                </a:lnTo>
                <a:close/>
                <a:moveTo>
                  <a:pt x="459496" y="404862"/>
                </a:moveTo>
                <a:lnTo>
                  <a:pt x="458885" y="409879"/>
                </a:lnTo>
                <a:lnTo>
                  <a:pt x="458885" y="425293"/>
                </a:lnTo>
                <a:lnTo>
                  <a:pt x="457519" y="428096"/>
                </a:lnTo>
                <a:lnTo>
                  <a:pt x="457519" y="406376"/>
                </a:lnTo>
                <a:lnTo>
                  <a:pt x="456154" y="407777"/>
                </a:lnTo>
                <a:lnTo>
                  <a:pt x="456154" y="404863"/>
                </a:lnTo>
                <a:lnTo>
                  <a:pt x="458885" y="404863"/>
                </a:lnTo>
                <a:close/>
                <a:moveTo>
                  <a:pt x="464120" y="404861"/>
                </a:moveTo>
                <a:lnTo>
                  <a:pt x="462982" y="411280"/>
                </a:lnTo>
                <a:lnTo>
                  <a:pt x="462982" y="413382"/>
                </a:lnTo>
                <a:lnTo>
                  <a:pt x="462982" y="414083"/>
                </a:lnTo>
                <a:lnTo>
                  <a:pt x="461617" y="406376"/>
                </a:lnTo>
                <a:lnTo>
                  <a:pt x="461617" y="408478"/>
                </a:lnTo>
                <a:lnTo>
                  <a:pt x="460251" y="408478"/>
                </a:lnTo>
                <a:lnTo>
                  <a:pt x="460251" y="404862"/>
                </a:lnTo>
                <a:lnTo>
                  <a:pt x="461617" y="404862"/>
                </a:lnTo>
                <a:close/>
                <a:moveTo>
                  <a:pt x="464810" y="404861"/>
                </a:moveTo>
                <a:lnTo>
                  <a:pt x="464348" y="413382"/>
                </a:lnTo>
                <a:lnTo>
                  <a:pt x="464348" y="404861"/>
                </a:lnTo>
                <a:close/>
                <a:moveTo>
                  <a:pt x="467080" y="404861"/>
                </a:moveTo>
                <a:lnTo>
                  <a:pt x="467080" y="409178"/>
                </a:lnTo>
                <a:lnTo>
                  <a:pt x="465714" y="418987"/>
                </a:lnTo>
                <a:lnTo>
                  <a:pt x="465714" y="404861"/>
                </a:lnTo>
                <a:close/>
                <a:moveTo>
                  <a:pt x="469811" y="404860"/>
                </a:moveTo>
                <a:lnTo>
                  <a:pt x="469811" y="426694"/>
                </a:lnTo>
                <a:lnTo>
                  <a:pt x="468992" y="404860"/>
                </a:lnTo>
                <a:close/>
                <a:moveTo>
                  <a:pt x="475274" y="404859"/>
                </a:moveTo>
                <a:lnTo>
                  <a:pt x="475274" y="409879"/>
                </a:lnTo>
                <a:lnTo>
                  <a:pt x="473908" y="409178"/>
                </a:lnTo>
                <a:lnTo>
                  <a:pt x="473908" y="404859"/>
                </a:lnTo>
                <a:close/>
                <a:moveTo>
                  <a:pt x="480737" y="404857"/>
                </a:moveTo>
                <a:lnTo>
                  <a:pt x="480737" y="412682"/>
                </a:lnTo>
                <a:lnTo>
                  <a:pt x="479371" y="416885"/>
                </a:lnTo>
                <a:lnTo>
                  <a:pt x="479371" y="415484"/>
                </a:lnTo>
                <a:lnTo>
                  <a:pt x="478005" y="421790"/>
                </a:lnTo>
                <a:lnTo>
                  <a:pt x="478005" y="409178"/>
                </a:lnTo>
                <a:lnTo>
                  <a:pt x="476640" y="410580"/>
                </a:lnTo>
                <a:lnTo>
                  <a:pt x="476640" y="404858"/>
                </a:lnTo>
                <a:close/>
                <a:moveTo>
                  <a:pt x="482641" y="404857"/>
                </a:moveTo>
                <a:lnTo>
                  <a:pt x="482103" y="416185"/>
                </a:lnTo>
                <a:lnTo>
                  <a:pt x="482103" y="404857"/>
                </a:lnTo>
                <a:close/>
                <a:moveTo>
                  <a:pt x="486200" y="404856"/>
                </a:moveTo>
                <a:lnTo>
                  <a:pt x="486200" y="417586"/>
                </a:lnTo>
                <a:lnTo>
                  <a:pt x="485529" y="404856"/>
                </a:lnTo>
                <a:close/>
                <a:moveTo>
                  <a:pt x="491663" y="404855"/>
                </a:moveTo>
                <a:lnTo>
                  <a:pt x="491663" y="409178"/>
                </a:lnTo>
                <a:lnTo>
                  <a:pt x="490297" y="410580"/>
                </a:lnTo>
                <a:lnTo>
                  <a:pt x="490297" y="409178"/>
                </a:lnTo>
                <a:lnTo>
                  <a:pt x="488931" y="410580"/>
                </a:lnTo>
                <a:lnTo>
                  <a:pt x="488931" y="404855"/>
                </a:lnTo>
                <a:close/>
                <a:moveTo>
                  <a:pt x="494394" y="404854"/>
                </a:moveTo>
                <a:lnTo>
                  <a:pt x="494394" y="409178"/>
                </a:lnTo>
                <a:lnTo>
                  <a:pt x="494394" y="412682"/>
                </a:lnTo>
                <a:lnTo>
                  <a:pt x="493028" y="409879"/>
                </a:lnTo>
                <a:lnTo>
                  <a:pt x="493028" y="404854"/>
                </a:lnTo>
                <a:close/>
                <a:moveTo>
                  <a:pt x="498491" y="404853"/>
                </a:moveTo>
                <a:lnTo>
                  <a:pt x="498491" y="407777"/>
                </a:lnTo>
                <a:lnTo>
                  <a:pt x="497126" y="410580"/>
                </a:lnTo>
                <a:lnTo>
                  <a:pt x="497126" y="404853"/>
                </a:lnTo>
                <a:close/>
                <a:moveTo>
                  <a:pt x="503776" y="404852"/>
                </a:moveTo>
                <a:lnTo>
                  <a:pt x="502589" y="413382"/>
                </a:lnTo>
                <a:lnTo>
                  <a:pt x="502589" y="422491"/>
                </a:lnTo>
                <a:lnTo>
                  <a:pt x="501223" y="414083"/>
                </a:lnTo>
                <a:lnTo>
                  <a:pt x="501223" y="404974"/>
                </a:lnTo>
                <a:lnTo>
                  <a:pt x="501218" y="404852"/>
                </a:lnTo>
                <a:close/>
                <a:moveTo>
                  <a:pt x="505320" y="404851"/>
                </a:moveTo>
                <a:lnTo>
                  <a:pt x="505320" y="410580"/>
                </a:lnTo>
                <a:lnTo>
                  <a:pt x="505087" y="404851"/>
                </a:lnTo>
                <a:close/>
                <a:moveTo>
                  <a:pt x="508455" y="404850"/>
                </a:moveTo>
                <a:lnTo>
                  <a:pt x="508051" y="411280"/>
                </a:lnTo>
                <a:lnTo>
                  <a:pt x="507852" y="404851"/>
                </a:lnTo>
                <a:close/>
                <a:moveTo>
                  <a:pt x="511342" y="404850"/>
                </a:moveTo>
                <a:lnTo>
                  <a:pt x="510783" y="410580"/>
                </a:lnTo>
                <a:lnTo>
                  <a:pt x="510783" y="404850"/>
                </a:lnTo>
                <a:close/>
                <a:moveTo>
                  <a:pt x="517611" y="404848"/>
                </a:moveTo>
                <a:lnTo>
                  <a:pt x="517611" y="405675"/>
                </a:lnTo>
                <a:lnTo>
                  <a:pt x="516246" y="409879"/>
                </a:lnTo>
                <a:lnTo>
                  <a:pt x="516246" y="404849"/>
                </a:lnTo>
                <a:close/>
                <a:moveTo>
                  <a:pt x="518977" y="404848"/>
                </a:moveTo>
                <a:lnTo>
                  <a:pt x="518977" y="419688"/>
                </a:lnTo>
                <a:lnTo>
                  <a:pt x="518288" y="404848"/>
                </a:lnTo>
                <a:close/>
                <a:moveTo>
                  <a:pt x="520343" y="404848"/>
                </a:moveTo>
                <a:lnTo>
                  <a:pt x="520343" y="408478"/>
                </a:lnTo>
                <a:lnTo>
                  <a:pt x="520343" y="414083"/>
                </a:lnTo>
                <a:lnTo>
                  <a:pt x="519218" y="404848"/>
                </a:lnTo>
                <a:close/>
                <a:moveTo>
                  <a:pt x="523074" y="404847"/>
                </a:moveTo>
                <a:lnTo>
                  <a:pt x="523074" y="428796"/>
                </a:lnTo>
                <a:lnTo>
                  <a:pt x="521709" y="409178"/>
                </a:lnTo>
                <a:lnTo>
                  <a:pt x="521709" y="406376"/>
                </a:lnTo>
                <a:lnTo>
                  <a:pt x="521579" y="404847"/>
                </a:lnTo>
                <a:close/>
                <a:moveTo>
                  <a:pt x="526010" y="404846"/>
                </a:moveTo>
                <a:lnTo>
                  <a:pt x="525806" y="407777"/>
                </a:lnTo>
                <a:lnTo>
                  <a:pt x="524440" y="414783"/>
                </a:lnTo>
                <a:lnTo>
                  <a:pt x="524440" y="404847"/>
                </a:lnTo>
                <a:close/>
                <a:moveTo>
                  <a:pt x="529054" y="404845"/>
                </a:moveTo>
                <a:lnTo>
                  <a:pt x="528537" y="409879"/>
                </a:lnTo>
                <a:lnTo>
                  <a:pt x="528537" y="409178"/>
                </a:lnTo>
                <a:lnTo>
                  <a:pt x="527599" y="404846"/>
                </a:lnTo>
                <a:close/>
                <a:moveTo>
                  <a:pt x="532186" y="404845"/>
                </a:moveTo>
                <a:lnTo>
                  <a:pt x="531269" y="423191"/>
                </a:lnTo>
                <a:lnTo>
                  <a:pt x="531269" y="410580"/>
                </a:lnTo>
                <a:lnTo>
                  <a:pt x="529903" y="427395"/>
                </a:lnTo>
                <a:lnTo>
                  <a:pt x="529903" y="404845"/>
                </a:lnTo>
                <a:close/>
                <a:moveTo>
                  <a:pt x="534000" y="404844"/>
                </a:moveTo>
                <a:lnTo>
                  <a:pt x="534000" y="408478"/>
                </a:lnTo>
                <a:lnTo>
                  <a:pt x="532635" y="423191"/>
                </a:lnTo>
                <a:lnTo>
                  <a:pt x="532635" y="404845"/>
                </a:lnTo>
                <a:close/>
                <a:moveTo>
                  <a:pt x="535968" y="404844"/>
                </a:moveTo>
                <a:lnTo>
                  <a:pt x="535366" y="427395"/>
                </a:lnTo>
                <a:lnTo>
                  <a:pt x="535366" y="416885"/>
                </a:lnTo>
                <a:lnTo>
                  <a:pt x="534820" y="404844"/>
                </a:lnTo>
                <a:close/>
                <a:moveTo>
                  <a:pt x="539463" y="404843"/>
                </a:moveTo>
                <a:lnTo>
                  <a:pt x="539463" y="448415"/>
                </a:lnTo>
                <a:lnTo>
                  <a:pt x="538097" y="433000"/>
                </a:lnTo>
                <a:lnTo>
                  <a:pt x="538097" y="470835"/>
                </a:lnTo>
                <a:lnTo>
                  <a:pt x="536732" y="450516"/>
                </a:lnTo>
                <a:lnTo>
                  <a:pt x="536732" y="404844"/>
                </a:lnTo>
                <a:close/>
                <a:moveTo>
                  <a:pt x="542195" y="404842"/>
                </a:moveTo>
                <a:lnTo>
                  <a:pt x="542195" y="463829"/>
                </a:lnTo>
                <a:lnTo>
                  <a:pt x="540829" y="440007"/>
                </a:lnTo>
                <a:lnTo>
                  <a:pt x="540829" y="414783"/>
                </a:lnTo>
                <a:lnTo>
                  <a:pt x="539860" y="404843"/>
                </a:lnTo>
                <a:close/>
                <a:moveTo>
                  <a:pt x="549023" y="404841"/>
                </a:moveTo>
                <a:lnTo>
                  <a:pt x="549023" y="488351"/>
                </a:lnTo>
                <a:lnTo>
                  <a:pt x="547658" y="414783"/>
                </a:lnTo>
                <a:lnTo>
                  <a:pt x="547658" y="418987"/>
                </a:lnTo>
                <a:lnTo>
                  <a:pt x="546292" y="430198"/>
                </a:lnTo>
                <a:lnTo>
                  <a:pt x="546292" y="456122"/>
                </a:lnTo>
                <a:lnTo>
                  <a:pt x="544926" y="486950"/>
                </a:lnTo>
                <a:lnTo>
                  <a:pt x="544926" y="467332"/>
                </a:lnTo>
                <a:lnTo>
                  <a:pt x="544140" y="404842"/>
                </a:lnTo>
                <a:close/>
                <a:moveTo>
                  <a:pt x="550389" y="404840"/>
                </a:moveTo>
                <a:lnTo>
                  <a:pt x="550389" y="435803"/>
                </a:lnTo>
                <a:lnTo>
                  <a:pt x="549803" y="404840"/>
                </a:lnTo>
                <a:close/>
                <a:moveTo>
                  <a:pt x="552847" y="404840"/>
                </a:moveTo>
                <a:lnTo>
                  <a:pt x="551755" y="409879"/>
                </a:lnTo>
                <a:lnTo>
                  <a:pt x="551755" y="415484"/>
                </a:lnTo>
                <a:lnTo>
                  <a:pt x="551378" y="404840"/>
                </a:lnTo>
                <a:close/>
                <a:moveTo>
                  <a:pt x="555350" y="404839"/>
                </a:moveTo>
                <a:lnTo>
                  <a:pt x="554486" y="423892"/>
                </a:lnTo>
                <a:lnTo>
                  <a:pt x="554486" y="404839"/>
                </a:lnTo>
                <a:close/>
                <a:moveTo>
                  <a:pt x="556378" y="404839"/>
                </a:moveTo>
                <a:lnTo>
                  <a:pt x="555852" y="440707"/>
                </a:lnTo>
                <a:lnTo>
                  <a:pt x="555852" y="404839"/>
                </a:lnTo>
                <a:close/>
                <a:moveTo>
                  <a:pt x="563812" y="404837"/>
                </a:moveTo>
                <a:lnTo>
                  <a:pt x="562681" y="546505"/>
                </a:lnTo>
                <a:lnTo>
                  <a:pt x="562681" y="608162"/>
                </a:lnTo>
                <a:lnTo>
                  <a:pt x="561315" y="465931"/>
                </a:lnTo>
                <a:lnTo>
                  <a:pt x="559949" y="479944"/>
                </a:lnTo>
                <a:lnTo>
                  <a:pt x="559949" y="426694"/>
                </a:lnTo>
                <a:lnTo>
                  <a:pt x="558583" y="529690"/>
                </a:lnTo>
                <a:lnTo>
                  <a:pt x="558583" y="437905"/>
                </a:lnTo>
                <a:lnTo>
                  <a:pt x="558195" y="404838"/>
                </a:lnTo>
                <a:lnTo>
                  <a:pt x="559949" y="404838"/>
                </a:lnTo>
                <a:close/>
                <a:moveTo>
                  <a:pt x="567508" y="404836"/>
                </a:moveTo>
                <a:lnTo>
                  <a:pt x="566778" y="508670"/>
                </a:lnTo>
                <a:lnTo>
                  <a:pt x="566778" y="425994"/>
                </a:lnTo>
                <a:lnTo>
                  <a:pt x="565412" y="429497"/>
                </a:lnTo>
                <a:lnTo>
                  <a:pt x="565412" y="404837"/>
                </a:lnTo>
                <a:close/>
                <a:moveTo>
                  <a:pt x="570820" y="404835"/>
                </a:moveTo>
                <a:lnTo>
                  <a:pt x="569509" y="418287"/>
                </a:lnTo>
                <a:lnTo>
                  <a:pt x="569509" y="437204"/>
                </a:lnTo>
                <a:lnTo>
                  <a:pt x="568941" y="404836"/>
                </a:lnTo>
                <a:close/>
                <a:moveTo>
                  <a:pt x="573606" y="404835"/>
                </a:moveTo>
                <a:lnTo>
                  <a:pt x="573606" y="434402"/>
                </a:lnTo>
                <a:lnTo>
                  <a:pt x="572241" y="487651"/>
                </a:lnTo>
                <a:lnTo>
                  <a:pt x="572241" y="465230"/>
                </a:lnTo>
                <a:lnTo>
                  <a:pt x="570875" y="435102"/>
                </a:lnTo>
                <a:lnTo>
                  <a:pt x="570875" y="404835"/>
                </a:lnTo>
                <a:close/>
                <a:moveTo>
                  <a:pt x="575737" y="404834"/>
                </a:moveTo>
                <a:lnTo>
                  <a:pt x="574972" y="451918"/>
                </a:lnTo>
                <a:lnTo>
                  <a:pt x="574972" y="404834"/>
                </a:lnTo>
                <a:close/>
                <a:moveTo>
                  <a:pt x="578350" y="404833"/>
                </a:moveTo>
                <a:lnTo>
                  <a:pt x="577704" y="451217"/>
                </a:lnTo>
                <a:lnTo>
                  <a:pt x="577704" y="404834"/>
                </a:lnTo>
                <a:close/>
                <a:moveTo>
                  <a:pt x="581801" y="404833"/>
                </a:moveTo>
                <a:lnTo>
                  <a:pt x="581801" y="436504"/>
                </a:lnTo>
                <a:lnTo>
                  <a:pt x="581420" y="404833"/>
                </a:lnTo>
                <a:close/>
                <a:moveTo>
                  <a:pt x="584532" y="404832"/>
                </a:moveTo>
                <a:lnTo>
                  <a:pt x="584532" y="444211"/>
                </a:lnTo>
                <a:lnTo>
                  <a:pt x="584264" y="404832"/>
                </a:lnTo>
                <a:close/>
                <a:moveTo>
                  <a:pt x="587264" y="404831"/>
                </a:moveTo>
                <a:lnTo>
                  <a:pt x="587264" y="411981"/>
                </a:lnTo>
                <a:lnTo>
                  <a:pt x="585898" y="425293"/>
                </a:lnTo>
                <a:lnTo>
                  <a:pt x="585898" y="404832"/>
                </a:lnTo>
                <a:close/>
                <a:moveTo>
                  <a:pt x="589388" y="404831"/>
                </a:moveTo>
                <a:lnTo>
                  <a:pt x="588629" y="427395"/>
                </a:lnTo>
                <a:lnTo>
                  <a:pt x="588629" y="404831"/>
                </a:lnTo>
                <a:close/>
                <a:moveTo>
                  <a:pt x="594092" y="404830"/>
                </a:moveTo>
                <a:lnTo>
                  <a:pt x="594092" y="498861"/>
                </a:lnTo>
                <a:lnTo>
                  <a:pt x="592829" y="404830"/>
                </a:lnTo>
                <a:close/>
                <a:moveTo>
                  <a:pt x="595458" y="404829"/>
                </a:moveTo>
                <a:lnTo>
                  <a:pt x="595458" y="411280"/>
                </a:lnTo>
                <a:lnTo>
                  <a:pt x="595350" y="404829"/>
                </a:lnTo>
                <a:close/>
                <a:moveTo>
                  <a:pt x="597674" y="404829"/>
                </a:moveTo>
                <a:lnTo>
                  <a:pt x="596824" y="480644"/>
                </a:lnTo>
                <a:lnTo>
                  <a:pt x="596824" y="463829"/>
                </a:lnTo>
                <a:lnTo>
                  <a:pt x="596426" y="404829"/>
                </a:lnTo>
                <a:close/>
                <a:moveTo>
                  <a:pt x="599555" y="404828"/>
                </a:moveTo>
                <a:lnTo>
                  <a:pt x="599555" y="407076"/>
                </a:lnTo>
                <a:lnTo>
                  <a:pt x="599535" y="404828"/>
                </a:lnTo>
                <a:close/>
                <a:moveTo>
                  <a:pt x="603653" y="404827"/>
                </a:moveTo>
                <a:lnTo>
                  <a:pt x="603653" y="486249"/>
                </a:lnTo>
                <a:lnTo>
                  <a:pt x="602963" y="404827"/>
                </a:lnTo>
                <a:close/>
                <a:moveTo>
                  <a:pt x="605018" y="404827"/>
                </a:moveTo>
                <a:lnTo>
                  <a:pt x="605018" y="417586"/>
                </a:lnTo>
                <a:lnTo>
                  <a:pt x="604899" y="404827"/>
                </a:lnTo>
                <a:close/>
                <a:moveTo>
                  <a:pt x="608230" y="404826"/>
                </a:moveTo>
                <a:lnTo>
                  <a:pt x="607750" y="421089"/>
                </a:lnTo>
                <a:lnTo>
                  <a:pt x="607750" y="411981"/>
                </a:lnTo>
                <a:lnTo>
                  <a:pt x="607584" y="404826"/>
                </a:lnTo>
                <a:close/>
                <a:moveTo>
                  <a:pt x="611847" y="404825"/>
                </a:moveTo>
                <a:lnTo>
                  <a:pt x="611847" y="580837"/>
                </a:lnTo>
                <a:lnTo>
                  <a:pt x="610932" y="404826"/>
                </a:lnTo>
                <a:close/>
                <a:moveTo>
                  <a:pt x="614578" y="404825"/>
                </a:moveTo>
                <a:lnTo>
                  <a:pt x="614578" y="470135"/>
                </a:lnTo>
                <a:lnTo>
                  <a:pt x="613213" y="457523"/>
                </a:lnTo>
                <a:lnTo>
                  <a:pt x="613213" y="500963"/>
                </a:lnTo>
                <a:lnTo>
                  <a:pt x="612588" y="404825"/>
                </a:lnTo>
                <a:lnTo>
                  <a:pt x="613213" y="404825"/>
                </a:lnTo>
                <a:close/>
                <a:moveTo>
                  <a:pt x="615944" y="404824"/>
                </a:moveTo>
                <a:lnTo>
                  <a:pt x="615944" y="411280"/>
                </a:lnTo>
                <a:lnTo>
                  <a:pt x="615870" y="404824"/>
                </a:lnTo>
                <a:close/>
                <a:moveTo>
                  <a:pt x="621407" y="404823"/>
                </a:moveTo>
                <a:lnTo>
                  <a:pt x="621407" y="415484"/>
                </a:lnTo>
                <a:lnTo>
                  <a:pt x="620041" y="499562"/>
                </a:lnTo>
                <a:lnTo>
                  <a:pt x="620041" y="418287"/>
                </a:lnTo>
                <a:lnTo>
                  <a:pt x="619873" y="404823"/>
                </a:lnTo>
                <a:close/>
                <a:moveTo>
                  <a:pt x="624138" y="404822"/>
                </a:moveTo>
                <a:lnTo>
                  <a:pt x="624138" y="413382"/>
                </a:lnTo>
                <a:lnTo>
                  <a:pt x="622773" y="414083"/>
                </a:lnTo>
                <a:lnTo>
                  <a:pt x="622773" y="412682"/>
                </a:lnTo>
                <a:lnTo>
                  <a:pt x="622773" y="404823"/>
                </a:lnTo>
                <a:close/>
                <a:moveTo>
                  <a:pt x="626870" y="404822"/>
                </a:moveTo>
                <a:lnTo>
                  <a:pt x="626870" y="410580"/>
                </a:lnTo>
                <a:lnTo>
                  <a:pt x="626870" y="416185"/>
                </a:lnTo>
                <a:lnTo>
                  <a:pt x="626575" y="404822"/>
                </a:lnTo>
                <a:close/>
                <a:moveTo>
                  <a:pt x="630967" y="404821"/>
                </a:moveTo>
                <a:lnTo>
                  <a:pt x="630967" y="409178"/>
                </a:lnTo>
                <a:lnTo>
                  <a:pt x="630896" y="404821"/>
                </a:lnTo>
                <a:close/>
                <a:moveTo>
                  <a:pt x="632333" y="404820"/>
                </a:moveTo>
                <a:lnTo>
                  <a:pt x="632333" y="606761"/>
                </a:lnTo>
                <a:lnTo>
                  <a:pt x="631038" y="404821"/>
                </a:lnTo>
                <a:close/>
                <a:moveTo>
                  <a:pt x="634509" y="404820"/>
                </a:moveTo>
                <a:lnTo>
                  <a:pt x="633699" y="704151"/>
                </a:lnTo>
                <a:lnTo>
                  <a:pt x="633699" y="404820"/>
                </a:lnTo>
                <a:close/>
                <a:moveTo>
                  <a:pt x="635311" y="404820"/>
                </a:moveTo>
                <a:lnTo>
                  <a:pt x="635064" y="427395"/>
                </a:lnTo>
                <a:lnTo>
                  <a:pt x="635064" y="404820"/>
                </a:lnTo>
                <a:close/>
                <a:moveTo>
                  <a:pt x="638218" y="404819"/>
                </a:moveTo>
                <a:lnTo>
                  <a:pt x="637796" y="484148"/>
                </a:lnTo>
                <a:lnTo>
                  <a:pt x="637796" y="526887"/>
                </a:lnTo>
                <a:lnTo>
                  <a:pt x="636821" y="404819"/>
                </a:lnTo>
                <a:close/>
                <a:moveTo>
                  <a:pt x="640485" y="404818"/>
                </a:moveTo>
                <a:lnTo>
                  <a:pt x="639161" y="443510"/>
                </a:lnTo>
                <a:lnTo>
                  <a:pt x="639161" y="404819"/>
                </a:lnTo>
                <a:close/>
                <a:moveTo>
                  <a:pt x="644624" y="404817"/>
                </a:moveTo>
                <a:lnTo>
                  <a:pt x="644624" y="414783"/>
                </a:lnTo>
                <a:lnTo>
                  <a:pt x="643259" y="440007"/>
                </a:lnTo>
                <a:lnTo>
                  <a:pt x="643259" y="404818"/>
                </a:lnTo>
                <a:close/>
                <a:moveTo>
                  <a:pt x="647356" y="404817"/>
                </a:moveTo>
                <a:lnTo>
                  <a:pt x="647356" y="558416"/>
                </a:lnTo>
                <a:lnTo>
                  <a:pt x="646204" y="404817"/>
                </a:lnTo>
                <a:close/>
                <a:moveTo>
                  <a:pt x="651495" y="404816"/>
                </a:moveTo>
                <a:lnTo>
                  <a:pt x="651453" y="407777"/>
                </a:lnTo>
                <a:lnTo>
                  <a:pt x="651453" y="414083"/>
                </a:lnTo>
                <a:lnTo>
                  <a:pt x="650087" y="449816"/>
                </a:lnTo>
                <a:lnTo>
                  <a:pt x="650087" y="516377"/>
                </a:lnTo>
                <a:lnTo>
                  <a:pt x="648722" y="414083"/>
                </a:lnTo>
                <a:lnTo>
                  <a:pt x="648722" y="561219"/>
                </a:lnTo>
                <a:lnTo>
                  <a:pt x="647971" y="404816"/>
                </a:lnTo>
                <a:close/>
                <a:moveTo>
                  <a:pt x="654185" y="404815"/>
                </a:moveTo>
                <a:lnTo>
                  <a:pt x="654185" y="460326"/>
                </a:lnTo>
                <a:lnTo>
                  <a:pt x="652819" y="406376"/>
                </a:lnTo>
                <a:lnTo>
                  <a:pt x="652819" y="404815"/>
                </a:lnTo>
                <a:close/>
                <a:moveTo>
                  <a:pt x="657585" y="404814"/>
                </a:moveTo>
                <a:lnTo>
                  <a:pt x="656916" y="463829"/>
                </a:lnTo>
                <a:lnTo>
                  <a:pt x="656916" y="404814"/>
                </a:lnTo>
                <a:close/>
                <a:moveTo>
                  <a:pt x="660540" y="404813"/>
                </a:moveTo>
                <a:lnTo>
                  <a:pt x="659647" y="548607"/>
                </a:lnTo>
                <a:lnTo>
                  <a:pt x="659647" y="524084"/>
                </a:lnTo>
                <a:lnTo>
                  <a:pt x="659647" y="443510"/>
                </a:lnTo>
                <a:lnTo>
                  <a:pt x="658282" y="456822"/>
                </a:lnTo>
                <a:lnTo>
                  <a:pt x="658282" y="454020"/>
                </a:lnTo>
                <a:lnTo>
                  <a:pt x="658282" y="434402"/>
                </a:lnTo>
                <a:lnTo>
                  <a:pt x="658282" y="404814"/>
                </a:lnTo>
                <a:close/>
                <a:moveTo>
                  <a:pt x="664604" y="404812"/>
                </a:moveTo>
                <a:lnTo>
                  <a:pt x="663745" y="540199"/>
                </a:lnTo>
                <a:lnTo>
                  <a:pt x="663745" y="491154"/>
                </a:lnTo>
                <a:lnTo>
                  <a:pt x="662379" y="600455"/>
                </a:lnTo>
                <a:lnTo>
                  <a:pt x="662379" y="516377"/>
                </a:lnTo>
                <a:lnTo>
                  <a:pt x="661013" y="505868"/>
                </a:lnTo>
                <a:lnTo>
                  <a:pt x="661013" y="404813"/>
                </a:lnTo>
                <a:close/>
                <a:moveTo>
                  <a:pt x="665680" y="404812"/>
                </a:moveTo>
                <a:lnTo>
                  <a:pt x="665110" y="493957"/>
                </a:lnTo>
                <a:lnTo>
                  <a:pt x="665110" y="404812"/>
                </a:lnTo>
                <a:close/>
                <a:moveTo>
                  <a:pt x="668702" y="404811"/>
                </a:moveTo>
                <a:lnTo>
                  <a:pt x="667842" y="624277"/>
                </a:lnTo>
                <a:lnTo>
                  <a:pt x="667842" y="466631"/>
                </a:lnTo>
                <a:lnTo>
                  <a:pt x="666949" y="404812"/>
                </a:lnTo>
                <a:close/>
                <a:moveTo>
                  <a:pt x="670304" y="404811"/>
                </a:moveTo>
                <a:lnTo>
                  <a:pt x="669207" y="561219"/>
                </a:lnTo>
                <a:lnTo>
                  <a:pt x="669207" y="543002"/>
                </a:lnTo>
                <a:lnTo>
                  <a:pt x="669207" y="404811"/>
                </a:lnTo>
                <a:close/>
                <a:moveTo>
                  <a:pt x="680133" y="404809"/>
                </a:moveTo>
                <a:lnTo>
                  <a:pt x="680133" y="416185"/>
                </a:lnTo>
                <a:lnTo>
                  <a:pt x="678768" y="510772"/>
                </a:lnTo>
                <a:lnTo>
                  <a:pt x="678768" y="503065"/>
                </a:lnTo>
                <a:lnTo>
                  <a:pt x="678768" y="439306"/>
                </a:lnTo>
                <a:lnTo>
                  <a:pt x="677402" y="555614"/>
                </a:lnTo>
                <a:lnTo>
                  <a:pt x="677402" y="454020"/>
                </a:lnTo>
                <a:lnTo>
                  <a:pt x="676036" y="489052"/>
                </a:lnTo>
                <a:lnTo>
                  <a:pt x="676036" y="440007"/>
                </a:lnTo>
                <a:lnTo>
                  <a:pt x="674670" y="428096"/>
                </a:lnTo>
                <a:lnTo>
                  <a:pt x="674670" y="416185"/>
                </a:lnTo>
                <a:lnTo>
                  <a:pt x="674670" y="404810"/>
                </a:lnTo>
                <a:close/>
                <a:moveTo>
                  <a:pt x="682865" y="404808"/>
                </a:moveTo>
                <a:lnTo>
                  <a:pt x="682865" y="496759"/>
                </a:lnTo>
                <a:lnTo>
                  <a:pt x="681499" y="540900"/>
                </a:lnTo>
                <a:lnTo>
                  <a:pt x="681499" y="404808"/>
                </a:lnTo>
                <a:close/>
                <a:moveTo>
                  <a:pt x="684231" y="404808"/>
                </a:moveTo>
                <a:lnTo>
                  <a:pt x="684231" y="438605"/>
                </a:lnTo>
                <a:lnTo>
                  <a:pt x="684231" y="495358"/>
                </a:lnTo>
                <a:lnTo>
                  <a:pt x="683340" y="404808"/>
                </a:lnTo>
                <a:close/>
                <a:moveTo>
                  <a:pt x="688092" y="404807"/>
                </a:moveTo>
                <a:lnTo>
                  <a:pt x="686962" y="461026"/>
                </a:lnTo>
                <a:lnTo>
                  <a:pt x="686962" y="514976"/>
                </a:lnTo>
                <a:lnTo>
                  <a:pt x="685596" y="411280"/>
                </a:lnTo>
                <a:lnTo>
                  <a:pt x="685596" y="490453"/>
                </a:lnTo>
                <a:lnTo>
                  <a:pt x="684527" y="404808"/>
                </a:lnTo>
                <a:close/>
                <a:moveTo>
                  <a:pt x="689693" y="404806"/>
                </a:moveTo>
                <a:lnTo>
                  <a:pt x="689693" y="414083"/>
                </a:lnTo>
                <a:lnTo>
                  <a:pt x="689300" y="404806"/>
                </a:lnTo>
                <a:close/>
                <a:moveTo>
                  <a:pt x="695728" y="404805"/>
                </a:moveTo>
                <a:lnTo>
                  <a:pt x="695156" y="500963"/>
                </a:lnTo>
                <a:lnTo>
                  <a:pt x="695156" y="447714"/>
                </a:lnTo>
                <a:lnTo>
                  <a:pt x="693791" y="451918"/>
                </a:lnTo>
                <a:lnTo>
                  <a:pt x="693791" y="404805"/>
                </a:lnTo>
                <a:close/>
                <a:moveTo>
                  <a:pt x="697888" y="404804"/>
                </a:moveTo>
                <a:lnTo>
                  <a:pt x="697888" y="445612"/>
                </a:lnTo>
                <a:lnTo>
                  <a:pt x="696522" y="486950"/>
                </a:lnTo>
                <a:lnTo>
                  <a:pt x="696522" y="404805"/>
                </a:lnTo>
                <a:close/>
                <a:moveTo>
                  <a:pt x="699254" y="404804"/>
                </a:moveTo>
                <a:lnTo>
                  <a:pt x="699254" y="414083"/>
                </a:lnTo>
                <a:lnTo>
                  <a:pt x="699106" y="404804"/>
                </a:lnTo>
                <a:close/>
                <a:moveTo>
                  <a:pt x="700619" y="404804"/>
                </a:moveTo>
                <a:lnTo>
                  <a:pt x="700619" y="439306"/>
                </a:lnTo>
                <a:lnTo>
                  <a:pt x="700278" y="404804"/>
                </a:lnTo>
                <a:close/>
                <a:moveTo>
                  <a:pt x="702831" y="404803"/>
                </a:moveTo>
                <a:lnTo>
                  <a:pt x="701985" y="472937"/>
                </a:lnTo>
                <a:lnTo>
                  <a:pt x="701985" y="449115"/>
                </a:lnTo>
                <a:lnTo>
                  <a:pt x="701227" y="404804"/>
                </a:lnTo>
                <a:lnTo>
                  <a:pt x="701985" y="404803"/>
                </a:lnTo>
                <a:close/>
                <a:moveTo>
                  <a:pt x="709876" y="404801"/>
                </a:moveTo>
                <a:lnTo>
                  <a:pt x="708814" y="477842"/>
                </a:lnTo>
                <a:lnTo>
                  <a:pt x="708814" y="418987"/>
                </a:lnTo>
                <a:lnTo>
                  <a:pt x="708717" y="404802"/>
                </a:lnTo>
                <a:close/>
                <a:moveTo>
                  <a:pt x="711545" y="404801"/>
                </a:moveTo>
                <a:lnTo>
                  <a:pt x="711545" y="434402"/>
                </a:lnTo>
                <a:lnTo>
                  <a:pt x="711380" y="404801"/>
                </a:lnTo>
                <a:close/>
                <a:moveTo>
                  <a:pt x="712911" y="404801"/>
                </a:moveTo>
                <a:lnTo>
                  <a:pt x="712911" y="414783"/>
                </a:lnTo>
                <a:lnTo>
                  <a:pt x="712826" y="404801"/>
                </a:lnTo>
                <a:close/>
                <a:moveTo>
                  <a:pt x="717855" y="404799"/>
                </a:moveTo>
                <a:lnTo>
                  <a:pt x="717008" y="461727"/>
                </a:lnTo>
                <a:lnTo>
                  <a:pt x="717008" y="446313"/>
                </a:lnTo>
                <a:lnTo>
                  <a:pt x="715642" y="414783"/>
                </a:lnTo>
                <a:lnTo>
                  <a:pt x="715642" y="404800"/>
                </a:lnTo>
                <a:close/>
                <a:moveTo>
                  <a:pt x="718801" y="404799"/>
                </a:moveTo>
                <a:lnTo>
                  <a:pt x="718374" y="427395"/>
                </a:lnTo>
                <a:lnTo>
                  <a:pt x="718374" y="404799"/>
                </a:lnTo>
                <a:close/>
                <a:moveTo>
                  <a:pt x="720535" y="404799"/>
                </a:moveTo>
                <a:lnTo>
                  <a:pt x="719739" y="484848"/>
                </a:lnTo>
                <a:lnTo>
                  <a:pt x="719739" y="404799"/>
                </a:lnTo>
                <a:close/>
                <a:moveTo>
                  <a:pt x="721993" y="404798"/>
                </a:moveTo>
                <a:lnTo>
                  <a:pt x="721105" y="516377"/>
                </a:lnTo>
                <a:lnTo>
                  <a:pt x="721105" y="404799"/>
                </a:lnTo>
                <a:close/>
                <a:moveTo>
                  <a:pt x="723837" y="404798"/>
                </a:moveTo>
                <a:lnTo>
                  <a:pt x="723837" y="460326"/>
                </a:lnTo>
                <a:lnTo>
                  <a:pt x="723409" y="404798"/>
                </a:lnTo>
                <a:close/>
                <a:moveTo>
                  <a:pt x="727212" y="404797"/>
                </a:moveTo>
                <a:lnTo>
                  <a:pt x="726568" y="442109"/>
                </a:lnTo>
                <a:lnTo>
                  <a:pt x="726568" y="404797"/>
                </a:lnTo>
                <a:close/>
                <a:moveTo>
                  <a:pt x="729007" y="404797"/>
                </a:moveTo>
                <a:lnTo>
                  <a:pt x="727934" y="478542"/>
                </a:lnTo>
                <a:lnTo>
                  <a:pt x="727934" y="404797"/>
                </a:lnTo>
                <a:close/>
                <a:moveTo>
                  <a:pt x="730665" y="404796"/>
                </a:moveTo>
                <a:lnTo>
                  <a:pt x="730665" y="430898"/>
                </a:lnTo>
                <a:lnTo>
                  <a:pt x="729300" y="442809"/>
                </a:lnTo>
                <a:lnTo>
                  <a:pt x="729300" y="404797"/>
                </a:lnTo>
                <a:close/>
                <a:moveTo>
                  <a:pt x="733384" y="404796"/>
                </a:moveTo>
                <a:lnTo>
                  <a:pt x="732031" y="459625"/>
                </a:lnTo>
                <a:lnTo>
                  <a:pt x="732031" y="404796"/>
                </a:lnTo>
                <a:close/>
                <a:moveTo>
                  <a:pt x="736288" y="404795"/>
                </a:moveTo>
                <a:lnTo>
                  <a:pt x="736128" y="408478"/>
                </a:lnTo>
                <a:lnTo>
                  <a:pt x="736128" y="404795"/>
                </a:lnTo>
                <a:close/>
                <a:moveTo>
                  <a:pt x="741207" y="404794"/>
                </a:moveTo>
                <a:lnTo>
                  <a:pt x="740225" y="526186"/>
                </a:lnTo>
                <a:lnTo>
                  <a:pt x="740225" y="488351"/>
                </a:lnTo>
                <a:lnTo>
                  <a:pt x="740225" y="447714"/>
                </a:lnTo>
                <a:lnTo>
                  <a:pt x="739763" y="404794"/>
                </a:lnTo>
                <a:close/>
                <a:moveTo>
                  <a:pt x="742957" y="404793"/>
                </a:moveTo>
                <a:lnTo>
                  <a:pt x="742957" y="552110"/>
                </a:lnTo>
                <a:lnTo>
                  <a:pt x="741591" y="475039"/>
                </a:lnTo>
                <a:lnTo>
                  <a:pt x="741591" y="404794"/>
                </a:lnTo>
                <a:close/>
                <a:moveTo>
                  <a:pt x="745783" y="404793"/>
                </a:moveTo>
                <a:lnTo>
                  <a:pt x="745688" y="409879"/>
                </a:lnTo>
                <a:lnTo>
                  <a:pt x="745688" y="404793"/>
                </a:lnTo>
                <a:close/>
                <a:moveTo>
                  <a:pt x="747792" y="404792"/>
                </a:moveTo>
                <a:lnTo>
                  <a:pt x="747054" y="425994"/>
                </a:lnTo>
                <a:lnTo>
                  <a:pt x="747054" y="404792"/>
                </a:lnTo>
                <a:close/>
                <a:moveTo>
                  <a:pt x="751151" y="404791"/>
                </a:moveTo>
                <a:lnTo>
                  <a:pt x="751151" y="466631"/>
                </a:lnTo>
                <a:lnTo>
                  <a:pt x="749786" y="423191"/>
                </a:lnTo>
                <a:lnTo>
                  <a:pt x="749786" y="456822"/>
                </a:lnTo>
                <a:lnTo>
                  <a:pt x="748811" y="404792"/>
                </a:lnTo>
                <a:lnTo>
                  <a:pt x="749786" y="404792"/>
                </a:lnTo>
                <a:close/>
                <a:moveTo>
                  <a:pt x="753883" y="404791"/>
                </a:moveTo>
                <a:lnTo>
                  <a:pt x="753883" y="416885"/>
                </a:lnTo>
                <a:lnTo>
                  <a:pt x="752517" y="412682"/>
                </a:lnTo>
                <a:lnTo>
                  <a:pt x="752517" y="478542"/>
                </a:lnTo>
                <a:lnTo>
                  <a:pt x="751552" y="404791"/>
                </a:lnTo>
                <a:close/>
                <a:moveTo>
                  <a:pt x="755248" y="404790"/>
                </a:moveTo>
                <a:lnTo>
                  <a:pt x="755248" y="421790"/>
                </a:lnTo>
                <a:lnTo>
                  <a:pt x="754635" y="404791"/>
                </a:lnTo>
                <a:close/>
                <a:moveTo>
                  <a:pt x="760207" y="404789"/>
                </a:moveTo>
                <a:lnTo>
                  <a:pt x="759346" y="425994"/>
                </a:lnTo>
                <a:lnTo>
                  <a:pt x="759346" y="442809"/>
                </a:lnTo>
                <a:lnTo>
                  <a:pt x="757980" y="472237"/>
                </a:lnTo>
                <a:lnTo>
                  <a:pt x="757980" y="449115"/>
                </a:lnTo>
                <a:lnTo>
                  <a:pt x="757980" y="423191"/>
                </a:lnTo>
                <a:lnTo>
                  <a:pt x="757372" y="404790"/>
                </a:lnTo>
                <a:close/>
                <a:moveTo>
                  <a:pt x="761796" y="404789"/>
                </a:moveTo>
                <a:lnTo>
                  <a:pt x="760711" y="436504"/>
                </a:lnTo>
                <a:lnTo>
                  <a:pt x="760711" y="404789"/>
                </a:lnTo>
                <a:close/>
                <a:moveTo>
                  <a:pt x="764809" y="404788"/>
                </a:moveTo>
                <a:lnTo>
                  <a:pt x="764809" y="524084"/>
                </a:lnTo>
                <a:lnTo>
                  <a:pt x="763443" y="445612"/>
                </a:lnTo>
                <a:lnTo>
                  <a:pt x="763443" y="503065"/>
                </a:lnTo>
                <a:lnTo>
                  <a:pt x="763443" y="577334"/>
                </a:lnTo>
                <a:lnTo>
                  <a:pt x="762077" y="428096"/>
                </a:lnTo>
                <a:lnTo>
                  <a:pt x="762077" y="404789"/>
                </a:lnTo>
                <a:close/>
                <a:moveTo>
                  <a:pt x="773003" y="404786"/>
                </a:moveTo>
                <a:lnTo>
                  <a:pt x="773003" y="411280"/>
                </a:lnTo>
                <a:lnTo>
                  <a:pt x="773003" y="442809"/>
                </a:lnTo>
                <a:lnTo>
                  <a:pt x="771637" y="430898"/>
                </a:lnTo>
                <a:lnTo>
                  <a:pt x="771637" y="429497"/>
                </a:lnTo>
                <a:lnTo>
                  <a:pt x="770271" y="470135"/>
                </a:lnTo>
                <a:lnTo>
                  <a:pt x="770271" y="463128"/>
                </a:lnTo>
                <a:lnTo>
                  <a:pt x="768906" y="485549"/>
                </a:lnTo>
                <a:lnTo>
                  <a:pt x="768906" y="464529"/>
                </a:lnTo>
                <a:lnTo>
                  <a:pt x="767540" y="428796"/>
                </a:lnTo>
                <a:lnTo>
                  <a:pt x="767540" y="454720"/>
                </a:lnTo>
                <a:lnTo>
                  <a:pt x="766891" y="404788"/>
                </a:lnTo>
                <a:lnTo>
                  <a:pt x="767540" y="404787"/>
                </a:lnTo>
                <a:close/>
                <a:moveTo>
                  <a:pt x="775734" y="404785"/>
                </a:moveTo>
                <a:lnTo>
                  <a:pt x="775734" y="629882"/>
                </a:lnTo>
                <a:lnTo>
                  <a:pt x="774369" y="551410"/>
                </a:lnTo>
                <a:lnTo>
                  <a:pt x="774369" y="404786"/>
                </a:lnTo>
                <a:close/>
                <a:moveTo>
                  <a:pt x="778483" y="404785"/>
                </a:moveTo>
                <a:lnTo>
                  <a:pt x="778466" y="404974"/>
                </a:lnTo>
                <a:lnTo>
                  <a:pt x="778466" y="575232"/>
                </a:lnTo>
                <a:lnTo>
                  <a:pt x="777100" y="529690"/>
                </a:lnTo>
                <a:lnTo>
                  <a:pt x="777100" y="543703"/>
                </a:lnTo>
                <a:lnTo>
                  <a:pt x="775967" y="404785"/>
                </a:lnTo>
                <a:close/>
                <a:moveTo>
                  <a:pt x="783929" y="404783"/>
                </a:moveTo>
                <a:lnTo>
                  <a:pt x="783929" y="444211"/>
                </a:lnTo>
                <a:lnTo>
                  <a:pt x="782563" y="429497"/>
                </a:lnTo>
                <a:lnTo>
                  <a:pt x="782563" y="414783"/>
                </a:lnTo>
                <a:lnTo>
                  <a:pt x="781197" y="483447"/>
                </a:lnTo>
                <a:lnTo>
                  <a:pt x="781197" y="631984"/>
                </a:lnTo>
                <a:lnTo>
                  <a:pt x="779832" y="486249"/>
                </a:lnTo>
                <a:lnTo>
                  <a:pt x="779832" y="404784"/>
                </a:lnTo>
                <a:close/>
                <a:moveTo>
                  <a:pt x="786225" y="404783"/>
                </a:moveTo>
                <a:lnTo>
                  <a:pt x="785295" y="512173"/>
                </a:lnTo>
                <a:lnTo>
                  <a:pt x="785295" y="433000"/>
                </a:lnTo>
                <a:lnTo>
                  <a:pt x="784125" y="404783"/>
                </a:lnTo>
                <a:close/>
                <a:moveTo>
                  <a:pt x="789840" y="404782"/>
                </a:moveTo>
                <a:lnTo>
                  <a:pt x="789392" y="449816"/>
                </a:lnTo>
                <a:lnTo>
                  <a:pt x="789392" y="502364"/>
                </a:lnTo>
                <a:lnTo>
                  <a:pt x="788026" y="470835"/>
                </a:lnTo>
                <a:lnTo>
                  <a:pt x="788026" y="507269"/>
                </a:lnTo>
                <a:lnTo>
                  <a:pt x="786660" y="442109"/>
                </a:lnTo>
                <a:lnTo>
                  <a:pt x="786660" y="404783"/>
                </a:lnTo>
                <a:close/>
                <a:moveTo>
                  <a:pt x="792123" y="404781"/>
                </a:moveTo>
                <a:lnTo>
                  <a:pt x="792123" y="481345"/>
                </a:lnTo>
                <a:lnTo>
                  <a:pt x="790757" y="449115"/>
                </a:lnTo>
                <a:lnTo>
                  <a:pt x="790757" y="404782"/>
                </a:lnTo>
                <a:close/>
                <a:moveTo>
                  <a:pt x="793489" y="404781"/>
                </a:moveTo>
                <a:lnTo>
                  <a:pt x="793489" y="475039"/>
                </a:lnTo>
                <a:lnTo>
                  <a:pt x="792679" y="404781"/>
                </a:lnTo>
                <a:close/>
                <a:moveTo>
                  <a:pt x="795273" y="404781"/>
                </a:moveTo>
                <a:lnTo>
                  <a:pt x="794855" y="463829"/>
                </a:lnTo>
                <a:lnTo>
                  <a:pt x="794855" y="404781"/>
                </a:lnTo>
                <a:close/>
                <a:moveTo>
                  <a:pt x="800753" y="404779"/>
                </a:moveTo>
                <a:lnTo>
                  <a:pt x="800318" y="467332"/>
                </a:lnTo>
                <a:lnTo>
                  <a:pt x="800318" y="475039"/>
                </a:lnTo>
                <a:lnTo>
                  <a:pt x="798952" y="418987"/>
                </a:lnTo>
                <a:lnTo>
                  <a:pt x="798952" y="404780"/>
                </a:lnTo>
                <a:lnTo>
                  <a:pt x="800318" y="404779"/>
                </a:lnTo>
                <a:close/>
                <a:moveTo>
                  <a:pt x="803049" y="404779"/>
                </a:moveTo>
                <a:lnTo>
                  <a:pt x="803049" y="441408"/>
                </a:lnTo>
                <a:lnTo>
                  <a:pt x="801683" y="406376"/>
                </a:lnTo>
                <a:lnTo>
                  <a:pt x="801683" y="404779"/>
                </a:lnTo>
                <a:close/>
                <a:moveTo>
                  <a:pt x="805081" y="404778"/>
                </a:moveTo>
                <a:lnTo>
                  <a:pt x="804415" y="482046"/>
                </a:lnTo>
                <a:lnTo>
                  <a:pt x="804415" y="510772"/>
                </a:lnTo>
                <a:lnTo>
                  <a:pt x="803107" y="404779"/>
                </a:lnTo>
                <a:close/>
                <a:moveTo>
                  <a:pt x="806712" y="404778"/>
                </a:moveTo>
                <a:lnTo>
                  <a:pt x="805780" y="484148"/>
                </a:lnTo>
                <a:lnTo>
                  <a:pt x="805780" y="456822"/>
                </a:lnTo>
                <a:lnTo>
                  <a:pt x="805780" y="404778"/>
                </a:lnTo>
                <a:close/>
                <a:moveTo>
                  <a:pt x="809878" y="404777"/>
                </a:moveTo>
                <a:lnTo>
                  <a:pt x="809878" y="457523"/>
                </a:lnTo>
                <a:lnTo>
                  <a:pt x="809307" y="404777"/>
                </a:lnTo>
                <a:close/>
                <a:moveTo>
                  <a:pt x="811378" y="404777"/>
                </a:moveTo>
                <a:lnTo>
                  <a:pt x="811243" y="416185"/>
                </a:lnTo>
                <a:lnTo>
                  <a:pt x="811243" y="422491"/>
                </a:lnTo>
                <a:lnTo>
                  <a:pt x="811060" y="404777"/>
                </a:lnTo>
                <a:close/>
                <a:moveTo>
                  <a:pt x="815341" y="404776"/>
                </a:moveTo>
                <a:lnTo>
                  <a:pt x="815341" y="439306"/>
                </a:lnTo>
                <a:lnTo>
                  <a:pt x="815108" y="404776"/>
                </a:lnTo>
                <a:close/>
                <a:moveTo>
                  <a:pt x="821372" y="404774"/>
                </a:moveTo>
                <a:lnTo>
                  <a:pt x="820803" y="525486"/>
                </a:lnTo>
                <a:lnTo>
                  <a:pt x="820803" y="459625"/>
                </a:lnTo>
                <a:lnTo>
                  <a:pt x="820803" y="444911"/>
                </a:lnTo>
                <a:lnTo>
                  <a:pt x="819438" y="411280"/>
                </a:lnTo>
                <a:lnTo>
                  <a:pt x="819438" y="404775"/>
                </a:lnTo>
                <a:close/>
                <a:moveTo>
                  <a:pt x="823357" y="404774"/>
                </a:moveTo>
                <a:lnTo>
                  <a:pt x="822169" y="459625"/>
                </a:lnTo>
                <a:lnTo>
                  <a:pt x="822169" y="404774"/>
                </a:lnTo>
                <a:close/>
                <a:moveTo>
                  <a:pt x="824901" y="404773"/>
                </a:moveTo>
                <a:lnTo>
                  <a:pt x="824901" y="417586"/>
                </a:lnTo>
                <a:lnTo>
                  <a:pt x="824712" y="404773"/>
                </a:lnTo>
                <a:close/>
                <a:moveTo>
                  <a:pt x="831072" y="404772"/>
                </a:moveTo>
                <a:lnTo>
                  <a:pt x="830364" y="449816"/>
                </a:lnTo>
                <a:lnTo>
                  <a:pt x="830364" y="404772"/>
                </a:lnTo>
                <a:close/>
                <a:moveTo>
                  <a:pt x="833095" y="404771"/>
                </a:moveTo>
                <a:lnTo>
                  <a:pt x="833095" y="409879"/>
                </a:lnTo>
                <a:lnTo>
                  <a:pt x="831729" y="416185"/>
                </a:lnTo>
                <a:lnTo>
                  <a:pt x="831729" y="404772"/>
                </a:lnTo>
                <a:close/>
                <a:moveTo>
                  <a:pt x="838558" y="404770"/>
                </a:moveTo>
                <a:lnTo>
                  <a:pt x="838558" y="456122"/>
                </a:lnTo>
                <a:lnTo>
                  <a:pt x="837770" y="404770"/>
                </a:lnTo>
                <a:close/>
                <a:moveTo>
                  <a:pt x="842474" y="404769"/>
                </a:moveTo>
                <a:lnTo>
                  <a:pt x="841289" y="430898"/>
                </a:lnTo>
                <a:lnTo>
                  <a:pt x="841289" y="404769"/>
                </a:lnTo>
                <a:close/>
                <a:moveTo>
                  <a:pt x="842950" y="404769"/>
                </a:moveTo>
                <a:lnTo>
                  <a:pt x="842655" y="411280"/>
                </a:lnTo>
                <a:lnTo>
                  <a:pt x="842655" y="404769"/>
                </a:lnTo>
                <a:close/>
                <a:moveTo>
                  <a:pt x="846198" y="404768"/>
                </a:moveTo>
                <a:lnTo>
                  <a:pt x="845387" y="425994"/>
                </a:lnTo>
                <a:lnTo>
                  <a:pt x="845387" y="404768"/>
                </a:lnTo>
                <a:close/>
                <a:moveTo>
                  <a:pt x="848118" y="404768"/>
                </a:moveTo>
                <a:lnTo>
                  <a:pt x="848118" y="411981"/>
                </a:lnTo>
                <a:lnTo>
                  <a:pt x="847842" y="404768"/>
                </a:lnTo>
                <a:close/>
                <a:moveTo>
                  <a:pt x="849484" y="404767"/>
                </a:moveTo>
                <a:lnTo>
                  <a:pt x="849484" y="414783"/>
                </a:lnTo>
                <a:lnTo>
                  <a:pt x="848456" y="404768"/>
                </a:lnTo>
                <a:close/>
                <a:moveTo>
                  <a:pt x="850849" y="404767"/>
                </a:moveTo>
                <a:lnTo>
                  <a:pt x="850849" y="404974"/>
                </a:lnTo>
                <a:lnTo>
                  <a:pt x="850824" y="404767"/>
                </a:lnTo>
                <a:close/>
                <a:moveTo>
                  <a:pt x="852687" y="404767"/>
                </a:moveTo>
                <a:lnTo>
                  <a:pt x="852215" y="410580"/>
                </a:lnTo>
                <a:lnTo>
                  <a:pt x="852215" y="416185"/>
                </a:lnTo>
                <a:lnTo>
                  <a:pt x="851391" y="404767"/>
                </a:lnTo>
                <a:close/>
                <a:moveTo>
                  <a:pt x="854947" y="404766"/>
                </a:moveTo>
                <a:lnTo>
                  <a:pt x="854947" y="410580"/>
                </a:lnTo>
                <a:lnTo>
                  <a:pt x="854695" y="404766"/>
                </a:lnTo>
                <a:close/>
                <a:moveTo>
                  <a:pt x="857678" y="404765"/>
                </a:moveTo>
                <a:lnTo>
                  <a:pt x="857678" y="414083"/>
                </a:lnTo>
                <a:lnTo>
                  <a:pt x="857200" y="404766"/>
                </a:lnTo>
                <a:close/>
                <a:moveTo>
                  <a:pt x="859044" y="404765"/>
                </a:moveTo>
                <a:lnTo>
                  <a:pt x="859044" y="414783"/>
                </a:lnTo>
                <a:lnTo>
                  <a:pt x="858744" y="404765"/>
                </a:lnTo>
                <a:close/>
                <a:moveTo>
                  <a:pt x="866800" y="404763"/>
                </a:moveTo>
                <a:lnTo>
                  <a:pt x="865873" y="416185"/>
                </a:lnTo>
                <a:lnTo>
                  <a:pt x="865873" y="411280"/>
                </a:lnTo>
                <a:lnTo>
                  <a:pt x="865873" y="409178"/>
                </a:lnTo>
                <a:lnTo>
                  <a:pt x="864507" y="420389"/>
                </a:lnTo>
                <a:lnTo>
                  <a:pt x="864507" y="416185"/>
                </a:lnTo>
                <a:lnTo>
                  <a:pt x="863712" y="404764"/>
                </a:lnTo>
                <a:close/>
                <a:moveTo>
                  <a:pt x="868604" y="404763"/>
                </a:moveTo>
                <a:lnTo>
                  <a:pt x="868604" y="409178"/>
                </a:lnTo>
                <a:lnTo>
                  <a:pt x="868151" y="404763"/>
                </a:lnTo>
                <a:close/>
                <a:moveTo>
                  <a:pt x="872701" y="404762"/>
                </a:moveTo>
                <a:lnTo>
                  <a:pt x="872701" y="413382"/>
                </a:lnTo>
                <a:lnTo>
                  <a:pt x="871335" y="411981"/>
                </a:lnTo>
                <a:lnTo>
                  <a:pt x="871335" y="421089"/>
                </a:lnTo>
                <a:lnTo>
                  <a:pt x="869970" y="413382"/>
                </a:lnTo>
                <a:lnTo>
                  <a:pt x="869970" y="427395"/>
                </a:lnTo>
                <a:lnTo>
                  <a:pt x="869168" y="404763"/>
                </a:lnTo>
                <a:close/>
                <a:moveTo>
                  <a:pt x="874803" y="404761"/>
                </a:moveTo>
                <a:lnTo>
                  <a:pt x="874067" y="427395"/>
                </a:lnTo>
                <a:lnTo>
                  <a:pt x="874067" y="404761"/>
                </a:lnTo>
                <a:close/>
                <a:moveTo>
                  <a:pt x="878164" y="404760"/>
                </a:moveTo>
                <a:lnTo>
                  <a:pt x="878164" y="418287"/>
                </a:lnTo>
                <a:lnTo>
                  <a:pt x="876798" y="427395"/>
                </a:lnTo>
                <a:lnTo>
                  <a:pt x="876798" y="416185"/>
                </a:lnTo>
                <a:lnTo>
                  <a:pt x="875489" y="404761"/>
                </a:lnTo>
                <a:close/>
                <a:moveTo>
                  <a:pt x="887724" y="404758"/>
                </a:moveTo>
                <a:lnTo>
                  <a:pt x="887724" y="415484"/>
                </a:lnTo>
                <a:lnTo>
                  <a:pt x="886359" y="456822"/>
                </a:lnTo>
                <a:lnTo>
                  <a:pt x="886359" y="431599"/>
                </a:lnTo>
                <a:lnTo>
                  <a:pt x="886359" y="422491"/>
                </a:lnTo>
                <a:lnTo>
                  <a:pt x="884993" y="407777"/>
                </a:lnTo>
                <a:lnTo>
                  <a:pt x="884993" y="437905"/>
                </a:lnTo>
                <a:lnTo>
                  <a:pt x="883627" y="421790"/>
                </a:lnTo>
                <a:lnTo>
                  <a:pt x="883627" y="416185"/>
                </a:lnTo>
                <a:lnTo>
                  <a:pt x="882261" y="409879"/>
                </a:lnTo>
                <a:lnTo>
                  <a:pt x="882261" y="440007"/>
                </a:lnTo>
                <a:lnTo>
                  <a:pt x="880896" y="411981"/>
                </a:lnTo>
                <a:lnTo>
                  <a:pt x="880896" y="421089"/>
                </a:lnTo>
                <a:lnTo>
                  <a:pt x="880138" y="404760"/>
                </a:lnTo>
                <a:close/>
                <a:moveTo>
                  <a:pt x="890456" y="404757"/>
                </a:moveTo>
                <a:lnTo>
                  <a:pt x="890456" y="410580"/>
                </a:lnTo>
                <a:lnTo>
                  <a:pt x="889090" y="429497"/>
                </a:lnTo>
                <a:lnTo>
                  <a:pt x="889090" y="424593"/>
                </a:lnTo>
                <a:lnTo>
                  <a:pt x="889090" y="421790"/>
                </a:lnTo>
                <a:lnTo>
                  <a:pt x="889090" y="409178"/>
                </a:lnTo>
                <a:lnTo>
                  <a:pt x="889090" y="404758"/>
                </a:lnTo>
                <a:close/>
                <a:moveTo>
                  <a:pt x="895499" y="404756"/>
                </a:moveTo>
                <a:lnTo>
                  <a:pt x="894553" y="410580"/>
                </a:lnTo>
                <a:lnTo>
                  <a:pt x="894553" y="418987"/>
                </a:lnTo>
                <a:lnTo>
                  <a:pt x="894553" y="427395"/>
                </a:lnTo>
                <a:lnTo>
                  <a:pt x="893187" y="428096"/>
                </a:lnTo>
                <a:lnTo>
                  <a:pt x="893187" y="418287"/>
                </a:lnTo>
                <a:lnTo>
                  <a:pt x="891821" y="416885"/>
                </a:lnTo>
                <a:lnTo>
                  <a:pt x="891821" y="404757"/>
                </a:lnTo>
                <a:close/>
                <a:moveTo>
                  <a:pt x="896838" y="404756"/>
                </a:moveTo>
                <a:lnTo>
                  <a:pt x="895919" y="427395"/>
                </a:lnTo>
                <a:lnTo>
                  <a:pt x="895919" y="404756"/>
                </a:lnTo>
                <a:close/>
                <a:moveTo>
                  <a:pt x="899942" y="404755"/>
                </a:moveTo>
                <a:lnTo>
                  <a:pt x="898650" y="449816"/>
                </a:lnTo>
                <a:lnTo>
                  <a:pt x="898650" y="425994"/>
                </a:lnTo>
                <a:lnTo>
                  <a:pt x="898650" y="415484"/>
                </a:lnTo>
                <a:lnTo>
                  <a:pt x="897284" y="418987"/>
                </a:lnTo>
                <a:lnTo>
                  <a:pt x="897284" y="404756"/>
                </a:lnTo>
                <a:close/>
                <a:moveTo>
                  <a:pt x="910052" y="404753"/>
                </a:moveTo>
                <a:lnTo>
                  <a:pt x="909576" y="409879"/>
                </a:lnTo>
                <a:lnTo>
                  <a:pt x="909576" y="424593"/>
                </a:lnTo>
                <a:lnTo>
                  <a:pt x="908210" y="423892"/>
                </a:lnTo>
                <a:lnTo>
                  <a:pt x="908210" y="436504"/>
                </a:lnTo>
                <a:lnTo>
                  <a:pt x="906844" y="413382"/>
                </a:lnTo>
                <a:lnTo>
                  <a:pt x="906844" y="407076"/>
                </a:lnTo>
                <a:lnTo>
                  <a:pt x="905479" y="433000"/>
                </a:lnTo>
                <a:lnTo>
                  <a:pt x="905479" y="409879"/>
                </a:lnTo>
                <a:lnTo>
                  <a:pt x="904113" y="432300"/>
                </a:lnTo>
                <a:lnTo>
                  <a:pt x="904113" y="421790"/>
                </a:lnTo>
                <a:lnTo>
                  <a:pt x="902747" y="437204"/>
                </a:lnTo>
                <a:lnTo>
                  <a:pt x="902747" y="407076"/>
                </a:lnTo>
                <a:lnTo>
                  <a:pt x="901381" y="413382"/>
                </a:lnTo>
                <a:lnTo>
                  <a:pt x="901381" y="418987"/>
                </a:lnTo>
                <a:lnTo>
                  <a:pt x="900061" y="404755"/>
                </a:lnTo>
                <a:lnTo>
                  <a:pt x="904113" y="404754"/>
                </a:lnTo>
                <a:lnTo>
                  <a:pt x="908210" y="404753"/>
                </a:lnTo>
                <a:close/>
                <a:moveTo>
                  <a:pt x="912607" y="404752"/>
                </a:moveTo>
                <a:lnTo>
                  <a:pt x="912307" y="405675"/>
                </a:lnTo>
                <a:lnTo>
                  <a:pt x="912307" y="410580"/>
                </a:lnTo>
                <a:lnTo>
                  <a:pt x="910942" y="427395"/>
                </a:lnTo>
                <a:lnTo>
                  <a:pt x="910942" y="404752"/>
                </a:lnTo>
                <a:close/>
                <a:moveTo>
                  <a:pt x="917737" y="404751"/>
                </a:moveTo>
                <a:lnTo>
                  <a:pt x="916405" y="452618"/>
                </a:lnTo>
                <a:lnTo>
                  <a:pt x="916405" y="425994"/>
                </a:lnTo>
                <a:lnTo>
                  <a:pt x="915039" y="409879"/>
                </a:lnTo>
                <a:lnTo>
                  <a:pt x="915039" y="423191"/>
                </a:lnTo>
                <a:lnTo>
                  <a:pt x="913673" y="416185"/>
                </a:lnTo>
                <a:lnTo>
                  <a:pt x="913673" y="409178"/>
                </a:lnTo>
                <a:lnTo>
                  <a:pt x="913673" y="404752"/>
                </a:lnTo>
                <a:close/>
                <a:moveTo>
                  <a:pt x="919136" y="404750"/>
                </a:moveTo>
                <a:lnTo>
                  <a:pt x="919136" y="423892"/>
                </a:lnTo>
                <a:lnTo>
                  <a:pt x="919136" y="444211"/>
                </a:lnTo>
                <a:lnTo>
                  <a:pt x="918005" y="404751"/>
                </a:lnTo>
                <a:close/>
                <a:moveTo>
                  <a:pt x="924599" y="404749"/>
                </a:moveTo>
                <a:lnTo>
                  <a:pt x="924599" y="404974"/>
                </a:lnTo>
                <a:lnTo>
                  <a:pt x="923233" y="421089"/>
                </a:lnTo>
                <a:lnTo>
                  <a:pt x="923233" y="414083"/>
                </a:lnTo>
                <a:lnTo>
                  <a:pt x="921867" y="418987"/>
                </a:lnTo>
                <a:lnTo>
                  <a:pt x="920502" y="408478"/>
                </a:lnTo>
                <a:lnTo>
                  <a:pt x="920502" y="404750"/>
                </a:lnTo>
                <a:lnTo>
                  <a:pt x="921867" y="404750"/>
                </a:lnTo>
                <a:close/>
                <a:moveTo>
                  <a:pt x="927330" y="404748"/>
                </a:moveTo>
                <a:lnTo>
                  <a:pt x="927330" y="410580"/>
                </a:lnTo>
                <a:lnTo>
                  <a:pt x="925965" y="409879"/>
                </a:lnTo>
                <a:lnTo>
                  <a:pt x="925965" y="404749"/>
                </a:lnTo>
                <a:close/>
                <a:moveTo>
                  <a:pt x="928780" y="404748"/>
                </a:moveTo>
                <a:lnTo>
                  <a:pt x="928696" y="407777"/>
                </a:lnTo>
                <a:lnTo>
                  <a:pt x="928696" y="406376"/>
                </a:lnTo>
                <a:lnTo>
                  <a:pt x="928529" y="404748"/>
                </a:lnTo>
                <a:close/>
                <a:moveTo>
                  <a:pt x="931428" y="404747"/>
                </a:moveTo>
                <a:lnTo>
                  <a:pt x="931428" y="410580"/>
                </a:lnTo>
                <a:lnTo>
                  <a:pt x="931428" y="415484"/>
                </a:lnTo>
                <a:lnTo>
                  <a:pt x="930477" y="404748"/>
                </a:lnTo>
                <a:close/>
                <a:moveTo>
                  <a:pt x="933583" y="404747"/>
                </a:moveTo>
                <a:lnTo>
                  <a:pt x="932793" y="424593"/>
                </a:lnTo>
                <a:lnTo>
                  <a:pt x="932793" y="404747"/>
                </a:lnTo>
                <a:close/>
                <a:moveTo>
                  <a:pt x="934457" y="404747"/>
                </a:moveTo>
                <a:lnTo>
                  <a:pt x="934159" y="412682"/>
                </a:lnTo>
                <a:lnTo>
                  <a:pt x="934159" y="404747"/>
                </a:lnTo>
                <a:close/>
                <a:moveTo>
                  <a:pt x="936891" y="404746"/>
                </a:moveTo>
                <a:lnTo>
                  <a:pt x="936891" y="409879"/>
                </a:lnTo>
                <a:lnTo>
                  <a:pt x="936578" y="404746"/>
                </a:lnTo>
                <a:close/>
                <a:moveTo>
                  <a:pt x="939986" y="404745"/>
                </a:moveTo>
                <a:lnTo>
                  <a:pt x="939622" y="411280"/>
                </a:lnTo>
                <a:lnTo>
                  <a:pt x="939622" y="414083"/>
                </a:lnTo>
                <a:lnTo>
                  <a:pt x="938948" y="404746"/>
                </a:lnTo>
                <a:close/>
                <a:moveTo>
                  <a:pt x="942353" y="404745"/>
                </a:moveTo>
                <a:lnTo>
                  <a:pt x="942353" y="415484"/>
                </a:lnTo>
                <a:lnTo>
                  <a:pt x="940988" y="407777"/>
                </a:lnTo>
                <a:lnTo>
                  <a:pt x="940988" y="407076"/>
                </a:lnTo>
                <a:lnTo>
                  <a:pt x="940988" y="404745"/>
                </a:lnTo>
                <a:close/>
                <a:moveTo>
                  <a:pt x="944748" y="404744"/>
                </a:moveTo>
                <a:lnTo>
                  <a:pt x="943719" y="416885"/>
                </a:lnTo>
                <a:lnTo>
                  <a:pt x="943719" y="404744"/>
                </a:lnTo>
                <a:close/>
                <a:moveTo>
                  <a:pt x="947170" y="404744"/>
                </a:moveTo>
                <a:lnTo>
                  <a:pt x="946451" y="416185"/>
                </a:lnTo>
                <a:lnTo>
                  <a:pt x="946451" y="404744"/>
                </a:lnTo>
                <a:close/>
                <a:moveTo>
                  <a:pt x="952125" y="404742"/>
                </a:moveTo>
                <a:lnTo>
                  <a:pt x="951913" y="406376"/>
                </a:lnTo>
                <a:lnTo>
                  <a:pt x="951913" y="404742"/>
                </a:lnTo>
                <a:close/>
                <a:moveTo>
                  <a:pt x="953461" y="404742"/>
                </a:moveTo>
                <a:lnTo>
                  <a:pt x="953279" y="405675"/>
                </a:lnTo>
                <a:lnTo>
                  <a:pt x="953279" y="404742"/>
                </a:lnTo>
                <a:close/>
                <a:moveTo>
                  <a:pt x="957376" y="404741"/>
                </a:moveTo>
                <a:lnTo>
                  <a:pt x="957376" y="410580"/>
                </a:lnTo>
                <a:lnTo>
                  <a:pt x="956011" y="432300"/>
                </a:lnTo>
                <a:lnTo>
                  <a:pt x="956011" y="404741"/>
                </a:lnTo>
                <a:close/>
                <a:moveTo>
                  <a:pt x="960108" y="404740"/>
                </a:moveTo>
                <a:lnTo>
                  <a:pt x="960108" y="409879"/>
                </a:lnTo>
                <a:lnTo>
                  <a:pt x="958742" y="416185"/>
                </a:lnTo>
                <a:lnTo>
                  <a:pt x="958742" y="404741"/>
                </a:lnTo>
                <a:close/>
                <a:moveTo>
                  <a:pt x="963260" y="404740"/>
                </a:moveTo>
                <a:lnTo>
                  <a:pt x="962839" y="416185"/>
                </a:lnTo>
                <a:lnTo>
                  <a:pt x="962839" y="408478"/>
                </a:lnTo>
                <a:lnTo>
                  <a:pt x="961474" y="407777"/>
                </a:lnTo>
                <a:lnTo>
                  <a:pt x="961474" y="405675"/>
                </a:lnTo>
                <a:lnTo>
                  <a:pt x="961367" y="404740"/>
                </a:lnTo>
                <a:close/>
                <a:moveTo>
                  <a:pt x="966937" y="404739"/>
                </a:moveTo>
                <a:lnTo>
                  <a:pt x="966937" y="410580"/>
                </a:lnTo>
                <a:lnTo>
                  <a:pt x="966557" y="404739"/>
                </a:lnTo>
                <a:close/>
                <a:moveTo>
                  <a:pt x="969304" y="404738"/>
                </a:moveTo>
                <a:lnTo>
                  <a:pt x="968302" y="417586"/>
                </a:lnTo>
                <a:lnTo>
                  <a:pt x="968302" y="404974"/>
                </a:lnTo>
                <a:lnTo>
                  <a:pt x="968256" y="404738"/>
                </a:lnTo>
                <a:close/>
                <a:moveTo>
                  <a:pt x="971034" y="404738"/>
                </a:moveTo>
                <a:lnTo>
                  <a:pt x="971034" y="411280"/>
                </a:lnTo>
                <a:lnTo>
                  <a:pt x="970648" y="404738"/>
                </a:lnTo>
                <a:close/>
                <a:moveTo>
                  <a:pt x="972956" y="404737"/>
                </a:moveTo>
                <a:lnTo>
                  <a:pt x="972399" y="409879"/>
                </a:lnTo>
                <a:lnTo>
                  <a:pt x="972399" y="404737"/>
                </a:lnTo>
                <a:close/>
                <a:moveTo>
                  <a:pt x="975144" y="404737"/>
                </a:moveTo>
                <a:lnTo>
                  <a:pt x="975131" y="404974"/>
                </a:lnTo>
                <a:lnTo>
                  <a:pt x="975131" y="426694"/>
                </a:lnTo>
                <a:lnTo>
                  <a:pt x="974220" y="404737"/>
                </a:lnTo>
                <a:close/>
                <a:moveTo>
                  <a:pt x="977862" y="404736"/>
                </a:moveTo>
                <a:lnTo>
                  <a:pt x="977862" y="417586"/>
                </a:lnTo>
                <a:lnTo>
                  <a:pt x="976497" y="421790"/>
                </a:lnTo>
                <a:lnTo>
                  <a:pt x="976497" y="404736"/>
                </a:lnTo>
                <a:close/>
                <a:moveTo>
                  <a:pt x="979228" y="404736"/>
                </a:moveTo>
                <a:lnTo>
                  <a:pt x="979228" y="405675"/>
                </a:lnTo>
                <a:lnTo>
                  <a:pt x="978999" y="404736"/>
                </a:lnTo>
                <a:close/>
                <a:moveTo>
                  <a:pt x="982820" y="404735"/>
                </a:moveTo>
                <a:lnTo>
                  <a:pt x="981960" y="412682"/>
                </a:lnTo>
                <a:lnTo>
                  <a:pt x="981960" y="404735"/>
                </a:lnTo>
                <a:close/>
                <a:moveTo>
                  <a:pt x="984691" y="404734"/>
                </a:moveTo>
                <a:lnTo>
                  <a:pt x="984691" y="411981"/>
                </a:lnTo>
                <a:lnTo>
                  <a:pt x="984363" y="404735"/>
                </a:lnTo>
                <a:close/>
                <a:moveTo>
                  <a:pt x="987235" y="404734"/>
                </a:moveTo>
                <a:lnTo>
                  <a:pt x="986057" y="442809"/>
                </a:lnTo>
                <a:lnTo>
                  <a:pt x="986057" y="411981"/>
                </a:lnTo>
                <a:lnTo>
                  <a:pt x="985492" y="404734"/>
                </a:lnTo>
                <a:close/>
                <a:moveTo>
                  <a:pt x="991270" y="404733"/>
                </a:moveTo>
                <a:lnTo>
                  <a:pt x="990154" y="416185"/>
                </a:lnTo>
                <a:lnTo>
                  <a:pt x="990154" y="404974"/>
                </a:lnTo>
                <a:lnTo>
                  <a:pt x="988788" y="418287"/>
                </a:lnTo>
                <a:lnTo>
                  <a:pt x="988788" y="412682"/>
                </a:lnTo>
                <a:lnTo>
                  <a:pt x="987423" y="418987"/>
                </a:lnTo>
                <a:lnTo>
                  <a:pt x="987423" y="404734"/>
                </a:lnTo>
                <a:lnTo>
                  <a:pt x="988788" y="404733"/>
                </a:lnTo>
                <a:close/>
                <a:moveTo>
                  <a:pt x="994066" y="404732"/>
                </a:moveTo>
                <a:lnTo>
                  <a:pt x="992885" y="421089"/>
                </a:lnTo>
                <a:lnTo>
                  <a:pt x="992885" y="427395"/>
                </a:lnTo>
                <a:lnTo>
                  <a:pt x="991547" y="404733"/>
                </a:lnTo>
                <a:lnTo>
                  <a:pt x="992885" y="404732"/>
                </a:lnTo>
                <a:close/>
                <a:moveTo>
                  <a:pt x="994495" y="404732"/>
                </a:moveTo>
                <a:lnTo>
                  <a:pt x="994251" y="408478"/>
                </a:lnTo>
                <a:lnTo>
                  <a:pt x="994251" y="404732"/>
                </a:lnTo>
                <a:close/>
                <a:moveTo>
                  <a:pt x="998191" y="404731"/>
                </a:moveTo>
                <a:lnTo>
                  <a:pt x="996983" y="418987"/>
                </a:lnTo>
                <a:lnTo>
                  <a:pt x="995617" y="417586"/>
                </a:lnTo>
                <a:lnTo>
                  <a:pt x="995617" y="404732"/>
                </a:lnTo>
                <a:close/>
                <a:moveTo>
                  <a:pt x="1000925" y="404731"/>
                </a:moveTo>
                <a:lnTo>
                  <a:pt x="999714" y="430198"/>
                </a:lnTo>
                <a:lnTo>
                  <a:pt x="999714" y="429497"/>
                </a:lnTo>
                <a:lnTo>
                  <a:pt x="998348" y="437905"/>
                </a:lnTo>
                <a:lnTo>
                  <a:pt x="998348" y="404731"/>
                </a:lnTo>
                <a:close/>
                <a:moveTo>
                  <a:pt x="1003238" y="404730"/>
                </a:moveTo>
                <a:lnTo>
                  <a:pt x="1002445" y="414083"/>
                </a:lnTo>
                <a:lnTo>
                  <a:pt x="1002445" y="416885"/>
                </a:lnTo>
                <a:lnTo>
                  <a:pt x="1001822" y="404730"/>
                </a:lnTo>
                <a:close/>
                <a:moveTo>
                  <a:pt x="1005177" y="404729"/>
                </a:moveTo>
                <a:lnTo>
                  <a:pt x="1005177" y="411981"/>
                </a:lnTo>
                <a:lnTo>
                  <a:pt x="1003811" y="428796"/>
                </a:lnTo>
                <a:lnTo>
                  <a:pt x="1003811" y="404730"/>
                </a:lnTo>
                <a:close/>
                <a:moveTo>
                  <a:pt x="1006543" y="404729"/>
                </a:moveTo>
                <a:lnTo>
                  <a:pt x="1006543" y="408478"/>
                </a:lnTo>
                <a:lnTo>
                  <a:pt x="1005812" y="404729"/>
                </a:lnTo>
                <a:close/>
                <a:moveTo>
                  <a:pt x="1010640" y="404728"/>
                </a:moveTo>
                <a:lnTo>
                  <a:pt x="1010640" y="408478"/>
                </a:lnTo>
                <a:lnTo>
                  <a:pt x="1009274" y="442109"/>
                </a:lnTo>
                <a:lnTo>
                  <a:pt x="1009274" y="425293"/>
                </a:lnTo>
                <a:lnTo>
                  <a:pt x="1007908" y="405675"/>
                </a:lnTo>
                <a:lnTo>
                  <a:pt x="1007908" y="454720"/>
                </a:lnTo>
                <a:lnTo>
                  <a:pt x="1006643" y="404729"/>
                </a:lnTo>
                <a:close/>
                <a:moveTo>
                  <a:pt x="1012006" y="404728"/>
                </a:moveTo>
                <a:lnTo>
                  <a:pt x="1012006" y="417586"/>
                </a:lnTo>
                <a:lnTo>
                  <a:pt x="1011223" y="404728"/>
                </a:lnTo>
                <a:close/>
                <a:moveTo>
                  <a:pt x="1020200" y="404726"/>
                </a:moveTo>
                <a:lnTo>
                  <a:pt x="1020200" y="413382"/>
                </a:lnTo>
                <a:lnTo>
                  <a:pt x="1018834" y="406376"/>
                </a:lnTo>
                <a:lnTo>
                  <a:pt x="1018834" y="411981"/>
                </a:lnTo>
                <a:lnTo>
                  <a:pt x="1017469" y="416885"/>
                </a:lnTo>
                <a:lnTo>
                  <a:pt x="1017469" y="427395"/>
                </a:lnTo>
                <a:lnTo>
                  <a:pt x="1016103" y="418287"/>
                </a:lnTo>
                <a:lnTo>
                  <a:pt x="1016103" y="437905"/>
                </a:lnTo>
                <a:lnTo>
                  <a:pt x="1014737" y="413382"/>
                </a:lnTo>
                <a:lnTo>
                  <a:pt x="1014737" y="404727"/>
                </a:lnTo>
                <a:lnTo>
                  <a:pt x="1017469" y="404727"/>
                </a:lnTo>
                <a:close/>
                <a:moveTo>
                  <a:pt x="1025663" y="404725"/>
                </a:moveTo>
                <a:lnTo>
                  <a:pt x="1025663" y="413382"/>
                </a:lnTo>
                <a:lnTo>
                  <a:pt x="1024297" y="433000"/>
                </a:lnTo>
                <a:lnTo>
                  <a:pt x="1024297" y="422491"/>
                </a:lnTo>
                <a:lnTo>
                  <a:pt x="1022931" y="418987"/>
                </a:lnTo>
                <a:lnTo>
                  <a:pt x="1022931" y="413382"/>
                </a:lnTo>
                <a:lnTo>
                  <a:pt x="1021566" y="422491"/>
                </a:lnTo>
                <a:lnTo>
                  <a:pt x="1021566" y="423191"/>
                </a:lnTo>
                <a:lnTo>
                  <a:pt x="1020816" y="404726"/>
                </a:lnTo>
                <a:close/>
                <a:moveTo>
                  <a:pt x="1031958" y="404723"/>
                </a:moveTo>
                <a:lnTo>
                  <a:pt x="1031126" y="411981"/>
                </a:lnTo>
                <a:lnTo>
                  <a:pt x="1031126" y="408478"/>
                </a:lnTo>
                <a:lnTo>
                  <a:pt x="1029760" y="437905"/>
                </a:lnTo>
                <a:lnTo>
                  <a:pt x="1029760" y="406376"/>
                </a:lnTo>
                <a:lnTo>
                  <a:pt x="1028394" y="421790"/>
                </a:lnTo>
                <a:lnTo>
                  <a:pt x="1028394" y="415484"/>
                </a:lnTo>
                <a:lnTo>
                  <a:pt x="1027029" y="432300"/>
                </a:lnTo>
                <a:lnTo>
                  <a:pt x="1027029" y="410580"/>
                </a:lnTo>
                <a:lnTo>
                  <a:pt x="1026214" y="404724"/>
                </a:lnTo>
                <a:lnTo>
                  <a:pt x="1029760" y="404724"/>
                </a:lnTo>
                <a:close/>
                <a:moveTo>
                  <a:pt x="1035406" y="404722"/>
                </a:moveTo>
                <a:lnTo>
                  <a:pt x="1035223" y="408478"/>
                </a:lnTo>
                <a:lnTo>
                  <a:pt x="1035223" y="420389"/>
                </a:lnTo>
                <a:lnTo>
                  <a:pt x="1033857" y="413382"/>
                </a:lnTo>
                <a:lnTo>
                  <a:pt x="1033857" y="420389"/>
                </a:lnTo>
                <a:lnTo>
                  <a:pt x="1032492" y="406376"/>
                </a:lnTo>
                <a:lnTo>
                  <a:pt x="1032492" y="404723"/>
                </a:lnTo>
                <a:lnTo>
                  <a:pt x="1035223" y="404722"/>
                </a:lnTo>
                <a:close/>
                <a:moveTo>
                  <a:pt x="1040591" y="404721"/>
                </a:moveTo>
                <a:lnTo>
                  <a:pt x="1039320" y="429497"/>
                </a:lnTo>
                <a:lnTo>
                  <a:pt x="1039320" y="433000"/>
                </a:lnTo>
                <a:lnTo>
                  <a:pt x="1037955" y="429497"/>
                </a:lnTo>
                <a:lnTo>
                  <a:pt x="1037955" y="418287"/>
                </a:lnTo>
                <a:lnTo>
                  <a:pt x="1036589" y="409178"/>
                </a:lnTo>
                <a:lnTo>
                  <a:pt x="1036589" y="404722"/>
                </a:lnTo>
                <a:close/>
                <a:moveTo>
                  <a:pt x="1041625" y="404721"/>
                </a:moveTo>
                <a:lnTo>
                  <a:pt x="1040686" y="428796"/>
                </a:lnTo>
                <a:lnTo>
                  <a:pt x="1040686" y="404721"/>
                </a:lnTo>
                <a:close/>
                <a:moveTo>
                  <a:pt x="1043245" y="404720"/>
                </a:moveTo>
                <a:lnTo>
                  <a:pt x="1042052" y="412682"/>
                </a:lnTo>
                <a:lnTo>
                  <a:pt x="1042052" y="404721"/>
                </a:lnTo>
                <a:close/>
                <a:moveTo>
                  <a:pt x="1048880" y="404719"/>
                </a:moveTo>
                <a:lnTo>
                  <a:pt x="1048880" y="405675"/>
                </a:lnTo>
                <a:lnTo>
                  <a:pt x="1047515" y="418287"/>
                </a:lnTo>
                <a:lnTo>
                  <a:pt x="1047515" y="407777"/>
                </a:lnTo>
                <a:lnTo>
                  <a:pt x="1046149" y="414783"/>
                </a:lnTo>
                <a:lnTo>
                  <a:pt x="1046149" y="435803"/>
                </a:lnTo>
                <a:lnTo>
                  <a:pt x="1044783" y="417586"/>
                </a:lnTo>
                <a:lnTo>
                  <a:pt x="1044783" y="409178"/>
                </a:lnTo>
                <a:lnTo>
                  <a:pt x="1044783" y="404720"/>
                </a:lnTo>
                <a:close/>
                <a:moveTo>
                  <a:pt x="1050246" y="404719"/>
                </a:moveTo>
                <a:lnTo>
                  <a:pt x="1050246" y="407076"/>
                </a:lnTo>
                <a:lnTo>
                  <a:pt x="1049480" y="404719"/>
                </a:lnTo>
                <a:close/>
                <a:moveTo>
                  <a:pt x="1052137" y="404718"/>
                </a:moveTo>
                <a:lnTo>
                  <a:pt x="1051612" y="418987"/>
                </a:lnTo>
                <a:lnTo>
                  <a:pt x="1051612" y="404718"/>
                </a:lnTo>
                <a:close/>
                <a:moveTo>
                  <a:pt x="1055709" y="404717"/>
                </a:moveTo>
                <a:lnTo>
                  <a:pt x="1055709" y="410580"/>
                </a:lnTo>
                <a:lnTo>
                  <a:pt x="1055074" y="404717"/>
                </a:lnTo>
                <a:close/>
                <a:moveTo>
                  <a:pt x="1057075" y="404717"/>
                </a:moveTo>
                <a:lnTo>
                  <a:pt x="1057075" y="418287"/>
                </a:lnTo>
                <a:lnTo>
                  <a:pt x="1056222" y="404717"/>
                </a:lnTo>
                <a:close/>
                <a:moveTo>
                  <a:pt x="1060428" y="404716"/>
                </a:moveTo>
                <a:lnTo>
                  <a:pt x="1059806" y="409178"/>
                </a:lnTo>
                <a:lnTo>
                  <a:pt x="1059806" y="428096"/>
                </a:lnTo>
                <a:lnTo>
                  <a:pt x="1058504" y="404717"/>
                </a:lnTo>
                <a:close/>
                <a:moveTo>
                  <a:pt x="1062982" y="404715"/>
                </a:moveTo>
                <a:lnTo>
                  <a:pt x="1062538" y="413382"/>
                </a:lnTo>
                <a:lnTo>
                  <a:pt x="1062538" y="415484"/>
                </a:lnTo>
                <a:lnTo>
                  <a:pt x="1061663" y="404716"/>
                </a:lnTo>
                <a:lnTo>
                  <a:pt x="1062538" y="404716"/>
                </a:lnTo>
                <a:close/>
                <a:moveTo>
                  <a:pt x="1065269" y="404715"/>
                </a:moveTo>
                <a:lnTo>
                  <a:pt x="1065269" y="410580"/>
                </a:lnTo>
                <a:lnTo>
                  <a:pt x="1064772" y="404715"/>
                </a:lnTo>
                <a:close/>
                <a:moveTo>
                  <a:pt x="1066635" y="404715"/>
                </a:moveTo>
                <a:lnTo>
                  <a:pt x="1066635" y="418287"/>
                </a:lnTo>
                <a:lnTo>
                  <a:pt x="1066201" y="404715"/>
                </a:lnTo>
                <a:close/>
                <a:moveTo>
                  <a:pt x="1069366" y="404714"/>
                </a:moveTo>
                <a:lnTo>
                  <a:pt x="1069366" y="404974"/>
                </a:lnTo>
                <a:lnTo>
                  <a:pt x="1069352" y="404714"/>
                </a:lnTo>
                <a:close/>
                <a:moveTo>
                  <a:pt x="1074204" y="404713"/>
                </a:moveTo>
                <a:lnTo>
                  <a:pt x="1073463" y="425994"/>
                </a:lnTo>
                <a:lnTo>
                  <a:pt x="1073463" y="427395"/>
                </a:lnTo>
                <a:lnTo>
                  <a:pt x="1072629" y="404713"/>
                </a:lnTo>
                <a:lnTo>
                  <a:pt x="1073463" y="404713"/>
                </a:lnTo>
                <a:close/>
                <a:moveTo>
                  <a:pt x="1077770" y="404712"/>
                </a:moveTo>
                <a:lnTo>
                  <a:pt x="1077561" y="407076"/>
                </a:lnTo>
                <a:lnTo>
                  <a:pt x="1077561" y="418287"/>
                </a:lnTo>
                <a:lnTo>
                  <a:pt x="1076195" y="408478"/>
                </a:lnTo>
                <a:lnTo>
                  <a:pt x="1076195" y="417586"/>
                </a:lnTo>
                <a:lnTo>
                  <a:pt x="1075649" y="404712"/>
                </a:lnTo>
                <a:close/>
                <a:moveTo>
                  <a:pt x="1083023" y="404711"/>
                </a:moveTo>
                <a:lnTo>
                  <a:pt x="1083023" y="415484"/>
                </a:lnTo>
                <a:lnTo>
                  <a:pt x="1081658" y="427395"/>
                </a:lnTo>
                <a:lnTo>
                  <a:pt x="1081658" y="406376"/>
                </a:lnTo>
                <a:lnTo>
                  <a:pt x="1080292" y="411280"/>
                </a:lnTo>
                <a:lnTo>
                  <a:pt x="1080292" y="404711"/>
                </a:lnTo>
                <a:close/>
                <a:moveTo>
                  <a:pt x="1085755" y="404710"/>
                </a:moveTo>
                <a:lnTo>
                  <a:pt x="1085755" y="404974"/>
                </a:lnTo>
                <a:lnTo>
                  <a:pt x="1084389" y="412682"/>
                </a:lnTo>
                <a:lnTo>
                  <a:pt x="1084389" y="422491"/>
                </a:lnTo>
                <a:lnTo>
                  <a:pt x="1083811" y="404710"/>
                </a:lnTo>
                <a:close/>
                <a:moveTo>
                  <a:pt x="1087121" y="404710"/>
                </a:moveTo>
                <a:lnTo>
                  <a:pt x="1087121" y="406376"/>
                </a:lnTo>
                <a:lnTo>
                  <a:pt x="1087121" y="411981"/>
                </a:lnTo>
                <a:lnTo>
                  <a:pt x="1087121" y="416885"/>
                </a:lnTo>
                <a:lnTo>
                  <a:pt x="1086089" y="404710"/>
                </a:lnTo>
                <a:close/>
                <a:moveTo>
                  <a:pt x="1091218" y="404709"/>
                </a:moveTo>
                <a:lnTo>
                  <a:pt x="1091218" y="410580"/>
                </a:lnTo>
                <a:lnTo>
                  <a:pt x="1091218" y="411981"/>
                </a:lnTo>
                <a:lnTo>
                  <a:pt x="1089852" y="408478"/>
                </a:lnTo>
                <a:lnTo>
                  <a:pt x="1088487" y="412682"/>
                </a:lnTo>
                <a:lnTo>
                  <a:pt x="1088487" y="406376"/>
                </a:lnTo>
                <a:lnTo>
                  <a:pt x="1088216" y="404709"/>
                </a:lnTo>
                <a:close/>
                <a:moveTo>
                  <a:pt x="1093293" y="404708"/>
                </a:moveTo>
                <a:lnTo>
                  <a:pt x="1092584" y="411981"/>
                </a:lnTo>
                <a:lnTo>
                  <a:pt x="1092584" y="404708"/>
                </a:lnTo>
                <a:close/>
                <a:moveTo>
                  <a:pt x="1094495" y="404708"/>
                </a:moveTo>
                <a:lnTo>
                  <a:pt x="1093949" y="413382"/>
                </a:lnTo>
                <a:lnTo>
                  <a:pt x="1093949" y="404708"/>
                </a:lnTo>
                <a:close/>
                <a:moveTo>
                  <a:pt x="1096356" y="404707"/>
                </a:moveTo>
                <a:lnTo>
                  <a:pt x="1095315" y="410580"/>
                </a:lnTo>
                <a:lnTo>
                  <a:pt x="1095315" y="404708"/>
                </a:lnTo>
                <a:close/>
                <a:moveTo>
                  <a:pt x="1099412" y="404707"/>
                </a:moveTo>
                <a:lnTo>
                  <a:pt x="1099412" y="408478"/>
                </a:lnTo>
                <a:lnTo>
                  <a:pt x="1098047" y="427395"/>
                </a:lnTo>
                <a:lnTo>
                  <a:pt x="1098047" y="426694"/>
                </a:lnTo>
                <a:lnTo>
                  <a:pt x="1096681" y="432300"/>
                </a:lnTo>
                <a:lnTo>
                  <a:pt x="1096681" y="404707"/>
                </a:lnTo>
                <a:close/>
                <a:moveTo>
                  <a:pt x="1107607" y="404705"/>
                </a:moveTo>
                <a:lnTo>
                  <a:pt x="1107607" y="409879"/>
                </a:lnTo>
                <a:lnTo>
                  <a:pt x="1106241" y="428096"/>
                </a:lnTo>
                <a:lnTo>
                  <a:pt x="1106241" y="441408"/>
                </a:lnTo>
                <a:lnTo>
                  <a:pt x="1104875" y="418987"/>
                </a:lnTo>
                <a:lnTo>
                  <a:pt x="1104875" y="414083"/>
                </a:lnTo>
                <a:lnTo>
                  <a:pt x="1103509" y="421089"/>
                </a:lnTo>
                <a:lnTo>
                  <a:pt x="1103509" y="423191"/>
                </a:lnTo>
                <a:lnTo>
                  <a:pt x="1102144" y="419688"/>
                </a:lnTo>
                <a:lnTo>
                  <a:pt x="1102144" y="437204"/>
                </a:lnTo>
                <a:lnTo>
                  <a:pt x="1100796" y="404706"/>
                </a:lnTo>
                <a:lnTo>
                  <a:pt x="1106241" y="404705"/>
                </a:lnTo>
                <a:close/>
                <a:moveTo>
                  <a:pt x="1110338" y="404704"/>
                </a:moveTo>
                <a:lnTo>
                  <a:pt x="1110338" y="417586"/>
                </a:lnTo>
                <a:lnTo>
                  <a:pt x="1108972" y="449816"/>
                </a:lnTo>
                <a:lnTo>
                  <a:pt x="1108972" y="426694"/>
                </a:lnTo>
                <a:lnTo>
                  <a:pt x="1108281" y="404704"/>
                </a:lnTo>
                <a:close/>
                <a:moveTo>
                  <a:pt x="1113463" y="404703"/>
                </a:moveTo>
                <a:lnTo>
                  <a:pt x="1113070" y="416185"/>
                </a:lnTo>
                <a:lnTo>
                  <a:pt x="1113070" y="421089"/>
                </a:lnTo>
                <a:lnTo>
                  <a:pt x="1111704" y="407076"/>
                </a:lnTo>
                <a:lnTo>
                  <a:pt x="1111704" y="431599"/>
                </a:lnTo>
                <a:lnTo>
                  <a:pt x="1110910" y="404704"/>
                </a:lnTo>
                <a:close/>
                <a:moveTo>
                  <a:pt x="1115801" y="404703"/>
                </a:moveTo>
                <a:lnTo>
                  <a:pt x="1115801" y="408478"/>
                </a:lnTo>
                <a:lnTo>
                  <a:pt x="1115801" y="410580"/>
                </a:lnTo>
                <a:lnTo>
                  <a:pt x="1114435" y="436504"/>
                </a:lnTo>
                <a:lnTo>
                  <a:pt x="1114435" y="404703"/>
                </a:lnTo>
                <a:close/>
                <a:moveTo>
                  <a:pt x="1120774" y="404701"/>
                </a:moveTo>
                <a:lnTo>
                  <a:pt x="1119898" y="415484"/>
                </a:lnTo>
                <a:lnTo>
                  <a:pt x="1119898" y="420389"/>
                </a:lnTo>
                <a:lnTo>
                  <a:pt x="1118533" y="411280"/>
                </a:lnTo>
                <a:lnTo>
                  <a:pt x="1118533" y="421089"/>
                </a:lnTo>
                <a:lnTo>
                  <a:pt x="1117167" y="410580"/>
                </a:lnTo>
                <a:lnTo>
                  <a:pt x="1117167" y="413382"/>
                </a:lnTo>
                <a:lnTo>
                  <a:pt x="1116321" y="404702"/>
                </a:lnTo>
                <a:close/>
                <a:moveTo>
                  <a:pt x="1122630" y="404701"/>
                </a:moveTo>
                <a:lnTo>
                  <a:pt x="1122630" y="441408"/>
                </a:lnTo>
                <a:lnTo>
                  <a:pt x="1121264" y="416185"/>
                </a:lnTo>
                <a:lnTo>
                  <a:pt x="1121264" y="404701"/>
                </a:lnTo>
                <a:close/>
                <a:moveTo>
                  <a:pt x="1124919" y="404700"/>
                </a:moveTo>
                <a:lnTo>
                  <a:pt x="1123995" y="424593"/>
                </a:lnTo>
                <a:lnTo>
                  <a:pt x="1123995" y="425293"/>
                </a:lnTo>
                <a:lnTo>
                  <a:pt x="1123995" y="428096"/>
                </a:lnTo>
                <a:lnTo>
                  <a:pt x="1122959" y="404701"/>
                </a:lnTo>
                <a:close/>
                <a:moveTo>
                  <a:pt x="1126105" y="404700"/>
                </a:moveTo>
                <a:lnTo>
                  <a:pt x="1125361" y="446313"/>
                </a:lnTo>
                <a:lnTo>
                  <a:pt x="1125361" y="404700"/>
                </a:lnTo>
                <a:close/>
                <a:moveTo>
                  <a:pt x="1134921" y="404698"/>
                </a:moveTo>
                <a:lnTo>
                  <a:pt x="1134921" y="456822"/>
                </a:lnTo>
                <a:lnTo>
                  <a:pt x="1133555" y="405675"/>
                </a:lnTo>
                <a:lnTo>
                  <a:pt x="1133555" y="416885"/>
                </a:lnTo>
                <a:lnTo>
                  <a:pt x="1132190" y="416885"/>
                </a:lnTo>
                <a:lnTo>
                  <a:pt x="1132190" y="417586"/>
                </a:lnTo>
                <a:lnTo>
                  <a:pt x="1130824" y="413382"/>
                </a:lnTo>
                <a:lnTo>
                  <a:pt x="1130824" y="407076"/>
                </a:lnTo>
                <a:lnTo>
                  <a:pt x="1129458" y="405675"/>
                </a:lnTo>
                <a:lnTo>
                  <a:pt x="1129458" y="407777"/>
                </a:lnTo>
                <a:lnTo>
                  <a:pt x="1128093" y="410580"/>
                </a:lnTo>
                <a:lnTo>
                  <a:pt x="1128093" y="411981"/>
                </a:lnTo>
                <a:lnTo>
                  <a:pt x="1127258" y="404700"/>
                </a:lnTo>
                <a:lnTo>
                  <a:pt x="1133555" y="404698"/>
                </a:lnTo>
                <a:close/>
                <a:moveTo>
                  <a:pt x="1137653" y="404697"/>
                </a:moveTo>
                <a:lnTo>
                  <a:pt x="1137653" y="418987"/>
                </a:lnTo>
                <a:lnTo>
                  <a:pt x="1136287" y="413382"/>
                </a:lnTo>
                <a:lnTo>
                  <a:pt x="1136287" y="410580"/>
                </a:lnTo>
                <a:lnTo>
                  <a:pt x="1135013" y="404698"/>
                </a:lnTo>
                <a:close/>
                <a:moveTo>
                  <a:pt x="1141750" y="404696"/>
                </a:moveTo>
                <a:lnTo>
                  <a:pt x="1141750" y="421089"/>
                </a:lnTo>
                <a:lnTo>
                  <a:pt x="1140384" y="432300"/>
                </a:lnTo>
                <a:lnTo>
                  <a:pt x="1140384" y="426694"/>
                </a:lnTo>
                <a:lnTo>
                  <a:pt x="1139019" y="407076"/>
                </a:lnTo>
                <a:lnTo>
                  <a:pt x="1139019" y="404697"/>
                </a:lnTo>
                <a:close/>
                <a:moveTo>
                  <a:pt x="1145811" y="404695"/>
                </a:moveTo>
                <a:lnTo>
                  <a:pt x="1144481" y="420389"/>
                </a:lnTo>
                <a:lnTo>
                  <a:pt x="1144481" y="404696"/>
                </a:lnTo>
                <a:close/>
                <a:moveTo>
                  <a:pt x="1154022" y="404693"/>
                </a:moveTo>
                <a:lnTo>
                  <a:pt x="1152676" y="434402"/>
                </a:lnTo>
                <a:lnTo>
                  <a:pt x="1152676" y="418987"/>
                </a:lnTo>
                <a:lnTo>
                  <a:pt x="1152676" y="417586"/>
                </a:lnTo>
                <a:lnTo>
                  <a:pt x="1151310" y="418987"/>
                </a:lnTo>
                <a:lnTo>
                  <a:pt x="1151310" y="410580"/>
                </a:lnTo>
                <a:lnTo>
                  <a:pt x="1149944" y="421790"/>
                </a:lnTo>
                <a:lnTo>
                  <a:pt x="1149944" y="409879"/>
                </a:lnTo>
                <a:lnTo>
                  <a:pt x="1149505" y="404694"/>
                </a:lnTo>
                <a:close/>
                <a:moveTo>
                  <a:pt x="1155407" y="404693"/>
                </a:moveTo>
                <a:lnTo>
                  <a:pt x="1155407" y="418287"/>
                </a:lnTo>
                <a:lnTo>
                  <a:pt x="1154041" y="407076"/>
                </a:lnTo>
                <a:lnTo>
                  <a:pt x="1154041" y="404693"/>
                </a:lnTo>
                <a:close/>
                <a:moveTo>
                  <a:pt x="1158892" y="404692"/>
                </a:moveTo>
                <a:lnTo>
                  <a:pt x="1158139" y="418987"/>
                </a:lnTo>
                <a:lnTo>
                  <a:pt x="1158139" y="416885"/>
                </a:lnTo>
                <a:lnTo>
                  <a:pt x="1156773" y="416885"/>
                </a:lnTo>
                <a:lnTo>
                  <a:pt x="1156773" y="404693"/>
                </a:lnTo>
                <a:close/>
                <a:moveTo>
                  <a:pt x="1160870" y="404692"/>
                </a:moveTo>
                <a:lnTo>
                  <a:pt x="1160870" y="408478"/>
                </a:lnTo>
                <a:lnTo>
                  <a:pt x="1159504" y="407777"/>
                </a:lnTo>
                <a:lnTo>
                  <a:pt x="1159504" y="404692"/>
                </a:lnTo>
                <a:close/>
                <a:moveTo>
                  <a:pt x="1162236" y="404691"/>
                </a:moveTo>
                <a:lnTo>
                  <a:pt x="1162236" y="422491"/>
                </a:lnTo>
                <a:lnTo>
                  <a:pt x="1161369" y="404691"/>
                </a:lnTo>
                <a:close/>
                <a:moveTo>
                  <a:pt x="1166199" y="404690"/>
                </a:moveTo>
                <a:lnTo>
                  <a:pt x="1164967" y="447013"/>
                </a:lnTo>
                <a:lnTo>
                  <a:pt x="1164967" y="422491"/>
                </a:lnTo>
                <a:lnTo>
                  <a:pt x="1164337" y="404691"/>
                </a:lnTo>
                <a:close/>
                <a:moveTo>
                  <a:pt x="1168074" y="404690"/>
                </a:moveTo>
                <a:lnTo>
                  <a:pt x="1167699" y="409879"/>
                </a:lnTo>
                <a:lnTo>
                  <a:pt x="1167699" y="404690"/>
                </a:lnTo>
                <a:close/>
                <a:moveTo>
                  <a:pt x="1169812" y="404689"/>
                </a:moveTo>
                <a:lnTo>
                  <a:pt x="1169065" y="416185"/>
                </a:lnTo>
                <a:lnTo>
                  <a:pt x="1169065" y="404690"/>
                </a:lnTo>
                <a:close/>
                <a:moveTo>
                  <a:pt x="1173162" y="404689"/>
                </a:moveTo>
                <a:lnTo>
                  <a:pt x="1173162" y="409178"/>
                </a:lnTo>
                <a:lnTo>
                  <a:pt x="1172701" y="404689"/>
                </a:lnTo>
                <a:close/>
                <a:moveTo>
                  <a:pt x="1175893" y="404688"/>
                </a:moveTo>
                <a:lnTo>
                  <a:pt x="1175893" y="407076"/>
                </a:lnTo>
                <a:lnTo>
                  <a:pt x="1174527" y="411280"/>
                </a:lnTo>
                <a:lnTo>
                  <a:pt x="1174527" y="427395"/>
                </a:lnTo>
                <a:lnTo>
                  <a:pt x="1173298" y="404689"/>
                </a:lnTo>
                <a:close/>
                <a:moveTo>
                  <a:pt x="1177259" y="404688"/>
                </a:moveTo>
                <a:lnTo>
                  <a:pt x="1177259" y="412682"/>
                </a:lnTo>
                <a:lnTo>
                  <a:pt x="1176480" y="404688"/>
                </a:lnTo>
                <a:close/>
                <a:moveTo>
                  <a:pt x="1179990" y="404687"/>
                </a:moveTo>
                <a:lnTo>
                  <a:pt x="1179990" y="405675"/>
                </a:lnTo>
                <a:lnTo>
                  <a:pt x="1179715" y="404687"/>
                </a:lnTo>
                <a:close/>
                <a:moveTo>
                  <a:pt x="1184351" y="404686"/>
                </a:moveTo>
                <a:lnTo>
                  <a:pt x="1184087" y="408478"/>
                </a:lnTo>
                <a:lnTo>
                  <a:pt x="1184087" y="412682"/>
                </a:lnTo>
                <a:lnTo>
                  <a:pt x="1182722" y="420389"/>
                </a:lnTo>
                <a:lnTo>
                  <a:pt x="1182722" y="405675"/>
                </a:lnTo>
                <a:lnTo>
                  <a:pt x="1181356" y="410580"/>
                </a:lnTo>
                <a:lnTo>
                  <a:pt x="1181356" y="404687"/>
                </a:lnTo>
                <a:close/>
                <a:moveTo>
                  <a:pt x="1189551" y="404685"/>
                </a:moveTo>
                <a:lnTo>
                  <a:pt x="1189551" y="437204"/>
                </a:lnTo>
                <a:lnTo>
                  <a:pt x="1188185" y="410580"/>
                </a:lnTo>
                <a:lnTo>
                  <a:pt x="1188185" y="404685"/>
                </a:lnTo>
                <a:close/>
                <a:moveTo>
                  <a:pt x="1193949" y="404684"/>
                </a:moveTo>
                <a:lnTo>
                  <a:pt x="1193648" y="407777"/>
                </a:lnTo>
                <a:lnTo>
                  <a:pt x="1193648" y="404684"/>
                </a:lnTo>
                <a:close/>
                <a:moveTo>
                  <a:pt x="1197657" y="404683"/>
                </a:moveTo>
                <a:lnTo>
                  <a:pt x="1196379" y="410580"/>
                </a:lnTo>
                <a:lnTo>
                  <a:pt x="1196379" y="405675"/>
                </a:lnTo>
                <a:lnTo>
                  <a:pt x="1196310" y="404683"/>
                </a:lnTo>
                <a:close/>
                <a:moveTo>
                  <a:pt x="1202207" y="404682"/>
                </a:moveTo>
                <a:lnTo>
                  <a:pt x="1201842" y="411981"/>
                </a:lnTo>
                <a:lnTo>
                  <a:pt x="1201842" y="407777"/>
                </a:lnTo>
                <a:lnTo>
                  <a:pt x="1200476" y="411981"/>
                </a:lnTo>
                <a:lnTo>
                  <a:pt x="1200476" y="422491"/>
                </a:lnTo>
                <a:lnTo>
                  <a:pt x="1199111" y="412682"/>
                </a:lnTo>
                <a:lnTo>
                  <a:pt x="1199111" y="425293"/>
                </a:lnTo>
                <a:lnTo>
                  <a:pt x="1198177" y="404682"/>
                </a:lnTo>
                <a:close/>
                <a:moveTo>
                  <a:pt x="1205393" y="404681"/>
                </a:moveTo>
                <a:lnTo>
                  <a:pt x="1204573" y="423191"/>
                </a:lnTo>
                <a:lnTo>
                  <a:pt x="1204573" y="404681"/>
                </a:lnTo>
                <a:close/>
                <a:moveTo>
                  <a:pt x="1206402" y="404680"/>
                </a:moveTo>
                <a:lnTo>
                  <a:pt x="1205939" y="408478"/>
                </a:lnTo>
                <a:lnTo>
                  <a:pt x="1205939" y="404681"/>
                </a:lnTo>
                <a:close/>
                <a:moveTo>
                  <a:pt x="1208671" y="404680"/>
                </a:moveTo>
                <a:lnTo>
                  <a:pt x="1208671" y="430198"/>
                </a:lnTo>
                <a:lnTo>
                  <a:pt x="1207305" y="423191"/>
                </a:lnTo>
                <a:lnTo>
                  <a:pt x="1207305" y="404680"/>
                </a:lnTo>
                <a:close/>
                <a:moveTo>
                  <a:pt x="1210836" y="404679"/>
                </a:moveTo>
                <a:lnTo>
                  <a:pt x="1210036" y="421089"/>
                </a:lnTo>
                <a:lnTo>
                  <a:pt x="1210036" y="421790"/>
                </a:lnTo>
                <a:lnTo>
                  <a:pt x="1208802" y="404680"/>
                </a:lnTo>
                <a:close/>
                <a:moveTo>
                  <a:pt x="1212130" y="404679"/>
                </a:moveTo>
                <a:lnTo>
                  <a:pt x="1211402" y="426694"/>
                </a:lnTo>
                <a:lnTo>
                  <a:pt x="1211402" y="404679"/>
                </a:lnTo>
                <a:close/>
                <a:moveTo>
                  <a:pt x="1213896" y="404679"/>
                </a:moveTo>
                <a:lnTo>
                  <a:pt x="1212768" y="423191"/>
                </a:lnTo>
                <a:lnTo>
                  <a:pt x="1212768" y="404679"/>
                </a:lnTo>
                <a:close/>
                <a:moveTo>
                  <a:pt x="1218019" y="404678"/>
                </a:moveTo>
                <a:lnTo>
                  <a:pt x="1216865" y="425994"/>
                </a:lnTo>
                <a:lnTo>
                  <a:pt x="1216865" y="410580"/>
                </a:lnTo>
                <a:lnTo>
                  <a:pt x="1215499" y="412682"/>
                </a:lnTo>
                <a:lnTo>
                  <a:pt x="1215499" y="418287"/>
                </a:lnTo>
                <a:lnTo>
                  <a:pt x="1214394" y="404679"/>
                </a:lnTo>
                <a:close/>
                <a:moveTo>
                  <a:pt x="1219597" y="404677"/>
                </a:moveTo>
                <a:lnTo>
                  <a:pt x="1219597" y="414783"/>
                </a:lnTo>
                <a:lnTo>
                  <a:pt x="1218231" y="449115"/>
                </a:lnTo>
                <a:lnTo>
                  <a:pt x="1218231" y="426694"/>
                </a:lnTo>
                <a:lnTo>
                  <a:pt x="1218231" y="418987"/>
                </a:lnTo>
                <a:lnTo>
                  <a:pt x="1218231" y="414783"/>
                </a:lnTo>
                <a:lnTo>
                  <a:pt x="1218231" y="404678"/>
                </a:lnTo>
                <a:close/>
                <a:moveTo>
                  <a:pt x="1223694" y="404676"/>
                </a:moveTo>
                <a:lnTo>
                  <a:pt x="1223694" y="430198"/>
                </a:lnTo>
                <a:lnTo>
                  <a:pt x="1222328" y="405675"/>
                </a:lnTo>
                <a:lnTo>
                  <a:pt x="1222328" y="412682"/>
                </a:lnTo>
                <a:lnTo>
                  <a:pt x="1222328" y="416885"/>
                </a:lnTo>
                <a:lnTo>
                  <a:pt x="1220962" y="412682"/>
                </a:lnTo>
                <a:lnTo>
                  <a:pt x="1220962" y="404677"/>
                </a:lnTo>
                <a:close/>
                <a:moveTo>
                  <a:pt x="1229742" y="404675"/>
                </a:moveTo>
                <a:lnTo>
                  <a:pt x="1229157" y="413382"/>
                </a:lnTo>
                <a:lnTo>
                  <a:pt x="1229157" y="423191"/>
                </a:lnTo>
                <a:lnTo>
                  <a:pt x="1227791" y="419688"/>
                </a:lnTo>
                <a:lnTo>
                  <a:pt x="1227791" y="406376"/>
                </a:lnTo>
                <a:lnTo>
                  <a:pt x="1227791" y="404974"/>
                </a:lnTo>
                <a:lnTo>
                  <a:pt x="1226425" y="414083"/>
                </a:lnTo>
                <a:lnTo>
                  <a:pt x="1226425" y="407777"/>
                </a:lnTo>
                <a:lnTo>
                  <a:pt x="1225417" y="404676"/>
                </a:lnTo>
                <a:close/>
                <a:moveTo>
                  <a:pt x="1234619" y="404674"/>
                </a:moveTo>
                <a:lnTo>
                  <a:pt x="1234619" y="418287"/>
                </a:lnTo>
                <a:lnTo>
                  <a:pt x="1233254" y="411280"/>
                </a:lnTo>
                <a:lnTo>
                  <a:pt x="1233254" y="412682"/>
                </a:lnTo>
                <a:lnTo>
                  <a:pt x="1231888" y="414083"/>
                </a:lnTo>
                <a:lnTo>
                  <a:pt x="1231888" y="436504"/>
                </a:lnTo>
                <a:lnTo>
                  <a:pt x="1230522" y="433000"/>
                </a:lnTo>
                <a:lnTo>
                  <a:pt x="1230522" y="404675"/>
                </a:lnTo>
                <a:close/>
                <a:moveTo>
                  <a:pt x="1238050" y="404673"/>
                </a:moveTo>
                <a:lnTo>
                  <a:pt x="1237351" y="418287"/>
                </a:lnTo>
                <a:lnTo>
                  <a:pt x="1237351" y="416885"/>
                </a:lnTo>
                <a:lnTo>
                  <a:pt x="1235985" y="427395"/>
                </a:lnTo>
                <a:lnTo>
                  <a:pt x="1235985" y="438605"/>
                </a:lnTo>
                <a:lnTo>
                  <a:pt x="1234951" y="404674"/>
                </a:lnTo>
                <a:close/>
                <a:moveTo>
                  <a:pt x="1242335" y="404672"/>
                </a:moveTo>
                <a:lnTo>
                  <a:pt x="1241448" y="419688"/>
                </a:lnTo>
                <a:lnTo>
                  <a:pt x="1241448" y="421089"/>
                </a:lnTo>
                <a:lnTo>
                  <a:pt x="1241448" y="424593"/>
                </a:lnTo>
                <a:lnTo>
                  <a:pt x="1240083" y="433701"/>
                </a:lnTo>
                <a:lnTo>
                  <a:pt x="1240083" y="411981"/>
                </a:lnTo>
                <a:lnTo>
                  <a:pt x="1238717" y="414783"/>
                </a:lnTo>
                <a:lnTo>
                  <a:pt x="1238717" y="404673"/>
                </a:lnTo>
                <a:close/>
                <a:moveTo>
                  <a:pt x="1245545" y="404671"/>
                </a:moveTo>
                <a:lnTo>
                  <a:pt x="1245545" y="407777"/>
                </a:lnTo>
                <a:lnTo>
                  <a:pt x="1244180" y="411280"/>
                </a:lnTo>
                <a:lnTo>
                  <a:pt x="1244180" y="430898"/>
                </a:lnTo>
                <a:lnTo>
                  <a:pt x="1242814" y="407076"/>
                </a:lnTo>
                <a:lnTo>
                  <a:pt x="1242814" y="404672"/>
                </a:lnTo>
                <a:close/>
                <a:moveTo>
                  <a:pt x="1249643" y="404670"/>
                </a:moveTo>
                <a:lnTo>
                  <a:pt x="1249643" y="407777"/>
                </a:lnTo>
                <a:lnTo>
                  <a:pt x="1248277" y="417586"/>
                </a:lnTo>
                <a:lnTo>
                  <a:pt x="1248277" y="432300"/>
                </a:lnTo>
                <a:lnTo>
                  <a:pt x="1246911" y="426694"/>
                </a:lnTo>
                <a:lnTo>
                  <a:pt x="1246911" y="404671"/>
                </a:lnTo>
                <a:close/>
                <a:moveTo>
                  <a:pt x="1251008" y="404670"/>
                </a:moveTo>
                <a:lnTo>
                  <a:pt x="1251008" y="411280"/>
                </a:lnTo>
                <a:lnTo>
                  <a:pt x="1251008" y="414783"/>
                </a:lnTo>
                <a:lnTo>
                  <a:pt x="1250113" y="404670"/>
                </a:lnTo>
                <a:close/>
                <a:moveTo>
                  <a:pt x="1252619" y="404669"/>
                </a:moveTo>
                <a:lnTo>
                  <a:pt x="1252374" y="410580"/>
                </a:lnTo>
                <a:lnTo>
                  <a:pt x="1252374" y="438605"/>
                </a:lnTo>
                <a:lnTo>
                  <a:pt x="1251537" y="404669"/>
                </a:lnTo>
                <a:close/>
                <a:moveTo>
                  <a:pt x="1255609" y="404669"/>
                </a:moveTo>
                <a:lnTo>
                  <a:pt x="1255105" y="417586"/>
                </a:lnTo>
                <a:lnTo>
                  <a:pt x="1253740" y="413382"/>
                </a:lnTo>
                <a:lnTo>
                  <a:pt x="1253740" y="404669"/>
                </a:lnTo>
                <a:close/>
                <a:moveTo>
                  <a:pt x="1257404" y="404668"/>
                </a:moveTo>
                <a:lnTo>
                  <a:pt x="1256471" y="465931"/>
                </a:lnTo>
                <a:lnTo>
                  <a:pt x="1256471" y="404668"/>
                </a:lnTo>
                <a:close/>
                <a:moveTo>
                  <a:pt x="1260160" y="404667"/>
                </a:moveTo>
                <a:lnTo>
                  <a:pt x="1259203" y="425293"/>
                </a:lnTo>
                <a:lnTo>
                  <a:pt x="1259203" y="420389"/>
                </a:lnTo>
                <a:lnTo>
                  <a:pt x="1257837" y="449816"/>
                </a:lnTo>
                <a:lnTo>
                  <a:pt x="1257837" y="404668"/>
                </a:lnTo>
                <a:close/>
                <a:moveTo>
                  <a:pt x="1264311" y="404666"/>
                </a:moveTo>
                <a:lnTo>
                  <a:pt x="1263300" y="433701"/>
                </a:lnTo>
                <a:lnTo>
                  <a:pt x="1263300" y="404974"/>
                </a:lnTo>
                <a:lnTo>
                  <a:pt x="1261934" y="456822"/>
                </a:lnTo>
                <a:lnTo>
                  <a:pt x="1261934" y="404667"/>
                </a:lnTo>
                <a:close/>
                <a:moveTo>
                  <a:pt x="1265578" y="404666"/>
                </a:moveTo>
                <a:lnTo>
                  <a:pt x="1264666" y="433701"/>
                </a:lnTo>
                <a:lnTo>
                  <a:pt x="1264666" y="409178"/>
                </a:lnTo>
                <a:lnTo>
                  <a:pt x="1264666" y="404666"/>
                </a:lnTo>
                <a:close/>
                <a:moveTo>
                  <a:pt x="1267397" y="404666"/>
                </a:moveTo>
                <a:lnTo>
                  <a:pt x="1267397" y="414783"/>
                </a:lnTo>
                <a:lnTo>
                  <a:pt x="1267221" y="404666"/>
                </a:lnTo>
                <a:close/>
                <a:moveTo>
                  <a:pt x="1269670" y="404665"/>
                </a:moveTo>
                <a:lnTo>
                  <a:pt x="1268763" y="447013"/>
                </a:lnTo>
                <a:lnTo>
                  <a:pt x="1268763" y="461727"/>
                </a:lnTo>
                <a:lnTo>
                  <a:pt x="1267851" y="404666"/>
                </a:lnTo>
                <a:close/>
                <a:moveTo>
                  <a:pt x="1271494" y="404665"/>
                </a:moveTo>
                <a:lnTo>
                  <a:pt x="1271494" y="416885"/>
                </a:lnTo>
                <a:lnTo>
                  <a:pt x="1270953" y="404665"/>
                </a:lnTo>
                <a:close/>
                <a:moveTo>
                  <a:pt x="1272860" y="404664"/>
                </a:moveTo>
                <a:lnTo>
                  <a:pt x="1272860" y="462427"/>
                </a:lnTo>
                <a:lnTo>
                  <a:pt x="1271566" y="404665"/>
                </a:lnTo>
                <a:close/>
                <a:moveTo>
                  <a:pt x="1274792" y="404664"/>
                </a:moveTo>
                <a:lnTo>
                  <a:pt x="1274226" y="421790"/>
                </a:lnTo>
                <a:lnTo>
                  <a:pt x="1274226" y="404664"/>
                </a:lnTo>
                <a:close/>
                <a:moveTo>
                  <a:pt x="1276492" y="404663"/>
                </a:moveTo>
                <a:lnTo>
                  <a:pt x="1275591" y="418987"/>
                </a:lnTo>
                <a:lnTo>
                  <a:pt x="1275591" y="404664"/>
                </a:lnTo>
                <a:close/>
                <a:moveTo>
                  <a:pt x="1279689" y="404663"/>
                </a:moveTo>
                <a:lnTo>
                  <a:pt x="1279689" y="428796"/>
                </a:lnTo>
                <a:lnTo>
                  <a:pt x="1278323" y="411981"/>
                </a:lnTo>
                <a:lnTo>
                  <a:pt x="1278323" y="406376"/>
                </a:lnTo>
                <a:lnTo>
                  <a:pt x="1278306" y="404663"/>
                </a:lnTo>
                <a:close/>
                <a:moveTo>
                  <a:pt x="1281054" y="404662"/>
                </a:moveTo>
                <a:lnTo>
                  <a:pt x="1281054" y="427395"/>
                </a:lnTo>
                <a:lnTo>
                  <a:pt x="1279974" y="404663"/>
                </a:lnTo>
                <a:close/>
                <a:moveTo>
                  <a:pt x="1284095" y="404662"/>
                </a:moveTo>
                <a:lnTo>
                  <a:pt x="1283786" y="426694"/>
                </a:lnTo>
                <a:lnTo>
                  <a:pt x="1283786" y="504466"/>
                </a:lnTo>
                <a:lnTo>
                  <a:pt x="1282420" y="423191"/>
                </a:lnTo>
                <a:lnTo>
                  <a:pt x="1282420" y="404662"/>
                </a:lnTo>
                <a:lnTo>
                  <a:pt x="1283786" y="404662"/>
                </a:lnTo>
                <a:close/>
                <a:moveTo>
                  <a:pt x="1285732" y="404661"/>
                </a:moveTo>
                <a:lnTo>
                  <a:pt x="1285151" y="458924"/>
                </a:lnTo>
                <a:lnTo>
                  <a:pt x="1285151" y="404661"/>
                </a:lnTo>
                <a:close/>
                <a:moveTo>
                  <a:pt x="1287883" y="404661"/>
                </a:moveTo>
                <a:lnTo>
                  <a:pt x="1287883" y="440707"/>
                </a:lnTo>
                <a:lnTo>
                  <a:pt x="1287102" y="404661"/>
                </a:lnTo>
                <a:close/>
                <a:moveTo>
                  <a:pt x="1291100" y="404660"/>
                </a:moveTo>
                <a:lnTo>
                  <a:pt x="1290615" y="478542"/>
                </a:lnTo>
                <a:lnTo>
                  <a:pt x="1290615" y="404660"/>
                </a:lnTo>
                <a:close/>
                <a:moveTo>
                  <a:pt x="1293346" y="404659"/>
                </a:moveTo>
                <a:lnTo>
                  <a:pt x="1293346" y="434402"/>
                </a:lnTo>
                <a:lnTo>
                  <a:pt x="1292723" y="404659"/>
                </a:lnTo>
                <a:close/>
                <a:moveTo>
                  <a:pt x="1297030" y="404658"/>
                </a:moveTo>
                <a:lnTo>
                  <a:pt x="1296077" y="470135"/>
                </a:lnTo>
                <a:lnTo>
                  <a:pt x="1296077" y="404659"/>
                </a:lnTo>
                <a:close/>
                <a:moveTo>
                  <a:pt x="1300175" y="404658"/>
                </a:moveTo>
                <a:lnTo>
                  <a:pt x="1300175" y="547206"/>
                </a:lnTo>
                <a:lnTo>
                  <a:pt x="1298813" y="404658"/>
                </a:lnTo>
                <a:close/>
                <a:moveTo>
                  <a:pt x="1305185" y="404656"/>
                </a:moveTo>
                <a:lnTo>
                  <a:pt x="1304272" y="496059"/>
                </a:lnTo>
                <a:lnTo>
                  <a:pt x="1304272" y="404657"/>
                </a:lnTo>
                <a:close/>
                <a:moveTo>
                  <a:pt x="1306085" y="404656"/>
                </a:moveTo>
                <a:lnTo>
                  <a:pt x="1305637" y="413382"/>
                </a:lnTo>
                <a:lnTo>
                  <a:pt x="1305637" y="404656"/>
                </a:lnTo>
                <a:close/>
                <a:moveTo>
                  <a:pt x="1308369" y="404656"/>
                </a:moveTo>
                <a:lnTo>
                  <a:pt x="1308369" y="427395"/>
                </a:lnTo>
                <a:lnTo>
                  <a:pt x="1307003" y="414083"/>
                </a:lnTo>
                <a:lnTo>
                  <a:pt x="1307003" y="404656"/>
                </a:lnTo>
                <a:close/>
                <a:moveTo>
                  <a:pt x="1310350" y="404655"/>
                </a:moveTo>
                <a:lnTo>
                  <a:pt x="1309735" y="456122"/>
                </a:lnTo>
                <a:lnTo>
                  <a:pt x="1309735" y="455421"/>
                </a:lnTo>
                <a:lnTo>
                  <a:pt x="1308793" y="404656"/>
                </a:lnTo>
                <a:close/>
                <a:moveTo>
                  <a:pt x="1311762" y="404655"/>
                </a:moveTo>
                <a:lnTo>
                  <a:pt x="1311100" y="461727"/>
                </a:lnTo>
                <a:lnTo>
                  <a:pt x="1311100" y="404655"/>
                </a:lnTo>
                <a:close/>
                <a:moveTo>
                  <a:pt x="1313832" y="404654"/>
                </a:moveTo>
                <a:lnTo>
                  <a:pt x="1313832" y="434402"/>
                </a:lnTo>
                <a:lnTo>
                  <a:pt x="1312466" y="501664"/>
                </a:lnTo>
                <a:lnTo>
                  <a:pt x="1312466" y="404655"/>
                </a:lnTo>
                <a:close/>
                <a:moveTo>
                  <a:pt x="1315618" y="404654"/>
                </a:moveTo>
                <a:lnTo>
                  <a:pt x="1315198" y="423191"/>
                </a:lnTo>
                <a:lnTo>
                  <a:pt x="1315198" y="456122"/>
                </a:lnTo>
                <a:lnTo>
                  <a:pt x="1314709" y="404654"/>
                </a:lnTo>
                <a:close/>
                <a:moveTo>
                  <a:pt x="1317929" y="404653"/>
                </a:moveTo>
                <a:lnTo>
                  <a:pt x="1317929" y="435102"/>
                </a:lnTo>
                <a:lnTo>
                  <a:pt x="1316563" y="411280"/>
                </a:lnTo>
                <a:lnTo>
                  <a:pt x="1316563" y="404654"/>
                </a:lnTo>
                <a:close/>
                <a:moveTo>
                  <a:pt x="1320661" y="404653"/>
                </a:moveTo>
                <a:lnTo>
                  <a:pt x="1320661" y="456822"/>
                </a:lnTo>
                <a:lnTo>
                  <a:pt x="1319295" y="454020"/>
                </a:lnTo>
                <a:lnTo>
                  <a:pt x="1319295" y="404653"/>
                </a:lnTo>
                <a:close/>
                <a:moveTo>
                  <a:pt x="1323392" y="404652"/>
                </a:moveTo>
                <a:lnTo>
                  <a:pt x="1323392" y="505868"/>
                </a:lnTo>
                <a:lnTo>
                  <a:pt x="1322420" y="404652"/>
                </a:lnTo>
                <a:close/>
                <a:moveTo>
                  <a:pt x="1325804" y="404651"/>
                </a:moveTo>
                <a:lnTo>
                  <a:pt x="1324758" y="435803"/>
                </a:lnTo>
                <a:lnTo>
                  <a:pt x="1324758" y="475039"/>
                </a:lnTo>
                <a:lnTo>
                  <a:pt x="1324047" y="404652"/>
                </a:lnTo>
                <a:close/>
                <a:moveTo>
                  <a:pt x="1328171" y="404651"/>
                </a:moveTo>
                <a:lnTo>
                  <a:pt x="1327489" y="427395"/>
                </a:lnTo>
                <a:lnTo>
                  <a:pt x="1327489" y="404651"/>
                </a:lnTo>
                <a:close/>
                <a:moveTo>
                  <a:pt x="1330304" y="404650"/>
                </a:moveTo>
                <a:lnTo>
                  <a:pt x="1330221" y="405675"/>
                </a:lnTo>
                <a:lnTo>
                  <a:pt x="1330221" y="439306"/>
                </a:lnTo>
                <a:lnTo>
                  <a:pt x="1329628" y="404650"/>
                </a:lnTo>
                <a:lnTo>
                  <a:pt x="1330221" y="404650"/>
                </a:lnTo>
                <a:close/>
                <a:moveTo>
                  <a:pt x="1335683" y="404649"/>
                </a:moveTo>
                <a:lnTo>
                  <a:pt x="1335683" y="498160"/>
                </a:lnTo>
                <a:lnTo>
                  <a:pt x="1334318" y="461727"/>
                </a:lnTo>
                <a:lnTo>
                  <a:pt x="1334318" y="465230"/>
                </a:lnTo>
                <a:lnTo>
                  <a:pt x="1333456" y="404650"/>
                </a:lnTo>
                <a:close/>
                <a:moveTo>
                  <a:pt x="1338415" y="404648"/>
                </a:moveTo>
                <a:lnTo>
                  <a:pt x="1338415" y="430898"/>
                </a:lnTo>
                <a:lnTo>
                  <a:pt x="1338089" y="404648"/>
                </a:lnTo>
                <a:close/>
                <a:moveTo>
                  <a:pt x="1339781" y="404648"/>
                </a:moveTo>
                <a:lnTo>
                  <a:pt x="1339781" y="458224"/>
                </a:lnTo>
                <a:lnTo>
                  <a:pt x="1339781" y="503065"/>
                </a:lnTo>
                <a:lnTo>
                  <a:pt x="1338611" y="404648"/>
                </a:lnTo>
                <a:close/>
                <a:moveTo>
                  <a:pt x="1343878" y="404647"/>
                </a:moveTo>
                <a:lnTo>
                  <a:pt x="1343878" y="460326"/>
                </a:lnTo>
                <a:lnTo>
                  <a:pt x="1342512" y="534594"/>
                </a:lnTo>
                <a:lnTo>
                  <a:pt x="1342512" y="440007"/>
                </a:lnTo>
                <a:lnTo>
                  <a:pt x="1341147" y="454020"/>
                </a:lnTo>
                <a:lnTo>
                  <a:pt x="1341147" y="404648"/>
                </a:lnTo>
                <a:close/>
                <a:moveTo>
                  <a:pt x="1347807" y="404646"/>
                </a:moveTo>
                <a:lnTo>
                  <a:pt x="1346609" y="482046"/>
                </a:lnTo>
                <a:lnTo>
                  <a:pt x="1346609" y="438605"/>
                </a:lnTo>
                <a:lnTo>
                  <a:pt x="1345244" y="435102"/>
                </a:lnTo>
                <a:lnTo>
                  <a:pt x="1345244" y="404974"/>
                </a:lnTo>
                <a:lnTo>
                  <a:pt x="1345244" y="404647"/>
                </a:lnTo>
                <a:close/>
                <a:moveTo>
                  <a:pt x="1350479" y="404645"/>
                </a:moveTo>
                <a:lnTo>
                  <a:pt x="1349341" y="581537"/>
                </a:lnTo>
                <a:lnTo>
                  <a:pt x="1349341" y="474338"/>
                </a:lnTo>
                <a:lnTo>
                  <a:pt x="1349341" y="407777"/>
                </a:lnTo>
                <a:lnTo>
                  <a:pt x="1347975" y="411981"/>
                </a:lnTo>
                <a:lnTo>
                  <a:pt x="1347975" y="404646"/>
                </a:lnTo>
                <a:close/>
                <a:moveTo>
                  <a:pt x="1352072" y="404645"/>
                </a:moveTo>
                <a:lnTo>
                  <a:pt x="1352072" y="466631"/>
                </a:lnTo>
                <a:lnTo>
                  <a:pt x="1350888" y="404645"/>
                </a:lnTo>
                <a:close/>
                <a:moveTo>
                  <a:pt x="1354455" y="404644"/>
                </a:moveTo>
                <a:lnTo>
                  <a:pt x="1353438" y="530390"/>
                </a:lnTo>
                <a:lnTo>
                  <a:pt x="1353438" y="404645"/>
                </a:lnTo>
                <a:close/>
                <a:moveTo>
                  <a:pt x="1359955" y="404643"/>
                </a:moveTo>
                <a:lnTo>
                  <a:pt x="1358901" y="538097"/>
                </a:lnTo>
                <a:lnTo>
                  <a:pt x="1358901" y="527588"/>
                </a:lnTo>
                <a:lnTo>
                  <a:pt x="1358901" y="506568"/>
                </a:lnTo>
                <a:lnTo>
                  <a:pt x="1357535" y="412682"/>
                </a:lnTo>
                <a:lnTo>
                  <a:pt x="1357535" y="555614"/>
                </a:lnTo>
                <a:lnTo>
                  <a:pt x="1356169" y="430198"/>
                </a:lnTo>
                <a:lnTo>
                  <a:pt x="1356169" y="463829"/>
                </a:lnTo>
                <a:lnTo>
                  <a:pt x="1354804" y="423892"/>
                </a:lnTo>
                <a:lnTo>
                  <a:pt x="1354804" y="404644"/>
                </a:lnTo>
                <a:close/>
                <a:moveTo>
                  <a:pt x="1360980" y="404643"/>
                </a:moveTo>
                <a:lnTo>
                  <a:pt x="1360267" y="478542"/>
                </a:lnTo>
                <a:lnTo>
                  <a:pt x="1360267" y="404643"/>
                </a:lnTo>
                <a:close/>
                <a:moveTo>
                  <a:pt x="1362998" y="404642"/>
                </a:moveTo>
                <a:lnTo>
                  <a:pt x="1362998" y="508670"/>
                </a:lnTo>
                <a:lnTo>
                  <a:pt x="1362998" y="547206"/>
                </a:lnTo>
                <a:lnTo>
                  <a:pt x="1361632" y="471536"/>
                </a:lnTo>
                <a:lnTo>
                  <a:pt x="1361632" y="404643"/>
                </a:lnTo>
                <a:close/>
                <a:moveTo>
                  <a:pt x="1365730" y="404642"/>
                </a:moveTo>
                <a:lnTo>
                  <a:pt x="1365730" y="423191"/>
                </a:lnTo>
                <a:lnTo>
                  <a:pt x="1364364" y="469434"/>
                </a:lnTo>
                <a:lnTo>
                  <a:pt x="1364364" y="444911"/>
                </a:lnTo>
                <a:lnTo>
                  <a:pt x="1363756" y="404642"/>
                </a:lnTo>
                <a:close/>
                <a:moveTo>
                  <a:pt x="1371193" y="404640"/>
                </a:moveTo>
                <a:lnTo>
                  <a:pt x="1371193" y="489052"/>
                </a:lnTo>
                <a:lnTo>
                  <a:pt x="1369827" y="490453"/>
                </a:lnTo>
                <a:lnTo>
                  <a:pt x="1369827" y="410580"/>
                </a:lnTo>
                <a:lnTo>
                  <a:pt x="1368461" y="456122"/>
                </a:lnTo>
                <a:lnTo>
                  <a:pt x="1368461" y="454020"/>
                </a:lnTo>
                <a:lnTo>
                  <a:pt x="1367885" y="404641"/>
                </a:lnTo>
                <a:close/>
                <a:moveTo>
                  <a:pt x="1374799" y="404639"/>
                </a:moveTo>
                <a:lnTo>
                  <a:pt x="1373924" y="481345"/>
                </a:lnTo>
                <a:lnTo>
                  <a:pt x="1373924" y="437204"/>
                </a:lnTo>
                <a:lnTo>
                  <a:pt x="1372558" y="472237"/>
                </a:lnTo>
                <a:lnTo>
                  <a:pt x="1372558" y="427395"/>
                </a:lnTo>
                <a:lnTo>
                  <a:pt x="1371292" y="404640"/>
                </a:lnTo>
                <a:close/>
                <a:moveTo>
                  <a:pt x="1380753" y="404638"/>
                </a:moveTo>
                <a:lnTo>
                  <a:pt x="1380753" y="477141"/>
                </a:lnTo>
                <a:lnTo>
                  <a:pt x="1379387" y="472237"/>
                </a:lnTo>
                <a:lnTo>
                  <a:pt x="1379387" y="507970"/>
                </a:lnTo>
                <a:lnTo>
                  <a:pt x="1378021" y="419688"/>
                </a:lnTo>
                <a:lnTo>
                  <a:pt x="1378021" y="457523"/>
                </a:lnTo>
                <a:lnTo>
                  <a:pt x="1378021" y="513575"/>
                </a:lnTo>
                <a:lnTo>
                  <a:pt x="1376655" y="477842"/>
                </a:lnTo>
                <a:lnTo>
                  <a:pt x="1376655" y="538798"/>
                </a:lnTo>
                <a:lnTo>
                  <a:pt x="1375676" y="404639"/>
                </a:lnTo>
                <a:close/>
                <a:moveTo>
                  <a:pt x="1383484" y="404637"/>
                </a:moveTo>
                <a:lnTo>
                  <a:pt x="1383484" y="422491"/>
                </a:lnTo>
                <a:lnTo>
                  <a:pt x="1383484" y="442109"/>
                </a:lnTo>
                <a:lnTo>
                  <a:pt x="1382394" y="404638"/>
                </a:lnTo>
                <a:close/>
                <a:moveTo>
                  <a:pt x="1384850" y="404637"/>
                </a:moveTo>
                <a:lnTo>
                  <a:pt x="1384850" y="486950"/>
                </a:lnTo>
                <a:lnTo>
                  <a:pt x="1384195" y="404637"/>
                </a:lnTo>
                <a:close/>
                <a:moveTo>
                  <a:pt x="1388947" y="404636"/>
                </a:moveTo>
                <a:lnTo>
                  <a:pt x="1388947" y="454720"/>
                </a:lnTo>
                <a:lnTo>
                  <a:pt x="1387581" y="469434"/>
                </a:lnTo>
                <a:lnTo>
                  <a:pt x="1387581" y="404636"/>
                </a:lnTo>
                <a:close/>
                <a:moveTo>
                  <a:pt x="1392309" y="404635"/>
                </a:moveTo>
                <a:lnTo>
                  <a:pt x="1391679" y="476440"/>
                </a:lnTo>
                <a:lnTo>
                  <a:pt x="1391679" y="404635"/>
                </a:lnTo>
                <a:close/>
                <a:moveTo>
                  <a:pt x="1395776" y="404634"/>
                </a:moveTo>
                <a:lnTo>
                  <a:pt x="1395776" y="485549"/>
                </a:lnTo>
                <a:lnTo>
                  <a:pt x="1394625" y="404635"/>
                </a:lnTo>
                <a:close/>
                <a:moveTo>
                  <a:pt x="1399873" y="404633"/>
                </a:moveTo>
                <a:lnTo>
                  <a:pt x="1399873" y="447714"/>
                </a:lnTo>
                <a:lnTo>
                  <a:pt x="1399302" y="404634"/>
                </a:lnTo>
                <a:close/>
                <a:moveTo>
                  <a:pt x="1404452" y="404632"/>
                </a:moveTo>
                <a:lnTo>
                  <a:pt x="1403970" y="482046"/>
                </a:lnTo>
                <a:lnTo>
                  <a:pt x="1403970" y="406376"/>
                </a:lnTo>
                <a:lnTo>
                  <a:pt x="1403941" y="404632"/>
                </a:lnTo>
                <a:close/>
                <a:moveTo>
                  <a:pt x="1405930" y="404632"/>
                </a:moveTo>
                <a:lnTo>
                  <a:pt x="1405336" y="461026"/>
                </a:lnTo>
                <a:lnTo>
                  <a:pt x="1405336" y="404632"/>
                </a:lnTo>
                <a:close/>
                <a:moveTo>
                  <a:pt x="1406824" y="404632"/>
                </a:moveTo>
                <a:lnTo>
                  <a:pt x="1406701" y="409178"/>
                </a:lnTo>
                <a:lnTo>
                  <a:pt x="1406701" y="404632"/>
                </a:lnTo>
                <a:close/>
                <a:moveTo>
                  <a:pt x="1411481" y="404631"/>
                </a:moveTo>
                <a:lnTo>
                  <a:pt x="1410799" y="429497"/>
                </a:lnTo>
                <a:lnTo>
                  <a:pt x="1410799" y="420389"/>
                </a:lnTo>
                <a:lnTo>
                  <a:pt x="1409433" y="427395"/>
                </a:lnTo>
                <a:lnTo>
                  <a:pt x="1409433" y="404631"/>
                </a:lnTo>
                <a:close/>
                <a:moveTo>
                  <a:pt x="1412432" y="404630"/>
                </a:moveTo>
                <a:lnTo>
                  <a:pt x="1412164" y="422491"/>
                </a:lnTo>
                <a:lnTo>
                  <a:pt x="1412164" y="404630"/>
                </a:lnTo>
                <a:close/>
                <a:moveTo>
                  <a:pt x="1414896" y="404630"/>
                </a:moveTo>
                <a:lnTo>
                  <a:pt x="1414896" y="414083"/>
                </a:lnTo>
                <a:lnTo>
                  <a:pt x="1414801" y="404630"/>
                </a:lnTo>
                <a:close/>
                <a:moveTo>
                  <a:pt x="1417627" y="404629"/>
                </a:moveTo>
                <a:lnTo>
                  <a:pt x="1417627" y="459625"/>
                </a:lnTo>
                <a:lnTo>
                  <a:pt x="1416966" y="404629"/>
                </a:lnTo>
                <a:close/>
                <a:moveTo>
                  <a:pt x="1423956" y="404628"/>
                </a:moveTo>
                <a:lnTo>
                  <a:pt x="1423090" y="474338"/>
                </a:lnTo>
                <a:lnTo>
                  <a:pt x="1423090" y="434402"/>
                </a:lnTo>
                <a:lnTo>
                  <a:pt x="1422893" y="404628"/>
                </a:lnTo>
                <a:close/>
                <a:moveTo>
                  <a:pt x="1426548" y="404627"/>
                </a:moveTo>
                <a:lnTo>
                  <a:pt x="1425822" y="475039"/>
                </a:lnTo>
                <a:lnTo>
                  <a:pt x="1425822" y="404627"/>
                </a:lnTo>
                <a:close/>
                <a:moveTo>
                  <a:pt x="1427405" y="404627"/>
                </a:moveTo>
                <a:lnTo>
                  <a:pt x="1427187" y="428796"/>
                </a:lnTo>
                <a:lnTo>
                  <a:pt x="1427187" y="404627"/>
                </a:lnTo>
                <a:close/>
                <a:moveTo>
                  <a:pt x="1429919" y="404626"/>
                </a:moveTo>
                <a:lnTo>
                  <a:pt x="1429919" y="428096"/>
                </a:lnTo>
                <a:lnTo>
                  <a:pt x="1428553" y="442109"/>
                </a:lnTo>
                <a:lnTo>
                  <a:pt x="1428553" y="404626"/>
                </a:lnTo>
                <a:close/>
                <a:moveTo>
                  <a:pt x="1431285" y="404626"/>
                </a:moveTo>
                <a:lnTo>
                  <a:pt x="1431285" y="419688"/>
                </a:lnTo>
                <a:lnTo>
                  <a:pt x="1431034" y="404626"/>
                </a:lnTo>
                <a:close/>
                <a:moveTo>
                  <a:pt x="1433958" y="404625"/>
                </a:moveTo>
                <a:lnTo>
                  <a:pt x="1432650" y="522683"/>
                </a:lnTo>
                <a:lnTo>
                  <a:pt x="1432650" y="404625"/>
                </a:lnTo>
                <a:close/>
                <a:moveTo>
                  <a:pt x="1434319" y="404625"/>
                </a:moveTo>
                <a:lnTo>
                  <a:pt x="1434016" y="432300"/>
                </a:lnTo>
                <a:lnTo>
                  <a:pt x="1434016" y="404625"/>
                </a:lnTo>
                <a:close/>
                <a:moveTo>
                  <a:pt x="1436193" y="404625"/>
                </a:moveTo>
                <a:lnTo>
                  <a:pt x="1435382" y="484148"/>
                </a:lnTo>
                <a:lnTo>
                  <a:pt x="1435382" y="404625"/>
                </a:lnTo>
                <a:close/>
                <a:moveTo>
                  <a:pt x="1438113" y="404624"/>
                </a:moveTo>
                <a:lnTo>
                  <a:pt x="1438113" y="423892"/>
                </a:lnTo>
                <a:lnTo>
                  <a:pt x="1436747" y="422491"/>
                </a:lnTo>
                <a:lnTo>
                  <a:pt x="1436747" y="404624"/>
                </a:lnTo>
                <a:close/>
                <a:moveTo>
                  <a:pt x="1442560" y="404623"/>
                </a:moveTo>
                <a:lnTo>
                  <a:pt x="1442211" y="467332"/>
                </a:lnTo>
                <a:lnTo>
                  <a:pt x="1442211" y="483447"/>
                </a:lnTo>
                <a:lnTo>
                  <a:pt x="1440845" y="451217"/>
                </a:lnTo>
                <a:lnTo>
                  <a:pt x="1440845" y="432300"/>
                </a:lnTo>
                <a:lnTo>
                  <a:pt x="1440406" y="404623"/>
                </a:lnTo>
                <a:close/>
                <a:moveTo>
                  <a:pt x="1444942" y="404622"/>
                </a:moveTo>
                <a:lnTo>
                  <a:pt x="1444942" y="503766"/>
                </a:lnTo>
                <a:lnTo>
                  <a:pt x="1443576" y="504466"/>
                </a:lnTo>
                <a:lnTo>
                  <a:pt x="1443576" y="404623"/>
                </a:lnTo>
                <a:close/>
                <a:moveTo>
                  <a:pt x="1448920" y="404621"/>
                </a:moveTo>
                <a:lnTo>
                  <a:pt x="1447673" y="430198"/>
                </a:lnTo>
                <a:lnTo>
                  <a:pt x="1447673" y="437905"/>
                </a:lnTo>
                <a:lnTo>
                  <a:pt x="1446820" y="404622"/>
                </a:lnTo>
                <a:close/>
                <a:moveTo>
                  <a:pt x="1450405" y="404621"/>
                </a:moveTo>
                <a:lnTo>
                  <a:pt x="1450405" y="416185"/>
                </a:lnTo>
                <a:lnTo>
                  <a:pt x="1449039" y="482046"/>
                </a:lnTo>
                <a:lnTo>
                  <a:pt x="1449039" y="441408"/>
                </a:lnTo>
                <a:lnTo>
                  <a:pt x="1449039" y="418287"/>
                </a:lnTo>
                <a:lnTo>
                  <a:pt x="1449039" y="404621"/>
                </a:lnTo>
                <a:close/>
                <a:moveTo>
                  <a:pt x="1451771" y="404621"/>
                </a:moveTo>
                <a:lnTo>
                  <a:pt x="1451771" y="405675"/>
                </a:lnTo>
                <a:lnTo>
                  <a:pt x="1451763" y="404621"/>
                </a:lnTo>
                <a:close/>
                <a:moveTo>
                  <a:pt x="1453179" y="404620"/>
                </a:moveTo>
                <a:lnTo>
                  <a:pt x="1453136" y="404974"/>
                </a:lnTo>
                <a:lnTo>
                  <a:pt x="1453136" y="404620"/>
                </a:lnTo>
                <a:close/>
                <a:moveTo>
                  <a:pt x="1455868" y="404620"/>
                </a:moveTo>
                <a:lnTo>
                  <a:pt x="1455868" y="507970"/>
                </a:lnTo>
                <a:lnTo>
                  <a:pt x="1455192" y="404620"/>
                </a:lnTo>
                <a:close/>
                <a:moveTo>
                  <a:pt x="1459462" y="404619"/>
                </a:moveTo>
                <a:lnTo>
                  <a:pt x="1458599" y="456822"/>
                </a:lnTo>
                <a:lnTo>
                  <a:pt x="1458599" y="463829"/>
                </a:lnTo>
                <a:lnTo>
                  <a:pt x="1457233" y="496059"/>
                </a:lnTo>
                <a:lnTo>
                  <a:pt x="1455873" y="404620"/>
                </a:lnTo>
                <a:lnTo>
                  <a:pt x="1457233" y="404619"/>
                </a:lnTo>
                <a:close/>
                <a:moveTo>
                  <a:pt x="1464062" y="404618"/>
                </a:moveTo>
                <a:lnTo>
                  <a:pt x="1464062" y="460326"/>
                </a:lnTo>
                <a:lnTo>
                  <a:pt x="1462696" y="454020"/>
                </a:lnTo>
                <a:lnTo>
                  <a:pt x="1462696" y="521982"/>
                </a:lnTo>
                <a:lnTo>
                  <a:pt x="1461331" y="485549"/>
                </a:lnTo>
                <a:lnTo>
                  <a:pt x="1461331" y="519881"/>
                </a:lnTo>
                <a:lnTo>
                  <a:pt x="1460219" y="404619"/>
                </a:lnTo>
                <a:close/>
                <a:moveTo>
                  <a:pt x="1466794" y="404617"/>
                </a:moveTo>
                <a:lnTo>
                  <a:pt x="1466794" y="477842"/>
                </a:lnTo>
                <a:lnTo>
                  <a:pt x="1465428" y="530390"/>
                </a:lnTo>
                <a:lnTo>
                  <a:pt x="1465428" y="411981"/>
                </a:lnTo>
                <a:lnTo>
                  <a:pt x="1465351" y="404617"/>
                </a:lnTo>
                <a:close/>
                <a:moveTo>
                  <a:pt x="1469047" y="404617"/>
                </a:moveTo>
                <a:lnTo>
                  <a:pt x="1468159" y="564021"/>
                </a:lnTo>
                <a:lnTo>
                  <a:pt x="1468159" y="544403"/>
                </a:lnTo>
                <a:lnTo>
                  <a:pt x="1467363" y="404617"/>
                </a:lnTo>
                <a:close/>
                <a:moveTo>
                  <a:pt x="1472733" y="404616"/>
                </a:moveTo>
                <a:lnTo>
                  <a:pt x="1472257" y="418287"/>
                </a:lnTo>
                <a:lnTo>
                  <a:pt x="1472257" y="440007"/>
                </a:lnTo>
                <a:lnTo>
                  <a:pt x="1470891" y="612366"/>
                </a:lnTo>
                <a:lnTo>
                  <a:pt x="1470891" y="496759"/>
                </a:lnTo>
                <a:lnTo>
                  <a:pt x="1469525" y="414783"/>
                </a:lnTo>
                <a:lnTo>
                  <a:pt x="1469525" y="404616"/>
                </a:lnTo>
                <a:close/>
                <a:moveTo>
                  <a:pt x="1477719" y="404614"/>
                </a:moveTo>
                <a:lnTo>
                  <a:pt x="1477719" y="501664"/>
                </a:lnTo>
                <a:lnTo>
                  <a:pt x="1476354" y="463829"/>
                </a:lnTo>
                <a:lnTo>
                  <a:pt x="1476354" y="421790"/>
                </a:lnTo>
                <a:lnTo>
                  <a:pt x="1474988" y="498861"/>
                </a:lnTo>
                <a:lnTo>
                  <a:pt x="1474988" y="433000"/>
                </a:lnTo>
                <a:lnTo>
                  <a:pt x="1473622" y="505167"/>
                </a:lnTo>
                <a:lnTo>
                  <a:pt x="1473622" y="404615"/>
                </a:lnTo>
                <a:close/>
                <a:moveTo>
                  <a:pt x="1481817" y="404613"/>
                </a:moveTo>
                <a:lnTo>
                  <a:pt x="1481817" y="435803"/>
                </a:lnTo>
                <a:lnTo>
                  <a:pt x="1481817" y="452618"/>
                </a:lnTo>
                <a:lnTo>
                  <a:pt x="1480451" y="528989"/>
                </a:lnTo>
                <a:lnTo>
                  <a:pt x="1480451" y="431599"/>
                </a:lnTo>
                <a:lnTo>
                  <a:pt x="1479085" y="450516"/>
                </a:lnTo>
                <a:lnTo>
                  <a:pt x="1479085" y="404614"/>
                </a:lnTo>
                <a:close/>
                <a:moveTo>
                  <a:pt x="1483266" y="404613"/>
                </a:moveTo>
                <a:lnTo>
                  <a:pt x="1483182" y="410580"/>
                </a:lnTo>
                <a:lnTo>
                  <a:pt x="1483182" y="404613"/>
                </a:lnTo>
                <a:close/>
                <a:moveTo>
                  <a:pt x="1485914" y="404612"/>
                </a:moveTo>
                <a:lnTo>
                  <a:pt x="1485914" y="428796"/>
                </a:lnTo>
                <a:lnTo>
                  <a:pt x="1484735" y="404613"/>
                </a:lnTo>
                <a:close/>
                <a:moveTo>
                  <a:pt x="1490011" y="404611"/>
                </a:moveTo>
                <a:lnTo>
                  <a:pt x="1490011" y="423191"/>
                </a:lnTo>
                <a:lnTo>
                  <a:pt x="1490011" y="472237"/>
                </a:lnTo>
                <a:lnTo>
                  <a:pt x="1488645" y="434402"/>
                </a:lnTo>
                <a:lnTo>
                  <a:pt x="1488645" y="507970"/>
                </a:lnTo>
                <a:lnTo>
                  <a:pt x="1487279" y="463128"/>
                </a:lnTo>
                <a:lnTo>
                  <a:pt x="1487279" y="404612"/>
                </a:lnTo>
                <a:close/>
                <a:moveTo>
                  <a:pt x="1492742" y="404611"/>
                </a:moveTo>
                <a:lnTo>
                  <a:pt x="1492742" y="411280"/>
                </a:lnTo>
                <a:lnTo>
                  <a:pt x="1491377" y="418987"/>
                </a:lnTo>
                <a:lnTo>
                  <a:pt x="1491377" y="447013"/>
                </a:lnTo>
                <a:lnTo>
                  <a:pt x="1490847" y="404611"/>
                </a:lnTo>
                <a:close/>
                <a:moveTo>
                  <a:pt x="1494108" y="404610"/>
                </a:moveTo>
                <a:lnTo>
                  <a:pt x="1494108" y="451918"/>
                </a:lnTo>
                <a:lnTo>
                  <a:pt x="1494108" y="559817"/>
                </a:lnTo>
                <a:lnTo>
                  <a:pt x="1493054" y="404611"/>
                </a:lnTo>
                <a:close/>
                <a:moveTo>
                  <a:pt x="1496840" y="404610"/>
                </a:moveTo>
                <a:lnTo>
                  <a:pt x="1496840" y="530390"/>
                </a:lnTo>
                <a:lnTo>
                  <a:pt x="1495474" y="441408"/>
                </a:lnTo>
                <a:lnTo>
                  <a:pt x="1495474" y="404610"/>
                </a:lnTo>
                <a:close/>
                <a:moveTo>
                  <a:pt x="1500937" y="404609"/>
                </a:moveTo>
                <a:lnTo>
                  <a:pt x="1500937" y="545104"/>
                </a:lnTo>
                <a:lnTo>
                  <a:pt x="1499571" y="441408"/>
                </a:lnTo>
                <a:lnTo>
                  <a:pt x="1499571" y="444911"/>
                </a:lnTo>
                <a:lnTo>
                  <a:pt x="1498205" y="482046"/>
                </a:lnTo>
                <a:lnTo>
                  <a:pt x="1498205" y="447013"/>
                </a:lnTo>
                <a:lnTo>
                  <a:pt x="1497487" y="404610"/>
                </a:lnTo>
                <a:close/>
                <a:moveTo>
                  <a:pt x="1503668" y="404608"/>
                </a:moveTo>
                <a:lnTo>
                  <a:pt x="1503668" y="409178"/>
                </a:lnTo>
                <a:lnTo>
                  <a:pt x="1503668" y="471536"/>
                </a:lnTo>
                <a:lnTo>
                  <a:pt x="1502883" y="404608"/>
                </a:lnTo>
                <a:close/>
                <a:moveTo>
                  <a:pt x="1506400" y="404607"/>
                </a:moveTo>
                <a:lnTo>
                  <a:pt x="1506400" y="440707"/>
                </a:lnTo>
                <a:lnTo>
                  <a:pt x="1505859" y="404608"/>
                </a:lnTo>
                <a:close/>
                <a:moveTo>
                  <a:pt x="1511863" y="404606"/>
                </a:moveTo>
                <a:lnTo>
                  <a:pt x="1511863" y="441408"/>
                </a:lnTo>
                <a:lnTo>
                  <a:pt x="1511250" y="404606"/>
                </a:lnTo>
                <a:close/>
                <a:moveTo>
                  <a:pt x="1514594" y="404605"/>
                </a:moveTo>
                <a:lnTo>
                  <a:pt x="1514594" y="413382"/>
                </a:lnTo>
                <a:lnTo>
                  <a:pt x="1513228" y="411280"/>
                </a:lnTo>
                <a:lnTo>
                  <a:pt x="1513228" y="404606"/>
                </a:lnTo>
                <a:close/>
                <a:moveTo>
                  <a:pt x="1517917" y="404605"/>
                </a:moveTo>
                <a:lnTo>
                  <a:pt x="1517326" y="444911"/>
                </a:lnTo>
                <a:lnTo>
                  <a:pt x="1517326" y="404605"/>
                </a:lnTo>
                <a:close/>
                <a:moveTo>
                  <a:pt x="1523715" y="404603"/>
                </a:moveTo>
                <a:lnTo>
                  <a:pt x="1522789" y="467332"/>
                </a:lnTo>
                <a:lnTo>
                  <a:pt x="1522789" y="427395"/>
                </a:lnTo>
                <a:lnTo>
                  <a:pt x="1521423" y="447013"/>
                </a:lnTo>
                <a:lnTo>
                  <a:pt x="1521423" y="418987"/>
                </a:lnTo>
                <a:lnTo>
                  <a:pt x="1520057" y="431599"/>
                </a:lnTo>
                <a:lnTo>
                  <a:pt x="1520057" y="404604"/>
                </a:lnTo>
                <a:lnTo>
                  <a:pt x="1522789" y="404603"/>
                </a:lnTo>
                <a:close/>
                <a:moveTo>
                  <a:pt x="1525520" y="404603"/>
                </a:moveTo>
                <a:lnTo>
                  <a:pt x="1525520" y="435102"/>
                </a:lnTo>
                <a:lnTo>
                  <a:pt x="1525168" y="404603"/>
                </a:lnTo>
                <a:close/>
                <a:moveTo>
                  <a:pt x="1527085" y="404602"/>
                </a:moveTo>
                <a:lnTo>
                  <a:pt x="1526886" y="418987"/>
                </a:lnTo>
                <a:lnTo>
                  <a:pt x="1526886" y="404602"/>
                </a:lnTo>
                <a:close/>
                <a:moveTo>
                  <a:pt x="1528701" y="404602"/>
                </a:moveTo>
                <a:lnTo>
                  <a:pt x="1528251" y="447013"/>
                </a:lnTo>
                <a:lnTo>
                  <a:pt x="1528251" y="404602"/>
                </a:lnTo>
                <a:close/>
                <a:moveTo>
                  <a:pt x="1532882" y="404601"/>
                </a:moveTo>
                <a:lnTo>
                  <a:pt x="1532349" y="440707"/>
                </a:lnTo>
                <a:lnTo>
                  <a:pt x="1532349" y="435803"/>
                </a:lnTo>
                <a:lnTo>
                  <a:pt x="1530983" y="454020"/>
                </a:lnTo>
                <a:lnTo>
                  <a:pt x="1530983" y="404601"/>
                </a:lnTo>
                <a:lnTo>
                  <a:pt x="1532349" y="404601"/>
                </a:lnTo>
                <a:close/>
                <a:moveTo>
                  <a:pt x="1534321" y="404601"/>
                </a:moveTo>
                <a:lnTo>
                  <a:pt x="1533714" y="468733"/>
                </a:lnTo>
                <a:lnTo>
                  <a:pt x="1533714" y="404601"/>
                </a:lnTo>
                <a:close/>
                <a:moveTo>
                  <a:pt x="1535743" y="404600"/>
                </a:moveTo>
                <a:lnTo>
                  <a:pt x="1535080" y="461026"/>
                </a:lnTo>
                <a:lnTo>
                  <a:pt x="1535080" y="404600"/>
                </a:lnTo>
                <a:close/>
                <a:moveTo>
                  <a:pt x="1536819" y="404600"/>
                </a:moveTo>
                <a:lnTo>
                  <a:pt x="1536446" y="427395"/>
                </a:lnTo>
                <a:lnTo>
                  <a:pt x="1536446" y="404600"/>
                </a:lnTo>
                <a:close/>
                <a:moveTo>
                  <a:pt x="1540543" y="404599"/>
                </a:moveTo>
                <a:lnTo>
                  <a:pt x="1540543" y="512874"/>
                </a:lnTo>
                <a:lnTo>
                  <a:pt x="1539177" y="450516"/>
                </a:lnTo>
                <a:lnTo>
                  <a:pt x="1539177" y="418987"/>
                </a:lnTo>
                <a:lnTo>
                  <a:pt x="1538803" y="404600"/>
                </a:lnTo>
                <a:close/>
                <a:moveTo>
                  <a:pt x="1541933" y="404599"/>
                </a:moveTo>
                <a:lnTo>
                  <a:pt x="1541909" y="405675"/>
                </a:lnTo>
                <a:lnTo>
                  <a:pt x="1541909" y="489052"/>
                </a:lnTo>
                <a:lnTo>
                  <a:pt x="1540994" y="404599"/>
                </a:lnTo>
                <a:lnTo>
                  <a:pt x="1541909" y="404599"/>
                </a:lnTo>
                <a:close/>
                <a:moveTo>
                  <a:pt x="1544640" y="404598"/>
                </a:moveTo>
                <a:lnTo>
                  <a:pt x="1544640" y="411981"/>
                </a:lnTo>
                <a:lnTo>
                  <a:pt x="1543274" y="409879"/>
                </a:lnTo>
                <a:lnTo>
                  <a:pt x="1543274" y="404598"/>
                </a:lnTo>
                <a:close/>
                <a:moveTo>
                  <a:pt x="1550103" y="404597"/>
                </a:moveTo>
                <a:lnTo>
                  <a:pt x="1550103" y="410580"/>
                </a:lnTo>
                <a:lnTo>
                  <a:pt x="1549043" y="404597"/>
                </a:lnTo>
                <a:close/>
                <a:moveTo>
                  <a:pt x="1552412" y="404596"/>
                </a:moveTo>
                <a:lnTo>
                  <a:pt x="1551469" y="491154"/>
                </a:lnTo>
                <a:lnTo>
                  <a:pt x="1551469" y="404596"/>
                </a:lnTo>
                <a:close/>
                <a:moveTo>
                  <a:pt x="1558685" y="404595"/>
                </a:moveTo>
                <a:lnTo>
                  <a:pt x="1558297" y="440007"/>
                </a:lnTo>
                <a:lnTo>
                  <a:pt x="1558297" y="414083"/>
                </a:lnTo>
                <a:lnTo>
                  <a:pt x="1556932" y="404974"/>
                </a:lnTo>
                <a:lnTo>
                  <a:pt x="1556932" y="404595"/>
                </a:lnTo>
                <a:close/>
                <a:moveTo>
                  <a:pt x="1562316" y="404594"/>
                </a:moveTo>
                <a:lnTo>
                  <a:pt x="1561029" y="512874"/>
                </a:lnTo>
                <a:lnTo>
                  <a:pt x="1561029" y="404594"/>
                </a:lnTo>
                <a:close/>
                <a:moveTo>
                  <a:pt x="1563596" y="404593"/>
                </a:moveTo>
                <a:lnTo>
                  <a:pt x="1562395" y="560518"/>
                </a:lnTo>
                <a:lnTo>
                  <a:pt x="1562395" y="404594"/>
                </a:lnTo>
                <a:close/>
                <a:moveTo>
                  <a:pt x="1565126" y="404593"/>
                </a:moveTo>
                <a:lnTo>
                  <a:pt x="1565126" y="418987"/>
                </a:lnTo>
                <a:lnTo>
                  <a:pt x="1565126" y="464529"/>
                </a:lnTo>
                <a:lnTo>
                  <a:pt x="1564285" y="404593"/>
                </a:lnTo>
                <a:close/>
                <a:moveTo>
                  <a:pt x="1567268" y="404593"/>
                </a:moveTo>
                <a:lnTo>
                  <a:pt x="1566492" y="498160"/>
                </a:lnTo>
                <a:lnTo>
                  <a:pt x="1566492" y="461727"/>
                </a:lnTo>
                <a:lnTo>
                  <a:pt x="1566010" y="404593"/>
                </a:lnTo>
                <a:close/>
                <a:moveTo>
                  <a:pt x="1569223" y="404592"/>
                </a:moveTo>
                <a:lnTo>
                  <a:pt x="1569223" y="430898"/>
                </a:lnTo>
                <a:lnTo>
                  <a:pt x="1568943" y="404592"/>
                </a:lnTo>
                <a:close/>
                <a:moveTo>
                  <a:pt x="1571341" y="404592"/>
                </a:moveTo>
                <a:lnTo>
                  <a:pt x="1570589" y="465931"/>
                </a:lnTo>
                <a:lnTo>
                  <a:pt x="1570589" y="482046"/>
                </a:lnTo>
                <a:lnTo>
                  <a:pt x="1569815" y="404592"/>
                </a:lnTo>
                <a:close/>
                <a:moveTo>
                  <a:pt x="1573976" y="404591"/>
                </a:moveTo>
                <a:lnTo>
                  <a:pt x="1573321" y="493957"/>
                </a:lnTo>
                <a:lnTo>
                  <a:pt x="1573321" y="404591"/>
                </a:lnTo>
                <a:close/>
                <a:moveTo>
                  <a:pt x="1576052" y="404590"/>
                </a:moveTo>
                <a:lnTo>
                  <a:pt x="1576052" y="415484"/>
                </a:lnTo>
                <a:lnTo>
                  <a:pt x="1574686" y="460326"/>
                </a:lnTo>
                <a:lnTo>
                  <a:pt x="1574686" y="404591"/>
                </a:lnTo>
                <a:close/>
                <a:moveTo>
                  <a:pt x="1580108" y="404589"/>
                </a:moveTo>
                <a:lnTo>
                  <a:pt x="1578783" y="437204"/>
                </a:lnTo>
                <a:lnTo>
                  <a:pt x="1578783" y="409879"/>
                </a:lnTo>
                <a:lnTo>
                  <a:pt x="1577418" y="411981"/>
                </a:lnTo>
                <a:lnTo>
                  <a:pt x="1577418" y="404590"/>
                </a:lnTo>
                <a:close/>
                <a:moveTo>
                  <a:pt x="1582042" y="404589"/>
                </a:moveTo>
                <a:lnTo>
                  <a:pt x="1581515" y="454020"/>
                </a:lnTo>
                <a:lnTo>
                  <a:pt x="1581515" y="425293"/>
                </a:lnTo>
                <a:lnTo>
                  <a:pt x="1580149" y="460326"/>
                </a:lnTo>
                <a:lnTo>
                  <a:pt x="1580149" y="404589"/>
                </a:lnTo>
                <a:close/>
                <a:moveTo>
                  <a:pt x="1588273" y="404587"/>
                </a:moveTo>
                <a:lnTo>
                  <a:pt x="1586978" y="513575"/>
                </a:lnTo>
                <a:lnTo>
                  <a:pt x="1586978" y="489753"/>
                </a:lnTo>
                <a:lnTo>
                  <a:pt x="1585612" y="427395"/>
                </a:lnTo>
                <a:lnTo>
                  <a:pt x="1585612" y="470135"/>
                </a:lnTo>
                <a:lnTo>
                  <a:pt x="1584246" y="444911"/>
                </a:lnTo>
                <a:lnTo>
                  <a:pt x="1584246" y="450516"/>
                </a:lnTo>
                <a:lnTo>
                  <a:pt x="1582881" y="471536"/>
                </a:lnTo>
                <a:lnTo>
                  <a:pt x="1582881" y="404589"/>
                </a:lnTo>
                <a:close/>
                <a:moveTo>
                  <a:pt x="1589407" y="404587"/>
                </a:moveTo>
                <a:lnTo>
                  <a:pt x="1588343" y="491855"/>
                </a:lnTo>
                <a:lnTo>
                  <a:pt x="1588343" y="404587"/>
                </a:lnTo>
                <a:close/>
                <a:moveTo>
                  <a:pt x="1591075" y="404587"/>
                </a:moveTo>
                <a:lnTo>
                  <a:pt x="1591075" y="421089"/>
                </a:lnTo>
                <a:lnTo>
                  <a:pt x="1589709" y="479243"/>
                </a:lnTo>
                <a:lnTo>
                  <a:pt x="1589709" y="404587"/>
                </a:lnTo>
                <a:close/>
                <a:moveTo>
                  <a:pt x="1599269" y="404585"/>
                </a:moveTo>
                <a:lnTo>
                  <a:pt x="1599269" y="431599"/>
                </a:lnTo>
                <a:lnTo>
                  <a:pt x="1597904" y="444211"/>
                </a:lnTo>
                <a:lnTo>
                  <a:pt x="1597904" y="446313"/>
                </a:lnTo>
                <a:lnTo>
                  <a:pt x="1597904" y="449816"/>
                </a:lnTo>
                <a:lnTo>
                  <a:pt x="1596538" y="463829"/>
                </a:lnTo>
                <a:lnTo>
                  <a:pt x="1596538" y="533193"/>
                </a:lnTo>
                <a:lnTo>
                  <a:pt x="1595172" y="444911"/>
                </a:lnTo>
                <a:lnTo>
                  <a:pt x="1595172" y="482046"/>
                </a:lnTo>
                <a:lnTo>
                  <a:pt x="1593806" y="447714"/>
                </a:lnTo>
                <a:lnTo>
                  <a:pt x="1592441" y="469434"/>
                </a:lnTo>
                <a:lnTo>
                  <a:pt x="1592441" y="439306"/>
                </a:lnTo>
                <a:lnTo>
                  <a:pt x="1591595" y="404587"/>
                </a:lnTo>
                <a:close/>
                <a:moveTo>
                  <a:pt x="1606098" y="404583"/>
                </a:moveTo>
                <a:lnTo>
                  <a:pt x="1606098" y="407777"/>
                </a:lnTo>
                <a:lnTo>
                  <a:pt x="1604732" y="441408"/>
                </a:lnTo>
                <a:lnTo>
                  <a:pt x="1604732" y="487651"/>
                </a:lnTo>
                <a:lnTo>
                  <a:pt x="1603367" y="461727"/>
                </a:lnTo>
                <a:lnTo>
                  <a:pt x="1603367" y="440007"/>
                </a:lnTo>
                <a:lnTo>
                  <a:pt x="1602001" y="448415"/>
                </a:lnTo>
                <a:lnTo>
                  <a:pt x="1602001" y="482046"/>
                </a:lnTo>
                <a:lnTo>
                  <a:pt x="1602001" y="493957"/>
                </a:lnTo>
                <a:lnTo>
                  <a:pt x="1600635" y="463128"/>
                </a:lnTo>
                <a:lnTo>
                  <a:pt x="1600635" y="404584"/>
                </a:lnTo>
                <a:close/>
                <a:moveTo>
                  <a:pt x="1609788" y="404582"/>
                </a:moveTo>
                <a:lnTo>
                  <a:pt x="1608829" y="449816"/>
                </a:lnTo>
                <a:lnTo>
                  <a:pt x="1608829" y="413382"/>
                </a:lnTo>
                <a:lnTo>
                  <a:pt x="1607464" y="456822"/>
                </a:lnTo>
                <a:lnTo>
                  <a:pt x="1607464" y="442109"/>
                </a:lnTo>
                <a:lnTo>
                  <a:pt x="1606550" y="404583"/>
                </a:lnTo>
                <a:close/>
                <a:moveTo>
                  <a:pt x="1611561" y="404582"/>
                </a:moveTo>
                <a:lnTo>
                  <a:pt x="1611561" y="424593"/>
                </a:lnTo>
                <a:lnTo>
                  <a:pt x="1610195" y="486950"/>
                </a:lnTo>
                <a:lnTo>
                  <a:pt x="1610195" y="404582"/>
                </a:lnTo>
                <a:close/>
                <a:moveTo>
                  <a:pt x="1617377" y="404580"/>
                </a:moveTo>
                <a:lnTo>
                  <a:pt x="1617024" y="421790"/>
                </a:lnTo>
                <a:lnTo>
                  <a:pt x="1617024" y="407076"/>
                </a:lnTo>
                <a:lnTo>
                  <a:pt x="1615658" y="421089"/>
                </a:lnTo>
                <a:lnTo>
                  <a:pt x="1615658" y="431599"/>
                </a:lnTo>
                <a:lnTo>
                  <a:pt x="1614292" y="407777"/>
                </a:lnTo>
                <a:lnTo>
                  <a:pt x="1614292" y="409879"/>
                </a:lnTo>
                <a:lnTo>
                  <a:pt x="1614292" y="443510"/>
                </a:lnTo>
                <a:lnTo>
                  <a:pt x="1613224" y="404581"/>
                </a:lnTo>
                <a:lnTo>
                  <a:pt x="1615658" y="404581"/>
                </a:lnTo>
                <a:close/>
                <a:moveTo>
                  <a:pt x="1618554" y="404580"/>
                </a:moveTo>
                <a:lnTo>
                  <a:pt x="1618389" y="411280"/>
                </a:lnTo>
                <a:lnTo>
                  <a:pt x="1618389" y="404580"/>
                </a:lnTo>
                <a:close/>
                <a:moveTo>
                  <a:pt x="1622695" y="404579"/>
                </a:moveTo>
                <a:lnTo>
                  <a:pt x="1622487" y="407777"/>
                </a:lnTo>
                <a:lnTo>
                  <a:pt x="1622487" y="442109"/>
                </a:lnTo>
                <a:lnTo>
                  <a:pt x="1621427" y="404579"/>
                </a:lnTo>
                <a:close/>
                <a:moveTo>
                  <a:pt x="1625218" y="404578"/>
                </a:moveTo>
                <a:lnTo>
                  <a:pt x="1625218" y="425994"/>
                </a:lnTo>
                <a:lnTo>
                  <a:pt x="1623914" y="404579"/>
                </a:lnTo>
                <a:close/>
                <a:moveTo>
                  <a:pt x="1629724" y="404577"/>
                </a:moveTo>
                <a:lnTo>
                  <a:pt x="1629315" y="415484"/>
                </a:lnTo>
                <a:lnTo>
                  <a:pt x="1629315" y="427395"/>
                </a:lnTo>
                <a:lnTo>
                  <a:pt x="1627950" y="407777"/>
                </a:lnTo>
                <a:lnTo>
                  <a:pt x="1627950" y="404578"/>
                </a:lnTo>
                <a:close/>
                <a:moveTo>
                  <a:pt x="1632047" y="404577"/>
                </a:moveTo>
                <a:lnTo>
                  <a:pt x="1632047" y="406376"/>
                </a:lnTo>
                <a:lnTo>
                  <a:pt x="1630681" y="405675"/>
                </a:lnTo>
                <a:lnTo>
                  <a:pt x="1630681" y="404577"/>
                </a:lnTo>
                <a:close/>
                <a:moveTo>
                  <a:pt x="1637066" y="404576"/>
                </a:moveTo>
                <a:lnTo>
                  <a:pt x="1636144" y="418287"/>
                </a:lnTo>
                <a:lnTo>
                  <a:pt x="1636144" y="423191"/>
                </a:lnTo>
                <a:lnTo>
                  <a:pt x="1635189" y="404576"/>
                </a:lnTo>
                <a:lnTo>
                  <a:pt x="1636144" y="404576"/>
                </a:lnTo>
                <a:close/>
                <a:moveTo>
                  <a:pt x="1640551" y="404575"/>
                </a:moveTo>
                <a:lnTo>
                  <a:pt x="1640241" y="409178"/>
                </a:lnTo>
                <a:lnTo>
                  <a:pt x="1640241" y="409879"/>
                </a:lnTo>
                <a:lnTo>
                  <a:pt x="1638875" y="412682"/>
                </a:lnTo>
                <a:lnTo>
                  <a:pt x="1638875" y="409879"/>
                </a:lnTo>
                <a:lnTo>
                  <a:pt x="1637510" y="416885"/>
                </a:lnTo>
                <a:lnTo>
                  <a:pt x="1637510" y="404575"/>
                </a:lnTo>
                <a:close/>
                <a:moveTo>
                  <a:pt x="1642496" y="404574"/>
                </a:moveTo>
                <a:lnTo>
                  <a:pt x="1641607" y="416885"/>
                </a:lnTo>
                <a:lnTo>
                  <a:pt x="1641607" y="404574"/>
                </a:lnTo>
                <a:close/>
                <a:moveTo>
                  <a:pt x="1645646" y="404574"/>
                </a:moveTo>
                <a:lnTo>
                  <a:pt x="1644338" y="411280"/>
                </a:lnTo>
                <a:lnTo>
                  <a:pt x="1644338" y="408478"/>
                </a:lnTo>
                <a:lnTo>
                  <a:pt x="1644127" y="404574"/>
                </a:lnTo>
                <a:close/>
                <a:moveTo>
                  <a:pt x="1647070" y="404573"/>
                </a:moveTo>
                <a:lnTo>
                  <a:pt x="1647070" y="409178"/>
                </a:lnTo>
                <a:lnTo>
                  <a:pt x="1646509" y="404573"/>
                </a:lnTo>
                <a:close/>
                <a:moveTo>
                  <a:pt x="1649801" y="404572"/>
                </a:moveTo>
                <a:lnTo>
                  <a:pt x="1649801" y="414783"/>
                </a:lnTo>
                <a:lnTo>
                  <a:pt x="1648436" y="414083"/>
                </a:lnTo>
                <a:lnTo>
                  <a:pt x="1648436" y="406376"/>
                </a:lnTo>
                <a:lnTo>
                  <a:pt x="1648436" y="404573"/>
                </a:lnTo>
                <a:close/>
                <a:moveTo>
                  <a:pt x="1651762" y="404572"/>
                </a:moveTo>
                <a:lnTo>
                  <a:pt x="1651167" y="411280"/>
                </a:lnTo>
                <a:lnTo>
                  <a:pt x="1651167" y="404572"/>
                </a:lnTo>
                <a:close/>
                <a:moveTo>
                  <a:pt x="1656096" y="404571"/>
                </a:moveTo>
                <a:lnTo>
                  <a:pt x="1655264" y="412682"/>
                </a:lnTo>
                <a:lnTo>
                  <a:pt x="1655264" y="416885"/>
                </a:lnTo>
                <a:lnTo>
                  <a:pt x="1653899" y="416185"/>
                </a:lnTo>
                <a:lnTo>
                  <a:pt x="1653899" y="411280"/>
                </a:lnTo>
                <a:lnTo>
                  <a:pt x="1652533" y="433000"/>
                </a:lnTo>
                <a:lnTo>
                  <a:pt x="1652533" y="404572"/>
                </a:lnTo>
                <a:lnTo>
                  <a:pt x="1653899" y="404571"/>
                </a:lnTo>
                <a:close/>
                <a:moveTo>
                  <a:pt x="1658749" y="404570"/>
                </a:moveTo>
                <a:lnTo>
                  <a:pt x="1657996" y="412682"/>
                </a:lnTo>
                <a:lnTo>
                  <a:pt x="1657996" y="435102"/>
                </a:lnTo>
                <a:lnTo>
                  <a:pt x="1657996" y="436504"/>
                </a:lnTo>
                <a:lnTo>
                  <a:pt x="1656630" y="407076"/>
                </a:lnTo>
                <a:lnTo>
                  <a:pt x="1656630" y="404571"/>
                </a:lnTo>
                <a:close/>
                <a:moveTo>
                  <a:pt x="1661133" y="404570"/>
                </a:moveTo>
                <a:lnTo>
                  <a:pt x="1660727" y="412682"/>
                </a:lnTo>
                <a:lnTo>
                  <a:pt x="1660727" y="411981"/>
                </a:lnTo>
                <a:lnTo>
                  <a:pt x="1659361" y="444911"/>
                </a:lnTo>
                <a:lnTo>
                  <a:pt x="1659361" y="404570"/>
                </a:lnTo>
                <a:close/>
                <a:moveTo>
                  <a:pt x="1662874" y="404569"/>
                </a:moveTo>
                <a:lnTo>
                  <a:pt x="1662093" y="410580"/>
                </a:lnTo>
                <a:lnTo>
                  <a:pt x="1662093" y="404570"/>
                </a:lnTo>
                <a:close/>
                <a:moveTo>
                  <a:pt x="1664519" y="404569"/>
                </a:moveTo>
                <a:lnTo>
                  <a:pt x="1663459" y="437204"/>
                </a:lnTo>
                <a:lnTo>
                  <a:pt x="1663459" y="404569"/>
                </a:lnTo>
                <a:close/>
                <a:moveTo>
                  <a:pt x="1667556" y="404568"/>
                </a:moveTo>
                <a:lnTo>
                  <a:pt x="1667556" y="437905"/>
                </a:lnTo>
                <a:lnTo>
                  <a:pt x="1667036" y="404568"/>
                </a:lnTo>
                <a:close/>
                <a:moveTo>
                  <a:pt x="1671621" y="404567"/>
                </a:moveTo>
                <a:lnTo>
                  <a:pt x="1670287" y="416885"/>
                </a:lnTo>
                <a:lnTo>
                  <a:pt x="1670287" y="414783"/>
                </a:lnTo>
                <a:lnTo>
                  <a:pt x="1668921" y="409178"/>
                </a:lnTo>
                <a:lnTo>
                  <a:pt x="1668921" y="411981"/>
                </a:lnTo>
                <a:lnTo>
                  <a:pt x="1668577" y="404568"/>
                </a:lnTo>
                <a:lnTo>
                  <a:pt x="1668921" y="404568"/>
                </a:lnTo>
                <a:close/>
                <a:moveTo>
                  <a:pt x="1672769" y="404567"/>
                </a:moveTo>
                <a:lnTo>
                  <a:pt x="1671653" y="430898"/>
                </a:lnTo>
                <a:lnTo>
                  <a:pt x="1671653" y="404567"/>
                </a:lnTo>
                <a:close/>
                <a:moveTo>
                  <a:pt x="1674385" y="404567"/>
                </a:moveTo>
                <a:lnTo>
                  <a:pt x="1674385" y="416185"/>
                </a:lnTo>
                <a:lnTo>
                  <a:pt x="1673019" y="426694"/>
                </a:lnTo>
                <a:lnTo>
                  <a:pt x="1673019" y="415484"/>
                </a:lnTo>
                <a:lnTo>
                  <a:pt x="1673019" y="404567"/>
                </a:lnTo>
                <a:close/>
                <a:moveTo>
                  <a:pt x="1677116" y="404566"/>
                </a:moveTo>
                <a:lnTo>
                  <a:pt x="1677116" y="421790"/>
                </a:lnTo>
                <a:lnTo>
                  <a:pt x="1675750" y="405675"/>
                </a:lnTo>
                <a:lnTo>
                  <a:pt x="1675750" y="418287"/>
                </a:lnTo>
                <a:lnTo>
                  <a:pt x="1675028" y="404566"/>
                </a:lnTo>
                <a:close/>
                <a:moveTo>
                  <a:pt x="1679573" y="404565"/>
                </a:moveTo>
                <a:lnTo>
                  <a:pt x="1678482" y="414083"/>
                </a:lnTo>
                <a:lnTo>
                  <a:pt x="1678482" y="404566"/>
                </a:lnTo>
                <a:close/>
                <a:moveTo>
                  <a:pt x="1681058" y="404565"/>
                </a:moveTo>
                <a:lnTo>
                  <a:pt x="1679847" y="423191"/>
                </a:lnTo>
                <a:lnTo>
                  <a:pt x="1679847" y="410580"/>
                </a:lnTo>
                <a:lnTo>
                  <a:pt x="1679847" y="404565"/>
                </a:lnTo>
                <a:close/>
                <a:moveTo>
                  <a:pt x="1684364" y="404564"/>
                </a:moveTo>
                <a:lnTo>
                  <a:pt x="1683945" y="410580"/>
                </a:lnTo>
                <a:lnTo>
                  <a:pt x="1683945" y="414783"/>
                </a:lnTo>
                <a:lnTo>
                  <a:pt x="1682579" y="409879"/>
                </a:lnTo>
                <a:lnTo>
                  <a:pt x="1682579" y="411280"/>
                </a:lnTo>
                <a:lnTo>
                  <a:pt x="1681213" y="414083"/>
                </a:lnTo>
                <a:lnTo>
                  <a:pt x="1681213" y="404565"/>
                </a:lnTo>
                <a:close/>
                <a:moveTo>
                  <a:pt x="1687848" y="404563"/>
                </a:moveTo>
                <a:lnTo>
                  <a:pt x="1686676" y="427395"/>
                </a:lnTo>
                <a:lnTo>
                  <a:pt x="1686676" y="421089"/>
                </a:lnTo>
                <a:lnTo>
                  <a:pt x="1686676" y="404564"/>
                </a:lnTo>
                <a:close/>
                <a:moveTo>
                  <a:pt x="1691884" y="404562"/>
                </a:moveTo>
                <a:lnTo>
                  <a:pt x="1690773" y="421089"/>
                </a:lnTo>
                <a:lnTo>
                  <a:pt x="1690773" y="418287"/>
                </a:lnTo>
                <a:lnTo>
                  <a:pt x="1689407" y="423892"/>
                </a:lnTo>
                <a:lnTo>
                  <a:pt x="1689407" y="404563"/>
                </a:lnTo>
                <a:close/>
                <a:moveTo>
                  <a:pt x="1697602" y="404561"/>
                </a:moveTo>
                <a:lnTo>
                  <a:pt x="1697602" y="439306"/>
                </a:lnTo>
                <a:lnTo>
                  <a:pt x="1696236" y="418287"/>
                </a:lnTo>
                <a:lnTo>
                  <a:pt x="1696236" y="414083"/>
                </a:lnTo>
                <a:lnTo>
                  <a:pt x="1694870" y="431599"/>
                </a:lnTo>
                <a:lnTo>
                  <a:pt x="1694870" y="410580"/>
                </a:lnTo>
                <a:lnTo>
                  <a:pt x="1693505" y="418287"/>
                </a:lnTo>
                <a:lnTo>
                  <a:pt x="1693505" y="406376"/>
                </a:lnTo>
                <a:lnTo>
                  <a:pt x="1692139" y="421790"/>
                </a:lnTo>
                <a:lnTo>
                  <a:pt x="1692139" y="404562"/>
                </a:lnTo>
                <a:close/>
                <a:moveTo>
                  <a:pt x="1699377" y="404560"/>
                </a:moveTo>
                <a:lnTo>
                  <a:pt x="1698968" y="409178"/>
                </a:lnTo>
                <a:lnTo>
                  <a:pt x="1698968" y="404561"/>
                </a:lnTo>
                <a:close/>
                <a:moveTo>
                  <a:pt x="1701192" y="404560"/>
                </a:moveTo>
                <a:lnTo>
                  <a:pt x="1700333" y="428796"/>
                </a:lnTo>
                <a:lnTo>
                  <a:pt x="1700333" y="404560"/>
                </a:lnTo>
                <a:close/>
                <a:moveTo>
                  <a:pt x="1702669" y="404560"/>
                </a:moveTo>
                <a:lnTo>
                  <a:pt x="1701699" y="418987"/>
                </a:lnTo>
                <a:lnTo>
                  <a:pt x="1701699" y="404560"/>
                </a:lnTo>
                <a:close/>
                <a:moveTo>
                  <a:pt x="1705796" y="404559"/>
                </a:moveTo>
                <a:lnTo>
                  <a:pt x="1705796" y="422491"/>
                </a:lnTo>
                <a:lnTo>
                  <a:pt x="1704431" y="423892"/>
                </a:lnTo>
                <a:lnTo>
                  <a:pt x="1704431" y="427395"/>
                </a:lnTo>
                <a:lnTo>
                  <a:pt x="1703065" y="430898"/>
                </a:lnTo>
                <a:lnTo>
                  <a:pt x="1703065" y="404560"/>
                </a:lnTo>
                <a:close/>
                <a:moveTo>
                  <a:pt x="1711259" y="404558"/>
                </a:moveTo>
                <a:lnTo>
                  <a:pt x="1711259" y="414783"/>
                </a:lnTo>
                <a:lnTo>
                  <a:pt x="1709893" y="442109"/>
                </a:lnTo>
                <a:lnTo>
                  <a:pt x="1709893" y="410580"/>
                </a:lnTo>
                <a:lnTo>
                  <a:pt x="1708528" y="440707"/>
                </a:lnTo>
                <a:lnTo>
                  <a:pt x="1708528" y="423191"/>
                </a:lnTo>
                <a:lnTo>
                  <a:pt x="1707162" y="409879"/>
                </a:lnTo>
                <a:lnTo>
                  <a:pt x="1707162" y="418287"/>
                </a:lnTo>
                <a:lnTo>
                  <a:pt x="1706299" y="404559"/>
                </a:lnTo>
                <a:close/>
                <a:moveTo>
                  <a:pt x="1714400" y="404557"/>
                </a:moveTo>
                <a:lnTo>
                  <a:pt x="1713991" y="409178"/>
                </a:lnTo>
                <a:lnTo>
                  <a:pt x="1713991" y="404974"/>
                </a:lnTo>
                <a:lnTo>
                  <a:pt x="1712625" y="425293"/>
                </a:lnTo>
                <a:lnTo>
                  <a:pt x="1712625" y="411280"/>
                </a:lnTo>
                <a:lnTo>
                  <a:pt x="1712625" y="404557"/>
                </a:lnTo>
                <a:close/>
                <a:moveTo>
                  <a:pt x="1719453" y="404556"/>
                </a:moveTo>
                <a:lnTo>
                  <a:pt x="1719453" y="409879"/>
                </a:lnTo>
                <a:lnTo>
                  <a:pt x="1718088" y="412682"/>
                </a:lnTo>
                <a:lnTo>
                  <a:pt x="1718088" y="425293"/>
                </a:lnTo>
                <a:lnTo>
                  <a:pt x="1716722" y="435803"/>
                </a:lnTo>
                <a:lnTo>
                  <a:pt x="1716722" y="407777"/>
                </a:lnTo>
                <a:lnTo>
                  <a:pt x="1716024" y="404556"/>
                </a:lnTo>
                <a:close/>
                <a:moveTo>
                  <a:pt x="1724917" y="404554"/>
                </a:moveTo>
                <a:lnTo>
                  <a:pt x="1724917" y="427395"/>
                </a:lnTo>
                <a:lnTo>
                  <a:pt x="1723551" y="405675"/>
                </a:lnTo>
                <a:lnTo>
                  <a:pt x="1723551" y="408478"/>
                </a:lnTo>
                <a:lnTo>
                  <a:pt x="1723551" y="423191"/>
                </a:lnTo>
                <a:lnTo>
                  <a:pt x="1722185" y="412682"/>
                </a:lnTo>
                <a:lnTo>
                  <a:pt x="1722185" y="409178"/>
                </a:lnTo>
                <a:lnTo>
                  <a:pt x="1721366" y="404555"/>
                </a:lnTo>
                <a:close/>
                <a:moveTo>
                  <a:pt x="1728007" y="404553"/>
                </a:moveTo>
                <a:lnTo>
                  <a:pt x="1727648" y="413382"/>
                </a:lnTo>
                <a:lnTo>
                  <a:pt x="1727648" y="420389"/>
                </a:lnTo>
                <a:lnTo>
                  <a:pt x="1726282" y="435803"/>
                </a:lnTo>
                <a:lnTo>
                  <a:pt x="1726282" y="410580"/>
                </a:lnTo>
                <a:lnTo>
                  <a:pt x="1725108" y="404554"/>
                </a:lnTo>
                <a:close/>
                <a:moveTo>
                  <a:pt x="1730120" y="404553"/>
                </a:moveTo>
                <a:lnTo>
                  <a:pt x="1729014" y="426694"/>
                </a:lnTo>
                <a:lnTo>
                  <a:pt x="1729014" y="404553"/>
                </a:lnTo>
                <a:close/>
                <a:moveTo>
                  <a:pt x="1731254" y="404553"/>
                </a:moveTo>
                <a:lnTo>
                  <a:pt x="1730379" y="428796"/>
                </a:lnTo>
                <a:lnTo>
                  <a:pt x="1730379" y="404553"/>
                </a:lnTo>
                <a:close/>
                <a:moveTo>
                  <a:pt x="1733111" y="404552"/>
                </a:moveTo>
                <a:lnTo>
                  <a:pt x="1733111" y="407777"/>
                </a:lnTo>
                <a:lnTo>
                  <a:pt x="1731745" y="412682"/>
                </a:lnTo>
                <a:lnTo>
                  <a:pt x="1731745" y="404553"/>
                </a:lnTo>
                <a:close/>
                <a:moveTo>
                  <a:pt x="1734998" y="404552"/>
                </a:moveTo>
                <a:lnTo>
                  <a:pt x="1734477" y="413382"/>
                </a:lnTo>
                <a:lnTo>
                  <a:pt x="1734477" y="424593"/>
                </a:lnTo>
                <a:lnTo>
                  <a:pt x="1733754" y="404552"/>
                </a:lnTo>
                <a:close/>
                <a:moveTo>
                  <a:pt x="1737768" y="404551"/>
                </a:moveTo>
                <a:lnTo>
                  <a:pt x="1737208" y="410580"/>
                </a:lnTo>
                <a:lnTo>
                  <a:pt x="1737208" y="444911"/>
                </a:lnTo>
                <a:lnTo>
                  <a:pt x="1735842" y="426694"/>
                </a:lnTo>
                <a:lnTo>
                  <a:pt x="1735842" y="404552"/>
                </a:lnTo>
                <a:close/>
                <a:moveTo>
                  <a:pt x="1739939" y="404551"/>
                </a:moveTo>
                <a:lnTo>
                  <a:pt x="1739939" y="409879"/>
                </a:lnTo>
                <a:lnTo>
                  <a:pt x="1738574" y="410580"/>
                </a:lnTo>
                <a:lnTo>
                  <a:pt x="1738574" y="404551"/>
                </a:lnTo>
                <a:close/>
                <a:moveTo>
                  <a:pt x="1741999" y="404550"/>
                </a:moveTo>
                <a:lnTo>
                  <a:pt x="1741305" y="409178"/>
                </a:lnTo>
                <a:lnTo>
                  <a:pt x="1741305" y="430198"/>
                </a:lnTo>
                <a:lnTo>
                  <a:pt x="1740499" y="404550"/>
                </a:lnTo>
                <a:close/>
                <a:moveTo>
                  <a:pt x="1745402" y="404549"/>
                </a:moveTo>
                <a:lnTo>
                  <a:pt x="1745402" y="411280"/>
                </a:lnTo>
                <a:lnTo>
                  <a:pt x="1744037" y="438605"/>
                </a:lnTo>
                <a:lnTo>
                  <a:pt x="1744037" y="410580"/>
                </a:lnTo>
                <a:lnTo>
                  <a:pt x="1743477" y="404550"/>
                </a:lnTo>
                <a:lnTo>
                  <a:pt x="1744037" y="404550"/>
                </a:lnTo>
                <a:close/>
                <a:moveTo>
                  <a:pt x="1748134" y="404549"/>
                </a:moveTo>
                <a:lnTo>
                  <a:pt x="1748134" y="415484"/>
                </a:lnTo>
                <a:lnTo>
                  <a:pt x="1747246" y="404549"/>
                </a:lnTo>
                <a:close/>
                <a:moveTo>
                  <a:pt x="1750865" y="404548"/>
                </a:moveTo>
                <a:lnTo>
                  <a:pt x="1750865" y="409879"/>
                </a:lnTo>
                <a:lnTo>
                  <a:pt x="1750216" y="404548"/>
                </a:lnTo>
                <a:close/>
                <a:moveTo>
                  <a:pt x="1753597" y="404547"/>
                </a:moveTo>
                <a:lnTo>
                  <a:pt x="1753597" y="406376"/>
                </a:lnTo>
                <a:lnTo>
                  <a:pt x="1753486" y="404547"/>
                </a:lnTo>
                <a:close/>
                <a:moveTo>
                  <a:pt x="1756612" y="404546"/>
                </a:moveTo>
                <a:lnTo>
                  <a:pt x="1756328" y="411981"/>
                </a:lnTo>
                <a:lnTo>
                  <a:pt x="1756328" y="411280"/>
                </a:lnTo>
                <a:lnTo>
                  <a:pt x="1754963" y="421089"/>
                </a:lnTo>
                <a:lnTo>
                  <a:pt x="1754963" y="404547"/>
                </a:lnTo>
                <a:close/>
                <a:moveTo>
                  <a:pt x="1759060" y="404546"/>
                </a:moveTo>
                <a:lnTo>
                  <a:pt x="1759060" y="409178"/>
                </a:lnTo>
                <a:lnTo>
                  <a:pt x="1757694" y="413382"/>
                </a:lnTo>
                <a:lnTo>
                  <a:pt x="1757694" y="404546"/>
                </a:lnTo>
                <a:close/>
                <a:moveTo>
                  <a:pt x="1760754" y="404545"/>
                </a:moveTo>
                <a:lnTo>
                  <a:pt x="1760425" y="407076"/>
                </a:lnTo>
                <a:lnTo>
                  <a:pt x="1760425" y="418987"/>
                </a:lnTo>
                <a:lnTo>
                  <a:pt x="1759487" y="404546"/>
                </a:lnTo>
                <a:close/>
                <a:moveTo>
                  <a:pt x="1764150" y="404545"/>
                </a:moveTo>
                <a:lnTo>
                  <a:pt x="1763157" y="423892"/>
                </a:lnTo>
                <a:lnTo>
                  <a:pt x="1763157" y="409879"/>
                </a:lnTo>
                <a:lnTo>
                  <a:pt x="1762117" y="404545"/>
                </a:lnTo>
                <a:close/>
                <a:moveTo>
                  <a:pt x="1769985" y="404543"/>
                </a:moveTo>
                <a:lnTo>
                  <a:pt x="1769985" y="413382"/>
                </a:lnTo>
                <a:lnTo>
                  <a:pt x="1769634" y="404543"/>
                </a:lnTo>
                <a:close/>
                <a:moveTo>
                  <a:pt x="1772717" y="404543"/>
                </a:moveTo>
                <a:lnTo>
                  <a:pt x="1772717" y="407777"/>
                </a:lnTo>
                <a:lnTo>
                  <a:pt x="1772144" y="404543"/>
                </a:lnTo>
                <a:close/>
                <a:moveTo>
                  <a:pt x="1776079" y="404542"/>
                </a:moveTo>
                <a:lnTo>
                  <a:pt x="1775449" y="407777"/>
                </a:lnTo>
                <a:lnTo>
                  <a:pt x="1775449" y="421089"/>
                </a:lnTo>
                <a:lnTo>
                  <a:pt x="1774083" y="433000"/>
                </a:lnTo>
                <a:lnTo>
                  <a:pt x="1774083" y="404542"/>
                </a:lnTo>
                <a:close/>
                <a:moveTo>
                  <a:pt x="1778180" y="404541"/>
                </a:moveTo>
                <a:lnTo>
                  <a:pt x="1778180" y="432300"/>
                </a:lnTo>
                <a:lnTo>
                  <a:pt x="1778180" y="433701"/>
                </a:lnTo>
                <a:lnTo>
                  <a:pt x="1777305" y="404541"/>
                </a:lnTo>
                <a:close/>
                <a:moveTo>
                  <a:pt x="1780217" y="404541"/>
                </a:moveTo>
                <a:lnTo>
                  <a:pt x="1779546" y="419688"/>
                </a:lnTo>
                <a:lnTo>
                  <a:pt x="1779546" y="407777"/>
                </a:lnTo>
                <a:lnTo>
                  <a:pt x="1779196" y="404541"/>
                </a:lnTo>
                <a:lnTo>
                  <a:pt x="1779546" y="404541"/>
                </a:lnTo>
                <a:close/>
                <a:moveTo>
                  <a:pt x="1782971" y="404540"/>
                </a:moveTo>
                <a:lnTo>
                  <a:pt x="1782277" y="409879"/>
                </a:lnTo>
                <a:lnTo>
                  <a:pt x="1782277" y="404540"/>
                </a:lnTo>
                <a:close/>
                <a:moveTo>
                  <a:pt x="1784481" y="404540"/>
                </a:moveTo>
                <a:lnTo>
                  <a:pt x="1783643" y="418287"/>
                </a:lnTo>
                <a:lnTo>
                  <a:pt x="1783643" y="404540"/>
                </a:lnTo>
                <a:close/>
                <a:moveTo>
                  <a:pt x="1786374" y="404539"/>
                </a:moveTo>
                <a:lnTo>
                  <a:pt x="1786374" y="419688"/>
                </a:lnTo>
                <a:lnTo>
                  <a:pt x="1785576" y="404539"/>
                </a:lnTo>
                <a:close/>
                <a:moveTo>
                  <a:pt x="1787740" y="404539"/>
                </a:moveTo>
                <a:lnTo>
                  <a:pt x="1787740" y="428096"/>
                </a:lnTo>
                <a:lnTo>
                  <a:pt x="1786389" y="404539"/>
                </a:lnTo>
                <a:close/>
                <a:moveTo>
                  <a:pt x="1794569" y="404537"/>
                </a:moveTo>
                <a:lnTo>
                  <a:pt x="1794569" y="423191"/>
                </a:lnTo>
                <a:lnTo>
                  <a:pt x="1793203" y="414083"/>
                </a:lnTo>
                <a:lnTo>
                  <a:pt x="1793203" y="408478"/>
                </a:lnTo>
                <a:lnTo>
                  <a:pt x="1791837" y="405675"/>
                </a:lnTo>
                <a:lnTo>
                  <a:pt x="1791837" y="428096"/>
                </a:lnTo>
                <a:lnTo>
                  <a:pt x="1790471" y="415484"/>
                </a:lnTo>
                <a:lnTo>
                  <a:pt x="1790471" y="414783"/>
                </a:lnTo>
                <a:lnTo>
                  <a:pt x="1789106" y="427395"/>
                </a:lnTo>
                <a:lnTo>
                  <a:pt x="1789106" y="404539"/>
                </a:lnTo>
                <a:close/>
                <a:moveTo>
                  <a:pt x="1798666" y="404536"/>
                </a:moveTo>
                <a:lnTo>
                  <a:pt x="1798666" y="414783"/>
                </a:lnTo>
                <a:lnTo>
                  <a:pt x="1797300" y="418287"/>
                </a:lnTo>
                <a:lnTo>
                  <a:pt x="1797300" y="405675"/>
                </a:lnTo>
                <a:lnTo>
                  <a:pt x="1795934" y="421790"/>
                </a:lnTo>
                <a:lnTo>
                  <a:pt x="1795934" y="419688"/>
                </a:lnTo>
                <a:lnTo>
                  <a:pt x="1795278" y="404537"/>
                </a:lnTo>
                <a:close/>
                <a:moveTo>
                  <a:pt x="1803790" y="404535"/>
                </a:moveTo>
                <a:lnTo>
                  <a:pt x="1802763" y="439306"/>
                </a:lnTo>
                <a:lnTo>
                  <a:pt x="1802763" y="414783"/>
                </a:lnTo>
                <a:lnTo>
                  <a:pt x="1801397" y="415484"/>
                </a:lnTo>
                <a:lnTo>
                  <a:pt x="1801397" y="419688"/>
                </a:lnTo>
                <a:lnTo>
                  <a:pt x="1800032" y="412682"/>
                </a:lnTo>
                <a:lnTo>
                  <a:pt x="1800032" y="441408"/>
                </a:lnTo>
                <a:lnTo>
                  <a:pt x="1798725" y="404536"/>
                </a:lnTo>
                <a:lnTo>
                  <a:pt x="1800032" y="404536"/>
                </a:lnTo>
                <a:close/>
                <a:moveTo>
                  <a:pt x="1804828" y="404535"/>
                </a:moveTo>
                <a:lnTo>
                  <a:pt x="1804129" y="408478"/>
                </a:lnTo>
                <a:lnTo>
                  <a:pt x="1804129" y="404535"/>
                </a:lnTo>
                <a:close/>
                <a:moveTo>
                  <a:pt x="1808085" y="404534"/>
                </a:moveTo>
                <a:lnTo>
                  <a:pt x="1806860" y="418987"/>
                </a:lnTo>
                <a:lnTo>
                  <a:pt x="1806860" y="408478"/>
                </a:lnTo>
                <a:lnTo>
                  <a:pt x="1805495" y="429497"/>
                </a:lnTo>
                <a:lnTo>
                  <a:pt x="1805495" y="404535"/>
                </a:lnTo>
                <a:close/>
                <a:moveTo>
                  <a:pt x="1817110" y="404532"/>
                </a:moveTo>
                <a:lnTo>
                  <a:pt x="1816420" y="413382"/>
                </a:lnTo>
                <a:lnTo>
                  <a:pt x="1816420" y="433000"/>
                </a:lnTo>
                <a:lnTo>
                  <a:pt x="1815055" y="439306"/>
                </a:lnTo>
                <a:lnTo>
                  <a:pt x="1815055" y="430198"/>
                </a:lnTo>
                <a:lnTo>
                  <a:pt x="1813689" y="421089"/>
                </a:lnTo>
                <a:lnTo>
                  <a:pt x="1813689" y="457523"/>
                </a:lnTo>
                <a:lnTo>
                  <a:pt x="1812323" y="421089"/>
                </a:lnTo>
                <a:lnTo>
                  <a:pt x="1812323" y="428096"/>
                </a:lnTo>
                <a:lnTo>
                  <a:pt x="1810957" y="416885"/>
                </a:lnTo>
                <a:lnTo>
                  <a:pt x="1810957" y="409178"/>
                </a:lnTo>
                <a:lnTo>
                  <a:pt x="1809592" y="409178"/>
                </a:lnTo>
                <a:lnTo>
                  <a:pt x="1809592" y="416885"/>
                </a:lnTo>
                <a:lnTo>
                  <a:pt x="1808226" y="445612"/>
                </a:lnTo>
                <a:lnTo>
                  <a:pt x="1808226" y="404534"/>
                </a:lnTo>
                <a:lnTo>
                  <a:pt x="1812323" y="404533"/>
                </a:lnTo>
                <a:close/>
                <a:moveTo>
                  <a:pt x="1825981" y="404530"/>
                </a:moveTo>
                <a:lnTo>
                  <a:pt x="1825981" y="433000"/>
                </a:lnTo>
                <a:lnTo>
                  <a:pt x="1824615" y="404974"/>
                </a:lnTo>
                <a:lnTo>
                  <a:pt x="1824615" y="427395"/>
                </a:lnTo>
                <a:lnTo>
                  <a:pt x="1823249" y="420389"/>
                </a:lnTo>
                <a:lnTo>
                  <a:pt x="1823249" y="415484"/>
                </a:lnTo>
                <a:lnTo>
                  <a:pt x="1823249" y="411981"/>
                </a:lnTo>
                <a:lnTo>
                  <a:pt x="1821883" y="420389"/>
                </a:lnTo>
                <a:lnTo>
                  <a:pt x="1821883" y="440007"/>
                </a:lnTo>
                <a:lnTo>
                  <a:pt x="1820517" y="431599"/>
                </a:lnTo>
                <a:lnTo>
                  <a:pt x="1820517" y="425293"/>
                </a:lnTo>
                <a:lnTo>
                  <a:pt x="1819152" y="421790"/>
                </a:lnTo>
                <a:lnTo>
                  <a:pt x="1819152" y="408478"/>
                </a:lnTo>
                <a:lnTo>
                  <a:pt x="1817786" y="423892"/>
                </a:lnTo>
                <a:lnTo>
                  <a:pt x="1817786" y="410580"/>
                </a:lnTo>
                <a:lnTo>
                  <a:pt x="1817786" y="404532"/>
                </a:lnTo>
                <a:close/>
                <a:moveTo>
                  <a:pt x="1828712" y="404529"/>
                </a:moveTo>
                <a:lnTo>
                  <a:pt x="1828712" y="420389"/>
                </a:lnTo>
                <a:lnTo>
                  <a:pt x="1827346" y="434402"/>
                </a:lnTo>
                <a:lnTo>
                  <a:pt x="1827346" y="427395"/>
                </a:lnTo>
                <a:lnTo>
                  <a:pt x="1826109" y="404530"/>
                </a:lnTo>
                <a:close/>
                <a:moveTo>
                  <a:pt x="1830078" y="404529"/>
                </a:moveTo>
                <a:lnTo>
                  <a:pt x="1830078" y="404974"/>
                </a:lnTo>
                <a:lnTo>
                  <a:pt x="1829982" y="404529"/>
                </a:lnTo>
                <a:close/>
                <a:moveTo>
                  <a:pt x="1832809" y="404528"/>
                </a:moveTo>
                <a:lnTo>
                  <a:pt x="1832809" y="416885"/>
                </a:lnTo>
                <a:lnTo>
                  <a:pt x="1831443" y="427395"/>
                </a:lnTo>
                <a:lnTo>
                  <a:pt x="1831443" y="404974"/>
                </a:lnTo>
                <a:lnTo>
                  <a:pt x="1831356" y="404528"/>
                </a:lnTo>
                <a:close/>
                <a:moveTo>
                  <a:pt x="1834175" y="404528"/>
                </a:moveTo>
                <a:lnTo>
                  <a:pt x="1834175" y="428096"/>
                </a:lnTo>
                <a:lnTo>
                  <a:pt x="1833274" y="404528"/>
                </a:lnTo>
                <a:close/>
                <a:moveTo>
                  <a:pt x="1836906" y="404527"/>
                </a:moveTo>
                <a:lnTo>
                  <a:pt x="1836906" y="416185"/>
                </a:lnTo>
                <a:lnTo>
                  <a:pt x="1836412" y="404527"/>
                </a:lnTo>
                <a:close/>
                <a:moveTo>
                  <a:pt x="1839638" y="404526"/>
                </a:moveTo>
                <a:lnTo>
                  <a:pt x="1839638" y="436504"/>
                </a:lnTo>
                <a:lnTo>
                  <a:pt x="1838272" y="431599"/>
                </a:lnTo>
                <a:lnTo>
                  <a:pt x="1838272" y="418987"/>
                </a:lnTo>
                <a:lnTo>
                  <a:pt x="1837810" y="404527"/>
                </a:lnTo>
                <a:close/>
                <a:moveTo>
                  <a:pt x="1842099" y="404526"/>
                </a:moveTo>
                <a:lnTo>
                  <a:pt x="1841003" y="414083"/>
                </a:lnTo>
                <a:lnTo>
                  <a:pt x="1841003" y="435803"/>
                </a:lnTo>
                <a:lnTo>
                  <a:pt x="1839853" y="404526"/>
                </a:lnTo>
                <a:close/>
                <a:moveTo>
                  <a:pt x="1845101" y="404525"/>
                </a:moveTo>
                <a:lnTo>
                  <a:pt x="1845101" y="416885"/>
                </a:lnTo>
                <a:lnTo>
                  <a:pt x="1845101" y="418287"/>
                </a:lnTo>
                <a:lnTo>
                  <a:pt x="1845101" y="421089"/>
                </a:lnTo>
                <a:lnTo>
                  <a:pt x="1844399" y="404525"/>
                </a:lnTo>
                <a:close/>
                <a:moveTo>
                  <a:pt x="1847832" y="404524"/>
                </a:moveTo>
                <a:lnTo>
                  <a:pt x="1847832" y="423191"/>
                </a:lnTo>
                <a:lnTo>
                  <a:pt x="1847089" y="404524"/>
                </a:lnTo>
                <a:close/>
                <a:moveTo>
                  <a:pt x="1851929" y="404523"/>
                </a:moveTo>
                <a:lnTo>
                  <a:pt x="1851929" y="414783"/>
                </a:lnTo>
                <a:lnTo>
                  <a:pt x="1850564" y="411981"/>
                </a:lnTo>
                <a:lnTo>
                  <a:pt x="1850564" y="404524"/>
                </a:lnTo>
                <a:close/>
                <a:moveTo>
                  <a:pt x="1853295" y="404523"/>
                </a:moveTo>
                <a:lnTo>
                  <a:pt x="1853295" y="418987"/>
                </a:lnTo>
                <a:lnTo>
                  <a:pt x="1852512" y="404523"/>
                </a:lnTo>
                <a:close/>
                <a:moveTo>
                  <a:pt x="1856492" y="404522"/>
                </a:moveTo>
                <a:lnTo>
                  <a:pt x="1856027" y="414783"/>
                </a:lnTo>
                <a:lnTo>
                  <a:pt x="1856027" y="404522"/>
                </a:lnTo>
                <a:close/>
                <a:moveTo>
                  <a:pt x="1860124" y="404521"/>
                </a:moveTo>
                <a:lnTo>
                  <a:pt x="1860124" y="417586"/>
                </a:lnTo>
                <a:lnTo>
                  <a:pt x="1860124" y="431599"/>
                </a:lnTo>
                <a:lnTo>
                  <a:pt x="1858758" y="408478"/>
                </a:lnTo>
                <a:lnTo>
                  <a:pt x="1858758" y="404522"/>
                </a:lnTo>
                <a:close/>
                <a:moveTo>
                  <a:pt x="1861489" y="404521"/>
                </a:moveTo>
                <a:lnTo>
                  <a:pt x="1861489" y="420389"/>
                </a:lnTo>
                <a:lnTo>
                  <a:pt x="1861021" y="404521"/>
                </a:lnTo>
                <a:close/>
                <a:moveTo>
                  <a:pt x="1863841" y="404520"/>
                </a:moveTo>
                <a:lnTo>
                  <a:pt x="1862855" y="419688"/>
                </a:lnTo>
                <a:lnTo>
                  <a:pt x="1862855" y="404521"/>
                </a:lnTo>
                <a:close/>
                <a:moveTo>
                  <a:pt x="1866321" y="404520"/>
                </a:moveTo>
                <a:lnTo>
                  <a:pt x="1865587" y="425994"/>
                </a:lnTo>
                <a:lnTo>
                  <a:pt x="1865587" y="404520"/>
                </a:lnTo>
                <a:close/>
                <a:moveTo>
                  <a:pt x="1870575" y="404519"/>
                </a:moveTo>
                <a:lnTo>
                  <a:pt x="1869684" y="427395"/>
                </a:lnTo>
                <a:lnTo>
                  <a:pt x="1869684" y="411280"/>
                </a:lnTo>
                <a:lnTo>
                  <a:pt x="1869135" y="404519"/>
                </a:lnTo>
                <a:lnTo>
                  <a:pt x="1869684" y="404519"/>
                </a:lnTo>
                <a:close/>
                <a:moveTo>
                  <a:pt x="1875147" y="404518"/>
                </a:moveTo>
                <a:lnTo>
                  <a:pt x="1875147" y="411280"/>
                </a:lnTo>
                <a:lnTo>
                  <a:pt x="1875147" y="413382"/>
                </a:lnTo>
                <a:lnTo>
                  <a:pt x="1874324" y="404518"/>
                </a:lnTo>
                <a:close/>
                <a:moveTo>
                  <a:pt x="1876662" y="404517"/>
                </a:moveTo>
                <a:lnTo>
                  <a:pt x="1876513" y="404974"/>
                </a:lnTo>
                <a:lnTo>
                  <a:pt x="1876513" y="404517"/>
                </a:lnTo>
                <a:close/>
                <a:moveTo>
                  <a:pt x="1879733" y="404516"/>
                </a:moveTo>
                <a:lnTo>
                  <a:pt x="1879244" y="407777"/>
                </a:lnTo>
                <a:lnTo>
                  <a:pt x="1879244" y="414783"/>
                </a:lnTo>
                <a:lnTo>
                  <a:pt x="1878899" y="404517"/>
                </a:lnTo>
                <a:close/>
                <a:moveTo>
                  <a:pt x="1882547" y="404516"/>
                </a:moveTo>
                <a:lnTo>
                  <a:pt x="1881975" y="414783"/>
                </a:lnTo>
                <a:lnTo>
                  <a:pt x="1881975" y="405675"/>
                </a:lnTo>
                <a:lnTo>
                  <a:pt x="1881850" y="404516"/>
                </a:lnTo>
                <a:close/>
                <a:moveTo>
                  <a:pt x="1883825" y="404516"/>
                </a:moveTo>
                <a:lnTo>
                  <a:pt x="1883341" y="416185"/>
                </a:lnTo>
                <a:lnTo>
                  <a:pt x="1883341" y="404516"/>
                </a:lnTo>
                <a:close/>
                <a:moveTo>
                  <a:pt x="1888702" y="404514"/>
                </a:moveTo>
                <a:lnTo>
                  <a:pt x="1887438" y="416185"/>
                </a:lnTo>
                <a:lnTo>
                  <a:pt x="1887438" y="404515"/>
                </a:lnTo>
                <a:close/>
                <a:moveTo>
                  <a:pt x="1890170" y="404514"/>
                </a:moveTo>
                <a:lnTo>
                  <a:pt x="1890170" y="427395"/>
                </a:lnTo>
                <a:lnTo>
                  <a:pt x="1889278" y="404514"/>
                </a:lnTo>
                <a:close/>
                <a:moveTo>
                  <a:pt x="1892901" y="404513"/>
                </a:moveTo>
                <a:lnTo>
                  <a:pt x="1892901" y="410580"/>
                </a:lnTo>
                <a:lnTo>
                  <a:pt x="1892901" y="414783"/>
                </a:lnTo>
                <a:lnTo>
                  <a:pt x="1891535" y="408478"/>
                </a:lnTo>
                <a:lnTo>
                  <a:pt x="1891535" y="410580"/>
                </a:lnTo>
                <a:lnTo>
                  <a:pt x="1891232" y="404514"/>
                </a:lnTo>
                <a:close/>
                <a:moveTo>
                  <a:pt x="1894267" y="404513"/>
                </a:moveTo>
                <a:lnTo>
                  <a:pt x="1894267" y="442809"/>
                </a:lnTo>
                <a:lnTo>
                  <a:pt x="1893357" y="404513"/>
                </a:lnTo>
                <a:close/>
                <a:moveTo>
                  <a:pt x="1896998" y="404512"/>
                </a:moveTo>
                <a:lnTo>
                  <a:pt x="1896998" y="423191"/>
                </a:lnTo>
                <a:lnTo>
                  <a:pt x="1895633" y="424593"/>
                </a:lnTo>
                <a:lnTo>
                  <a:pt x="1895633" y="404513"/>
                </a:lnTo>
                <a:close/>
                <a:moveTo>
                  <a:pt x="1898364" y="404512"/>
                </a:moveTo>
                <a:lnTo>
                  <a:pt x="1898364" y="421089"/>
                </a:lnTo>
                <a:lnTo>
                  <a:pt x="1897766" y="404512"/>
                </a:lnTo>
                <a:close/>
                <a:moveTo>
                  <a:pt x="1901974" y="404511"/>
                </a:moveTo>
                <a:lnTo>
                  <a:pt x="1901096" y="423892"/>
                </a:lnTo>
                <a:lnTo>
                  <a:pt x="1901096" y="405675"/>
                </a:lnTo>
                <a:lnTo>
                  <a:pt x="1899730" y="422491"/>
                </a:lnTo>
                <a:lnTo>
                  <a:pt x="1899730" y="404512"/>
                </a:lnTo>
                <a:close/>
                <a:moveTo>
                  <a:pt x="1903827" y="404511"/>
                </a:moveTo>
                <a:lnTo>
                  <a:pt x="1903827" y="404974"/>
                </a:lnTo>
                <a:lnTo>
                  <a:pt x="1903601" y="404511"/>
                </a:lnTo>
                <a:close/>
                <a:moveTo>
                  <a:pt x="1906545" y="404510"/>
                </a:moveTo>
                <a:lnTo>
                  <a:pt x="1905193" y="427395"/>
                </a:lnTo>
                <a:lnTo>
                  <a:pt x="1905193" y="410580"/>
                </a:lnTo>
                <a:lnTo>
                  <a:pt x="1904873" y="404510"/>
                </a:lnTo>
                <a:close/>
                <a:moveTo>
                  <a:pt x="1910273" y="404509"/>
                </a:moveTo>
                <a:lnTo>
                  <a:pt x="1909290" y="426694"/>
                </a:lnTo>
                <a:lnTo>
                  <a:pt x="1909290" y="411981"/>
                </a:lnTo>
                <a:lnTo>
                  <a:pt x="1907924" y="405675"/>
                </a:lnTo>
                <a:lnTo>
                  <a:pt x="1907924" y="416185"/>
                </a:lnTo>
                <a:lnTo>
                  <a:pt x="1907924" y="425994"/>
                </a:lnTo>
                <a:lnTo>
                  <a:pt x="1907280" y="404510"/>
                </a:lnTo>
                <a:close/>
                <a:moveTo>
                  <a:pt x="1912021" y="404509"/>
                </a:moveTo>
                <a:lnTo>
                  <a:pt x="1912021" y="409879"/>
                </a:lnTo>
                <a:lnTo>
                  <a:pt x="1910656" y="435102"/>
                </a:lnTo>
                <a:lnTo>
                  <a:pt x="1910656" y="425994"/>
                </a:lnTo>
                <a:lnTo>
                  <a:pt x="1910656" y="409879"/>
                </a:lnTo>
                <a:lnTo>
                  <a:pt x="1910656" y="404509"/>
                </a:lnTo>
                <a:close/>
                <a:moveTo>
                  <a:pt x="1916002" y="404508"/>
                </a:moveTo>
                <a:lnTo>
                  <a:pt x="1914753" y="429497"/>
                </a:lnTo>
                <a:lnTo>
                  <a:pt x="1914753" y="422491"/>
                </a:lnTo>
                <a:lnTo>
                  <a:pt x="1913387" y="413382"/>
                </a:lnTo>
                <a:lnTo>
                  <a:pt x="1913387" y="406376"/>
                </a:lnTo>
                <a:lnTo>
                  <a:pt x="1913107" y="404508"/>
                </a:lnTo>
                <a:close/>
                <a:moveTo>
                  <a:pt x="1917093" y="404507"/>
                </a:moveTo>
                <a:lnTo>
                  <a:pt x="1916119" y="436504"/>
                </a:lnTo>
                <a:lnTo>
                  <a:pt x="1916119" y="404508"/>
                </a:lnTo>
                <a:close/>
                <a:moveTo>
                  <a:pt x="1917686" y="404507"/>
                </a:moveTo>
                <a:lnTo>
                  <a:pt x="1917484" y="406376"/>
                </a:lnTo>
                <a:lnTo>
                  <a:pt x="1917484" y="404507"/>
                </a:lnTo>
                <a:close/>
                <a:moveTo>
                  <a:pt x="1924013" y="404506"/>
                </a:moveTo>
                <a:lnTo>
                  <a:pt x="1922947" y="430198"/>
                </a:lnTo>
                <a:lnTo>
                  <a:pt x="1922947" y="418987"/>
                </a:lnTo>
                <a:lnTo>
                  <a:pt x="1921581" y="404974"/>
                </a:lnTo>
                <a:lnTo>
                  <a:pt x="1921581" y="407777"/>
                </a:lnTo>
                <a:lnTo>
                  <a:pt x="1920216" y="416885"/>
                </a:lnTo>
                <a:lnTo>
                  <a:pt x="1920216" y="434402"/>
                </a:lnTo>
                <a:lnTo>
                  <a:pt x="1918850" y="434402"/>
                </a:lnTo>
                <a:lnTo>
                  <a:pt x="1918850" y="404507"/>
                </a:lnTo>
                <a:lnTo>
                  <a:pt x="1921581" y="404506"/>
                </a:lnTo>
                <a:close/>
                <a:moveTo>
                  <a:pt x="1925224" y="404505"/>
                </a:moveTo>
                <a:lnTo>
                  <a:pt x="1924313" y="428796"/>
                </a:lnTo>
                <a:lnTo>
                  <a:pt x="1924313" y="404506"/>
                </a:lnTo>
                <a:close/>
                <a:moveTo>
                  <a:pt x="1936605" y="404503"/>
                </a:moveTo>
                <a:lnTo>
                  <a:pt x="1936605" y="425293"/>
                </a:lnTo>
                <a:lnTo>
                  <a:pt x="1935239" y="434402"/>
                </a:lnTo>
                <a:lnTo>
                  <a:pt x="1935239" y="439306"/>
                </a:lnTo>
                <a:lnTo>
                  <a:pt x="1933873" y="431599"/>
                </a:lnTo>
                <a:lnTo>
                  <a:pt x="1933873" y="428796"/>
                </a:lnTo>
                <a:lnTo>
                  <a:pt x="1932507" y="409178"/>
                </a:lnTo>
                <a:lnTo>
                  <a:pt x="1932507" y="445612"/>
                </a:lnTo>
                <a:lnTo>
                  <a:pt x="1931142" y="414083"/>
                </a:lnTo>
                <a:lnTo>
                  <a:pt x="1931142" y="417586"/>
                </a:lnTo>
                <a:lnTo>
                  <a:pt x="1931142" y="423892"/>
                </a:lnTo>
                <a:lnTo>
                  <a:pt x="1929776" y="414083"/>
                </a:lnTo>
                <a:lnTo>
                  <a:pt x="1929776" y="409879"/>
                </a:lnTo>
                <a:lnTo>
                  <a:pt x="1928410" y="420389"/>
                </a:lnTo>
                <a:lnTo>
                  <a:pt x="1928410" y="423191"/>
                </a:lnTo>
                <a:lnTo>
                  <a:pt x="1927045" y="417586"/>
                </a:lnTo>
                <a:lnTo>
                  <a:pt x="1927045" y="405675"/>
                </a:lnTo>
                <a:lnTo>
                  <a:pt x="1926925" y="404505"/>
                </a:lnTo>
                <a:close/>
                <a:moveTo>
                  <a:pt x="1940702" y="404502"/>
                </a:moveTo>
                <a:lnTo>
                  <a:pt x="1940702" y="414783"/>
                </a:lnTo>
                <a:lnTo>
                  <a:pt x="1939336" y="411981"/>
                </a:lnTo>
                <a:lnTo>
                  <a:pt x="1939336" y="408478"/>
                </a:lnTo>
                <a:lnTo>
                  <a:pt x="1937970" y="411280"/>
                </a:lnTo>
                <a:lnTo>
                  <a:pt x="1937970" y="422491"/>
                </a:lnTo>
                <a:lnTo>
                  <a:pt x="1937296" y="404502"/>
                </a:lnTo>
                <a:close/>
                <a:moveTo>
                  <a:pt x="1944040" y="404501"/>
                </a:moveTo>
                <a:lnTo>
                  <a:pt x="1943433" y="423191"/>
                </a:lnTo>
                <a:lnTo>
                  <a:pt x="1943433" y="427395"/>
                </a:lnTo>
                <a:lnTo>
                  <a:pt x="1943433" y="428096"/>
                </a:lnTo>
                <a:lnTo>
                  <a:pt x="1942067" y="437905"/>
                </a:lnTo>
                <a:lnTo>
                  <a:pt x="1942067" y="404501"/>
                </a:lnTo>
                <a:close/>
                <a:moveTo>
                  <a:pt x="1946165" y="404500"/>
                </a:moveTo>
                <a:lnTo>
                  <a:pt x="1946165" y="409178"/>
                </a:lnTo>
                <a:lnTo>
                  <a:pt x="1945731" y="404500"/>
                </a:lnTo>
                <a:close/>
                <a:moveTo>
                  <a:pt x="1948896" y="404500"/>
                </a:moveTo>
                <a:lnTo>
                  <a:pt x="1948896" y="409879"/>
                </a:lnTo>
                <a:lnTo>
                  <a:pt x="1948896" y="423191"/>
                </a:lnTo>
                <a:lnTo>
                  <a:pt x="1947530" y="419688"/>
                </a:lnTo>
                <a:lnTo>
                  <a:pt x="1947530" y="404500"/>
                </a:lnTo>
                <a:close/>
                <a:moveTo>
                  <a:pt x="1952993" y="404499"/>
                </a:moveTo>
                <a:lnTo>
                  <a:pt x="1952993" y="410580"/>
                </a:lnTo>
                <a:lnTo>
                  <a:pt x="1951628" y="410580"/>
                </a:lnTo>
                <a:lnTo>
                  <a:pt x="1951628" y="421790"/>
                </a:lnTo>
                <a:lnTo>
                  <a:pt x="1950262" y="433000"/>
                </a:lnTo>
                <a:lnTo>
                  <a:pt x="1950262" y="409178"/>
                </a:lnTo>
                <a:lnTo>
                  <a:pt x="1949692" y="404499"/>
                </a:lnTo>
                <a:close/>
                <a:moveTo>
                  <a:pt x="1954359" y="404498"/>
                </a:moveTo>
                <a:lnTo>
                  <a:pt x="1954359" y="428796"/>
                </a:lnTo>
                <a:lnTo>
                  <a:pt x="1953673" y="404498"/>
                </a:lnTo>
                <a:close/>
                <a:moveTo>
                  <a:pt x="1956709" y="404498"/>
                </a:moveTo>
                <a:lnTo>
                  <a:pt x="1955725" y="414083"/>
                </a:lnTo>
                <a:lnTo>
                  <a:pt x="1955725" y="404498"/>
                </a:lnTo>
                <a:close/>
                <a:moveTo>
                  <a:pt x="1958456" y="404497"/>
                </a:moveTo>
                <a:lnTo>
                  <a:pt x="1958456" y="404974"/>
                </a:lnTo>
                <a:lnTo>
                  <a:pt x="1958340" y="404497"/>
                </a:lnTo>
                <a:close/>
                <a:moveTo>
                  <a:pt x="1959822" y="404497"/>
                </a:moveTo>
                <a:lnTo>
                  <a:pt x="1959822" y="444211"/>
                </a:lnTo>
                <a:lnTo>
                  <a:pt x="1958573" y="404497"/>
                </a:lnTo>
                <a:close/>
                <a:moveTo>
                  <a:pt x="1961407" y="404497"/>
                </a:moveTo>
                <a:lnTo>
                  <a:pt x="1961188" y="409879"/>
                </a:lnTo>
                <a:lnTo>
                  <a:pt x="1961188" y="404974"/>
                </a:lnTo>
                <a:lnTo>
                  <a:pt x="1961110" y="404497"/>
                </a:lnTo>
                <a:close/>
                <a:moveTo>
                  <a:pt x="1965537" y="404496"/>
                </a:moveTo>
                <a:lnTo>
                  <a:pt x="1965285" y="407076"/>
                </a:lnTo>
                <a:lnTo>
                  <a:pt x="1965285" y="412682"/>
                </a:lnTo>
                <a:lnTo>
                  <a:pt x="1963919" y="417586"/>
                </a:lnTo>
                <a:lnTo>
                  <a:pt x="1963919" y="411280"/>
                </a:lnTo>
                <a:lnTo>
                  <a:pt x="1962553" y="415484"/>
                </a:lnTo>
                <a:lnTo>
                  <a:pt x="1962553" y="404496"/>
                </a:lnTo>
                <a:lnTo>
                  <a:pt x="1963919" y="404496"/>
                </a:lnTo>
                <a:close/>
                <a:moveTo>
                  <a:pt x="1969382" y="404495"/>
                </a:moveTo>
                <a:lnTo>
                  <a:pt x="1969382" y="404974"/>
                </a:lnTo>
                <a:lnTo>
                  <a:pt x="1968016" y="412682"/>
                </a:lnTo>
                <a:lnTo>
                  <a:pt x="1968016" y="423191"/>
                </a:lnTo>
                <a:lnTo>
                  <a:pt x="1966841" y="404495"/>
                </a:lnTo>
                <a:close/>
                <a:moveTo>
                  <a:pt x="1971551" y="404494"/>
                </a:moveTo>
                <a:lnTo>
                  <a:pt x="1970748" y="428796"/>
                </a:lnTo>
                <a:lnTo>
                  <a:pt x="1970748" y="404494"/>
                </a:lnTo>
                <a:close/>
                <a:moveTo>
                  <a:pt x="1978515" y="404492"/>
                </a:moveTo>
                <a:lnTo>
                  <a:pt x="1977576" y="420389"/>
                </a:lnTo>
                <a:lnTo>
                  <a:pt x="1976761" y="404493"/>
                </a:lnTo>
                <a:close/>
                <a:moveTo>
                  <a:pt x="1980308" y="404492"/>
                </a:moveTo>
                <a:lnTo>
                  <a:pt x="1980308" y="410580"/>
                </a:lnTo>
                <a:lnTo>
                  <a:pt x="1979566" y="404492"/>
                </a:lnTo>
                <a:close/>
                <a:moveTo>
                  <a:pt x="1982889" y="404491"/>
                </a:moveTo>
                <a:lnTo>
                  <a:pt x="1981674" y="417586"/>
                </a:lnTo>
                <a:lnTo>
                  <a:pt x="1981674" y="404492"/>
                </a:lnTo>
                <a:close/>
                <a:moveTo>
                  <a:pt x="1987000" y="404490"/>
                </a:moveTo>
                <a:lnTo>
                  <a:pt x="1985771" y="418987"/>
                </a:lnTo>
                <a:lnTo>
                  <a:pt x="1985771" y="408478"/>
                </a:lnTo>
                <a:lnTo>
                  <a:pt x="1984405" y="407076"/>
                </a:lnTo>
                <a:lnTo>
                  <a:pt x="1983039" y="412682"/>
                </a:lnTo>
                <a:lnTo>
                  <a:pt x="1983039" y="404491"/>
                </a:lnTo>
                <a:close/>
                <a:moveTo>
                  <a:pt x="1987875" y="404490"/>
                </a:moveTo>
                <a:lnTo>
                  <a:pt x="1987137" y="443510"/>
                </a:lnTo>
                <a:lnTo>
                  <a:pt x="1987137" y="409178"/>
                </a:lnTo>
                <a:lnTo>
                  <a:pt x="1987137" y="404490"/>
                </a:lnTo>
                <a:close/>
                <a:moveTo>
                  <a:pt x="1989868" y="404490"/>
                </a:moveTo>
                <a:lnTo>
                  <a:pt x="1989868" y="407076"/>
                </a:lnTo>
                <a:lnTo>
                  <a:pt x="1989705" y="404490"/>
                </a:lnTo>
                <a:close/>
                <a:moveTo>
                  <a:pt x="1991234" y="404489"/>
                </a:moveTo>
                <a:lnTo>
                  <a:pt x="1991234" y="418287"/>
                </a:lnTo>
                <a:lnTo>
                  <a:pt x="1990158" y="404490"/>
                </a:lnTo>
                <a:close/>
                <a:moveTo>
                  <a:pt x="1995331" y="404488"/>
                </a:moveTo>
                <a:lnTo>
                  <a:pt x="1995331" y="407777"/>
                </a:lnTo>
                <a:lnTo>
                  <a:pt x="1993965" y="421089"/>
                </a:lnTo>
                <a:lnTo>
                  <a:pt x="1993965" y="404489"/>
                </a:lnTo>
                <a:close/>
                <a:moveTo>
                  <a:pt x="1996697" y="404488"/>
                </a:moveTo>
                <a:lnTo>
                  <a:pt x="1996697" y="405675"/>
                </a:lnTo>
                <a:lnTo>
                  <a:pt x="1996697" y="409178"/>
                </a:lnTo>
                <a:lnTo>
                  <a:pt x="1995994" y="404488"/>
                </a:lnTo>
                <a:close/>
                <a:moveTo>
                  <a:pt x="2001574" y="404487"/>
                </a:moveTo>
                <a:lnTo>
                  <a:pt x="2000794" y="444911"/>
                </a:lnTo>
                <a:lnTo>
                  <a:pt x="2000794" y="421790"/>
                </a:lnTo>
                <a:lnTo>
                  <a:pt x="1999428" y="413382"/>
                </a:lnTo>
                <a:lnTo>
                  <a:pt x="1999428" y="418287"/>
                </a:lnTo>
                <a:lnTo>
                  <a:pt x="1998258" y="404488"/>
                </a:lnTo>
                <a:lnTo>
                  <a:pt x="2000794" y="404487"/>
                </a:lnTo>
                <a:close/>
                <a:moveTo>
                  <a:pt x="2004891" y="404486"/>
                </a:moveTo>
                <a:lnTo>
                  <a:pt x="2004891" y="411280"/>
                </a:lnTo>
                <a:lnTo>
                  <a:pt x="2003525" y="482046"/>
                </a:lnTo>
                <a:lnTo>
                  <a:pt x="2003525" y="409178"/>
                </a:lnTo>
                <a:lnTo>
                  <a:pt x="2003384" y="404486"/>
                </a:lnTo>
                <a:close/>
                <a:moveTo>
                  <a:pt x="2006257" y="404486"/>
                </a:moveTo>
                <a:lnTo>
                  <a:pt x="2006257" y="421089"/>
                </a:lnTo>
                <a:lnTo>
                  <a:pt x="2006257" y="440007"/>
                </a:lnTo>
                <a:lnTo>
                  <a:pt x="2004998" y="404486"/>
                </a:lnTo>
                <a:close/>
                <a:moveTo>
                  <a:pt x="2009675" y="404485"/>
                </a:moveTo>
                <a:lnTo>
                  <a:pt x="2008988" y="427395"/>
                </a:lnTo>
                <a:lnTo>
                  <a:pt x="2008988" y="470835"/>
                </a:lnTo>
                <a:lnTo>
                  <a:pt x="2007623" y="440707"/>
                </a:lnTo>
                <a:lnTo>
                  <a:pt x="2007623" y="404485"/>
                </a:lnTo>
                <a:lnTo>
                  <a:pt x="2008988" y="404485"/>
                </a:lnTo>
                <a:close/>
                <a:moveTo>
                  <a:pt x="2013473" y="404484"/>
                </a:moveTo>
                <a:lnTo>
                  <a:pt x="2013085" y="423191"/>
                </a:lnTo>
                <a:lnTo>
                  <a:pt x="2013085" y="414783"/>
                </a:lnTo>
                <a:lnTo>
                  <a:pt x="2011720" y="408478"/>
                </a:lnTo>
                <a:lnTo>
                  <a:pt x="2011720" y="404484"/>
                </a:lnTo>
                <a:close/>
                <a:moveTo>
                  <a:pt x="2017183" y="404483"/>
                </a:moveTo>
                <a:lnTo>
                  <a:pt x="2017183" y="471536"/>
                </a:lnTo>
                <a:lnTo>
                  <a:pt x="2015817" y="433000"/>
                </a:lnTo>
                <a:lnTo>
                  <a:pt x="2015817" y="408478"/>
                </a:lnTo>
                <a:lnTo>
                  <a:pt x="2014451" y="407777"/>
                </a:lnTo>
                <a:lnTo>
                  <a:pt x="2014451" y="404484"/>
                </a:lnTo>
                <a:close/>
                <a:moveTo>
                  <a:pt x="2018548" y="404483"/>
                </a:moveTo>
                <a:lnTo>
                  <a:pt x="2018548" y="415484"/>
                </a:lnTo>
                <a:lnTo>
                  <a:pt x="2017655" y="404483"/>
                </a:lnTo>
                <a:close/>
                <a:moveTo>
                  <a:pt x="2020522" y="404482"/>
                </a:moveTo>
                <a:lnTo>
                  <a:pt x="2019914" y="454020"/>
                </a:lnTo>
                <a:lnTo>
                  <a:pt x="2019914" y="437905"/>
                </a:lnTo>
                <a:lnTo>
                  <a:pt x="2018912" y="404483"/>
                </a:lnTo>
                <a:lnTo>
                  <a:pt x="2019914" y="404482"/>
                </a:lnTo>
                <a:close/>
                <a:moveTo>
                  <a:pt x="2022561" y="404482"/>
                </a:moveTo>
                <a:lnTo>
                  <a:pt x="2021280" y="493256"/>
                </a:lnTo>
                <a:lnTo>
                  <a:pt x="2021280" y="404482"/>
                </a:lnTo>
                <a:close/>
                <a:moveTo>
                  <a:pt x="2024011" y="404481"/>
                </a:moveTo>
                <a:lnTo>
                  <a:pt x="2024011" y="453319"/>
                </a:lnTo>
                <a:lnTo>
                  <a:pt x="2022821" y="404482"/>
                </a:lnTo>
                <a:close/>
                <a:moveTo>
                  <a:pt x="2025377" y="404481"/>
                </a:moveTo>
                <a:lnTo>
                  <a:pt x="2025377" y="517078"/>
                </a:lnTo>
                <a:lnTo>
                  <a:pt x="2024370" y="404481"/>
                </a:lnTo>
                <a:close/>
                <a:moveTo>
                  <a:pt x="2027466" y="404481"/>
                </a:moveTo>
                <a:lnTo>
                  <a:pt x="2026743" y="463829"/>
                </a:lnTo>
                <a:lnTo>
                  <a:pt x="2026743" y="530390"/>
                </a:lnTo>
                <a:lnTo>
                  <a:pt x="2025430" y="404481"/>
                </a:lnTo>
                <a:close/>
                <a:moveTo>
                  <a:pt x="2029474" y="404480"/>
                </a:moveTo>
                <a:lnTo>
                  <a:pt x="2029474" y="430898"/>
                </a:lnTo>
                <a:lnTo>
                  <a:pt x="2029474" y="475039"/>
                </a:lnTo>
                <a:lnTo>
                  <a:pt x="2028108" y="448415"/>
                </a:lnTo>
                <a:lnTo>
                  <a:pt x="2028108" y="404480"/>
                </a:lnTo>
                <a:close/>
                <a:moveTo>
                  <a:pt x="2031715" y="404479"/>
                </a:moveTo>
                <a:lnTo>
                  <a:pt x="2030840" y="454720"/>
                </a:lnTo>
                <a:lnTo>
                  <a:pt x="2030840" y="485549"/>
                </a:lnTo>
                <a:lnTo>
                  <a:pt x="2030058" y="404480"/>
                </a:lnTo>
                <a:close/>
                <a:moveTo>
                  <a:pt x="2033571" y="404479"/>
                </a:moveTo>
                <a:lnTo>
                  <a:pt x="2033571" y="420389"/>
                </a:lnTo>
                <a:lnTo>
                  <a:pt x="2033135" y="404479"/>
                </a:lnTo>
                <a:close/>
                <a:moveTo>
                  <a:pt x="2038164" y="404478"/>
                </a:moveTo>
                <a:lnTo>
                  <a:pt x="2037669" y="410580"/>
                </a:lnTo>
                <a:lnTo>
                  <a:pt x="2037669" y="417586"/>
                </a:lnTo>
                <a:lnTo>
                  <a:pt x="2036303" y="415484"/>
                </a:lnTo>
                <a:lnTo>
                  <a:pt x="2036303" y="426694"/>
                </a:lnTo>
                <a:lnTo>
                  <a:pt x="2034937" y="404974"/>
                </a:lnTo>
                <a:lnTo>
                  <a:pt x="2034937" y="404479"/>
                </a:lnTo>
                <a:close/>
                <a:moveTo>
                  <a:pt x="2040044" y="404477"/>
                </a:moveTo>
                <a:lnTo>
                  <a:pt x="2039034" y="430898"/>
                </a:lnTo>
                <a:lnTo>
                  <a:pt x="2039034" y="404478"/>
                </a:lnTo>
                <a:close/>
                <a:moveTo>
                  <a:pt x="2043396" y="404477"/>
                </a:moveTo>
                <a:lnTo>
                  <a:pt x="2043131" y="410580"/>
                </a:lnTo>
                <a:lnTo>
                  <a:pt x="2043131" y="423191"/>
                </a:lnTo>
                <a:lnTo>
                  <a:pt x="2041766" y="416185"/>
                </a:lnTo>
                <a:lnTo>
                  <a:pt x="2041766" y="405675"/>
                </a:lnTo>
                <a:lnTo>
                  <a:pt x="2040400" y="410580"/>
                </a:lnTo>
                <a:lnTo>
                  <a:pt x="2040400" y="404477"/>
                </a:lnTo>
                <a:lnTo>
                  <a:pt x="2041766" y="404477"/>
                </a:lnTo>
                <a:close/>
                <a:moveTo>
                  <a:pt x="2049960" y="404475"/>
                </a:moveTo>
                <a:lnTo>
                  <a:pt x="2049960" y="446313"/>
                </a:lnTo>
                <a:lnTo>
                  <a:pt x="2048594" y="425994"/>
                </a:lnTo>
                <a:lnTo>
                  <a:pt x="2048594" y="411280"/>
                </a:lnTo>
                <a:lnTo>
                  <a:pt x="2047229" y="433701"/>
                </a:lnTo>
                <a:lnTo>
                  <a:pt x="2047229" y="416885"/>
                </a:lnTo>
                <a:lnTo>
                  <a:pt x="2047229" y="413382"/>
                </a:lnTo>
                <a:lnTo>
                  <a:pt x="2045863" y="406376"/>
                </a:lnTo>
                <a:lnTo>
                  <a:pt x="2045863" y="415484"/>
                </a:lnTo>
                <a:lnTo>
                  <a:pt x="2044497" y="442109"/>
                </a:lnTo>
                <a:lnTo>
                  <a:pt x="2044497" y="404476"/>
                </a:lnTo>
                <a:close/>
                <a:moveTo>
                  <a:pt x="2053541" y="404474"/>
                </a:moveTo>
                <a:lnTo>
                  <a:pt x="2052691" y="410580"/>
                </a:lnTo>
                <a:lnTo>
                  <a:pt x="2051326" y="413382"/>
                </a:lnTo>
                <a:lnTo>
                  <a:pt x="2051326" y="404475"/>
                </a:lnTo>
                <a:lnTo>
                  <a:pt x="2052691" y="404474"/>
                </a:lnTo>
                <a:close/>
                <a:moveTo>
                  <a:pt x="2054849" y="404474"/>
                </a:moveTo>
                <a:lnTo>
                  <a:pt x="2054057" y="418287"/>
                </a:lnTo>
                <a:lnTo>
                  <a:pt x="2054057" y="404474"/>
                </a:lnTo>
                <a:close/>
                <a:moveTo>
                  <a:pt x="2060197" y="404473"/>
                </a:moveTo>
                <a:lnTo>
                  <a:pt x="2059520" y="427395"/>
                </a:lnTo>
                <a:lnTo>
                  <a:pt x="2059520" y="424593"/>
                </a:lnTo>
                <a:lnTo>
                  <a:pt x="2058155" y="422491"/>
                </a:lnTo>
                <a:lnTo>
                  <a:pt x="2058155" y="425293"/>
                </a:lnTo>
                <a:lnTo>
                  <a:pt x="2056789" y="409178"/>
                </a:lnTo>
                <a:lnTo>
                  <a:pt x="2056789" y="410580"/>
                </a:lnTo>
                <a:lnTo>
                  <a:pt x="2055423" y="409178"/>
                </a:lnTo>
                <a:lnTo>
                  <a:pt x="2055423" y="404474"/>
                </a:lnTo>
                <a:close/>
                <a:moveTo>
                  <a:pt x="2064983" y="404471"/>
                </a:moveTo>
                <a:lnTo>
                  <a:pt x="2064983" y="424593"/>
                </a:lnTo>
                <a:lnTo>
                  <a:pt x="2063617" y="421089"/>
                </a:lnTo>
                <a:lnTo>
                  <a:pt x="2063617" y="430198"/>
                </a:lnTo>
                <a:lnTo>
                  <a:pt x="2062252" y="410580"/>
                </a:lnTo>
                <a:lnTo>
                  <a:pt x="2062252" y="404472"/>
                </a:lnTo>
                <a:close/>
                <a:moveTo>
                  <a:pt x="2066349" y="404471"/>
                </a:moveTo>
                <a:lnTo>
                  <a:pt x="2066349" y="416185"/>
                </a:lnTo>
                <a:lnTo>
                  <a:pt x="2065657" y="404471"/>
                </a:lnTo>
                <a:close/>
                <a:moveTo>
                  <a:pt x="2068635" y="404470"/>
                </a:moveTo>
                <a:lnTo>
                  <a:pt x="2067715" y="430898"/>
                </a:lnTo>
                <a:lnTo>
                  <a:pt x="2067715" y="404471"/>
                </a:lnTo>
                <a:close/>
                <a:moveTo>
                  <a:pt x="2070446" y="404470"/>
                </a:moveTo>
                <a:lnTo>
                  <a:pt x="2070446" y="423191"/>
                </a:lnTo>
                <a:lnTo>
                  <a:pt x="2069597" y="404470"/>
                </a:lnTo>
                <a:close/>
                <a:moveTo>
                  <a:pt x="2073177" y="404469"/>
                </a:moveTo>
                <a:lnTo>
                  <a:pt x="2073177" y="418287"/>
                </a:lnTo>
                <a:lnTo>
                  <a:pt x="2071812" y="420389"/>
                </a:lnTo>
                <a:lnTo>
                  <a:pt x="2071812" y="411280"/>
                </a:lnTo>
                <a:lnTo>
                  <a:pt x="2071812" y="404470"/>
                </a:lnTo>
                <a:close/>
                <a:moveTo>
                  <a:pt x="2075234" y="404469"/>
                </a:moveTo>
                <a:lnTo>
                  <a:pt x="2074543" y="418287"/>
                </a:lnTo>
                <a:lnTo>
                  <a:pt x="2074543" y="407777"/>
                </a:lnTo>
                <a:lnTo>
                  <a:pt x="2074393" y="404469"/>
                </a:lnTo>
                <a:lnTo>
                  <a:pt x="2074543" y="404469"/>
                </a:lnTo>
                <a:close/>
                <a:moveTo>
                  <a:pt x="2077275" y="404468"/>
                </a:moveTo>
                <a:lnTo>
                  <a:pt x="2077275" y="405675"/>
                </a:lnTo>
                <a:lnTo>
                  <a:pt x="2075909" y="411981"/>
                </a:lnTo>
                <a:lnTo>
                  <a:pt x="2075909" y="404469"/>
                </a:lnTo>
                <a:close/>
                <a:moveTo>
                  <a:pt x="2078640" y="404468"/>
                </a:moveTo>
                <a:lnTo>
                  <a:pt x="2078640" y="408478"/>
                </a:lnTo>
                <a:lnTo>
                  <a:pt x="2077338" y="404468"/>
                </a:lnTo>
                <a:close/>
                <a:moveTo>
                  <a:pt x="2081372" y="404467"/>
                </a:moveTo>
                <a:lnTo>
                  <a:pt x="2081372" y="409178"/>
                </a:lnTo>
                <a:lnTo>
                  <a:pt x="2080006" y="418987"/>
                </a:lnTo>
                <a:lnTo>
                  <a:pt x="2080006" y="404468"/>
                </a:lnTo>
                <a:close/>
                <a:moveTo>
                  <a:pt x="2083789" y="404467"/>
                </a:moveTo>
                <a:lnTo>
                  <a:pt x="2082738" y="423892"/>
                </a:lnTo>
                <a:lnTo>
                  <a:pt x="2082738" y="404467"/>
                </a:lnTo>
                <a:close/>
                <a:moveTo>
                  <a:pt x="2085395" y="404466"/>
                </a:moveTo>
                <a:lnTo>
                  <a:pt x="2084103" y="432300"/>
                </a:lnTo>
                <a:lnTo>
                  <a:pt x="2084103" y="404467"/>
                </a:lnTo>
                <a:close/>
                <a:moveTo>
                  <a:pt x="2086835" y="404466"/>
                </a:moveTo>
                <a:lnTo>
                  <a:pt x="2086835" y="414783"/>
                </a:lnTo>
                <a:lnTo>
                  <a:pt x="2085469" y="416885"/>
                </a:lnTo>
                <a:lnTo>
                  <a:pt x="2085469" y="404466"/>
                </a:lnTo>
                <a:close/>
                <a:moveTo>
                  <a:pt x="2088732" y="404466"/>
                </a:moveTo>
                <a:lnTo>
                  <a:pt x="2088201" y="411280"/>
                </a:lnTo>
                <a:lnTo>
                  <a:pt x="2088201" y="425293"/>
                </a:lnTo>
                <a:lnTo>
                  <a:pt x="2087355" y="404466"/>
                </a:lnTo>
                <a:close/>
                <a:moveTo>
                  <a:pt x="2089684" y="404465"/>
                </a:moveTo>
                <a:lnTo>
                  <a:pt x="2089566" y="405675"/>
                </a:lnTo>
                <a:lnTo>
                  <a:pt x="2089566" y="404465"/>
                </a:lnTo>
                <a:close/>
                <a:moveTo>
                  <a:pt x="2092616" y="404465"/>
                </a:moveTo>
                <a:lnTo>
                  <a:pt x="2092298" y="407076"/>
                </a:lnTo>
                <a:lnTo>
                  <a:pt x="2092298" y="404465"/>
                </a:lnTo>
                <a:close/>
                <a:moveTo>
                  <a:pt x="2096395" y="404464"/>
                </a:moveTo>
                <a:lnTo>
                  <a:pt x="2096395" y="415484"/>
                </a:lnTo>
                <a:lnTo>
                  <a:pt x="2095052" y="404464"/>
                </a:lnTo>
                <a:close/>
                <a:moveTo>
                  <a:pt x="2098625" y="404463"/>
                </a:moveTo>
                <a:lnTo>
                  <a:pt x="2097761" y="416885"/>
                </a:lnTo>
                <a:lnTo>
                  <a:pt x="2097761" y="412682"/>
                </a:lnTo>
                <a:lnTo>
                  <a:pt x="2096760" y="404464"/>
                </a:lnTo>
                <a:close/>
                <a:moveTo>
                  <a:pt x="2100492" y="404463"/>
                </a:moveTo>
                <a:lnTo>
                  <a:pt x="2100492" y="407777"/>
                </a:lnTo>
                <a:lnTo>
                  <a:pt x="2100244" y="404463"/>
                </a:lnTo>
                <a:close/>
                <a:moveTo>
                  <a:pt x="2103223" y="404462"/>
                </a:moveTo>
                <a:lnTo>
                  <a:pt x="2103223" y="412682"/>
                </a:lnTo>
                <a:lnTo>
                  <a:pt x="2102607" y="404462"/>
                </a:lnTo>
                <a:close/>
                <a:moveTo>
                  <a:pt x="2105710" y="404461"/>
                </a:moveTo>
                <a:lnTo>
                  <a:pt x="2104589" y="430898"/>
                </a:lnTo>
                <a:lnTo>
                  <a:pt x="2104589" y="404462"/>
                </a:lnTo>
                <a:close/>
                <a:moveTo>
                  <a:pt x="2107321" y="404461"/>
                </a:moveTo>
                <a:lnTo>
                  <a:pt x="2107321" y="407076"/>
                </a:lnTo>
                <a:lnTo>
                  <a:pt x="2107227" y="404461"/>
                </a:lnTo>
                <a:close/>
                <a:moveTo>
                  <a:pt x="2115603" y="404459"/>
                </a:moveTo>
                <a:lnTo>
                  <a:pt x="2115515" y="405675"/>
                </a:lnTo>
                <a:lnTo>
                  <a:pt x="2115515" y="404459"/>
                </a:lnTo>
                <a:close/>
                <a:moveTo>
                  <a:pt x="2118247" y="404458"/>
                </a:moveTo>
                <a:lnTo>
                  <a:pt x="2118247" y="410580"/>
                </a:lnTo>
                <a:lnTo>
                  <a:pt x="2118247" y="420389"/>
                </a:lnTo>
                <a:lnTo>
                  <a:pt x="2116881" y="404974"/>
                </a:lnTo>
                <a:lnTo>
                  <a:pt x="2116881" y="404459"/>
                </a:lnTo>
                <a:close/>
                <a:moveTo>
                  <a:pt x="2120978" y="404458"/>
                </a:moveTo>
                <a:lnTo>
                  <a:pt x="2120978" y="417586"/>
                </a:lnTo>
                <a:lnTo>
                  <a:pt x="2120152" y="404458"/>
                </a:lnTo>
                <a:close/>
                <a:moveTo>
                  <a:pt x="2122866" y="404457"/>
                </a:moveTo>
                <a:lnTo>
                  <a:pt x="2122344" y="408478"/>
                </a:lnTo>
                <a:lnTo>
                  <a:pt x="2122344" y="404457"/>
                </a:lnTo>
                <a:close/>
                <a:moveTo>
                  <a:pt x="2127807" y="404456"/>
                </a:moveTo>
                <a:lnTo>
                  <a:pt x="2127807" y="415484"/>
                </a:lnTo>
                <a:lnTo>
                  <a:pt x="2126441" y="411280"/>
                </a:lnTo>
                <a:lnTo>
                  <a:pt x="2126441" y="404456"/>
                </a:lnTo>
                <a:close/>
                <a:moveTo>
                  <a:pt x="2129173" y="404456"/>
                </a:moveTo>
                <a:lnTo>
                  <a:pt x="2129173" y="411280"/>
                </a:lnTo>
                <a:lnTo>
                  <a:pt x="2128641" y="404456"/>
                </a:lnTo>
                <a:close/>
                <a:moveTo>
                  <a:pt x="2133269" y="404455"/>
                </a:moveTo>
                <a:lnTo>
                  <a:pt x="2133269" y="416885"/>
                </a:lnTo>
                <a:lnTo>
                  <a:pt x="2131904" y="404974"/>
                </a:lnTo>
                <a:lnTo>
                  <a:pt x="2131904" y="411280"/>
                </a:lnTo>
                <a:lnTo>
                  <a:pt x="2131904" y="421089"/>
                </a:lnTo>
                <a:lnTo>
                  <a:pt x="2130538" y="422491"/>
                </a:lnTo>
                <a:lnTo>
                  <a:pt x="2130538" y="404455"/>
                </a:lnTo>
                <a:close/>
                <a:moveTo>
                  <a:pt x="2137367" y="404454"/>
                </a:moveTo>
                <a:lnTo>
                  <a:pt x="2137367" y="407076"/>
                </a:lnTo>
                <a:lnTo>
                  <a:pt x="2136001" y="429497"/>
                </a:lnTo>
                <a:lnTo>
                  <a:pt x="2136001" y="430898"/>
                </a:lnTo>
                <a:lnTo>
                  <a:pt x="2134635" y="409879"/>
                </a:lnTo>
                <a:lnTo>
                  <a:pt x="2134635" y="404454"/>
                </a:lnTo>
                <a:close/>
                <a:moveTo>
                  <a:pt x="2138733" y="404453"/>
                </a:moveTo>
                <a:lnTo>
                  <a:pt x="2138733" y="413382"/>
                </a:lnTo>
                <a:lnTo>
                  <a:pt x="2138008" y="404454"/>
                </a:lnTo>
                <a:close/>
                <a:moveTo>
                  <a:pt x="2144195" y="404452"/>
                </a:moveTo>
                <a:lnTo>
                  <a:pt x="2144195" y="406376"/>
                </a:lnTo>
                <a:lnTo>
                  <a:pt x="2142830" y="404974"/>
                </a:lnTo>
                <a:lnTo>
                  <a:pt x="2142830" y="422491"/>
                </a:lnTo>
                <a:lnTo>
                  <a:pt x="2141464" y="439306"/>
                </a:lnTo>
                <a:lnTo>
                  <a:pt x="2141464" y="436504"/>
                </a:lnTo>
                <a:lnTo>
                  <a:pt x="2141464" y="413382"/>
                </a:lnTo>
                <a:lnTo>
                  <a:pt x="2140098" y="414783"/>
                </a:lnTo>
                <a:lnTo>
                  <a:pt x="2140098" y="404453"/>
                </a:lnTo>
                <a:lnTo>
                  <a:pt x="2141464" y="404453"/>
                </a:lnTo>
                <a:close/>
                <a:moveTo>
                  <a:pt x="2145561" y="404452"/>
                </a:moveTo>
                <a:lnTo>
                  <a:pt x="2145561" y="430898"/>
                </a:lnTo>
                <a:lnTo>
                  <a:pt x="2144464" y="404452"/>
                </a:lnTo>
                <a:close/>
                <a:moveTo>
                  <a:pt x="2148293" y="404451"/>
                </a:moveTo>
                <a:lnTo>
                  <a:pt x="2148293" y="411981"/>
                </a:lnTo>
                <a:lnTo>
                  <a:pt x="2146927" y="444211"/>
                </a:lnTo>
                <a:lnTo>
                  <a:pt x="2146927" y="426694"/>
                </a:lnTo>
                <a:lnTo>
                  <a:pt x="2145722" y="404452"/>
                </a:lnTo>
                <a:close/>
                <a:moveTo>
                  <a:pt x="2156487" y="404449"/>
                </a:moveTo>
                <a:lnTo>
                  <a:pt x="2156487" y="412682"/>
                </a:lnTo>
                <a:lnTo>
                  <a:pt x="2155121" y="447013"/>
                </a:lnTo>
                <a:lnTo>
                  <a:pt x="2155121" y="429497"/>
                </a:lnTo>
                <a:lnTo>
                  <a:pt x="2153755" y="412682"/>
                </a:lnTo>
                <a:lnTo>
                  <a:pt x="2153755" y="410580"/>
                </a:lnTo>
                <a:lnTo>
                  <a:pt x="2152390" y="407777"/>
                </a:lnTo>
                <a:lnTo>
                  <a:pt x="2152390" y="425994"/>
                </a:lnTo>
                <a:lnTo>
                  <a:pt x="2151024" y="434402"/>
                </a:lnTo>
                <a:lnTo>
                  <a:pt x="2151024" y="420389"/>
                </a:lnTo>
                <a:lnTo>
                  <a:pt x="2151024" y="416885"/>
                </a:lnTo>
                <a:lnTo>
                  <a:pt x="2149658" y="421790"/>
                </a:lnTo>
                <a:lnTo>
                  <a:pt x="2149658" y="416185"/>
                </a:lnTo>
                <a:lnTo>
                  <a:pt x="2148455" y="404451"/>
                </a:lnTo>
                <a:close/>
                <a:moveTo>
                  <a:pt x="2159219" y="404448"/>
                </a:moveTo>
                <a:lnTo>
                  <a:pt x="2159219" y="410580"/>
                </a:lnTo>
                <a:lnTo>
                  <a:pt x="2157853" y="423892"/>
                </a:lnTo>
                <a:lnTo>
                  <a:pt x="2157853" y="437204"/>
                </a:lnTo>
                <a:lnTo>
                  <a:pt x="2156806" y="404449"/>
                </a:lnTo>
                <a:close/>
                <a:moveTo>
                  <a:pt x="2161950" y="404448"/>
                </a:moveTo>
                <a:lnTo>
                  <a:pt x="2161950" y="413382"/>
                </a:lnTo>
                <a:lnTo>
                  <a:pt x="2160584" y="444211"/>
                </a:lnTo>
                <a:lnTo>
                  <a:pt x="2160584" y="425994"/>
                </a:lnTo>
                <a:lnTo>
                  <a:pt x="2160584" y="421790"/>
                </a:lnTo>
                <a:lnTo>
                  <a:pt x="2159619" y="404448"/>
                </a:lnTo>
                <a:close/>
                <a:moveTo>
                  <a:pt x="2165957" y="404447"/>
                </a:moveTo>
                <a:lnTo>
                  <a:pt x="2164681" y="426694"/>
                </a:lnTo>
                <a:lnTo>
                  <a:pt x="2164681" y="414783"/>
                </a:lnTo>
                <a:lnTo>
                  <a:pt x="2164681" y="410580"/>
                </a:lnTo>
                <a:lnTo>
                  <a:pt x="2163316" y="415484"/>
                </a:lnTo>
                <a:lnTo>
                  <a:pt x="2163316" y="410580"/>
                </a:lnTo>
                <a:lnTo>
                  <a:pt x="2162984" y="404448"/>
                </a:lnTo>
                <a:close/>
                <a:moveTo>
                  <a:pt x="2168394" y="404446"/>
                </a:moveTo>
                <a:lnTo>
                  <a:pt x="2167413" y="428096"/>
                </a:lnTo>
                <a:lnTo>
                  <a:pt x="2167413" y="414083"/>
                </a:lnTo>
                <a:lnTo>
                  <a:pt x="2166047" y="411280"/>
                </a:lnTo>
                <a:lnTo>
                  <a:pt x="2166047" y="404447"/>
                </a:lnTo>
                <a:close/>
                <a:moveTo>
                  <a:pt x="2176973" y="404444"/>
                </a:moveTo>
                <a:lnTo>
                  <a:pt x="2176973" y="453319"/>
                </a:lnTo>
                <a:lnTo>
                  <a:pt x="2175607" y="447013"/>
                </a:lnTo>
                <a:lnTo>
                  <a:pt x="2175607" y="425293"/>
                </a:lnTo>
                <a:lnTo>
                  <a:pt x="2174241" y="419688"/>
                </a:lnTo>
                <a:lnTo>
                  <a:pt x="2174241" y="437905"/>
                </a:lnTo>
                <a:lnTo>
                  <a:pt x="2174241" y="444911"/>
                </a:lnTo>
                <a:lnTo>
                  <a:pt x="2172876" y="406376"/>
                </a:lnTo>
                <a:lnTo>
                  <a:pt x="2172876" y="439306"/>
                </a:lnTo>
                <a:lnTo>
                  <a:pt x="2171510" y="424593"/>
                </a:lnTo>
                <a:lnTo>
                  <a:pt x="2171510" y="425293"/>
                </a:lnTo>
                <a:lnTo>
                  <a:pt x="2170144" y="421089"/>
                </a:lnTo>
                <a:lnTo>
                  <a:pt x="2170144" y="422491"/>
                </a:lnTo>
                <a:lnTo>
                  <a:pt x="2168779" y="404974"/>
                </a:lnTo>
                <a:lnTo>
                  <a:pt x="2168779" y="404446"/>
                </a:lnTo>
                <a:lnTo>
                  <a:pt x="2170144" y="404446"/>
                </a:lnTo>
                <a:close/>
                <a:moveTo>
                  <a:pt x="2179705" y="404443"/>
                </a:moveTo>
                <a:lnTo>
                  <a:pt x="2179705" y="408478"/>
                </a:lnTo>
                <a:lnTo>
                  <a:pt x="2178339" y="451918"/>
                </a:lnTo>
                <a:lnTo>
                  <a:pt x="2178339" y="436504"/>
                </a:lnTo>
                <a:lnTo>
                  <a:pt x="2177137" y="404444"/>
                </a:lnTo>
                <a:lnTo>
                  <a:pt x="2178339" y="404444"/>
                </a:lnTo>
                <a:close/>
                <a:moveTo>
                  <a:pt x="2182290" y="404443"/>
                </a:moveTo>
                <a:lnTo>
                  <a:pt x="2181070" y="435102"/>
                </a:lnTo>
                <a:lnTo>
                  <a:pt x="2181070" y="404443"/>
                </a:lnTo>
                <a:close/>
                <a:moveTo>
                  <a:pt x="2184767" y="404442"/>
                </a:moveTo>
                <a:lnTo>
                  <a:pt x="2183801" y="421790"/>
                </a:lnTo>
                <a:lnTo>
                  <a:pt x="2183801" y="412682"/>
                </a:lnTo>
                <a:lnTo>
                  <a:pt x="2182436" y="426694"/>
                </a:lnTo>
                <a:lnTo>
                  <a:pt x="2182436" y="404443"/>
                </a:lnTo>
                <a:close/>
                <a:moveTo>
                  <a:pt x="2187899" y="404441"/>
                </a:moveTo>
                <a:lnTo>
                  <a:pt x="2187899" y="494657"/>
                </a:lnTo>
                <a:lnTo>
                  <a:pt x="2187899" y="520581"/>
                </a:lnTo>
                <a:lnTo>
                  <a:pt x="2186533" y="503766"/>
                </a:lnTo>
                <a:lnTo>
                  <a:pt x="2186533" y="477141"/>
                </a:lnTo>
                <a:lnTo>
                  <a:pt x="2185167" y="474338"/>
                </a:lnTo>
                <a:lnTo>
                  <a:pt x="2185167" y="404442"/>
                </a:lnTo>
                <a:close/>
                <a:moveTo>
                  <a:pt x="2189265" y="404441"/>
                </a:moveTo>
                <a:lnTo>
                  <a:pt x="2189265" y="472237"/>
                </a:lnTo>
                <a:lnTo>
                  <a:pt x="2188106" y="404441"/>
                </a:lnTo>
                <a:close/>
                <a:moveTo>
                  <a:pt x="2191605" y="404441"/>
                </a:moveTo>
                <a:lnTo>
                  <a:pt x="2190630" y="564021"/>
                </a:lnTo>
                <a:lnTo>
                  <a:pt x="2190630" y="404441"/>
                </a:lnTo>
                <a:close/>
                <a:moveTo>
                  <a:pt x="2194345" y="404440"/>
                </a:moveTo>
                <a:lnTo>
                  <a:pt x="2193362" y="471536"/>
                </a:lnTo>
                <a:lnTo>
                  <a:pt x="2193362" y="483447"/>
                </a:lnTo>
                <a:lnTo>
                  <a:pt x="2192687" y="404440"/>
                </a:lnTo>
                <a:lnTo>
                  <a:pt x="2193362" y="404440"/>
                </a:lnTo>
                <a:close/>
                <a:moveTo>
                  <a:pt x="2196951" y="404439"/>
                </a:moveTo>
                <a:lnTo>
                  <a:pt x="2196093" y="422491"/>
                </a:lnTo>
                <a:lnTo>
                  <a:pt x="2196093" y="566824"/>
                </a:lnTo>
                <a:lnTo>
                  <a:pt x="2194727" y="512173"/>
                </a:lnTo>
                <a:lnTo>
                  <a:pt x="2194727" y="404440"/>
                </a:lnTo>
                <a:close/>
                <a:moveTo>
                  <a:pt x="2198825" y="404439"/>
                </a:moveTo>
                <a:lnTo>
                  <a:pt x="2198825" y="419688"/>
                </a:lnTo>
                <a:lnTo>
                  <a:pt x="2197459" y="507269"/>
                </a:lnTo>
                <a:lnTo>
                  <a:pt x="2197459" y="421790"/>
                </a:lnTo>
                <a:lnTo>
                  <a:pt x="2197459" y="404439"/>
                </a:lnTo>
                <a:close/>
                <a:moveTo>
                  <a:pt x="2201556" y="404438"/>
                </a:moveTo>
                <a:lnTo>
                  <a:pt x="2201556" y="447013"/>
                </a:lnTo>
                <a:lnTo>
                  <a:pt x="2200976" y="404438"/>
                </a:lnTo>
                <a:close/>
                <a:moveTo>
                  <a:pt x="2202922" y="404438"/>
                </a:moveTo>
                <a:lnTo>
                  <a:pt x="2202922" y="507970"/>
                </a:lnTo>
                <a:lnTo>
                  <a:pt x="2202431" y="404438"/>
                </a:lnTo>
                <a:close/>
                <a:moveTo>
                  <a:pt x="2205653" y="404437"/>
                </a:moveTo>
                <a:lnTo>
                  <a:pt x="2205653" y="421790"/>
                </a:lnTo>
                <a:lnTo>
                  <a:pt x="2205049" y="404437"/>
                </a:lnTo>
                <a:close/>
                <a:moveTo>
                  <a:pt x="2207019" y="404437"/>
                </a:moveTo>
                <a:lnTo>
                  <a:pt x="2207019" y="473638"/>
                </a:lnTo>
                <a:lnTo>
                  <a:pt x="2207019" y="530390"/>
                </a:lnTo>
                <a:lnTo>
                  <a:pt x="2206451" y="404437"/>
                </a:lnTo>
                <a:close/>
                <a:moveTo>
                  <a:pt x="2208385" y="404436"/>
                </a:moveTo>
                <a:lnTo>
                  <a:pt x="2208385" y="470135"/>
                </a:lnTo>
                <a:lnTo>
                  <a:pt x="2207842" y="404437"/>
                </a:lnTo>
                <a:close/>
                <a:moveTo>
                  <a:pt x="2209961" y="404436"/>
                </a:moveTo>
                <a:lnTo>
                  <a:pt x="2209751" y="436504"/>
                </a:lnTo>
                <a:lnTo>
                  <a:pt x="2209751" y="425293"/>
                </a:lnTo>
                <a:lnTo>
                  <a:pt x="2208984" y="404436"/>
                </a:lnTo>
                <a:close/>
                <a:moveTo>
                  <a:pt x="2215288" y="404435"/>
                </a:moveTo>
                <a:lnTo>
                  <a:pt x="2215213" y="411280"/>
                </a:lnTo>
                <a:lnTo>
                  <a:pt x="2215213" y="523384"/>
                </a:lnTo>
                <a:lnTo>
                  <a:pt x="2214188" y="404435"/>
                </a:lnTo>
                <a:close/>
                <a:moveTo>
                  <a:pt x="2217764" y="404434"/>
                </a:moveTo>
                <a:lnTo>
                  <a:pt x="2216579" y="483447"/>
                </a:lnTo>
                <a:lnTo>
                  <a:pt x="2216579" y="404434"/>
                </a:lnTo>
                <a:close/>
                <a:moveTo>
                  <a:pt x="2219311" y="404434"/>
                </a:moveTo>
                <a:lnTo>
                  <a:pt x="2219311" y="519881"/>
                </a:lnTo>
                <a:lnTo>
                  <a:pt x="2218288" y="404434"/>
                </a:lnTo>
                <a:close/>
                <a:moveTo>
                  <a:pt x="2222042" y="404433"/>
                </a:moveTo>
                <a:lnTo>
                  <a:pt x="2222042" y="447714"/>
                </a:lnTo>
                <a:lnTo>
                  <a:pt x="2220676" y="405675"/>
                </a:lnTo>
                <a:lnTo>
                  <a:pt x="2220676" y="437905"/>
                </a:lnTo>
                <a:lnTo>
                  <a:pt x="2220396" y="404434"/>
                </a:lnTo>
                <a:lnTo>
                  <a:pt x="2220676" y="404433"/>
                </a:lnTo>
                <a:close/>
                <a:moveTo>
                  <a:pt x="2224773" y="404432"/>
                </a:moveTo>
                <a:lnTo>
                  <a:pt x="2224773" y="443510"/>
                </a:lnTo>
                <a:lnTo>
                  <a:pt x="2223584" y="404433"/>
                </a:lnTo>
                <a:close/>
                <a:moveTo>
                  <a:pt x="2227505" y="404432"/>
                </a:moveTo>
                <a:lnTo>
                  <a:pt x="2227505" y="530390"/>
                </a:lnTo>
                <a:lnTo>
                  <a:pt x="2226923" y="404432"/>
                </a:lnTo>
                <a:close/>
                <a:moveTo>
                  <a:pt x="2230237" y="404431"/>
                </a:moveTo>
                <a:lnTo>
                  <a:pt x="2230237" y="454720"/>
                </a:lnTo>
                <a:lnTo>
                  <a:pt x="2228871" y="545104"/>
                </a:lnTo>
                <a:lnTo>
                  <a:pt x="2228871" y="496059"/>
                </a:lnTo>
                <a:lnTo>
                  <a:pt x="2228066" y="404432"/>
                </a:lnTo>
                <a:close/>
                <a:moveTo>
                  <a:pt x="2232891" y="404430"/>
                </a:moveTo>
                <a:lnTo>
                  <a:pt x="2231602" y="558416"/>
                </a:lnTo>
                <a:lnTo>
                  <a:pt x="2231602" y="404431"/>
                </a:lnTo>
                <a:close/>
                <a:moveTo>
                  <a:pt x="2235699" y="404430"/>
                </a:moveTo>
                <a:lnTo>
                  <a:pt x="2235699" y="486950"/>
                </a:lnTo>
                <a:lnTo>
                  <a:pt x="2234333" y="603258"/>
                </a:lnTo>
                <a:lnTo>
                  <a:pt x="2234333" y="404430"/>
                </a:lnTo>
                <a:close/>
                <a:moveTo>
                  <a:pt x="2237065" y="404429"/>
                </a:moveTo>
                <a:lnTo>
                  <a:pt x="2237065" y="653004"/>
                </a:lnTo>
                <a:lnTo>
                  <a:pt x="2236062" y="404430"/>
                </a:lnTo>
                <a:close/>
                <a:moveTo>
                  <a:pt x="2240127" y="404429"/>
                </a:moveTo>
                <a:lnTo>
                  <a:pt x="2239797" y="445612"/>
                </a:lnTo>
                <a:lnTo>
                  <a:pt x="2239797" y="404429"/>
                </a:lnTo>
                <a:close/>
                <a:moveTo>
                  <a:pt x="2244036" y="404428"/>
                </a:moveTo>
                <a:lnTo>
                  <a:pt x="2243894" y="427395"/>
                </a:lnTo>
                <a:lnTo>
                  <a:pt x="2243894" y="404428"/>
                </a:lnTo>
                <a:close/>
                <a:moveTo>
                  <a:pt x="2245810" y="404427"/>
                </a:moveTo>
                <a:lnTo>
                  <a:pt x="2245259" y="530390"/>
                </a:lnTo>
                <a:lnTo>
                  <a:pt x="2245259" y="404427"/>
                </a:lnTo>
                <a:close/>
                <a:moveTo>
                  <a:pt x="2246991" y="404427"/>
                </a:moveTo>
                <a:lnTo>
                  <a:pt x="2246625" y="458224"/>
                </a:lnTo>
                <a:lnTo>
                  <a:pt x="2246625" y="404427"/>
                </a:lnTo>
                <a:close/>
                <a:moveTo>
                  <a:pt x="2249066" y="404427"/>
                </a:moveTo>
                <a:lnTo>
                  <a:pt x="2247991" y="596251"/>
                </a:lnTo>
                <a:lnTo>
                  <a:pt x="2247991" y="404427"/>
                </a:lnTo>
                <a:close/>
                <a:moveTo>
                  <a:pt x="2250712" y="404426"/>
                </a:moveTo>
                <a:lnTo>
                  <a:pt x="2249357" y="602557"/>
                </a:lnTo>
                <a:lnTo>
                  <a:pt x="2249357" y="517078"/>
                </a:lnTo>
                <a:lnTo>
                  <a:pt x="2249357" y="404426"/>
                </a:lnTo>
                <a:close/>
                <a:moveTo>
                  <a:pt x="2253454" y="404425"/>
                </a:moveTo>
                <a:lnTo>
                  <a:pt x="2253454" y="447714"/>
                </a:lnTo>
                <a:lnTo>
                  <a:pt x="2252088" y="620073"/>
                </a:lnTo>
                <a:lnTo>
                  <a:pt x="2252088" y="537397"/>
                </a:lnTo>
                <a:lnTo>
                  <a:pt x="2251298" y="404426"/>
                </a:lnTo>
                <a:close/>
                <a:moveTo>
                  <a:pt x="2255088" y="404425"/>
                </a:moveTo>
                <a:lnTo>
                  <a:pt x="2254819" y="450516"/>
                </a:lnTo>
                <a:lnTo>
                  <a:pt x="2254819" y="404425"/>
                </a:lnTo>
                <a:close/>
                <a:moveTo>
                  <a:pt x="2258917" y="404424"/>
                </a:moveTo>
                <a:lnTo>
                  <a:pt x="2258917" y="483447"/>
                </a:lnTo>
                <a:lnTo>
                  <a:pt x="2257551" y="648800"/>
                </a:lnTo>
                <a:lnTo>
                  <a:pt x="2257551" y="491154"/>
                </a:lnTo>
                <a:lnTo>
                  <a:pt x="2256185" y="418987"/>
                </a:lnTo>
                <a:lnTo>
                  <a:pt x="2256185" y="404425"/>
                </a:lnTo>
                <a:close/>
                <a:moveTo>
                  <a:pt x="2261648" y="404423"/>
                </a:moveTo>
                <a:lnTo>
                  <a:pt x="2261648" y="436504"/>
                </a:lnTo>
                <a:lnTo>
                  <a:pt x="2260283" y="601156"/>
                </a:lnTo>
                <a:lnTo>
                  <a:pt x="2260283" y="404424"/>
                </a:lnTo>
                <a:close/>
                <a:moveTo>
                  <a:pt x="2264523" y="404423"/>
                </a:moveTo>
                <a:lnTo>
                  <a:pt x="2264380" y="415484"/>
                </a:lnTo>
                <a:lnTo>
                  <a:pt x="2264380" y="404423"/>
                </a:lnTo>
                <a:close/>
                <a:moveTo>
                  <a:pt x="2270809" y="404421"/>
                </a:moveTo>
                <a:lnTo>
                  <a:pt x="2269843" y="519881"/>
                </a:lnTo>
                <a:lnTo>
                  <a:pt x="2269843" y="763706"/>
                </a:lnTo>
                <a:lnTo>
                  <a:pt x="2268477" y="541601"/>
                </a:lnTo>
                <a:lnTo>
                  <a:pt x="2268477" y="420389"/>
                </a:lnTo>
                <a:lnTo>
                  <a:pt x="2267111" y="561919"/>
                </a:lnTo>
                <a:lnTo>
                  <a:pt x="2267111" y="509371"/>
                </a:lnTo>
                <a:lnTo>
                  <a:pt x="2265745" y="629882"/>
                </a:lnTo>
                <a:lnTo>
                  <a:pt x="2265745" y="404422"/>
                </a:lnTo>
                <a:lnTo>
                  <a:pt x="2268477" y="404422"/>
                </a:lnTo>
                <a:close/>
                <a:moveTo>
                  <a:pt x="2273191" y="404421"/>
                </a:moveTo>
                <a:lnTo>
                  <a:pt x="2272574" y="572429"/>
                </a:lnTo>
                <a:lnTo>
                  <a:pt x="2272574" y="504466"/>
                </a:lnTo>
                <a:lnTo>
                  <a:pt x="2272574" y="416885"/>
                </a:lnTo>
                <a:lnTo>
                  <a:pt x="2271295" y="404421"/>
                </a:lnTo>
                <a:close/>
                <a:moveTo>
                  <a:pt x="2276671" y="404420"/>
                </a:moveTo>
                <a:lnTo>
                  <a:pt x="2276671" y="479944"/>
                </a:lnTo>
                <a:lnTo>
                  <a:pt x="2275305" y="544403"/>
                </a:lnTo>
                <a:lnTo>
                  <a:pt x="2275305" y="540900"/>
                </a:lnTo>
                <a:lnTo>
                  <a:pt x="2273989" y="404420"/>
                </a:lnTo>
                <a:close/>
                <a:moveTo>
                  <a:pt x="2278680" y="404419"/>
                </a:moveTo>
                <a:lnTo>
                  <a:pt x="2278037" y="557015"/>
                </a:lnTo>
                <a:lnTo>
                  <a:pt x="2278037" y="444211"/>
                </a:lnTo>
                <a:lnTo>
                  <a:pt x="2277561" y="404420"/>
                </a:lnTo>
                <a:close/>
                <a:moveTo>
                  <a:pt x="2280244" y="404419"/>
                </a:moveTo>
                <a:lnTo>
                  <a:pt x="2279403" y="459625"/>
                </a:lnTo>
                <a:lnTo>
                  <a:pt x="2279403" y="404419"/>
                </a:lnTo>
                <a:close/>
                <a:moveTo>
                  <a:pt x="2282952" y="404418"/>
                </a:moveTo>
                <a:lnTo>
                  <a:pt x="2282134" y="693641"/>
                </a:lnTo>
                <a:lnTo>
                  <a:pt x="2282134" y="423892"/>
                </a:lnTo>
                <a:lnTo>
                  <a:pt x="2282134" y="418287"/>
                </a:lnTo>
                <a:lnTo>
                  <a:pt x="2280769" y="538798"/>
                </a:lnTo>
                <a:lnTo>
                  <a:pt x="2280769" y="404419"/>
                </a:lnTo>
                <a:close/>
                <a:moveTo>
                  <a:pt x="2287597" y="404417"/>
                </a:moveTo>
                <a:lnTo>
                  <a:pt x="2287597" y="427395"/>
                </a:lnTo>
                <a:lnTo>
                  <a:pt x="2286231" y="409178"/>
                </a:lnTo>
                <a:lnTo>
                  <a:pt x="2286231" y="411981"/>
                </a:lnTo>
                <a:lnTo>
                  <a:pt x="2284865" y="592748"/>
                </a:lnTo>
                <a:lnTo>
                  <a:pt x="2284865" y="506568"/>
                </a:lnTo>
                <a:lnTo>
                  <a:pt x="2284190" y="404418"/>
                </a:lnTo>
                <a:close/>
                <a:moveTo>
                  <a:pt x="2290329" y="404416"/>
                </a:moveTo>
                <a:lnTo>
                  <a:pt x="2290329" y="575232"/>
                </a:lnTo>
                <a:lnTo>
                  <a:pt x="2289157" y="404417"/>
                </a:lnTo>
                <a:close/>
                <a:moveTo>
                  <a:pt x="2294264" y="404416"/>
                </a:moveTo>
                <a:lnTo>
                  <a:pt x="2293060" y="692240"/>
                </a:lnTo>
                <a:lnTo>
                  <a:pt x="2293060" y="407777"/>
                </a:lnTo>
                <a:lnTo>
                  <a:pt x="2291694" y="577334"/>
                </a:lnTo>
                <a:lnTo>
                  <a:pt x="2291694" y="404416"/>
                </a:lnTo>
                <a:close/>
                <a:moveTo>
                  <a:pt x="2294849" y="404415"/>
                </a:moveTo>
                <a:lnTo>
                  <a:pt x="2294426" y="499562"/>
                </a:lnTo>
                <a:lnTo>
                  <a:pt x="2294426" y="404416"/>
                </a:lnTo>
                <a:close/>
                <a:moveTo>
                  <a:pt x="2298215" y="404415"/>
                </a:moveTo>
                <a:lnTo>
                  <a:pt x="2297157" y="667016"/>
                </a:lnTo>
                <a:lnTo>
                  <a:pt x="2297157" y="634787"/>
                </a:lnTo>
                <a:lnTo>
                  <a:pt x="2295791" y="524084"/>
                </a:lnTo>
                <a:lnTo>
                  <a:pt x="2295791" y="404415"/>
                </a:lnTo>
                <a:close/>
                <a:moveTo>
                  <a:pt x="2301254" y="404414"/>
                </a:moveTo>
                <a:lnTo>
                  <a:pt x="2301254" y="452618"/>
                </a:lnTo>
                <a:lnTo>
                  <a:pt x="2299889" y="671220"/>
                </a:lnTo>
                <a:lnTo>
                  <a:pt x="2299889" y="413382"/>
                </a:lnTo>
                <a:lnTo>
                  <a:pt x="2298523" y="673322"/>
                </a:lnTo>
                <a:lnTo>
                  <a:pt x="2298523" y="404415"/>
                </a:lnTo>
                <a:close/>
                <a:moveTo>
                  <a:pt x="2303508" y="404413"/>
                </a:moveTo>
                <a:lnTo>
                  <a:pt x="2302620" y="409879"/>
                </a:lnTo>
                <a:lnTo>
                  <a:pt x="2302620" y="513575"/>
                </a:lnTo>
                <a:lnTo>
                  <a:pt x="2301616" y="404414"/>
                </a:lnTo>
                <a:close/>
                <a:moveTo>
                  <a:pt x="2305819" y="404413"/>
                </a:moveTo>
                <a:lnTo>
                  <a:pt x="2305351" y="452618"/>
                </a:lnTo>
                <a:lnTo>
                  <a:pt x="2305351" y="471536"/>
                </a:lnTo>
                <a:lnTo>
                  <a:pt x="2305351" y="568225"/>
                </a:lnTo>
                <a:lnTo>
                  <a:pt x="2304357" y="404413"/>
                </a:lnTo>
                <a:lnTo>
                  <a:pt x="2305351" y="404413"/>
                </a:lnTo>
                <a:close/>
                <a:moveTo>
                  <a:pt x="2309027" y="404412"/>
                </a:moveTo>
                <a:lnTo>
                  <a:pt x="2308083" y="506568"/>
                </a:lnTo>
                <a:lnTo>
                  <a:pt x="2308083" y="559817"/>
                </a:lnTo>
                <a:lnTo>
                  <a:pt x="2306866" y="404412"/>
                </a:lnTo>
                <a:close/>
                <a:moveTo>
                  <a:pt x="2310815" y="404412"/>
                </a:moveTo>
                <a:lnTo>
                  <a:pt x="2310815" y="437204"/>
                </a:lnTo>
                <a:lnTo>
                  <a:pt x="2309449" y="450516"/>
                </a:lnTo>
                <a:lnTo>
                  <a:pt x="2309449" y="404412"/>
                </a:lnTo>
                <a:close/>
                <a:moveTo>
                  <a:pt x="2312180" y="404411"/>
                </a:moveTo>
                <a:lnTo>
                  <a:pt x="2312180" y="438605"/>
                </a:lnTo>
                <a:lnTo>
                  <a:pt x="2311864" y="404411"/>
                </a:lnTo>
                <a:close/>
                <a:moveTo>
                  <a:pt x="2316252" y="404410"/>
                </a:moveTo>
                <a:lnTo>
                  <a:pt x="2314912" y="449115"/>
                </a:lnTo>
                <a:lnTo>
                  <a:pt x="2314912" y="596952"/>
                </a:lnTo>
                <a:lnTo>
                  <a:pt x="2313546" y="545804"/>
                </a:lnTo>
                <a:lnTo>
                  <a:pt x="2313546" y="404411"/>
                </a:lnTo>
                <a:lnTo>
                  <a:pt x="2314912" y="404411"/>
                </a:lnTo>
                <a:close/>
                <a:moveTo>
                  <a:pt x="2317422" y="404410"/>
                </a:moveTo>
                <a:lnTo>
                  <a:pt x="2316277" y="459625"/>
                </a:lnTo>
                <a:lnTo>
                  <a:pt x="2316277" y="404410"/>
                </a:lnTo>
                <a:close/>
                <a:moveTo>
                  <a:pt x="2321740" y="404409"/>
                </a:moveTo>
                <a:lnTo>
                  <a:pt x="2321740" y="453319"/>
                </a:lnTo>
                <a:lnTo>
                  <a:pt x="2320375" y="704851"/>
                </a:lnTo>
                <a:lnTo>
                  <a:pt x="2320375" y="497460"/>
                </a:lnTo>
                <a:lnTo>
                  <a:pt x="2319009" y="531091"/>
                </a:lnTo>
                <a:lnTo>
                  <a:pt x="2319009" y="404410"/>
                </a:lnTo>
                <a:close/>
                <a:moveTo>
                  <a:pt x="2326661" y="404408"/>
                </a:moveTo>
                <a:lnTo>
                  <a:pt x="2325837" y="547206"/>
                </a:lnTo>
                <a:lnTo>
                  <a:pt x="2325837" y="404408"/>
                </a:lnTo>
                <a:close/>
                <a:moveTo>
                  <a:pt x="2331301" y="404407"/>
                </a:moveTo>
                <a:lnTo>
                  <a:pt x="2331301" y="437905"/>
                </a:lnTo>
                <a:lnTo>
                  <a:pt x="2330975" y="404407"/>
                </a:lnTo>
                <a:close/>
                <a:moveTo>
                  <a:pt x="2334032" y="404406"/>
                </a:moveTo>
                <a:lnTo>
                  <a:pt x="2334032" y="472937"/>
                </a:lnTo>
                <a:lnTo>
                  <a:pt x="2333408" y="404406"/>
                </a:lnTo>
                <a:close/>
                <a:moveTo>
                  <a:pt x="2338500" y="404405"/>
                </a:moveTo>
                <a:lnTo>
                  <a:pt x="2338129" y="431599"/>
                </a:lnTo>
                <a:lnTo>
                  <a:pt x="2338129" y="404405"/>
                </a:lnTo>
                <a:close/>
                <a:moveTo>
                  <a:pt x="2340861" y="404404"/>
                </a:moveTo>
                <a:lnTo>
                  <a:pt x="2340861" y="503065"/>
                </a:lnTo>
                <a:lnTo>
                  <a:pt x="2340130" y="404404"/>
                </a:lnTo>
                <a:close/>
                <a:moveTo>
                  <a:pt x="2343400" y="404404"/>
                </a:moveTo>
                <a:lnTo>
                  <a:pt x="2342226" y="550709"/>
                </a:lnTo>
                <a:lnTo>
                  <a:pt x="2342226" y="446313"/>
                </a:lnTo>
                <a:lnTo>
                  <a:pt x="2342226" y="404404"/>
                </a:lnTo>
                <a:close/>
                <a:moveTo>
                  <a:pt x="2343885" y="404403"/>
                </a:moveTo>
                <a:lnTo>
                  <a:pt x="2343592" y="418987"/>
                </a:lnTo>
                <a:lnTo>
                  <a:pt x="2343592" y="404404"/>
                </a:lnTo>
                <a:close/>
                <a:moveTo>
                  <a:pt x="2347951" y="404402"/>
                </a:moveTo>
                <a:lnTo>
                  <a:pt x="2347689" y="460326"/>
                </a:lnTo>
                <a:lnTo>
                  <a:pt x="2347689" y="409178"/>
                </a:lnTo>
                <a:lnTo>
                  <a:pt x="2346323" y="417586"/>
                </a:lnTo>
                <a:lnTo>
                  <a:pt x="2346323" y="615169"/>
                </a:lnTo>
                <a:lnTo>
                  <a:pt x="2344958" y="411280"/>
                </a:lnTo>
                <a:lnTo>
                  <a:pt x="2344958" y="404403"/>
                </a:lnTo>
                <a:lnTo>
                  <a:pt x="2347689" y="404403"/>
                </a:lnTo>
                <a:close/>
                <a:moveTo>
                  <a:pt x="2349778" y="404402"/>
                </a:moveTo>
                <a:lnTo>
                  <a:pt x="2349055" y="613767"/>
                </a:lnTo>
                <a:lnTo>
                  <a:pt x="2349055" y="404402"/>
                </a:lnTo>
                <a:close/>
                <a:moveTo>
                  <a:pt x="2350470" y="404402"/>
                </a:moveTo>
                <a:lnTo>
                  <a:pt x="2350421" y="409178"/>
                </a:lnTo>
                <a:lnTo>
                  <a:pt x="2350421" y="404402"/>
                </a:lnTo>
                <a:close/>
                <a:moveTo>
                  <a:pt x="2353687" y="404401"/>
                </a:moveTo>
                <a:lnTo>
                  <a:pt x="2353152" y="525486"/>
                </a:lnTo>
                <a:lnTo>
                  <a:pt x="2353152" y="435803"/>
                </a:lnTo>
                <a:lnTo>
                  <a:pt x="2352926" y="404401"/>
                </a:lnTo>
                <a:close/>
                <a:moveTo>
                  <a:pt x="2354636" y="404401"/>
                </a:moveTo>
                <a:lnTo>
                  <a:pt x="2354518" y="407777"/>
                </a:lnTo>
                <a:lnTo>
                  <a:pt x="2354518" y="404401"/>
                </a:lnTo>
                <a:close/>
                <a:moveTo>
                  <a:pt x="2358615" y="404400"/>
                </a:moveTo>
                <a:lnTo>
                  <a:pt x="2358615" y="421790"/>
                </a:lnTo>
                <a:lnTo>
                  <a:pt x="2357249" y="476440"/>
                </a:lnTo>
                <a:lnTo>
                  <a:pt x="2357249" y="526887"/>
                </a:lnTo>
                <a:lnTo>
                  <a:pt x="2356655" y="404400"/>
                </a:lnTo>
                <a:lnTo>
                  <a:pt x="2357249" y="404400"/>
                </a:lnTo>
                <a:close/>
                <a:moveTo>
                  <a:pt x="2360519" y="404399"/>
                </a:moveTo>
                <a:lnTo>
                  <a:pt x="2359981" y="507269"/>
                </a:lnTo>
                <a:lnTo>
                  <a:pt x="2359981" y="594149"/>
                </a:lnTo>
                <a:lnTo>
                  <a:pt x="2358660" y="404400"/>
                </a:lnTo>
                <a:close/>
                <a:moveTo>
                  <a:pt x="2363068" y="404399"/>
                </a:moveTo>
                <a:lnTo>
                  <a:pt x="2362712" y="456822"/>
                </a:lnTo>
                <a:lnTo>
                  <a:pt x="2362712" y="424593"/>
                </a:lnTo>
                <a:lnTo>
                  <a:pt x="2362481" y="404399"/>
                </a:lnTo>
                <a:lnTo>
                  <a:pt x="2362712" y="404399"/>
                </a:lnTo>
                <a:close/>
                <a:moveTo>
                  <a:pt x="2365256" y="404398"/>
                </a:moveTo>
                <a:lnTo>
                  <a:pt x="2364078" y="449115"/>
                </a:lnTo>
                <a:lnTo>
                  <a:pt x="2364078" y="404399"/>
                </a:lnTo>
                <a:close/>
                <a:moveTo>
                  <a:pt x="2367576" y="404398"/>
                </a:moveTo>
                <a:lnTo>
                  <a:pt x="2366809" y="622175"/>
                </a:lnTo>
                <a:lnTo>
                  <a:pt x="2366809" y="526186"/>
                </a:lnTo>
                <a:lnTo>
                  <a:pt x="2366115" y="404398"/>
                </a:lnTo>
                <a:lnTo>
                  <a:pt x="2366809" y="404398"/>
                </a:lnTo>
                <a:close/>
                <a:moveTo>
                  <a:pt x="2370907" y="404397"/>
                </a:moveTo>
                <a:lnTo>
                  <a:pt x="2370907" y="463128"/>
                </a:lnTo>
                <a:lnTo>
                  <a:pt x="2370907" y="497460"/>
                </a:lnTo>
                <a:lnTo>
                  <a:pt x="2369541" y="673322"/>
                </a:lnTo>
                <a:lnTo>
                  <a:pt x="2369541" y="468733"/>
                </a:lnTo>
                <a:lnTo>
                  <a:pt x="2368175" y="482746"/>
                </a:lnTo>
                <a:lnTo>
                  <a:pt x="2368175" y="404398"/>
                </a:lnTo>
                <a:close/>
                <a:moveTo>
                  <a:pt x="2374294" y="404396"/>
                </a:moveTo>
                <a:lnTo>
                  <a:pt x="2373638" y="562620"/>
                </a:lnTo>
                <a:lnTo>
                  <a:pt x="2373638" y="587143"/>
                </a:lnTo>
                <a:lnTo>
                  <a:pt x="2372272" y="412682"/>
                </a:lnTo>
                <a:lnTo>
                  <a:pt x="2372272" y="423892"/>
                </a:lnTo>
                <a:lnTo>
                  <a:pt x="2371989" y="404397"/>
                </a:lnTo>
                <a:close/>
                <a:moveTo>
                  <a:pt x="2376945" y="404395"/>
                </a:moveTo>
                <a:lnTo>
                  <a:pt x="2376369" y="459625"/>
                </a:lnTo>
                <a:lnTo>
                  <a:pt x="2376369" y="488351"/>
                </a:lnTo>
                <a:lnTo>
                  <a:pt x="2375881" y="404396"/>
                </a:lnTo>
                <a:close/>
                <a:moveTo>
                  <a:pt x="2380467" y="404395"/>
                </a:moveTo>
                <a:lnTo>
                  <a:pt x="2380467" y="423892"/>
                </a:lnTo>
                <a:lnTo>
                  <a:pt x="2380467" y="471536"/>
                </a:lnTo>
                <a:lnTo>
                  <a:pt x="2379101" y="511473"/>
                </a:lnTo>
                <a:lnTo>
                  <a:pt x="2379101" y="476440"/>
                </a:lnTo>
                <a:lnTo>
                  <a:pt x="2378528" y="404395"/>
                </a:lnTo>
                <a:close/>
                <a:moveTo>
                  <a:pt x="2381833" y="404394"/>
                </a:moveTo>
                <a:lnTo>
                  <a:pt x="2381833" y="465931"/>
                </a:lnTo>
                <a:lnTo>
                  <a:pt x="2381069" y="404394"/>
                </a:lnTo>
                <a:close/>
                <a:moveTo>
                  <a:pt x="2388661" y="404393"/>
                </a:moveTo>
                <a:lnTo>
                  <a:pt x="2388661" y="477842"/>
                </a:lnTo>
                <a:lnTo>
                  <a:pt x="2387295" y="440007"/>
                </a:lnTo>
                <a:lnTo>
                  <a:pt x="2387295" y="533193"/>
                </a:lnTo>
                <a:lnTo>
                  <a:pt x="2385929" y="481345"/>
                </a:lnTo>
                <a:lnTo>
                  <a:pt x="2385929" y="421790"/>
                </a:lnTo>
                <a:lnTo>
                  <a:pt x="2384564" y="793834"/>
                </a:lnTo>
                <a:lnTo>
                  <a:pt x="2384564" y="656507"/>
                </a:lnTo>
                <a:lnTo>
                  <a:pt x="2384564" y="430198"/>
                </a:lnTo>
                <a:lnTo>
                  <a:pt x="2383198" y="421089"/>
                </a:lnTo>
                <a:lnTo>
                  <a:pt x="2383198" y="404394"/>
                </a:lnTo>
                <a:close/>
                <a:moveTo>
                  <a:pt x="2390027" y="404392"/>
                </a:moveTo>
                <a:lnTo>
                  <a:pt x="2390027" y="459625"/>
                </a:lnTo>
                <a:lnTo>
                  <a:pt x="2389442" y="404392"/>
                </a:lnTo>
                <a:close/>
                <a:moveTo>
                  <a:pt x="2391393" y="404392"/>
                </a:moveTo>
                <a:lnTo>
                  <a:pt x="2391393" y="496059"/>
                </a:lnTo>
                <a:lnTo>
                  <a:pt x="2390554" y="404392"/>
                </a:lnTo>
                <a:close/>
                <a:moveTo>
                  <a:pt x="2396855" y="404391"/>
                </a:moveTo>
                <a:lnTo>
                  <a:pt x="2396855" y="517078"/>
                </a:lnTo>
                <a:lnTo>
                  <a:pt x="2395490" y="690838"/>
                </a:lnTo>
                <a:lnTo>
                  <a:pt x="2395490" y="498160"/>
                </a:lnTo>
                <a:lnTo>
                  <a:pt x="2395490" y="407076"/>
                </a:lnTo>
                <a:lnTo>
                  <a:pt x="2394124" y="464529"/>
                </a:lnTo>
                <a:lnTo>
                  <a:pt x="2394124" y="456822"/>
                </a:lnTo>
                <a:lnTo>
                  <a:pt x="2392758" y="547206"/>
                </a:lnTo>
                <a:lnTo>
                  <a:pt x="2392758" y="527588"/>
                </a:lnTo>
                <a:lnTo>
                  <a:pt x="2391402" y="404392"/>
                </a:lnTo>
                <a:close/>
                <a:moveTo>
                  <a:pt x="2398997" y="404390"/>
                </a:moveTo>
                <a:lnTo>
                  <a:pt x="2398221" y="491154"/>
                </a:lnTo>
                <a:lnTo>
                  <a:pt x="2398221" y="498160"/>
                </a:lnTo>
                <a:lnTo>
                  <a:pt x="2397259" y="404390"/>
                </a:lnTo>
                <a:close/>
                <a:moveTo>
                  <a:pt x="2403464" y="404389"/>
                </a:moveTo>
                <a:lnTo>
                  <a:pt x="2402318" y="474338"/>
                </a:lnTo>
                <a:lnTo>
                  <a:pt x="2402318" y="573130"/>
                </a:lnTo>
                <a:lnTo>
                  <a:pt x="2400953" y="514976"/>
                </a:lnTo>
                <a:lnTo>
                  <a:pt x="2400953" y="476440"/>
                </a:lnTo>
                <a:lnTo>
                  <a:pt x="2399587" y="648099"/>
                </a:lnTo>
                <a:lnTo>
                  <a:pt x="2399587" y="547206"/>
                </a:lnTo>
                <a:lnTo>
                  <a:pt x="2399587" y="404390"/>
                </a:lnTo>
                <a:close/>
                <a:moveTo>
                  <a:pt x="2407781" y="404388"/>
                </a:moveTo>
                <a:lnTo>
                  <a:pt x="2407781" y="482046"/>
                </a:lnTo>
                <a:lnTo>
                  <a:pt x="2406415" y="496059"/>
                </a:lnTo>
                <a:lnTo>
                  <a:pt x="2406415" y="528288"/>
                </a:lnTo>
                <a:lnTo>
                  <a:pt x="2405050" y="495358"/>
                </a:lnTo>
                <a:lnTo>
                  <a:pt x="2405050" y="482046"/>
                </a:lnTo>
                <a:lnTo>
                  <a:pt x="2405050" y="410580"/>
                </a:lnTo>
                <a:lnTo>
                  <a:pt x="2403684" y="449816"/>
                </a:lnTo>
                <a:lnTo>
                  <a:pt x="2403684" y="404389"/>
                </a:lnTo>
                <a:lnTo>
                  <a:pt x="2405050" y="404389"/>
                </a:lnTo>
                <a:close/>
                <a:moveTo>
                  <a:pt x="2410513" y="404387"/>
                </a:moveTo>
                <a:lnTo>
                  <a:pt x="2410513" y="428796"/>
                </a:lnTo>
                <a:lnTo>
                  <a:pt x="2409147" y="464529"/>
                </a:lnTo>
                <a:lnTo>
                  <a:pt x="2409147" y="496059"/>
                </a:lnTo>
                <a:lnTo>
                  <a:pt x="2408731" y="404388"/>
                </a:lnTo>
                <a:close/>
                <a:moveTo>
                  <a:pt x="2413774" y="404386"/>
                </a:moveTo>
                <a:lnTo>
                  <a:pt x="2413244" y="453319"/>
                </a:lnTo>
                <a:lnTo>
                  <a:pt x="2413244" y="610965"/>
                </a:lnTo>
                <a:lnTo>
                  <a:pt x="2413244" y="620774"/>
                </a:lnTo>
                <a:lnTo>
                  <a:pt x="2412301" y="404387"/>
                </a:lnTo>
                <a:close/>
                <a:moveTo>
                  <a:pt x="2415976" y="404386"/>
                </a:moveTo>
                <a:lnTo>
                  <a:pt x="2415976" y="630583"/>
                </a:lnTo>
                <a:lnTo>
                  <a:pt x="2414610" y="529690"/>
                </a:lnTo>
                <a:lnTo>
                  <a:pt x="2414610" y="404386"/>
                </a:lnTo>
                <a:close/>
                <a:moveTo>
                  <a:pt x="2418707" y="404385"/>
                </a:moveTo>
                <a:lnTo>
                  <a:pt x="2418707" y="465230"/>
                </a:lnTo>
                <a:lnTo>
                  <a:pt x="2417341" y="469434"/>
                </a:lnTo>
                <a:lnTo>
                  <a:pt x="2417341" y="404386"/>
                </a:lnTo>
                <a:close/>
                <a:moveTo>
                  <a:pt x="2420073" y="404385"/>
                </a:moveTo>
                <a:lnTo>
                  <a:pt x="2420073" y="440007"/>
                </a:lnTo>
                <a:lnTo>
                  <a:pt x="2418935" y="404385"/>
                </a:lnTo>
                <a:close/>
                <a:moveTo>
                  <a:pt x="2423273" y="404384"/>
                </a:moveTo>
                <a:lnTo>
                  <a:pt x="2422804" y="424593"/>
                </a:lnTo>
                <a:lnTo>
                  <a:pt x="2422804" y="456822"/>
                </a:lnTo>
                <a:lnTo>
                  <a:pt x="2421439" y="445612"/>
                </a:lnTo>
                <a:lnTo>
                  <a:pt x="2421439" y="554913"/>
                </a:lnTo>
                <a:lnTo>
                  <a:pt x="2420293" y="404385"/>
                </a:lnTo>
                <a:close/>
                <a:moveTo>
                  <a:pt x="2425423" y="404384"/>
                </a:moveTo>
                <a:lnTo>
                  <a:pt x="2424170" y="475740"/>
                </a:lnTo>
                <a:lnTo>
                  <a:pt x="2424170" y="404384"/>
                </a:lnTo>
                <a:close/>
                <a:moveTo>
                  <a:pt x="2427520" y="404383"/>
                </a:moveTo>
                <a:lnTo>
                  <a:pt x="2426901" y="415484"/>
                </a:lnTo>
                <a:lnTo>
                  <a:pt x="2426901" y="404383"/>
                </a:lnTo>
                <a:close/>
                <a:moveTo>
                  <a:pt x="2429239" y="404383"/>
                </a:moveTo>
                <a:lnTo>
                  <a:pt x="2428267" y="461727"/>
                </a:lnTo>
                <a:lnTo>
                  <a:pt x="2428267" y="449816"/>
                </a:lnTo>
                <a:lnTo>
                  <a:pt x="2428267" y="404383"/>
                </a:lnTo>
                <a:close/>
                <a:moveTo>
                  <a:pt x="2431947" y="404382"/>
                </a:moveTo>
                <a:lnTo>
                  <a:pt x="2430999" y="425293"/>
                </a:lnTo>
                <a:lnTo>
                  <a:pt x="2430999" y="404382"/>
                </a:lnTo>
                <a:close/>
                <a:moveTo>
                  <a:pt x="2435096" y="404381"/>
                </a:moveTo>
                <a:lnTo>
                  <a:pt x="2435096" y="425293"/>
                </a:lnTo>
                <a:lnTo>
                  <a:pt x="2433861" y="404382"/>
                </a:lnTo>
                <a:close/>
                <a:moveTo>
                  <a:pt x="2436461" y="404381"/>
                </a:moveTo>
                <a:lnTo>
                  <a:pt x="2436461" y="410580"/>
                </a:lnTo>
                <a:lnTo>
                  <a:pt x="2436159" y="404381"/>
                </a:lnTo>
                <a:close/>
                <a:moveTo>
                  <a:pt x="2437827" y="404381"/>
                </a:moveTo>
                <a:lnTo>
                  <a:pt x="2437827" y="407076"/>
                </a:lnTo>
                <a:lnTo>
                  <a:pt x="2437827" y="418987"/>
                </a:lnTo>
                <a:lnTo>
                  <a:pt x="2437827" y="424593"/>
                </a:lnTo>
                <a:lnTo>
                  <a:pt x="2436911" y="404381"/>
                </a:lnTo>
                <a:close/>
                <a:moveTo>
                  <a:pt x="2439994" y="404380"/>
                </a:moveTo>
                <a:lnTo>
                  <a:pt x="2439193" y="427395"/>
                </a:lnTo>
                <a:lnTo>
                  <a:pt x="2439193" y="404380"/>
                </a:lnTo>
                <a:close/>
                <a:moveTo>
                  <a:pt x="2442981" y="404379"/>
                </a:moveTo>
                <a:lnTo>
                  <a:pt x="2441925" y="423892"/>
                </a:lnTo>
                <a:lnTo>
                  <a:pt x="2441925" y="404380"/>
                </a:lnTo>
                <a:close/>
                <a:moveTo>
                  <a:pt x="2447387" y="404378"/>
                </a:moveTo>
                <a:lnTo>
                  <a:pt x="2447387" y="416885"/>
                </a:lnTo>
                <a:lnTo>
                  <a:pt x="2446485" y="404378"/>
                </a:lnTo>
                <a:close/>
                <a:moveTo>
                  <a:pt x="2449105" y="404378"/>
                </a:moveTo>
                <a:lnTo>
                  <a:pt x="2448753" y="412682"/>
                </a:lnTo>
                <a:lnTo>
                  <a:pt x="2448753" y="404378"/>
                </a:lnTo>
                <a:close/>
                <a:moveTo>
                  <a:pt x="2451605" y="404377"/>
                </a:moveTo>
                <a:lnTo>
                  <a:pt x="2451485" y="405675"/>
                </a:lnTo>
                <a:lnTo>
                  <a:pt x="2451485" y="414083"/>
                </a:lnTo>
                <a:lnTo>
                  <a:pt x="2450302" y="404378"/>
                </a:lnTo>
                <a:lnTo>
                  <a:pt x="2451485" y="404377"/>
                </a:lnTo>
                <a:close/>
                <a:moveTo>
                  <a:pt x="2453483" y="404377"/>
                </a:moveTo>
                <a:lnTo>
                  <a:pt x="2452850" y="405675"/>
                </a:lnTo>
                <a:lnTo>
                  <a:pt x="2452850" y="404377"/>
                </a:lnTo>
                <a:close/>
                <a:moveTo>
                  <a:pt x="2456227" y="404376"/>
                </a:moveTo>
                <a:lnTo>
                  <a:pt x="2455582" y="418287"/>
                </a:lnTo>
                <a:lnTo>
                  <a:pt x="2455582" y="404376"/>
                </a:lnTo>
                <a:close/>
                <a:moveTo>
                  <a:pt x="2462411" y="404375"/>
                </a:moveTo>
                <a:lnTo>
                  <a:pt x="2462411" y="404974"/>
                </a:lnTo>
                <a:lnTo>
                  <a:pt x="2461045" y="417586"/>
                </a:lnTo>
                <a:lnTo>
                  <a:pt x="2461045" y="411981"/>
                </a:lnTo>
                <a:lnTo>
                  <a:pt x="2461045" y="404974"/>
                </a:lnTo>
                <a:lnTo>
                  <a:pt x="2459679" y="432300"/>
                </a:lnTo>
                <a:lnTo>
                  <a:pt x="2459679" y="418287"/>
                </a:lnTo>
                <a:lnTo>
                  <a:pt x="2458313" y="422491"/>
                </a:lnTo>
                <a:lnTo>
                  <a:pt x="2458313" y="410580"/>
                </a:lnTo>
                <a:lnTo>
                  <a:pt x="2456969" y="404376"/>
                </a:lnTo>
                <a:close/>
                <a:moveTo>
                  <a:pt x="2464553" y="404374"/>
                </a:moveTo>
                <a:lnTo>
                  <a:pt x="2463776" y="426694"/>
                </a:lnTo>
                <a:lnTo>
                  <a:pt x="2463776" y="404374"/>
                </a:lnTo>
                <a:close/>
                <a:moveTo>
                  <a:pt x="2466293" y="404374"/>
                </a:moveTo>
                <a:lnTo>
                  <a:pt x="2465142" y="416185"/>
                </a:lnTo>
                <a:lnTo>
                  <a:pt x="2465142" y="404374"/>
                </a:lnTo>
                <a:close/>
                <a:moveTo>
                  <a:pt x="2467629" y="404373"/>
                </a:moveTo>
                <a:lnTo>
                  <a:pt x="2466508" y="411280"/>
                </a:lnTo>
                <a:lnTo>
                  <a:pt x="2466508" y="404374"/>
                </a:lnTo>
                <a:close/>
                <a:moveTo>
                  <a:pt x="2475750" y="404371"/>
                </a:moveTo>
                <a:lnTo>
                  <a:pt x="2474702" y="423191"/>
                </a:lnTo>
                <a:lnTo>
                  <a:pt x="2474702" y="428096"/>
                </a:lnTo>
                <a:lnTo>
                  <a:pt x="2473336" y="414083"/>
                </a:lnTo>
                <a:lnTo>
                  <a:pt x="2473336" y="419688"/>
                </a:lnTo>
                <a:lnTo>
                  <a:pt x="2473336" y="422491"/>
                </a:lnTo>
                <a:lnTo>
                  <a:pt x="2471971" y="405675"/>
                </a:lnTo>
                <a:lnTo>
                  <a:pt x="2471971" y="423191"/>
                </a:lnTo>
                <a:lnTo>
                  <a:pt x="2470605" y="428796"/>
                </a:lnTo>
                <a:lnTo>
                  <a:pt x="2470605" y="427395"/>
                </a:lnTo>
                <a:lnTo>
                  <a:pt x="2470605" y="411981"/>
                </a:lnTo>
                <a:lnTo>
                  <a:pt x="2469824" y="404373"/>
                </a:lnTo>
                <a:lnTo>
                  <a:pt x="2470605" y="404373"/>
                </a:lnTo>
                <a:close/>
                <a:moveTo>
                  <a:pt x="2478451" y="404371"/>
                </a:moveTo>
                <a:lnTo>
                  <a:pt x="2477433" y="418987"/>
                </a:lnTo>
                <a:lnTo>
                  <a:pt x="2477433" y="432300"/>
                </a:lnTo>
                <a:lnTo>
                  <a:pt x="2476068" y="428096"/>
                </a:lnTo>
                <a:lnTo>
                  <a:pt x="2476068" y="404371"/>
                </a:lnTo>
                <a:close/>
                <a:moveTo>
                  <a:pt x="2481497" y="404370"/>
                </a:moveTo>
                <a:lnTo>
                  <a:pt x="2480165" y="435803"/>
                </a:lnTo>
                <a:lnTo>
                  <a:pt x="2480165" y="410580"/>
                </a:lnTo>
                <a:lnTo>
                  <a:pt x="2478799" y="416885"/>
                </a:lnTo>
                <a:lnTo>
                  <a:pt x="2478799" y="412682"/>
                </a:lnTo>
                <a:lnTo>
                  <a:pt x="2478799" y="404371"/>
                </a:lnTo>
                <a:close/>
                <a:moveTo>
                  <a:pt x="2482897" y="404370"/>
                </a:moveTo>
                <a:lnTo>
                  <a:pt x="2482897" y="417586"/>
                </a:lnTo>
                <a:lnTo>
                  <a:pt x="2481531" y="405675"/>
                </a:lnTo>
                <a:lnTo>
                  <a:pt x="2481531" y="404370"/>
                </a:lnTo>
                <a:close/>
                <a:moveTo>
                  <a:pt x="2486993" y="404369"/>
                </a:moveTo>
                <a:lnTo>
                  <a:pt x="2486993" y="414083"/>
                </a:lnTo>
                <a:lnTo>
                  <a:pt x="2485628" y="412682"/>
                </a:lnTo>
                <a:lnTo>
                  <a:pt x="2485628" y="416885"/>
                </a:lnTo>
                <a:lnTo>
                  <a:pt x="2484262" y="410580"/>
                </a:lnTo>
                <a:lnTo>
                  <a:pt x="2484262" y="428096"/>
                </a:lnTo>
                <a:lnTo>
                  <a:pt x="2483235" y="404370"/>
                </a:lnTo>
                <a:lnTo>
                  <a:pt x="2484262" y="404369"/>
                </a:lnTo>
                <a:close/>
                <a:moveTo>
                  <a:pt x="2488359" y="404368"/>
                </a:moveTo>
                <a:lnTo>
                  <a:pt x="2488359" y="424593"/>
                </a:lnTo>
                <a:lnTo>
                  <a:pt x="2488359" y="428096"/>
                </a:lnTo>
                <a:lnTo>
                  <a:pt x="2487375" y="404369"/>
                </a:lnTo>
                <a:close/>
                <a:moveTo>
                  <a:pt x="2489725" y="404368"/>
                </a:moveTo>
                <a:lnTo>
                  <a:pt x="2489725" y="422491"/>
                </a:lnTo>
                <a:lnTo>
                  <a:pt x="2488716" y="404368"/>
                </a:lnTo>
                <a:close/>
                <a:moveTo>
                  <a:pt x="2492449" y="404367"/>
                </a:moveTo>
                <a:lnTo>
                  <a:pt x="2491091" y="419688"/>
                </a:lnTo>
                <a:lnTo>
                  <a:pt x="2491091" y="404368"/>
                </a:lnTo>
                <a:close/>
                <a:moveTo>
                  <a:pt x="2493782" y="404367"/>
                </a:moveTo>
                <a:lnTo>
                  <a:pt x="2492457" y="430898"/>
                </a:lnTo>
                <a:lnTo>
                  <a:pt x="2492457" y="404367"/>
                </a:lnTo>
                <a:close/>
                <a:moveTo>
                  <a:pt x="2498332" y="404366"/>
                </a:moveTo>
                <a:lnTo>
                  <a:pt x="2497919" y="411981"/>
                </a:lnTo>
                <a:lnTo>
                  <a:pt x="2497919" y="419688"/>
                </a:lnTo>
                <a:lnTo>
                  <a:pt x="2496554" y="444911"/>
                </a:lnTo>
                <a:lnTo>
                  <a:pt x="2496554" y="407777"/>
                </a:lnTo>
                <a:lnTo>
                  <a:pt x="2495188" y="439306"/>
                </a:lnTo>
                <a:lnTo>
                  <a:pt x="2495188" y="424593"/>
                </a:lnTo>
                <a:lnTo>
                  <a:pt x="2493822" y="407777"/>
                </a:lnTo>
                <a:lnTo>
                  <a:pt x="2493822" y="404367"/>
                </a:lnTo>
                <a:lnTo>
                  <a:pt x="2497919" y="404366"/>
                </a:lnTo>
                <a:close/>
                <a:moveTo>
                  <a:pt x="2510211" y="404363"/>
                </a:moveTo>
                <a:lnTo>
                  <a:pt x="2510211" y="410580"/>
                </a:lnTo>
                <a:lnTo>
                  <a:pt x="2508845" y="427395"/>
                </a:lnTo>
                <a:lnTo>
                  <a:pt x="2508845" y="410580"/>
                </a:lnTo>
                <a:lnTo>
                  <a:pt x="2507479" y="405675"/>
                </a:lnTo>
                <a:lnTo>
                  <a:pt x="2507479" y="407076"/>
                </a:lnTo>
                <a:lnTo>
                  <a:pt x="2506114" y="419688"/>
                </a:lnTo>
                <a:lnTo>
                  <a:pt x="2506114" y="411981"/>
                </a:lnTo>
                <a:lnTo>
                  <a:pt x="2506114" y="404974"/>
                </a:lnTo>
                <a:lnTo>
                  <a:pt x="2504748" y="409879"/>
                </a:lnTo>
                <a:lnTo>
                  <a:pt x="2504748" y="440007"/>
                </a:lnTo>
                <a:lnTo>
                  <a:pt x="2503382" y="418987"/>
                </a:lnTo>
                <a:lnTo>
                  <a:pt x="2503382" y="423892"/>
                </a:lnTo>
                <a:lnTo>
                  <a:pt x="2503382" y="428796"/>
                </a:lnTo>
                <a:lnTo>
                  <a:pt x="2502017" y="438605"/>
                </a:lnTo>
                <a:lnTo>
                  <a:pt x="2502017" y="416185"/>
                </a:lnTo>
                <a:lnTo>
                  <a:pt x="2500651" y="414783"/>
                </a:lnTo>
                <a:lnTo>
                  <a:pt x="2500651" y="425293"/>
                </a:lnTo>
                <a:lnTo>
                  <a:pt x="2499518" y="404366"/>
                </a:lnTo>
                <a:close/>
                <a:moveTo>
                  <a:pt x="2517039" y="404361"/>
                </a:moveTo>
                <a:lnTo>
                  <a:pt x="2517039" y="411280"/>
                </a:lnTo>
                <a:lnTo>
                  <a:pt x="2515674" y="429497"/>
                </a:lnTo>
                <a:lnTo>
                  <a:pt x="2515674" y="421790"/>
                </a:lnTo>
                <a:lnTo>
                  <a:pt x="2514308" y="439306"/>
                </a:lnTo>
                <a:lnTo>
                  <a:pt x="2514308" y="410580"/>
                </a:lnTo>
                <a:lnTo>
                  <a:pt x="2512943" y="424593"/>
                </a:lnTo>
                <a:lnTo>
                  <a:pt x="2512943" y="414083"/>
                </a:lnTo>
                <a:lnTo>
                  <a:pt x="2511577" y="422491"/>
                </a:lnTo>
                <a:lnTo>
                  <a:pt x="2511577" y="423892"/>
                </a:lnTo>
                <a:lnTo>
                  <a:pt x="2510575" y="404363"/>
                </a:lnTo>
                <a:lnTo>
                  <a:pt x="2511577" y="404363"/>
                </a:lnTo>
                <a:close/>
                <a:moveTo>
                  <a:pt x="2518405" y="404361"/>
                </a:moveTo>
                <a:lnTo>
                  <a:pt x="2518405" y="447013"/>
                </a:lnTo>
                <a:lnTo>
                  <a:pt x="2517042" y="404361"/>
                </a:lnTo>
                <a:close/>
                <a:moveTo>
                  <a:pt x="2526174" y="404359"/>
                </a:moveTo>
                <a:lnTo>
                  <a:pt x="2525234" y="409178"/>
                </a:lnTo>
                <a:lnTo>
                  <a:pt x="2525234" y="431599"/>
                </a:lnTo>
                <a:lnTo>
                  <a:pt x="2523868" y="421089"/>
                </a:lnTo>
                <a:lnTo>
                  <a:pt x="2523868" y="416885"/>
                </a:lnTo>
                <a:lnTo>
                  <a:pt x="2522503" y="420389"/>
                </a:lnTo>
                <a:lnTo>
                  <a:pt x="2522503" y="409178"/>
                </a:lnTo>
                <a:lnTo>
                  <a:pt x="2521137" y="421790"/>
                </a:lnTo>
                <a:lnTo>
                  <a:pt x="2521137" y="410580"/>
                </a:lnTo>
                <a:lnTo>
                  <a:pt x="2519771" y="423892"/>
                </a:lnTo>
                <a:lnTo>
                  <a:pt x="2519771" y="408478"/>
                </a:lnTo>
                <a:lnTo>
                  <a:pt x="2519548" y="404361"/>
                </a:lnTo>
                <a:close/>
                <a:moveTo>
                  <a:pt x="2528854" y="404358"/>
                </a:moveTo>
                <a:lnTo>
                  <a:pt x="2527965" y="417586"/>
                </a:lnTo>
                <a:lnTo>
                  <a:pt x="2527965" y="405675"/>
                </a:lnTo>
                <a:lnTo>
                  <a:pt x="2527732" y="404359"/>
                </a:lnTo>
                <a:close/>
                <a:moveTo>
                  <a:pt x="2530697" y="404358"/>
                </a:moveTo>
                <a:lnTo>
                  <a:pt x="2530697" y="422491"/>
                </a:lnTo>
                <a:lnTo>
                  <a:pt x="2529331" y="428796"/>
                </a:lnTo>
                <a:lnTo>
                  <a:pt x="2529331" y="404358"/>
                </a:lnTo>
                <a:close/>
                <a:moveTo>
                  <a:pt x="2534630" y="404357"/>
                </a:moveTo>
                <a:lnTo>
                  <a:pt x="2533428" y="420389"/>
                </a:lnTo>
                <a:lnTo>
                  <a:pt x="2533428" y="404357"/>
                </a:lnTo>
                <a:close/>
                <a:moveTo>
                  <a:pt x="2535242" y="404357"/>
                </a:moveTo>
                <a:lnTo>
                  <a:pt x="2534794" y="409178"/>
                </a:lnTo>
                <a:lnTo>
                  <a:pt x="2534794" y="404357"/>
                </a:lnTo>
                <a:close/>
                <a:moveTo>
                  <a:pt x="2538891" y="404356"/>
                </a:moveTo>
                <a:lnTo>
                  <a:pt x="2538891" y="421089"/>
                </a:lnTo>
                <a:lnTo>
                  <a:pt x="2537525" y="407076"/>
                </a:lnTo>
                <a:lnTo>
                  <a:pt x="2537525" y="415484"/>
                </a:lnTo>
                <a:lnTo>
                  <a:pt x="2536826" y="404356"/>
                </a:lnTo>
                <a:close/>
                <a:moveTo>
                  <a:pt x="2542989" y="404355"/>
                </a:moveTo>
                <a:lnTo>
                  <a:pt x="2542989" y="436504"/>
                </a:lnTo>
                <a:lnTo>
                  <a:pt x="2541623" y="409879"/>
                </a:lnTo>
                <a:lnTo>
                  <a:pt x="2541623" y="432300"/>
                </a:lnTo>
                <a:lnTo>
                  <a:pt x="2540412" y="404356"/>
                </a:lnTo>
                <a:close/>
                <a:moveTo>
                  <a:pt x="2544354" y="404355"/>
                </a:moveTo>
                <a:lnTo>
                  <a:pt x="2544354" y="419688"/>
                </a:lnTo>
                <a:lnTo>
                  <a:pt x="2543768" y="404355"/>
                </a:lnTo>
                <a:close/>
                <a:moveTo>
                  <a:pt x="2546654" y="404354"/>
                </a:moveTo>
                <a:lnTo>
                  <a:pt x="2545720" y="419688"/>
                </a:lnTo>
                <a:lnTo>
                  <a:pt x="2545720" y="416185"/>
                </a:lnTo>
                <a:lnTo>
                  <a:pt x="2545113" y="404354"/>
                </a:lnTo>
                <a:close/>
                <a:moveTo>
                  <a:pt x="2548102" y="404354"/>
                </a:moveTo>
                <a:lnTo>
                  <a:pt x="2547086" y="414783"/>
                </a:lnTo>
                <a:lnTo>
                  <a:pt x="2547086" y="404354"/>
                </a:lnTo>
                <a:close/>
                <a:moveTo>
                  <a:pt x="2549817" y="404353"/>
                </a:moveTo>
                <a:lnTo>
                  <a:pt x="2549817" y="428096"/>
                </a:lnTo>
                <a:lnTo>
                  <a:pt x="2548451" y="409879"/>
                </a:lnTo>
                <a:lnTo>
                  <a:pt x="2548451" y="404354"/>
                </a:lnTo>
                <a:close/>
                <a:moveTo>
                  <a:pt x="2551597" y="404353"/>
                </a:moveTo>
                <a:lnTo>
                  <a:pt x="2551183" y="409879"/>
                </a:lnTo>
                <a:lnTo>
                  <a:pt x="2551183" y="410580"/>
                </a:lnTo>
                <a:lnTo>
                  <a:pt x="2550469" y="404353"/>
                </a:lnTo>
                <a:close/>
                <a:moveTo>
                  <a:pt x="2553914" y="404352"/>
                </a:moveTo>
                <a:lnTo>
                  <a:pt x="2553914" y="405675"/>
                </a:lnTo>
                <a:lnTo>
                  <a:pt x="2553828" y="404352"/>
                </a:lnTo>
                <a:close/>
                <a:moveTo>
                  <a:pt x="2555280" y="404352"/>
                </a:moveTo>
                <a:lnTo>
                  <a:pt x="2555280" y="421089"/>
                </a:lnTo>
                <a:lnTo>
                  <a:pt x="2554443" y="404352"/>
                </a:lnTo>
                <a:close/>
                <a:moveTo>
                  <a:pt x="2559377" y="404351"/>
                </a:moveTo>
                <a:lnTo>
                  <a:pt x="2559377" y="413382"/>
                </a:lnTo>
                <a:lnTo>
                  <a:pt x="2558011" y="411981"/>
                </a:lnTo>
                <a:lnTo>
                  <a:pt x="2558011" y="428796"/>
                </a:lnTo>
                <a:lnTo>
                  <a:pt x="2557113" y="404352"/>
                </a:lnTo>
                <a:close/>
                <a:moveTo>
                  <a:pt x="2562109" y="404350"/>
                </a:moveTo>
                <a:lnTo>
                  <a:pt x="2562109" y="408478"/>
                </a:lnTo>
                <a:lnTo>
                  <a:pt x="2560743" y="408478"/>
                </a:lnTo>
                <a:lnTo>
                  <a:pt x="2560743" y="404351"/>
                </a:lnTo>
                <a:close/>
                <a:moveTo>
                  <a:pt x="2566206" y="404349"/>
                </a:moveTo>
                <a:lnTo>
                  <a:pt x="2566206" y="423892"/>
                </a:lnTo>
                <a:lnTo>
                  <a:pt x="2564840" y="420389"/>
                </a:lnTo>
                <a:lnTo>
                  <a:pt x="2564840" y="417586"/>
                </a:lnTo>
                <a:lnTo>
                  <a:pt x="2563981" y="404350"/>
                </a:lnTo>
                <a:close/>
                <a:moveTo>
                  <a:pt x="2575766" y="404347"/>
                </a:moveTo>
                <a:lnTo>
                  <a:pt x="2575766" y="410580"/>
                </a:lnTo>
                <a:lnTo>
                  <a:pt x="2575214" y="404347"/>
                </a:lnTo>
                <a:close/>
                <a:moveTo>
                  <a:pt x="2578228" y="404346"/>
                </a:moveTo>
                <a:lnTo>
                  <a:pt x="2577132" y="421790"/>
                </a:lnTo>
                <a:lnTo>
                  <a:pt x="2577132" y="423892"/>
                </a:lnTo>
                <a:lnTo>
                  <a:pt x="2576266" y="404347"/>
                </a:lnTo>
                <a:lnTo>
                  <a:pt x="2577132" y="404347"/>
                </a:lnTo>
                <a:close/>
                <a:moveTo>
                  <a:pt x="2579340" y="404346"/>
                </a:moveTo>
                <a:lnTo>
                  <a:pt x="2578497" y="416885"/>
                </a:lnTo>
                <a:lnTo>
                  <a:pt x="2578497" y="404346"/>
                </a:lnTo>
                <a:close/>
                <a:moveTo>
                  <a:pt x="2581229" y="404346"/>
                </a:moveTo>
                <a:lnTo>
                  <a:pt x="2581229" y="428096"/>
                </a:lnTo>
                <a:lnTo>
                  <a:pt x="2579863" y="405675"/>
                </a:lnTo>
                <a:lnTo>
                  <a:pt x="2579863" y="404346"/>
                </a:lnTo>
                <a:close/>
                <a:moveTo>
                  <a:pt x="2582919" y="404345"/>
                </a:moveTo>
                <a:lnTo>
                  <a:pt x="2582595" y="405675"/>
                </a:lnTo>
                <a:lnTo>
                  <a:pt x="2582595" y="413382"/>
                </a:lnTo>
                <a:lnTo>
                  <a:pt x="2581756" y="404346"/>
                </a:lnTo>
                <a:lnTo>
                  <a:pt x="2582595" y="404345"/>
                </a:lnTo>
                <a:close/>
                <a:moveTo>
                  <a:pt x="2585979" y="404344"/>
                </a:moveTo>
                <a:lnTo>
                  <a:pt x="2585326" y="413382"/>
                </a:lnTo>
                <a:lnTo>
                  <a:pt x="2585326" y="414783"/>
                </a:lnTo>
                <a:lnTo>
                  <a:pt x="2583960" y="420389"/>
                </a:lnTo>
                <a:lnTo>
                  <a:pt x="2583960" y="404345"/>
                </a:lnTo>
                <a:close/>
                <a:moveTo>
                  <a:pt x="2587443" y="404344"/>
                </a:moveTo>
                <a:lnTo>
                  <a:pt x="2586692" y="418987"/>
                </a:lnTo>
                <a:lnTo>
                  <a:pt x="2586692" y="404344"/>
                </a:lnTo>
                <a:close/>
                <a:moveTo>
                  <a:pt x="2592085" y="404343"/>
                </a:moveTo>
                <a:lnTo>
                  <a:pt x="2590789" y="431599"/>
                </a:lnTo>
                <a:lnTo>
                  <a:pt x="2590789" y="428096"/>
                </a:lnTo>
                <a:lnTo>
                  <a:pt x="2589423" y="422491"/>
                </a:lnTo>
                <a:lnTo>
                  <a:pt x="2589423" y="425994"/>
                </a:lnTo>
                <a:lnTo>
                  <a:pt x="2588057" y="439306"/>
                </a:lnTo>
                <a:lnTo>
                  <a:pt x="2588057" y="404344"/>
                </a:lnTo>
                <a:close/>
                <a:moveTo>
                  <a:pt x="2594016" y="404343"/>
                </a:moveTo>
                <a:lnTo>
                  <a:pt x="2593521" y="406376"/>
                </a:lnTo>
                <a:lnTo>
                  <a:pt x="2593521" y="404343"/>
                </a:lnTo>
                <a:close/>
                <a:moveTo>
                  <a:pt x="2601715" y="404341"/>
                </a:moveTo>
                <a:lnTo>
                  <a:pt x="2601715" y="405675"/>
                </a:lnTo>
                <a:lnTo>
                  <a:pt x="2601715" y="419688"/>
                </a:lnTo>
                <a:lnTo>
                  <a:pt x="2601715" y="425994"/>
                </a:lnTo>
                <a:lnTo>
                  <a:pt x="2600349" y="407076"/>
                </a:lnTo>
                <a:lnTo>
                  <a:pt x="2598983" y="417586"/>
                </a:lnTo>
                <a:lnTo>
                  <a:pt x="2598983" y="425293"/>
                </a:lnTo>
                <a:lnTo>
                  <a:pt x="2597618" y="414083"/>
                </a:lnTo>
                <a:lnTo>
                  <a:pt x="2597618" y="425293"/>
                </a:lnTo>
                <a:lnTo>
                  <a:pt x="2596252" y="419688"/>
                </a:lnTo>
                <a:lnTo>
                  <a:pt x="2596252" y="427395"/>
                </a:lnTo>
                <a:lnTo>
                  <a:pt x="2594886" y="411280"/>
                </a:lnTo>
                <a:lnTo>
                  <a:pt x="2594886" y="404342"/>
                </a:lnTo>
                <a:lnTo>
                  <a:pt x="2596252" y="404342"/>
                </a:lnTo>
                <a:close/>
                <a:moveTo>
                  <a:pt x="2606714" y="404339"/>
                </a:moveTo>
                <a:lnTo>
                  <a:pt x="2605812" y="411280"/>
                </a:lnTo>
                <a:lnTo>
                  <a:pt x="2605812" y="421790"/>
                </a:lnTo>
                <a:lnTo>
                  <a:pt x="2604446" y="414783"/>
                </a:lnTo>
                <a:lnTo>
                  <a:pt x="2604446" y="433701"/>
                </a:lnTo>
                <a:lnTo>
                  <a:pt x="2603367" y="404340"/>
                </a:lnTo>
                <a:lnTo>
                  <a:pt x="2604446" y="404340"/>
                </a:lnTo>
                <a:close/>
                <a:moveTo>
                  <a:pt x="2608543" y="404339"/>
                </a:moveTo>
                <a:lnTo>
                  <a:pt x="2608543" y="427395"/>
                </a:lnTo>
                <a:lnTo>
                  <a:pt x="2607178" y="407076"/>
                </a:lnTo>
                <a:lnTo>
                  <a:pt x="2607178" y="404339"/>
                </a:lnTo>
                <a:close/>
                <a:moveTo>
                  <a:pt x="2611275" y="404338"/>
                </a:moveTo>
                <a:lnTo>
                  <a:pt x="2611275" y="418287"/>
                </a:lnTo>
                <a:lnTo>
                  <a:pt x="2609909" y="418987"/>
                </a:lnTo>
                <a:lnTo>
                  <a:pt x="2609909" y="423892"/>
                </a:lnTo>
                <a:lnTo>
                  <a:pt x="2608548" y="404339"/>
                </a:lnTo>
                <a:close/>
                <a:moveTo>
                  <a:pt x="2612641" y="404338"/>
                </a:moveTo>
                <a:lnTo>
                  <a:pt x="2612641" y="430198"/>
                </a:lnTo>
                <a:lnTo>
                  <a:pt x="2611279" y="404338"/>
                </a:lnTo>
                <a:close/>
                <a:moveTo>
                  <a:pt x="2618103" y="404337"/>
                </a:moveTo>
                <a:lnTo>
                  <a:pt x="2618103" y="418987"/>
                </a:lnTo>
                <a:lnTo>
                  <a:pt x="2616738" y="409879"/>
                </a:lnTo>
                <a:lnTo>
                  <a:pt x="2616738" y="416185"/>
                </a:lnTo>
                <a:lnTo>
                  <a:pt x="2615372" y="416885"/>
                </a:lnTo>
                <a:lnTo>
                  <a:pt x="2615372" y="410580"/>
                </a:lnTo>
                <a:lnTo>
                  <a:pt x="2614007" y="423892"/>
                </a:lnTo>
                <a:lnTo>
                  <a:pt x="2614007" y="442109"/>
                </a:lnTo>
                <a:lnTo>
                  <a:pt x="2613075" y="404338"/>
                </a:lnTo>
                <a:close/>
                <a:moveTo>
                  <a:pt x="2626298" y="404335"/>
                </a:moveTo>
                <a:lnTo>
                  <a:pt x="2626298" y="411280"/>
                </a:lnTo>
                <a:lnTo>
                  <a:pt x="2624932" y="427395"/>
                </a:lnTo>
                <a:lnTo>
                  <a:pt x="2624932" y="430198"/>
                </a:lnTo>
                <a:lnTo>
                  <a:pt x="2623567" y="405675"/>
                </a:lnTo>
                <a:lnTo>
                  <a:pt x="2623567" y="423191"/>
                </a:lnTo>
                <a:lnTo>
                  <a:pt x="2622201" y="410580"/>
                </a:lnTo>
                <a:lnTo>
                  <a:pt x="2622201" y="429497"/>
                </a:lnTo>
                <a:lnTo>
                  <a:pt x="2620835" y="419688"/>
                </a:lnTo>
                <a:lnTo>
                  <a:pt x="2620835" y="416185"/>
                </a:lnTo>
                <a:lnTo>
                  <a:pt x="2619469" y="429497"/>
                </a:lnTo>
                <a:lnTo>
                  <a:pt x="2619469" y="404336"/>
                </a:lnTo>
                <a:lnTo>
                  <a:pt x="2624932" y="404335"/>
                </a:lnTo>
                <a:close/>
                <a:moveTo>
                  <a:pt x="2627664" y="404334"/>
                </a:moveTo>
                <a:lnTo>
                  <a:pt x="2627664" y="423191"/>
                </a:lnTo>
                <a:lnTo>
                  <a:pt x="2626351" y="404335"/>
                </a:lnTo>
                <a:close/>
                <a:moveTo>
                  <a:pt x="2631578" y="404333"/>
                </a:moveTo>
                <a:lnTo>
                  <a:pt x="2630395" y="418287"/>
                </a:lnTo>
                <a:lnTo>
                  <a:pt x="2630395" y="422491"/>
                </a:lnTo>
                <a:lnTo>
                  <a:pt x="2629029" y="414083"/>
                </a:lnTo>
                <a:lnTo>
                  <a:pt x="2629029" y="432300"/>
                </a:lnTo>
                <a:lnTo>
                  <a:pt x="2627762" y="404334"/>
                </a:lnTo>
                <a:lnTo>
                  <a:pt x="2629029" y="404334"/>
                </a:lnTo>
                <a:close/>
                <a:moveTo>
                  <a:pt x="2636735" y="404332"/>
                </a:moveTo>
                <a:lnTo>
                  <a:pt x="2635858" y="411981"/>
                </a:lnTo>
                <a:lnTo>
                  <a:pt x="2635858" y="426694"/>
                </a:lnTo>
                <a:lnTo>
                  <a:pt x="2634492" y="409879"/>
                </a:lnTo>
                <a:lnTo>
                  <a:pt x="2634492" y="421089"/>
                </a:lnTo>
                <a:lnTo>
                  <a:pt x="2634492" y="430198"/>
                </a:lnTo>
                <a:lnTo>
                  <a:pt x="2633127" y="416185"/>
                </a:lnTo>
                <a:lnTo>
                  <a:pt x="2633127" y="424593"/>
                </a:lnTo>
                <a:lnTo>
                  <a:pt x="2631761" y="422491"/>
                </a:lnTo>
                <a:lnTo>
                  <a:pt x="2631761" y="404333"/>
                </a:lnTo>
                <a:lnTo>
                  <a:pt x="2634492" y="404333"/>
                </a:lnTo>
                <a:close/>
                <a:moveTo>
                  <a:pt x="2637879" y="404332"/>
                </a:moveTo>
                <a:lnTo>
                  <a:pt x="2637224" y="414083"/>
                </a:lnTo>
                <a:lnTo>
                  <a:pt x="2637224" y="404332"/>
                </a:lnTo>
                <a:close/>
                <a:moveTo>
                  <a:pt x="2642161" y="404331"/>
                </a:moveTo>
                <a:lnTo>
                  <a:pt x="2641321" y="407777"/>
                </a:lnTo>
                <a:lnTo>
                  <a:pt x="2641321" y="418987"/>
                </a:lnTo>
                <a:lnTo>
                  <a:pt x="2639955" y="426694"/>
                </a:lnTo>
                <a:lnTo>
                  <a:pt x="2639955" y="417586"/>
                </a:lnTo>
                <a:lnTo>
                  <a:pt x="2639064" y="404332"/>
                </a:lnTo>
                <a:close/>
                <a:moveTo>
                  <a:pt x="2644562" y="404330"/>
                </a:moveTo>
                <a:lnTo>
                  <a:pt x="2644053" y="412682"/>
                </a:lnTo>
                <a:lnTo>
                  <a:pt x="2644053" y="407076"/>
                </a:lnTo>
                <a:lnTo>
                  <a:pt x="2642687" y="409879"/>
                </a:lnTo>
                <a:lnTo>
                  <a:pt x="2642687" y="404331"/>
                </a:lnTo>
                <a:close/>
                <a:moveTo>
                  <a:pt x="2647292" y="404330"/>
                </a:moveTo>
                <a:lnTo>
                  <a:pt x="2646784" y="410580"/>
                </a:lnTo>
                <a:lnTo>
                  <a:pt x="2646784" y="404330"/>
                </a:lnTo>
                <a:close/>
                <a:moveTo>
                  <a:pt x="2650881" y="404329"/>
                </a:moveTo>
                <a:lnTo>
                  <a:pt x="2650881" y="411280"/>
                </a:lnTo>
                <a:lnTo>
                  <a:pt x="2649515" y="410580"/>
                </a:lnTo>
                <a:lnTo>
                  <a:pt x="2649515" y="423191"/>
                </a:lnTo>
                <a:lnTo>
                  <a:pt x="2648765" y="404329"/>
                </a:lnTo>
                <a:close/>
                <a:moveTo>
                  <a:pt x="2653613" y="404328"/>
                </a:moveTo>
                <a:lnTo>
                  <a:pt x="2653613" y="435102"/>
                </a:lnTo>
                <a:lnTo>
                  <a:pt x="2652247" y="404974"/>
                </a:lnTo>
                <a:lnTo>
                  <a:pt x="2652247" y="404328"/>
                </a:lnTo>
                <a:close/>
                <a:moveTo>
                  <a:pt x="2654978" y="404328"/>
                </a:moveTo>
                <a:lnTo>
                  <a:pt x="2654978" y="412682"/>
                </a:lnTo>
                <a:lnTo>
                  <a:pt x="2654571" y="404328"/>
                </a:lnTo>
                <a:close/>
                <a:moveTo>
                  <a:pt x="2656344" y="404327"/>
                </a:moveTo>
                <a:lnTo>
                  <a:pt x="2656344" y="409879"/>
                </a:lnTo>
                <a:lnTo>
                  <a:pt x="2654991" y="404328"/>
                </a:lnTo>
                <a:close/>
                <a:moveTo>
                  <a:pt x="2659075" y="404327"/>
                </a:moveTo>
                <a:lnTo>
                  <a:pt x="2659075" y="410580"/>
                </a:lnTo>
                <a:lnTo>
                  <a:pt x="2657710" y="405675"/>
                </a:lnTo>
                <a:lnTo>
                  <a:pt x="2657710" y="445612"/>
                </a:lnTo>
                <a:lnTo>
                  <a:pt x="2656729" y="404327"/>
                </a:lnTo>
                <a:lnTo>
                  <a:pt x="2657710" y="404327"/>
                </a:lnTo>
                <a:close/>
                <a:moveTo>
                  <a:pt x="2660441" y="404326"/>
                </a:moveTo>
                <a:lnTo>
                  <a:pt x="2660441" y="416185"/>
                </a:lnTo>
                <a:lnTo>
                  <a:pt x="2660013" y="404326"/>
                </a:lnTo>
                <a:close/>
                <a:moveTo>
                  <a:pt x="2663173" y="404326"/>
                </a:moveTo>
                <a:lnTo>
                  <a:pt x="2663173" y="413382"/>
                </a:lnTo>
                <a:lnTo>
                  <a:pt x="2661807" y="411981"/>
                </a:lnTo>
                <a:lnTo>
                  <a:pt x="2661807" y="404326"/>
                </a:lnTo>
                <a:close/>
                <a:moveTo>
                  <a:pt x="2665904" y="404325"/>
                </a:moveTo>
                <a:lnTo>
                  <a:pt x="2665904" y="410580"/>
                </a:lnTo>
                <a:lnTo>
                  <a:pt x="2664539" y="424593"/>
                </a:lnTo>
                <a:lnTo>
                  <a:pt x="2664539" y="404325"/>
                </a:lnTo>
                <a:close/>
                <a:moveTo>
                  <a:pt x="2669622" y="404324"/>
                </a:moveTo>
                <a:lnTo>
                  <a:pt x="2668635" y="442809"/>
                </a:lnTo>
                <a:lnTo>
                  <a:pt x="2668635" y="430198"/>
                </a:lnTo>
                <a:lnTo>
                  <a:pt x="2667270" y="418987"/>
                </a:lnTo>
                <a:lnTo>
                  <a:pt x="2667270" y="411280"/>
                </a:lnTo>
                <a:lnTo>
                  <a:pt x="2667270" y="404325"/>
                </a:lnTo>
                <a:close/>
                <a:moveTo>
                  <a:pt x="2673901" y="404323"/>
                </a:moveTo>
                <a:lnTo>
                  <a:pt x="2672733" y="421089"/>
                </a:lnTo>
                <a:lnTo>
                  <a:pt x="2672733" y="404323"/>
                </a:lnTo>
                <a:close/>
                <a:moveTo>
                  <a:pt x="2675461" y="404323"/>
                </a:moveTo>
                <a:lnTo>
                  <a:pt x="2674099" y="424593"/>
                </a:lnTo>
                <a:lnTo>
                  <a:pt x="2674099" y="404323"/>
                </a:lnTo>
                <a:close/>
                <a:moveTo>
                  <a:pt x="2680377" y="404322"/>
                </a:moveTo>
                <a:lnTo>
                  <a:pt x="2679561" y="414783"/>
                </a:lnTo>
                <a:lnTo>
                  <a:pt x="2679561" y="405675"/>
                </a:lnTo>
                <a:lnTo>
                  <a:pt x="2679509" y="404322"/>
                </a:lnTo>
                <a:close/>
                <a:moveTo>
                  <a:pt x="2683659" y="404321"/>
                </a:moveTo>
                <a:lnTo>
                  <a:pt x="2683659" y="408478"/>
                </a:lnTo>
                <a:lnTo>
                  <a:pt x="2682293" y="409879"/>
                </a:lnTo>
                <a:lnTo>
                  <a:pt x="2682293" y="405675"/>
                </a:lnTo>
                <a:lnTo>
                  <a:pt x="2682222" y="404321"/>
                </a:lnTo>
                <a:close/>
                <a:moveTo>
                  <a:pt x="2686390" y="404320"/>
                </a:moveTo>
                <a:lnTo>
                  <a:pt x="2686390" y="414083"/>
                </a:lnTo>
                <a:lnTo>
                  <a:pt x="2686024" y="404320"/>
                </a:lnTo>
                <a:close/>
                <a:moveTo>
                  <a:pt x="2688725" y="404319"/>
                </a:moveTo>
                <a:lnTo>
                  <a:pt x="2687756" y="426694"/>
                </a:lnTo>
                <a:lnTo>
                  <a:pt x="2687756" y="404320"/>
                </a:lnTo>
                <a:close/>
                <a:moveTo>
                  <a:pt x="2689838" y="404319"/>
                </a:moveTo>
                <a:lnTo>
                  <a:pt x="2689121" y="418287"/>
                </a:lnTo>
                <a:lnTo>
                  <a:pt x="2689121" y="404319"/>
                </a:lnTo>
                <a:close/>
                <a:moveTo>
                  <a:pt x="2695950" y="404318"/>
                </a:moveTo>
                <a:lnTo>
                  <a:pt x="2695950" y="419688"/>
                </a:lnTo>
                <a:lnTo>
                  <a:pt x="2694585" y="414783"/>
                </a:lnTo>
                <a:lnTo>
                  <a:pt x="2694585" y="411981"/>
                </a:lnTo>
                <a:lnTo>
                  <a:pt x="2693219" y="407777"/>
                </a:lnTo>
                <a:lnTo>
                  <a:pt x="2693219" y="404318"/>
                </a:lnTo>
                <a:lnTo>
                  <a:pt x="2694585" y="404318"/>
                </a:lnTo>
                <a:close/>
                <a:moveTo>
                  <a:pt x="2700047" y="404317"/>
                </a:moveTo>
                <a:lnTo>
                  <a:pt x="2700047" y="407777"/>
                </a:lnTo>
                <a:lnTo>
                  <a:pt x="2698682" y="412682"/>
                </a:lnTo>
                <a:lnTo>
                  <a:pt x="2698682" y="426694"/>
                </a:lnTo>
                <a:lnTo>
                  <a:pt x="2697316" y="418987"/>
                </a:lnTo>
                <a:lnTo>
                  <a:pt x="2697316" y="416885"/>
                </a:lnTo>
                <a:lnTo>
                  <a:pt x="2696526" y="404318"/>
                </a:lnTo>
                <a:close/>
                <a:moveTo>
                  <a:pt x="2705260" y="404315"/>
                </a:moveTo>
                <a:lnTo>
                  <a:pt x="2704145" y="429497"/>
                </a:lnTo>
                <a:lnTo>
                  <a:pt x="2704145" y="423191"/>
                </a:lnTo>
                <a:lnTo>
                  <a:pt x="2704145" y="414783"/>
                </a:lnTo>
                <a:lnTo>
                  <a:pt x="2702779" y="406376"/>
                </a:lnTo>
                <a:lnTo>
                  <a:pt x="2702779" y="404316"/>
                </a:lnTo>
                <a:close/>
                <a:moveTo>
                  <a:pt x="2707314" y="404315"/>
                </a:moveTo>
                <a:lnTo>
                  <a:pt x="2706876" y="411280"/>
                </a:lnTo>
                <a:lnTo>
                  <a:pt x="2706876" y="404315"/>
                </a:lnTo>
                <a:close/>
                <a:moveTo>
                  <a:pt x="2710806" y="404314"/>
                </a:moveTo>
                <a:lnTo>
                  <a:pt x="2709607" y="419688"/>
                </a:lnTo>
                <a:lnTo>
                  <a:pt x="2709607" y="410580"/>
                </a:lnTo>
                <a:lnTo>
                  <a:pt x="2709026" y="404315"/>
                </a:lnTo>
                <a:close/>
                <a:moveTo>
                  <a:pt x="2713705" y="404313"/>
                </a:moveTo>
                <a:lnTo>
                  <a:pt x="2713705" y="411981"/>
                </a:lnTo>
                <a:lnTo>
                  <a:pt x="2712339" y="410580"/>
                </a:lnTo>
                <a:lnTo>
                  <a:pt x="2712339" y="406376"/>
                </a:lnTo>
                <a:lnTo>
                  <a:pt x="2710973" y="404974"/>
                </a:lnTo>
                <a:lnTo>
                  <a:pt x="2710973" y="404314"/>
                </a:lnTo>
                <a:close/>
                <a:moveTo>
                  <a:pt x="2715749" y="404313"/>
                </a:moveTo>
                <a:lnTo>
                  <a:pt x="2715071" y="410580"/>
                </a:lnTo>
                <a:lnTo>
                  <a:pt x="2715071" y="404313"/>
                </a:lnTo>
                <a:close/>
                <a:moveTo>
                  <a:pt x="2720533" y="404312"/>
                </a:moveTo>
                <a:lnTo>
                  <a:pt x="2720533" y="421089"/>
                </a:lnTo>
                <a:lnTo>
                  <a:pt x="2719167" y="410580"/>
                </a:lnTo>
                <a:lnTo>
                  <a:pt x="2719167" y="459625"/>
                </a:lnTo>
                <a:lnTo>
                  <a:pt x="2717802" y="414083"/>
                </a:lnTo>
                <a:lnTo>
                  <a:pt x="2717802" y="411981"/>
                </a:lnTo>
                <a:lnTo>
                  <a:pt x="2716436" y="405675"/>
                </a:lnTo>
                <a:lnTo>
                  <a:pt x="2716436" y="404313"/>
                </a:lnTo>
                <a:close/>
                <a:moveTo>
                  <a:pt x="2724631" y="404311"/>
                </a:moveTo>
                <a:lnTo>
                  <a:pt x="2724631" y="410580"/>
                </a:lnTo>
                <a:lnTo>
                  <a:pt x="2723265" y="407777"/>
                </a:lnTo>
                <a:lnTo>
                  <a:pt x="2723265" y="414783"/>
                </a:lnTo>
                <a:lnTo>
                  <a:pt x="2721899" y="430898"/>
                </a:lnTo>
                <a:lnTo>
                  <a:pt x="2721899" y="413382"/>
                </a:lnTo>
                <a:lnTo>
                  <a:pt x="2721346" y="404312"/>
                </a:lnTo>
                <a:close/>
                <a:moveTo>
                  <a:pt x="2730093" y="404309"/>
                </a:moveTo>
                <a:lnTo>
                  <a:pt x="2730093" y="409879"/>
                </a:lnTo>
                <a:lnTo>
                  <a:pt x="2728728" y="414783"/>
                </a:lnTo>
                <a:lnTo>
                  <a:pt x="2728728" y="408478"/>
                </a:lnTo>
                <a:lnTo>
                  <a:pt x="2727362" y="407777"/>
                </a:lnTo>
                <a:lnTo>
                  <a:pt x="2727362" y="435102"/>
                </a:lnTo>
                <a:lnTo>
                  <a:pt x="2725996" y="414083"/>
                </a:lnTo>
                <a:lnTo>
                  <a:pt x="2725996" y="426694"/>
                </a:lnTo>
                <a:lnTo>
                  <a:pt x="2724818" y="404311"/>
                </a:lnTo>
                <a:close/>
                <a:moveTo>
                  <a:pt x="2733733" y="404309"/>
                </a:moveTo>
                <a:lnTo>
                  <a:pt x="2732825" y="414083"/>
                </a:lnTo>
                <a:lnTo>
                  <a:pt x="2732825" y="427395"/>
                </a:lnTo>
                <a:lnTo>
                  <a:pt x="2732825" y="430898"/>
                </a:lnTo>
                <a:lnTo>
                  <a:pt x="2731459" y="413382"/>
                </a:lnTo>
                <a:lnTo>
                  <a:pt x="2731459" y="419688"/>
                </a:lnTo>
                <a:lnTo>
                  <a:pt x="2730690" y="404309"/>
                </a:lnTo>
                <a:close/>
                <a:moveTo>
                  <a:pt x="2743395" y="404306"/>
                </a:moveTo>
                <a:lnTo>
                  <a:pt x="2742385" y="418287"/>
                </a:lnTo>
                <a:lnTo>
                  <a:pt x="2742385" y="431599"/>
                </a:lnTo>
                <a:lnTo>
                  <a:pt x="2741019" y="410580"/>
                </a:lnTo>
                <a:lnTo>
                  <a:pt x="2741019" y="409879"/>
                </a:lnTo>
                <a:lnTo>
                  <a:pt x="2739653" y="404974"/>
                </a:lnTo>
                <a:lnTo>
                  <a:pt x="2739653" y="405675"/>
                </a:lnTo>
                <a:lnTo>
                  <a:pt x="2738288" y="433701"/>
                </a:lnTo>
                <a:lnTo>
                  <a:pt x="2738288" y="404974"/>
                </a:lnTo>
                <a:lnTo>
                  <a:pt x="2736922" y="425293"/>
                </a:lnTo>
                <a:lnTo>
                  <a:pt x="2736922" y="437204"/>
                </a:lnTo>
                <a:lnTo>
                  <a:pt x="2735556" y="410580"/>
                </a:lnTo>
                <a:lnTo>
                  <a:pt x="2735556" y="423191"/>
                </a:lnTo>
                <a:lnTo>
                  <a:pt x="2734191" y="421089"/>
                </a:lnTo>
                <a:lnTo>
                  <a:pt x="2734191" y="418987"/>
                </a:lnTo>
                <a:lnTo>
                  <a:pt x="2734191" y="404308"/>
                </a:lnTo>
                <a:lnTo>
                  <a:pt x="2736922" y="404308"/>
                </a:lnTo>
                <a:close/>
                <a:moveTo>
                  <a:pt x="2746480" y="404305"/>
                </a:moveTo>
                <a:lnTo>
                  <a:pt x="2745117" y="427395"/>
                </a:lnTo>
                <a:lnTo>
                  <a:pt x="2745117" y="413382"/>
                </a:lnTo>
                <a:lnTo>
                  <a:pt x="2743937" y="404306"/>
                </a:lnTo>
                <a:close/>
                <a:moveTo>
                  <a:pt x="2747783" y="404305"/>
                </a:moveTo>
                <a:lnTo>
                  <a:pt x="2746482" y="447013"/>
                </a:lnTo>
                <a:lnTo>
                  <a:pt x="2746482" y="413382"/>
                </a:lnTo>
                <a:lnTo>
                  <a:pt x="2746482" y="404305"/>
                </a:lnTo>
                <a:close/>
                <a:moveTo>
                  <a:pt x="2748426" y="404305"/>
                </a:moveTo>
                <a:lnTo>
                  <a:pt x="2747848" y="414083"/>
                </a:lnTo>
                <a:lnTo>
                  <a:pt x="2747848" y="404305"/>
                </a:lnTo>
                <a:close/>
                <a:moveTo>
                  <a:pt x="2752409" y="404304"/>
                </a:moveTo>
                <a:lnTo>
                  <a:pt x="2751945" y="454720"/>
                </a:lnTo>
                <a:lnTo>
                  <a:pt x="2751945" y="476440"/>
                </a:lnTo>
                <a:lnTo>
                  <a:pt x="2750579" y="407777"/>
                </a:lnTo>
                <a:lnTo>
                  <a:pt x="2750579" y="408478"/>
                </a:lnTo>
                <a:lnTo>
                  <a:pt x="2750579" y="498861"/>
                </a:lnTo>
                <a:lnTo>
                  <a:pt x="2749214" y="441408"/>
                </a:lnTo>
                <a:lnTo>
                  <a:pt x="2749214" y="404305"/>
                </a:lnTo>
                <a:close/>
                <a:moveTo>
                  <a:pt x="2754109" y="404304"/>
                </a:moveTo>
                <a:lnTo>
                  <a:pt x="2753311" y="430898"/>
                </a:lnTo>
                <a:lnTo>
                  <a:pt x="2753311" y="404304"/>
                </a:lnTo>
                <a:close/>
                <a:moveTo>
                  <a:pt x="2758499" y="404302"/>
                </a:moveTo>
                <a:lnTo>
                  <a:pt x="2757408" y="418287"/>
                </a:lnTo>
                <a:lnTo>
                  <a:pt x="2757408" y="430898"/>
                </a:lnTo>
                <a:lnTo>
                  <a:pt x="2756042" y="426694"/>
                </a:lnTo>
                <a:lnTo>
                  <a:pt x="2756042" y="507269"/>
                </a:lnTo>
                <a:lnTo>
                  <a:pt x="2754677" y="444911"/>
                </a:lnTo>
                <a:lnTo>
                  <a:pt x="2754677" y="404303"/>
                </a:lnTo>
                <a:close/>
                <a:moveTo>
                  <a:pt x="2761505" y="404302"/>
                </a:moveTo>
                <a:lnTo>
                  <a:pt x="2761505" y="498160"/>
                </a:lnTo>
                <a:lnTo>
                  <a:pt x="2760139" y="495358"/>
                </a:lnTo>
                <a:lnTo>
                  <a:pt x="2760139" y="465931"/>
                </a:lnTo>
                <a:lnTo>
                  <a:pt x="2758774" y="418287"/>
                </a:lnTo>
                <a:lnTo>
                  <a:pt x="2758774" y="404302"/>
                </a:lnTo>
                <a:lnTo>
                  <a:pt x="2760139" y="404302"/>
                </a:lnTo>
                <a:close/>
                <a:moveTo>
                  <a:pt x="2766309" y="404301"/>
                </a:moveTo>
                <a:lnTo>
                  <a:pt x="2765603" y="435803"/>
                </a:lnTo>
                <a:lnTo>
                  <a:pt x="2765603" y="416185"/>
                </a:lnTo>
                <a:lnTo>
                  <a:pt x="2764237" y="436504"/>
                </a:lnTo>
                <a:lnTo>
                  <a:pt x="2764237" y="467332"/>
                </a:lnTo>
                <a:lnTo>
                  <a:pt x="2762871" y="409879"/>
                </a:lnTo>
                <a:lnTo>
                  <a:pt x="2762871" y="404301"/>
                </a:lnTo>
                <a:close/>
                <a:moveTo>
                  <a:pt x="2768334" y="404300"/>
                </a:moveTo>
                <a:lnTo>
                  <a:pt x="2768334" y="483447"/>
                </a:lnTo>
                <a:lnTo>
                  <a:pt x="2767393" y="404300"/>
                </a:lnTo>
                <a:close/>
                <a:moveTo>
                  <a:pt x="2769796" y="404300"/>
                </a:moveTo>
                <a:lnTo>
                  <a:pt x="2769699" y="409178"/>
                </a:lnTo>
                <a:lnTo>
                  <a:pt x="2769699" y="434402"/>
                </a:lnTo>
                <a:lnTo>
                  <a:pt x="2769048" y="404300"/>
                </a:lnTo>
                <a:lnTo>
                  <a:pt x="2769699" y="404300"/>
                </a:lnTo>
                <a:close/>
                <a:moveTo>
                  <a:pt x="2771704" y="404299"/>
                </a:moveTo>
                <a:lnTo>
                  <a:pt x="2771065" y="435102"/>
                </a:lnTo>
                <a:lnTo>
                  <a:pt x="2771065" y="404299"/>
                </a:lnTo>
                <a:close/>
                <a:moveTo>
                  <a:pt x="2773279" y="404299"/>
                </a:moveTo>
                <a:lnTo>
                  <a:pt x="2772431" y="407777"/>
                </a:lnTo>
                <a:lnTo>
                  <a:pt x="2772431" y="404299"/>
                </a:lnTo>
                <a:close/>
                <a:moveTo>
                  <a:pt x="2774776" y="404299"/>
                </a:moveTo>
                <a:lnTo>
                  <a:pt x="2773797" y="430898"/>
                </a:lnTo>
                <a:lnTo>
                  <a:pt x="2773797" y="404299"/>
                </a:lnTo>
                <a:close/>
                <a:moveTo>
                  <a:pt x="2780008" y="404297"/>
                </a:moveTo>
                <a:lnTo>
                  <a:pt x="2779260" y="428096"/>
                </a:lnTo>
                <a:lnTo>
                  <a:pt x="2779260" y="428796"/>
                </a:lnTo>
                <a:lnTo>
                  <a:pt x="2778757" y="404298"/>
                </a:lnTo>
                <a:lnTo>
                  <a:pt x="2779260" y="404297"/>
                </a:lnTo>
                <a:close/>
                <a:moveTo>
                  <a:pt x="2781991" y="404297"/>
                </a:moveTo>
                <a:lnTo>
                  <a:pt x="2781991" y="433701"/>
                </a:lnTo>
                <a:lnTo>
                  <a:pt x="2781135" y="404297"/>
                </a:lnTo>
                <a:close/>
                <a:moveTo>
                  <a:pt x="2783357" y="404296"/>
                </a:moveTo>
                <a:lnTo>
                  <a:pt x="2783357" y="408478"/>
                </a:lnTo>
                <a:lnTo>
                  <a:pt x="2782678" y="404297"/>
                </a:lnTo>
                <a:close/>
                <a:moveTo>
                  <a:pt x="2785631" y="404296"/>
                </a:moveTo>
                <a:lnTo>
                  <a:pt x="2784723" y="412682"/>
                </a:lnTo>
                <a:lnTo>
                  <a:pt x="2784723" y="410580"/>
                </a:lnTo>
                <a:lnTo>
                  <a:pt x="2784424" y="404296"/>
                </a:lnTo>
                <a:close/>
                <a:moveTo>
                  <a:pt x="2790185" y="404295"/>
                </a:moveTo>
                <a:lnTo>
                  <a:pt x="2790185" y="409178"/>
                </a:lnTo>
                <a:lnTo>
                  <a:pt x="2788820" y="409178"/>
                </a:lnTo>
                <a:lnTo>
                  <a:pt x="2788820" y="404295"/>
                </a:lnTo>
                <a:close/>
                <a:moveTo>
                  <a:pt x="2791551" y="404294"/>
                </a:moveTo>
                <a:lnTo>
                  <a:pt x="2791551" y="439306"/>
                </a:lnTo>
                <a:lnTo>
                  <a:pt x="2790501" y="404295"/>
                </a:lnTo>
                <a:close/>
                <a:moveTo>
                  <a:pt x="2799640" y="404292"/>
                </a:moveTo>
                <a:lnTo>
                  <a:pt x="2798380" y="421089"/>
                </a:lnTo>
                <a:lnTo>
                  <a:pt x="2798380" y="413382"/>
                </a:lnTo>
                <a:lnTo>
                  <a:pt x="2797014" y="408478"/>
                </a:lnTo>
                <a:lnTo>
                  <a:pt x="2797014" y="404293"/>
                </a:lnTo>
                <a:close/>
                <a:moveTo>
                  <a:pt x="2801258" y="404292"/>
                </a:moveTo>
                <a:lnTo>
                  <a:pt x="2801111" y="409879"/>
                </a:lnTo>
                <a:lnTo>
                  <a:pt x="2801111" y="404292"/>
                </a:lnTo>
                <a:close/>
                <a:moveTo>
                  <a:pt x="2803534" y="404292"/>
                </a:moveTo>
                <a:lnTo>
                  <a:pt x="2802477" y="421089"/>
                </a:lnTo>
                <a:lnTo>
                  <a:pt x="2802477" y="404292"/>
                </a:lnTo>
                <a:close/>
                <a:moveTo>
                  <a:pt x="2806204" y="404291"/>
                </a:moveTo>
                <a:lnTo>
                  <a:pt x="2805209" y="423191"/>
                </a:lnTo>
                <a:lnTo>
                  <a:pt x="2805209" y="417586"/>
                </a:lnTo>
                <a:lnTo>
                  <a:pt x="2803843" y="411280"/>
                </a:lnTo>
                <a:lnTo>
                  <a:pt x="2803843" y="404291"/>
                </a:lnTo>
                <a:close/>
                <a:moveTo>
                  <a:pt x="2809306" y="404290"/>
                </a:moveTo>
                <a:lnTo>
                  <a:pt x="2809306" y="416885"/>
                </a:lnTo>
                <a:lnTo>
                  <a:pt x="2808784" y="404290"/>
                </a:lnTo>
                <a:close/>
                <a:moveTo>
                  <a:pt x="2812037" y="404289"/>
                </a:moveTo>
                <a:lnTo>
                  <a:pt x="2812037" y="416185"/>
                </a:lnTo>
                <a:lnTo>
                  <a:pt x="2810671" y="411280"/>
                </a:lnTo>
                <a:lnTo>
                  <a:pt x="2810671" y="404290"/>
                </a:lnTo>
                <a:close/>
                <a:moveTo>
                  <a:pt x="2818533" y="404288"/>
                </a:moveTo>
                <a:lnTo>
                  <a:pt x="2817500" y="423892"/>
                </a:lnTo>
                <a:lnTo>
                  <a:pt x="2817500" y="431599"/>
                </a:lnTo>
                <a:lnTo>
                  <a:pt x="2816135" y="407777"/>
                </a:lnTo>
                <a:lnTo>
                  <a:pt x="2816135" y="408478"/>
                </a:lnTo>
                <a:lnTo>
                  <a:pt x="2814769" y="414783"/>
                </a:lnTo>
                <a:lnTo>
                  <a:pt x="2814769" y="423892"/>
                </a:lnTo>
                <a:lnTo>
                  <a:pt x="2813403" y="418287"/>
                </a:lnTo>
                <a:lnTo>
                  <a:pt x="2813403" y="404289"/>
                </a:lnTo>
                <a:close/>
                <a:moveTo>
                  <a:pt x="2821597" y="404287"/>
                </a:moveTo>
                <a:lnTo>
                  <a:pt x="2821597" y="414083"/>
                </a:lnTo>
                <a:lnTo>
                  <a:pt x="2821597" y="423892"/>
                </a:lnTo>
                <a:lnTo>
                  <a:pt x="2820231" y="423191"/>
                </a:lnTo>
                <a:lnTo>
                  <a:pt x="2820231" y="414083"/>
                </a:lnTo>
                <a:lnTo>
                  <a:pt x="2819322" y="404288"/>
                </a:lnTo>
                <a:close/>
                <a:moveTo>
                  <a:pt x="2826413" y="404286"/>
                </a:moveTo>
                <a:lnTo>
                  <a:pt x="2825695" y="418287"/>
                </a:lnTo>
                <a:lnTo>
                  <a:pt x="2825695" y="422491"/>
                </a:lnTo>
                <a:lnTo>
                  <a:pt x="2824329" y="406376"/>
                </a:lnTo>
                <a:lnTo>
                  <a:pt x="2824329" y="426694"/>
                </a:lnTo>
                <a:lnTo>
                  <a:pt x="2822963" y="416885"/>
                </a:lnTo>
                <a:lnTo>
                  <a:pt x="2822963" y="404287"/>
                </a:lnTo>
                <a:close/>
                <a:moveTo>
                  <a:pt x="2828880" y="404285"/>
                </a:moveTo>
                <a:lnTo>
                  <a:pt x="2828426" y="408478"/>
                </a:lnTo>
                <a:lnTo>
                  <a:pt x="2828426" y="429497"/>
                </a:lnTo>
                <a:lnTo>
                  <a:pt x="2827060" y="409178"/>
                </a:lnTo>
                <a:lnTo>
                  <a:pt x="2827060" y="404286"/>
                </a:lnTo>
                <a:close/>
                <a:moveTo>
                  <a:pt x="2830533" y="404285"/>
                </a:moveTo>
                <a:lnTo>
                  <a:pt x="2829792" y="417586"/>
                </a:lnTo>
                <a:lnTo>
                  <a:pt x="2829792" y="404285"/>
                </a:lnTo>
                <a:close/>
                <a:moveTo>
                  <a:pt x="2836147" y="404284"/>
                </a:moveTo>
                <a:lnTo>
                  <a:pt x="2835255" y="416185"/>
                </a:lnTo>
                <a:lnTo>
                  <a:pt x="2835255" y="410580"/>
                </a:lnTo>
                <a:lnTo>
                  <a:pt x="2833889" y="420389"/>
                </a:lnTo>
                <a:lnTo>
                  <a:pt x="2833889" y="421089"/>
                </a:lnTo>
                <a:lnTo>
                  <a:pt x="2832523" y="407076"/>
                </a:lnTo>
                <a:lnTo>
                  <a:pt x="2832523" y="408478"/>
                </a:lnTo>
                <a:lnTo>
                  <a:pt x="2832231" y="404285"/>
                </a:lnTo>
                <a:lnTo>
                  <a:pt x="2832523" y="404284"/>
                </a:lnTo>
                <a:close/>
                <a:moveTo>
                  <a:pt x="2837680" y="404283"/>
                </a:moveTo>
                <a:lnTo>
                  <a:pt x="2836620" y="445612"/>
                </a:lnTo>
                <a:lnTo>
                  <a:pt x="2836620" y="404283"/>
                </a:lnTo>
                <a:close/>
                <a:moveTo>
                  <a:pt x="2840139" y="404283"/>
                </a:moveTo>
                <a:lnTo>
                  <a:pt x="2839352" y="414783"/>
                </a:lnTo>
                <a:lnTo>
                  <a:pt x="2839352" y="421089"/>
                </a:lnTo>
                <a:lnTo>
                  <a:pt x="2838359" y="404283"/>
                </a:lnTo>
                <a:close/>
                <a:moveTo>
                  <a:pt x="2844815" y="404281"/>
                </a:moveTo>
                <a:lnTo>
                  <a:pt x="2844815" y="425994"/>
                </a:lnTo>
                <a:lnTo>
                  <a:pt x="2843449" y="414083"/>
                </a:lnTo>
                <a:lnTo>
                  <a:pt x="2843449" y="418287"/>
                </a:lnTo>
                <a:lnTo>
                  <a:pt x="2842083" y="407076"/>
                </a:lnTo>
                <a:lnTo>
                  <a:pt x="2842083" y="435102"/>
                </a:lnTo>
                <a:lnTo>
                  <a:pt x="2840857" y="404282"/>
                </a:lnTo>
                <a:close/>
                <a:moveTo>
                  <a:pt x="2848912" y="404280"/>
                </a:moveTo>
                <a:lnTo>
                  <a:pt x="2848912" y="411981"/>
                </a:lnTo>
                <a:lnTo>
                  <a:pt x="2847546" y="409178"/>
                </a:lnTo>
                <a:lnTo>
                  <a:pt x="2847546" y="421089"/>
                </a:lnTo>
                <a:lnTo>
                  <a:pt x="2846181" y="435102"/>
                </a:lnTo>
                <a:lnTo>
                  <a:pt x="2846181" y="426694"/>
                </a:lnTo>
                <a:lnTo>
                  <a:pt x="2845031" y="404281"/>
                </a:lnTo>
                <a:close/>
                <a:moveTo>
                  <a:pt x="2852693" y="404280"/>
                </a:moveTo>
                <a:lnTo>
                  <a:pt x="2851643" y="418287"/>
                </a:lnTo>
                <a:lnTo>
                  <a:pt x="2851643" y="435803"/>
                </a:lnTo>
                <a:lnTo>
                  <a:pt x="2850278" y="410580"/>
                </a:lnTo>
                <a:lnTo>
                  <a:pt x="2850278" y="404280"/>
                </a:lnTo>
                <a:close/>
                <a:moveTo>
                  <a:pt x="2858472" y="404278"/>
                </a:moveTo>
                <a:lnTo>
                  <a:pt x="2858472" y="428096"/>
                </a:lnTo>
                <a:lnTo>
                  <a:pt x="2857106" y="418287"/>
                </a:lnTo>
                <a:lnTo>
                  <a:pt x="2857106" y="424593"/>
                </a:lnTo>
                <a:lnTo>
                  <a:pt x="2855741" y="410580"/>
                </a:lnTo>
                <a:lnTo>
                  <a:pt x="2855741" y="416885"/>
                </a:lnTo>
                <a:lnTo>
                  <a:pt x="2854375" y="429497"/>
                </a:lnTo>
                <a:lnTo>
                  <a:pt x="2854375" y="419688"/>
                </a:lnTo>
                <a:lnTo>
                  <a:pt x="2854375" y="407777"/>
                </a:lnTo>
                <a:lnTo>
                  <a:pt x="2853009" y="416185"/>
                </a:lnTo>
                <a:lnTo>
                  <a:pt x="2853009" y="404279"/>
                </a:lnTo>
                <a:close/>
                <a:moveTo>
                  <a:pt x="2859838" y="404278"/>
                </a:moveTo>
                <a:lnTo>
                  <a:pt x="2859838" y="418287"/>
                </a:lnTo>
                <a:lnTo>
                  <a:pt x="2858896" y="404278"/>
                </a:lnTo>
                <a:close/>
                <a:moveTo>
                  <a:pt x="2865301" y="404276"/>
                </a:moveTo>
                <a:lnTo>
                  <a:pt x="2865301" y="407076"/>
                </a:lnTo>
                <a:lnTo>
                  <a:pt x="2863935" y="411280"/>
                </a:lnTo>
                <a:lnTo>
                  <a:pt x="2863935" y="433000"/>
                </a:lnTo>
                <a:lnTo>
                  <a:pt x="2862569" y="434402"/>
                </a:lnTo>
                <a:lnTo>
                  <a:pt x="2862569" y="444211"/>
                </a:lnTo>
                <a:lnTo>
                  <a:pt x="2861203" y="428096"/>
                </a:lnTo>
                <a:lnTo>
                  <a:pt x="2861203" y="414783"/>
                </a:lnTo>
                <a:lnTo>
                  <a:pt x="2860563" y="404278"/>
                </a:lnTo>
                <a:lnTo>
                  <a:pt x="2863935" y="404277"/>
                </a:lnTo>
                <a:close/>
                <a:moveTo>
                  <a:pt x="2867941" y="404276"/>
                </a:moveTo>
                <a:lnTo>
                  <a:pt x="2866667" y="414083"/>
                </a:lnTo>
                <a:lnTo>
                  <a:pt x="2866667" y="407777"/>
                </a:lnTo>
                <a:lnTo>
                  <a:pt x="2866098" y="404276"/>
                </a:lnTo>
                <a:close/>
                <a:moveTo>
                  <a:pt x="2869576" y="404275"/>
                </a:moveTo>
                <a:lnTo>
                  <a:pt x="2869398" y="408478"/>
                </a:lnTo>
                <a:lnTo>
                  <a:pt x="2869398" y="410580"/>
                </a:lnTo>
                <a:lnTo>
                  <a:pt x="2868032" y="414083"/>
                </a:lnTo>
                <a:lnTo>
                  <a:pt x="2868032" y="404276"/>
                </a:lnTo>
                <a:close/>
                <a:moveTo>
                  <a:pt x="2871988" y="404275"/>
                </a:moveTo>
                <a:lnTo>
                  <a:pt x="2870763" y="440707"/>
                </a:lnTo>
                <a:lnTo>
                  <a:pt x="2870763" y="404275"/>
                </a:lnTo>
                <a:close/>
                <a:moveTo>
                  <a:pt x="2874218" y="404274"/>
                </a:moveTo>
                <a:lnTo>
                  <a:pt x="2873495" y="410580"/>
                </a:lnTo>
                <a:lnTo>
                  <a:pt x="2873495" y="418987"/>
                </a:lnTo>
                <a:lnTo>
                  <a:pt x="2872348" y="404275"/>
                </a:lnTo>
                <a:close/>
                <a:moveTo>
                  <a:pt x="2746482" y="404274"/>
                </a:moveTo>
                <a:lnTo>
                  <a:pt x="2746482" y="404305"/>
                </a:lnTo>
                <a:lnTo>
                  <a:pt x="2746480" y="404305"/>
                </a:lnTo>
                <a:close/>
                <a:moveTo>
                  <a:pt x="2654978" y="404274"/>
                </a:moveTo>
                <a:lnTo>
                  <a:pt x="2654991" y="404328"/>
                </a:lnTo>
                <a:lnTo>
                  <a:pt x="2654978" y="404328"/>
                </a:lnTo>
                <a:close/>
                <a:moveTo>
                  <a:pt x="2611275" y="404274"/>
                </a:moveTo>
                <a:lnTo>
                  <a:pt x="2611279" y="404338"/>
                </a:lnTo>
                <a:lnTo>
                  <a:pt x="2611275" y="404338"/>
                </a:lnTo>
                <a:close/>
                <a:moveTo>
                  <a:pt x="2608543" y="404274"/>
                </a:moveTo>
                <a:lnTo>
                  <a:pt x="2608548" y="404339"/>
                </a:lnTo>
                <a:lnTo>
                  <a:pt x="2608543" y="404339"/>
                </a:lnTo>
                <a:close/>
                <a:moveTo>
                  <a:pt x="2517039" y="404274"/>
                </a:moveTo>
                <a:lnTo>
                  <a:pt x="2517042" y="404361"/>
                </a:lnTo>
                <a:lnTo>
                  <a:pt x="2517039" y="404361"/>
                </a:lnTo>
                <a:close/>
                <a:moveTo>
                  <a:pt x="2492457" y="404274"/>
                </a:moveTo>
                <a:lnTo>
                  <a:pt x="2492457" y="404367"/>
                </a:lnTo>
                <a:lnTo>
                  <a:pt x="2492449" y="404367"/>
                </a:lnTo>
                <a:close/>
                <a:moveTo>
                  <a:pt x="2077275" y="404274"/>
                </a:moveTo>
                <a:lnTo>
                  <a:pt x="2077338" y="404468"/>
                </a:lnTo>
                <a:lnTo>
                  <a:pt x="2077275" y="404468"/>
                </a:lnTo>
                <a:close/>
                <a:moveTo>
                  <a:pt x="1786374" y="404274"/>
                </a:moveTo>
                <a:lnTo>
                  <a:pt x="1786389" y="404539"/>
                </a:lnTo>
                <a:lnTo>
                  <a:pt x="1786374" y="404539"/>
                </a:lnTo>
                <a:close/>
                <a:moveTo>
                  <a:pt x="1671653" y="404274"/>
                </a:moveTo>
                <a:lnTo>
                  <a:pt x="1671653" y="404567"/>
                </a:lnTo>
                <a:lnTo>
                  <a:pt x="1671621" y="404567"/>
                </a:lnTo>
                <a:close/>
                <a:moveTo>
                  <a:pt x="1455868" y="404274"/>
                </a:moveTo>
                <a:lnTo>
                  <a:pt x="1455873" y="404620"/>
                </a:lnTo>
                <a:lnTo>
                  <a:pt x="1455868" y="404620"/>
                </a:lnTo>
                <a:close/>
                <a:moveTo>
                  <a:pt x="1154041" y="404274"/>
                </a:moveTo>
                <a:lnTo>
                  <a:pt x="1154041" y="404693"/>
                </a:lnTo>
                <a:lnTo>
                  <a:pt x="1154022" y="404693"/>
                </a:lnTo>
                <a:close/>
                <a:moveTo>
                  <a:pt x="1134921" y="404274"/>
                </a:moveTo>
                <a:lnTo>
                  <a:pt x="1135013" y="404698"/>
                </a:lnTo>
                <a:lnTo>
                  <a:pt x="1134921" y="404698"/>
                </a:lnTo>
                <a:close/>
                <a:moveTo>
                  <a:pt x="570875" y="404274"/>
                </a:moveTo>
                <a:lnTo>
                  <a:pt x="570875" y="404835"/>
                </a:lnTo>
                <a:lnTo>
                  <a:pt x="570820" y="404835"/>
                </a:lnTo>
                <a:close/>
                <a:moveTo>
                  <a:pt x="456154" y="404274"/>
                </a:moveTo>
                <a:lnTo>
                  <a:pt x="456154" y="404863"/>
                </a:lnTo>
                <a:lnTo>
                  <a:pt x="456127" y="404863"/>
                </a:lnTo>
                <a:close/>
                <a:moveTo>
                  <a:pt x="185739" y="404274"/>
                </a:moveTo>
                <a:lnTo>
                  <a:pt x="185782" y="404929"/>
                </a:lnTo>
                <a:lnTo>
                  <a:pt x="185739" y="404929"/>
                </a:lnTo>
                <a:close/>
                <a:moveTo>
                  <a:pt x="84675" y="404274"/>
                </a:moveTo>
                <a:lnTo>
                  <a:pt x="84675" y="404954"/>
                </a:lnTo>
                <a:lnTo>
                  <a:pt x="84543" y="404954"/>
                </a:lnTo>
                <a:close/>
                <a:moveTo>
                  <a:pt x="35509" y="404274"/>
                </a:moveTo>
                <a:lnTo>
                  <a:pt x="35580" y="404966"/>
                </a:lnTo>
                <a:lnTo>
                  <a:pt x="35509" y="404966"/>
                </a:lnTo>
                <a:close/>
                <a:moveTo>
                  <a:pt x="2878958" y="404273"/>
                </a:moveTo>
                <a:lnTo>
                  <a:pt x="2878958" y="411981"/>
                </a:lnTo>
                <a:lnTo>
                  <a:pt x="2877592" y="433701"/>
                </a:lnTo>
                <a:lnTo>
                  <a:pt x="2877592" y="414083"/>
                </a:lnTo>
                <a:lnTo>
                  <a:pt x="2876227" y="420389"/>
                </a:lnTo>
                <a:lnTo>
                  <a:pt x="2876227" y="404274"/>
                </a:lnTo>
                <a:close/>
                <a:moveTo>
                  <a:pt x="2880324" y="404273"/>
                </a:moveTo>
                <a:lnTo>
                  <a:pt x="2880324" y="425994"/>
                </a:lnTo>
                <a:lnTo>
                  <a:pt x="2879316" y="404273"/>
                </a:lnTo>
                <a:close/>
                <a:moveTo>
                  <a:pt x="2881911" y="404272"/>
                </a:moveTo>
                <a:lnTo>
                  <a:pt x="2881689" y="408478"/>
                </a:lnTo>
                <a:lnTo>
                  <a:pt x="2881689" y="404272"/>
                </a:lnTo>
                <a:close/>
                <a:moveTo>
                  <a:pt x="2887152" y="404271"/>
                </a:moveTo>
                <a:lnTo>
                  <a:pt x="2887152" y="435102"/>
                </a:lnTo>
                <a:lnTo>
                  <a:pt x="2885787" y="411981"/>
                </a:lnTo>
                <a:lnTo>
                  <a:pt x="2885787" y="404274"/>
                </a:lnTo>
                <a:lnTo>
                  <a:pt x="2884421" y="409178"/>
                </a:lnTo>
                <a:lnTo>
                  <a:pt x="2884421" y="405675"/>
                </a:lnTo>
                <a:lnTo>
                  <a:pt x="2884250" y="404272"/>
                </a:lnTo>
                <a:close/>
                <a:moveTo>
                  <a:pt x="2891249" y="404270"/>
                </a:moveTo>
                <a:lnTo>
                  <a:pt x="2891249" y="426694"/>
                </a:lnTo>
                <a:lnTo>
                  <a:pt x="2889884" y="406376"/>
                </a:lnTo>
                <a:lnTo>
                  <a:pt x="2889884" y="414083"/>
                </a:lnTo>
                <a:lnTo>
                  <a:pt x="2888518" y="404974"/>
                </a:lnTo>
                <a:lnTo>
                  <a:pt x="2888518" y="404271"/>
                </a:lnTo>
                <a:close/>
                <a:moveTo>
                  <a:pt x="2892881" y="404270"/>
                </a:moveTo>
                <a:lnTo>
                  <a:pt x="2892615" y="409178"/>
                </a:lnTo>
                <a:lnTo>
                  <a:pt x="2892615" y="417586"/>
                </a:lnTo>
                <a:lnTo>
                  <a:pt x="2892615" y="421089"/>
                </a:lnTo>
                <a:lnTo>
                  <a:pt x="2892166" y="404270"/>
                </a:lnTo>
                <a:close/>
                <a:moveTo>
                  <a:pt x="2895347" y="404269"/>
                </a:moveTo>
                <a:lnTo>
                  <a:pt x="2895347" y="420389"/>
                </a:lnTo>
                <a:lnTo>
                  <a:pt x="2894138" y="404269"/>
                </a:lnTo>
                <a:close/>
                <a:moveTo>
                  <a:pt x="2901307" y="404268"/>
                </a:moveTo>
                <a:lnTo>
                  <a:pt x="2900810" y="412682"/>
                </a:lnTo>
                <a:lnTo>
                  <a:pt x="2900810" y="425994"/>
                </a:lnTo>
                <a:lnTo>
                  <a:pt x="2899889" y="404268"/>
                </a:lnTo>
                <a:lnTo>
                  <a:pt x="2900810" y="404268"/>
                </a:lnTo>
                <a:close/>
                <a:moveTo>
                  <a:pt x="2903541" y="404267"/>
                </a:moveTo>
                <a:lnTo>
                  <a:pt x="2903541" y="430898"/>
                </a:lnTo>
                <a:lnTo>
                  <a:pt x="2902742" y="404267"/>
                </a:lnTo>
                <a:close/>
                <a:moveTo>
                  <a:pt x="2909004" y="404266"/>
                </a:moveTo>
                <a:lnTo>
                  <a:pt x="2909004" y="417586"/>
                </a:lnTo>
                <a:lnTo>
                  <a:pt x="2907638" y="418987"/>
                </a:lnTo>
                <a:lnTo>
                  <a:pt x="2907638" y="404974"/>
                </a:lnTo>
                <a:lnTo>
                  <a:pt x="2907532" y="404266"/>
                </a:lnTo>
                <a:close/>
                <a:moveTo>
                  <a:pt x="2911735" y="404265"/>
                </a:moveTo>
                <a:lnTo>
                  <a:pt x="2911735" y="405675"/>
                </a:lnTo>
                <a:lnTo>
                  <a:pt x="2910370" y="407777"/>
                </a:lnTo>
                <a:lnTo>
                  <a:pt x="2910370" y="404265"/>
                </a:lnTo>
                <a:close/>
                <a:moveTo>
                  <a:pt x="2913864" y="404265"/>
                </a:moveTo>
                <a:lnTo>
                  <a:pt x="2913101" y="421089"/>
                </a:lnTo>
                <a:lnTo>
                  <a:pt x="2913101" y="406376"/>
                </a:lnTo>
                <a:lnTo>
                  <a:pt x="2912959" y="404265"/>
                </a:lnTo>
                <a:close/>
                <a:moveTo>
                  <a:pt x="2918564" y="404263"/>
                </a:moveTo>
                <a:lnTo>
                  <a:pt x="2918564" y="405675"/>
                </a:lnTo>
                <a:lnTo>
                  <a:pt x="2917199" y="419688"/>
                </a:lnTo>
                <a:lnTo>
                  <a:pt x="2917199" y="404264"/>
                </a:lnTo>
                <a:close/>
                <a:moveTo>
                  <a:pt x="2919930" y="404263"/>
                </a:moveTo>
                <a:lnTo>
                  <a:pt x="2919930" y="425994"/>
                </a:lnTo>
                <a:lnTo>
                  <a:pt x="2919009" y="404263"/>
                </a:lnTo>
                <a:close/>
                <a:moveTo>
                  <a:pt x="2924027" y="404262"/>
                </a:moveTo>
                <a:lnTo>
                  <a:pt x="2924027" y="421790"/>
                </a:lnTo>
                <a:lnTo>
                  <a:pt x="2923501" y="404262"/>
                </a:lnTo>
                <a:close/>
                <a:moveTo>
                  <a:pt x="2931288" y="404260"/>
                </a:moveTo>
                <a:lnTo>
                  <a:pt x="2930856" y="416885"/>
                </a:lnTo>
                <a:lnTo>
                  <a:pt x="2930856" y="445612"/>
                </a:lnTo>
                <a:lnTo>
                  <a:pt x="2929490" y="424593"/>
                </a:lnTo>
                <a:lnTo>
                  <a:pt x="2929490" y="423191"/>
                </a:lnTo>
                <a:lnTo>
                  <a:pt x="2928300" y="404261"/>
                </a:lnTo>
                <a:lnTo>
                  <a:pt x="2930856" y="404260"/>
                </a:lnTo>
                <a:close/>
                <a:moveTo>
                  <a:pt x="2933587" y="404260"/>
                </a:moveTo>
                <a:lnTo>
                  <a:pt x="2933587" y="405675"/>
                </a:lnTo>
                <a:lnTo>
                  <a:pt x="2933587" y="433701"/>
                </a:lnTo>
                <a:lnTo>
                  <a:pt x="2932221" y="444911"/>
                </a:lnTo>
                <a:lnTo>
                  <a:pt x="2932221" y="404260"/>
                </a:lnTo>
                <a:close/>
                <a:moveTo>
                  <a:pt x="2936319" y="404259"/>
                </a:moveTo>
                <a:lnTo>
                  <a:pt x="2936319" y="407777"/>
                </a:lnTo>
                <a:lnTo>
                  <a:pt x="2935696" y="404259"/>
                </a:lnTo>
                <a:close/>
                <a:moveTo>
                  <a:pt x="2940416" y="404258"/>
                </a:moveTo>
                <a:lnTo>
                  <a:pt x="2940416" y="437204"/>
                </a:lnTo>
                <a:lnTo>
                  <a:pt x="2939050" y="410580"/>
                </a:lnTo>
                <a:lnTo>
                  <a:pt x="2939050" y="460326"/>
                </a:lnTo>
                <a:lnTo>
                  <a:pt x="2937684" y="410580"/>
                </a:lnTo>
                <a:lnTo>
                  <a:pt x="2937684" y="404259"/>
                </a:lnTo>
                <a:close/>
                <a:moveTo>
                  <a:pt x="2943147" y="404258"/>
                </a:moveTo>
                <a:lnTo>
                  <a:pt x="2943147" y="425994"/>
                </a:lnTo>
                <a:lnTo>
                  <a:pt x="2941781" y="484848"/>
                </a:lnTo>
                <a:lnTo>
                  <a:pt x="2941781" y="418987"/>
                </a:lnTo>
                <a:lnTo>
                  <a:pt x="2941612" y="404258"/>
                </a:lnTo>
                <a:close/>
                <a:moveTo>
                  <a:pt x="2945611" y="404257"/>
                </a:moveTo>
                <a:lnTo>
                  <a:pt x="2944513" y="504466"/>
                </a:lnTo>
                <a:lnTo>
                  <a:pt x="2944513" y="451918"/>
                </a:lnTo>
                <a:lnTo>
                  <a:pt x="2943947" y="404257"/>
                </a:lnTo>
                <a:close/>
                <a:moveTo>
                  <a:pt x="2948110" y="404256"/>
                </a:moveTo>
                <a:lnTo>
                  <a:pt x="2947245" y="430898"/>
                </a:lnTo>
                <a:lnTo>
                  <a:pt x="2947245" y="440707"/>
                </a:lnTo>
                <a:lnTo>
                  <a:pt x="2947245" y="449115"/>
                </a:lnTo>
                <a:lnTo>
                  <a:pt x="2945879" y="498160"/>
                </a:lnTo>
                <a:lnTo>
                  <a:pt x="2945879" y="404257"/>
                </a:lnTo>
                <a:close/>
                <a:moveTo>
                  <a:pt x="2955714" y="404254"/>
                </a:moveTo>
                <a:lnTo>
                  <a:pt x="2955439" y="407076"/>
                </a:lnTo>
                <a:lnTo>
                  <a:pt x="2955439" y="430898"/>
                </a:lnTo>
                <a:lnTo>
                  <a:pt x="2954073" y="526186"/>
                </a:lnTo>
                <a:lnTo>
                  <a:pt x="2954073" y="407076"/>
                </a:lnTo>
                <a:lnTo>
                  <a:pt x="2952707" y="410580"/>
                </a:lnTo>
                <a:lnTo>
                  <a:pt x="2952707" y="407076"/>
                </a:lnTo>
                <a:lnTo>
                  <a:pt x="2951342" y="425994"/>
                </a:lnTo>
                <a:lnTo>
                  <a:pt x="2951342" y="422491"/>
                </a:lnTo>
                <a:lnTo>
                  <a:pt x="2949976" y="430898"/>
                </a:lnTo>
                <a:lnTo>
                  <a:pt x="2949976" y="444911"/>
                </a:lnTo>
                <a:lnTo>
                  <a:pt x="2948610" y="468733"/>
                </a:lnTo>
                <a:lnTo>
                  <a:pt x="2948610" y="404256"/>
                </a:lnTo>
                <a:lnTo>
                  <a:pt x="2952707" y="404255"/>
                </a:lnTo>
                <a:close/>
                <a:moveTo>
                  <a:pt x="2958204" y="404254"/>
                </a:moveTo>
                <a:lnTo>
                  <a:pt x="2958170" y="404974"/>
                </a:lnTo>
                <a:lnTo>
                  <a:pt x="2958170" y="469434"/>
                </a:lnTo>
                <a:lnTo>
                  <a:pt x="2958170" y="474338"/>
                </a:lnTo>
                <a:lnTo>
                  <a:pt x="2956805" y="475740"/>
                </a:lnTo>
                <a:lnTo>
                  <a:pt x="2956805" y="404254"/>
                </a:lnTo>
                <a:close/>
                <a:moveTo>
                  <a:pt x="2960539" y="404253"/>
                </a:moveTo>
                <a:lnTo>
                  <a:pt x="2959536" y="460326"/>
                </a:lnTo>
                <a:lnTo>
                  <a:pt x="2959536" y="404254"/>
                </a:lnTo>
                <a:close/>
                <a:moveTo>
                  <a:pt x="2962267" y="404253"/>
                </a:moveTo>
                <a:lnTo>
                  <a:pt x="2962267" y="444911"/>
                </a:lnTo>
                <a:lnTo>
                  <a:pt x="2960902" y="429497"/>
                </a:lnTo>
                <a:lnTo>
                  <a:pt x="2960902" y="404253"/>
                </a:lnTo>
                <a:close/>
                <a:moveTo>
                  <a:pt x="2966365" y="404252"/>
                </a:moveTo>
                <a:lnTo>
                  <a:pt x="2966365" y="428096"/>
                </a:lnTo>
                <a:lnTo>
                  <a:pt x="2966365" y="437204"/>
                </a:lnTo>
                <a:lnTo>
                  <a:pt x="2964999" y="487651"/>
                </a:lnTo>
                <a:lnTo>
                  <a:pt x="2964999" y="467332"/>
                </a:lnTo>
                <a:lnTo>
                  <a:pt x="2963633" y="407076"/>
                </a:lnTo>
                <a:lnTo>
                  <a:pt x="2963633" y="418287"/>
                </a:lnTo>
                <a:lnTo>
                  <a:pt x="2962851" y="404253"/>
                </a:lnTo>
                <a:lnTo>
                  <a:pt x="2963633" y="404253"/>
                </a:lnTo>
                <a:close/>
                <a:moveTo>
                  <a:pt x="2970462" y="404251"/>
                </a:moveTo>
                <a:lnTo>
                  <a:pt x="2970462" y="433701"/>
                </a:lnTo>
                <a:lnTo>
                  <a:pt x="2970462" y="440707"/>
                </a:lnTo>
                <a:lnTo>
                  <a:pt x="2969096" y="555614"/>
                </a:lnTo>
                <a:lnTo>
                  <a:pt x="2969096" y="419688"/>
                </a:lnTo>
                <a:lnTo>
                  <a:pt x="2967731" y="501664"/>
                </a:lnTo>
                <a:lnTo>
                  <a:pt x="2967731" y="446313"/>
                </a:lnTo>
                <a:lnTo>
                  <a:pt x="2967411" y="404252"/>
                </a:lnTo>
                <a:close/>
                <a:moveTo>
                  <a:pt x="2977186" y="404249"/>
                </a:moveTo>
                <a:lnTo>
                  <a:pt x="2975925" y="487651"/>
                </a:lnTo>
                <a:lnTo>
                  <a:pt x="2975925" y="504466"/>
                </a:lnTo>
                <a:lnTo>
                  <a:pt x="2974559" y="413382"/>
                </a:lnTo>
                <a:lnTo>
                  <a:pt x="2974559" y="497460"/>
                </a:lnTo>
                <a:lnTo>
                  <a:pt x="2973193" y="477141"/>
                </a:lnTo>
                <a:lnTo>
                  <a:pt x="2973193" y="442109"/>
                </a:lnTo>
                <a:lnTo>
                  <a:pt x="2971827" y="462427"/>
                </a:lnTo>
                <a:lnTo>
                  <a:pt x="2971827" y="404251"/>
                </a:lnTo>
                <a:close/>
                <a:moveTo>
                  <a:pt x="2982640" y="404248"/>
                </a:moveTo>
                <a:lnTo>
                  <a:pt x="2981388" y="435102"/>
                </a:lnTo>
                <a:lnTo>
                  <a:pt x="2981388" y="449816"/>
                </a:lnTo>
                <a:lnTo>
                  <a:pt x="2980022" y="411981"/>
                </a:lnTo>
                <a:lnTo>
                  <a:pt x="2980022" y="425293"/>
                </a:lnTo>
                <a:lnTo>
                  <a:pt x="2980022" y="433701"/>
                </a:lnTo>
                <a:lnTo>
                  <a:pt x="2978656" y="534594"/>
                </a:lnTo>
                <a:lnTo>
                  <a:pt x="2978656" y="503065"/>
                </a:lnTo>
                <a:lnTo>
                  <a:pt x="2977901" y="404249"/>
                </a:lnTo>
                <a:close/>
                <a:moveTo>
                  <a:pt x="2985485" y="404247"/>
                </a:moveTo>
                <a:lnTo>
                  <a:pt x="2985485" y="407076"/>
                </a:lnTo>
                <a:lnTo>
                  <a:pt x="2984119" y="442109"/>
                </a:lnTo>
                <a:lnTo>
                  <a:pt x="2984119" y="534594"/>
                </a:lnTo>
                <a:lnTo>
                  <a:pt x="2983094" y="404248"/>
                </a:lnTo>
                <a:close/>
                <a:moveTo>
                  <a:pt x="2987387" y="404247"/>
                </a:moveTo>
                <a:lnTo>
                  <a:pt x="2986851" y="418287"/>
                </a:lnTo>
                <a:lnTo>
                  <a:pt x="2986851" y="453319"/>
                </a:lnTo>
                <a:lnTo>
                  <a:pt x="2986358" y="404247"/>
                </a:lnTo>
                <a:close/>
                <a:moveTo>
                  <a:pt x="2990109" y="404246"/>
                </a:moveTo>
                <a:lnTo>
                  <a:pt x="2989582" y="437204"/>
                </a:lnTo>
                <a:lnTo>
                  <a:pt x="2989582" y="520581"/>
                </a:lnTo>
                <a:lnTo>
                  <a:pt x="2988216" y="448415"/>
                </a:lnTo>
                <a:lnTo>
                  <a:pt x="2988216" y="404247"/>
                </a:lnTo>
                <a:close/>
                <a:moveTo>
                  <a:pt x="2991668" y="404246"/>
                </a:moveTo>
                <a:lnTo>
                  <a:pt x="2990948" y="458924"/>
                </a:lnTo>
                <a:lnTo>
                  <a:pt x="2990948" y="429497"/>
                </a:lnTo>
                <a:lnTo>
                  <a:pt x="2990948" y="404246"/>
                </a:lnTo>
                <a:close/>
                <a:moveTo>
                  <a:pt x="2993679" y="404245"/>
                </a:moveTo>
                <a:lnTo>
                  <a:pt x="2993679" y="436504"/>
                </a:lnTo>
                <a:lnTo>
                  <a:pt x="2992313" y="427395"/>
                </a:lnTo>
                <a:lnTo>
                  <a:pt x="2992313" y="404246"/>
                </a:lnTo>
                <a:close/>
                <a:moveTo>
                  <a:pt x="2999142" y="404244"/>
                </a:moveTo>
                <a:lnTo>
                  <a:pt x="2999142" y="407777"/>
                </a:lnTo>
                <a:lnTo>
                  <a:pt x="2997777" y="461026"/>
                </a:lnTo>
                <a:lnTo>
                  <a:pt x="2997777" y="460326"/>
                </a:lnTo>
                <a:lnTo>
                  <a:pt x="2996411" y="430898"/>
                </a:lnTo>
                <a:lnTo>
                  <a:pt x="2996411" y="404245"/>
                </a:lnTo>
                <a:lnTo>
                  <a:pt x="2997777" y="404244"/>
                </a:lnTo>
                <a:close/>
                <a:moveTo>
                  <a:pt x="3003239" y="404243"/>
                </a:moveTo>
                <a:lnTo>
                  <a:pt x="3003239" y="461727"/>
                </a:lnTo>
                <a:lnTo>
                  <a:pt x="3001873" y="422491"/>
                </a:lnTo>
                <a:lnTo>
                  <a:pt x="3001326" y="404243"/>
                </a:lnTo>
                <a:close/>
                <a:moveTo>
                  <a:pt x="3004839" y="404242"/>
                </a:moveTo>
                <a:lnTo>
                  <a:pt x="3004605" y="442809"/>
                </a:lnTo>
                <a:lnTo>
                  <a:pt x="3004605" y="404243"/>
                </a:lnTo>
                <a:close/>
                <a:moveTo>
                  <a:pt x="3007337" y="404242"/>
                </a:moveTo>
                <a:lnTo>
                  <a:pt x="3007337" y="411280"/>
                </a:lnTo>
                <a:lnTo>
                  <a:pt x="3005971" y="449816"/>
                </a:lnTo>
                <a:lnTo>
                  <a:pt x="3005971" y="404242"/>
                </a:lnTo>
                <a:close/>
                <a:moveTo>
                  <a:pt x="3011252" y="404241"/>
                </a:moveTo>
                <a:lnTo>
                  <a:pt x="3010068" y="444911"/>
                </a:lnTo>
                <a:lnTo>
                  <a:pt x="3010068" y="404241"/>
                </a:lnTo>
                <a:close/>
                <a:moveTo>
                  <a:pt x="3015894" y="404240"/>
                </a:moveTo>
                <a:lnTo>
                  <a:pt x="3015531" y="428796"/>
                </a:lnTo>
                <a:lnTo>
                  <a:pt x="3015531" y="404240"/>
                </a:lnTo>
                <a:close/>
                <a:moveTo>
                  <a:pt x="3019628" y="404239"/>
                </a:moveTo>
                <a:lnTo>
                  <a:pt x="3019628" y="469434"/>
                </a:lnTo>
                <a:lnTo>
                  <a:pt x="3018263" y="414083"/>
                </a:lnTo>
                <a:lnTo>
                  <a:pt x="3018263" y="404239"/>
                </a:lnTo>
                <a:close/>
                <a:moveTo>
                  <a:pt x="3025069" y="404238"/>
                </a:moveTo>
                <a:lnTo>
                  <a:pt x="3023725" y="444911"/>
                </a:lnTo>
                <a:lnTo>
                  <a:pt x="3023725" y="465230"/>
                </a:lnTo>
                <a:lnTo>
                  <a:pt x="3022359" y="406376"/>
                </a:lnTo>
                <a:lnTo>
                  <a:pt x="3022359" y="410580"/>
                </a:lnTo>
                <a:lnTo>
                  <a:pt x="3020994" y="435102"/>
                </a:lnTo>
                <a:lnTo>
                  <a:pt x="3020994" y="404239"/>
                </a:lnTo>
                <a:close/>
                <a:moveTo>
                  <a:pt x="3026457" y="404237"/>
                </a:moveTo>
                <a:lnTo>
                  <a:pt x="3026457" y="475039"/>
                </a:lnTo>
                <a:lnTo>
                  <a:pt x="3025091" y="423191"/>
                </a:lnTo>
                <a:lnTo>
                  <a:pt x="3025091" y="404238"/>
                </a:lnTo>
                <a:close/>
                <a:moveTo>
                  <a:pt x="3031213" y="404236"/>
                </a:moveTo>
                <a:lnTo>
                  <a:pt x="3030554" y="461727"/>
                </a:lnTo>
                <a:lnTo>
                  <a:pt x="3030554" y="429497"/>
                </a:lnTo>
                <a:lnTo>
                  <a:pt x="3030257" y="404236"/>
                </a:lnTo>
                <a:lnTo>
                  <a:pt x="3030554" y="404236"/>
                </a:lnTo>
                <a:close/>
                <a:moveTo>
                  <a:pt x="3033285" y="404236"/>
                </a:moveTo>
                <a:lnTo>
                  <a:pt x="3033285" y="456122"/>
                </a:lnTo>
                <a:lnTo>
                  <a:pt x="3032964" y="404236"/>
                </a:lnTo>
                <a:close/>
                <a:moveTo>
                  <a:pt x="3034651" y="404235"/>
                </a:moveTo>
                <a:lnTo>
                  <a:pt x="3034651" y="410580"/>
                </a:lnTo>
                <a:lnTo>
                  <a:pt x="3034517" y="404235"/>
                </a:lnTo>
                <a:close/>
                <a:moveTo>
                  <a:pt x="3036877" y="404235"/>
                </a:moveTo>
                <a:lnTo>
                  <a:pt x="3036017" y="435102"/>
                </a:lnTo>
                <a:lnTo>
                  <a:pt x="3036017" y="462427"/>
                </a:lnTo>
                <a:lnTo>
                  <a:pt x="3036017" y="474338"/>
                </a:lnTo>
                <a:lnTo>
                  <a:pt x="3035290" y="404235"/>
                </a:lnTo>
                <a:close/>
                <a:moveTo>
                  <a:pt x="3037835" y="404234"/>
                </a:moveTo>
                <a:lnTo>
                  <a:pt x="3037383" y="428796"/>
                </a:lnTo>
                <a:lnTo>
                  <a:pt x="3037383" y="404235"/>
                </a:lnTo>
                <a:close/>
                <a:moveTo>
                  <a:pt x="3042845" y="404233"/>
                </a:moveTo>
                <a:lnTo>
                  <a:pt x="3042845" y="433000"/>
                </a:lnTo>
                <a:lnTo>
                  <a:pt x="3042503" y="404233"/>
                </a:lnTo>
                <a:close/>
                <a:moveTo>
                  <a:pt x="3046120" y="404232"/>
                </a:moveTo>
                <a:lnTo>
                  <a:pt x="3045577" y="455421"/>
                </a:lnTo>
                <a:lnTo>
                  <a:pt x="3045577" y="488351"/>
                </a:lnTo>
                <a:lnTo>
                  <a:pt x="3044571" y="404233"/>
                </a:lnTo>
                <a:close/>
                <a:moveTo>
                  <a:pt x="3051040" y="404231"/>
                </a:moveTo>
                <a:lnTo>
                  <a:pt x="3051040" y="427395"/>
                </a:lnTo>
                <a:lnTo>
                  <a:pt x="3049674" y="421089"/>
                </a:lnTo>
                <a:lnTo>
                  <a:pt x="3049674" y="404232"/>
                </a:lnTo>
                <a:close/>
                <a:moveTo>
                  <a:pt x="3052405" y="404231"/>
                </a:moveTo>
                <a:lnTo>
                  <a:pt x="3052405" y="427395"/>
                </a:lnTo>
                <a:lnTo>
                  <a:pt x="3051751" y="404231"/>
                </a:lnTo>
                <a:close/>
                <a:moveTo>
                  <a:pt x="3060600" y="404229"/>
                </a:moveTo>
                <a:lnTo>
                  <a:pt x="3060600" y="435102"/>
                </a:lnTo>
                <a:lnTo>
                  <a:pt x="3060600" y="436504"/>
                </a:lnTo>
                <a:lnTo>
                  <a:pt x="3059234" y="510772"/>
                </a:lnTo>
                <a:lnTo>
                  <a:pt x="3059234" y="437204"/>
                </a:lnTo>
                <a:lnTo>
                  <a:pt x="3057869" y="459625"/>
                </a:lnTo>
                <a:lnTo>
                  <a:pt x="3057869" y="409879"/>
                </a:lnTo>
                <a:lnTo>
                  <a:pt x="3056503" y="465931"/>
                </a:lnTo>
                <a:lnTo>
                  <a:pt x="3056503" y="433000"/>
                </a:lnTo>
                <a:lnTo>
                  <a:pt x="3055137" y="473638"/>
                </a:lnTo>
                <a:lnTo>
                  <a:pt x="3055137" y="460326"/>
                </a:lnTo>
                <a:lnTo>
                  <a:pt x="3053771" y="464529"/>
                </a:lnTo>
                <a:lnTo>
                  <a:pt x="3053771" y="421790"/>
                </a:lnTo>
                <a:lnTo>
                  <a:pt x="3053435" y="404231"/>
                </a:lnTo>
                <a:lnTo>
                  <a:pt x="3056503" y="404230"/>
                </a:lnTo>
                <a:close/>
                <a:moveTo>
                  <a:pt x="3062918" y="404228"/>
                </a:moveTo>
                <a:lnTo>
                  <a:pt x="3061966" y="496059"/>
                </a:lnTo>
                <a:lnTo>
                  <a:pt x="3061966" y="412682"/>
                </a:lnTo>
                <a:lnTo>
                  <a:pt x="3061356" y="404229"/>
                </a:lnTo>
                <a:close/>
                <a:moveTo>
                  <a:pt x="3064697" y="404228"/>
                </a:moveTo>
                <a:lnTo>
                  <a:pt x="3064697" y="417586"/>
                </a:lnTo>
                <a:lnTo>
                  <a:pt x="3064697" y="460326"/>
                </a:lnTo>
                <a:lnTo>
                  <a:pt x="3063331" y="429497"/>
                </a:lnTo>
                <a:lnTo>
                  <a:pt x="3063331" y="416885"/>
                </a:lnTo>
                <a:lnTo>
                  <a:pt x="3063331" y="415484"/>
                </a:lnTo>
                <a:lnTo>
                  <a:pt x="3063331" y="404228"/>
                </a:lnTo>
                <a:close/>
                <a:moveTo>
                  <a:pt x="3067785" y="404227"/>
                </a:moveTo>
                <a:lnTo>
                  <a:pt x="3067429" y="418287"/>
                </a:lnTo>
                <a:lnTo>
                  <a:pt x="3067429" y="447013"/>
                </a:lnTo>
                <a:lnTo>
                  <a:pt x="3066063" y="463128"/>
                </a:lnTo>
                <a:lnTo>
                  <a:pt x="3066063" y="532492"/>
                </a:lnTo>
                <a:lnTo>
                  <a:pt x="3064704" y="404228"/>
                </a:lnTo>
                <a:close/>
                <a:moveTo>
                  <a:pt x="3071526" y="404226"/>
                </a:moveTo>
                <a:lnTo>
                  <a:pt x="3071526" y="455421"/>
                </a:lnTo>
                <a:lnTo>
                  <a:pt x="3070160" y="481345"/>
                </a:lnTo>
                <a:lnTo>
                  <a:pt x="3070160" y="464529"/>
                </a:lnTo>
                <a:lnTo>
                  <a:pt x="3068794" y="463128"/>
                </a:lnTo>
                <a:lnTo>
                  <a:pt x="3068794" y="404227"/>
                </a:lnTo>
                <a:close/>
                <a:moveTo>
                  <a:pt x="3074867" y="404225"/>
                </a:moveTo>
                <a:lnTo>
                  <a:pt x="3074257" y="456122"/>
                </a:lnTo>
                <a:lnTo>
                  <a:pt x="3074257" y="469434"/>
                </a:lnTo>
                <a:lnTo>
                  <a:pt x="3074257" y="535295"/>
                </a:lnTo>
                <a:lnTo>
                  <a:pt x="3072891" y="411280"/>
                </a:lnTo>
                <a:lnTo>
                  <a:pt x="3072891" y="496759"/>
                </a:lnTo>
                <a:lnTo>
                  <a:pt x="3071697" y="404226"/>
                </a:lnTo>
                <a:close/>
                <a:moveTo>
                  <a:pt x="3078355" y="404225"/>
                </a:moveTo>
                <a:lnTo>
                  <a:pt x="3078355" y="435102"/>
                </a:lnTo>
                <a:lnTo>
                  <a:pt x="3076989" y="552811"/>
                </a:lnTo>
                <a:lnTo>
                  <a:pt x="3076989" y="564722"/>
                </a:lnTo>
                <a:lnTo>
                  <a:pt x="3075623" y="453319"/>
                </a:lnTo>
                <a:lnTo>
                  <a:pt x="3075623" y="404225"/>
                </a:lnTo>
                <a:close/>
                <a:moveTo>
                  <a:pt x="3079720" y="404224"/>
                </a:moveTo>
                <a:lnTo>
                  <a:pt x="3079720" y="415484"/>
                </a:lnTo>
                <a:lnTo>
                  <a:pt x="3078623" y="404225"/>
                </a:lnTo>
                <a:close/>
                <a:moveTo>
                  <a:pt x="3081086" y="404224"/>
                </a:moveTo>
                <a:lnTo>
                  <a:pt x="3081086" y="468033"/>
                </a:lnTo>
                <a:lnTo>
                  <a:pt x="3080198" y="404224"/>
                </a:lnTo>
                <a:close/>
                <a:moveTo>
                  <a:pt x="3087915" y="404222"/>
                </a:moveTo>
                <a:lnTo>
                  <a:pt x="3087915" y="520581"/>
                </a:lnTo>
                <a:lnTo>
                  <a:pt x="3086549" y="444911"/>
                </a:lnTo>
                <a:lnTo>
                  <a:pt x="3086549" y="488351"/>
                </a:lnTo>
                <a:lnTo>
                  <a:pt x="3085183" y="430898"/>
                </a:lnTo>
                <a:lnTo>
                  <a:pt x="3085183" y="428096"/>
                </a:lnTo>
                <a:lnTo>
                  <a:pt x="3083817" y="438605"/>
                </a:lnTo>
                <a:lnTo>
                  <a:pt x="3083817" y="451918"/>
                </a:lnTo>
                <a:lnTo>
                  <a:pt x="3083817" y="540900"/>
                </a:lnTo>
                <a:lnTo>
                  <a:pt x="3082452" y="489052"/>
                </a:lnTo>
                <a:lnTo>
                  <a:pt x="3082452" y="531091"/>
                </a:lnTo>
                <a:lnTo>
                  <a:pt x="3081269" y="404224"/>
                </a:lnTo>
                <a:close/>
                <a:moveTo>
                  <a:pt x="3089280" y="404222"/>
                </a:moveTo>
                <a:lnTo>
                  <a:pt x="3089280" y="450516"/>
                </a:lnTo>
                <a:lnTo>
                  <a:pt x="3088622" y="404222"/>
                </a:lnTo>
                <a:close/>
                <a:moveTo>
                  <a:pt x="3093377" y="404221"/>
                </a:moveTo>
                <a:lnTo>
                  <a:pt x="3093377" y="404274"/>
                </a:lnTo>
                <a:lnTo>
                  <a:pt x="3092012" y="433701"/>
                </a:lnTo>
                <a:lnTo>
                  <a:pt x="3092012" y="493957"/>
                </a:lnTo>
                <a:lnTo>
                  <a:pt x="3090646" y="496059"/>
                </a:lnTo>
                <a:lnTo>
                  <a:pt x="3090646" y="503766"/>
                </a:lnTo>
                <a:lnTo>
                  <a:pt x="3089817" y="404222"/>
                </a:lnTo>
                <a:close/>
                <a:moveTo>
                  <a:pt x="3094743" y="404221"/>
                </a:moveTo>
                <a:lnTo>
                  <a:pt x="3094743" y="557715"/>
                </a:lnTo>
                <a:lnTo>
                  <a:pt x="3093993" y="404221"/>
                </a:lnTo>
                <a:close/>
                <a:moveTo>
                  <a:pt x="3096761" y="404220"/>
                </a:moveTo>
                <a:lnTo>
                  <a:pt x="3096109" y="476440"/>
                </a:lnTo>
                <a:lnTo>
                  <a:pt x="3096109" y="460326"/>
                </a:lnTo>
                <a:lnTo>
                  <a:pt x="3096109" y="458924"/>
                </a:lnTo>
                <a:lnTo>
                  <a:pt x="3096109" y="458224"/>
                </a:lnTo>
                <a:lnTo>
                  <a:pt x="3095012" y="404221"/>
                </a:lnTo>
                <a:close/>
                <a:moveTo>
                  <a:pt x="3097747" y="404220"/>
                </a:moveTo>
                <a:lnTo>
                  <a:pt x="3097475" y="419688"/>
                </a:lnTo>
                <a:lnTo>
                  <a:pt x="3097475" y="404220"/>
                </a:lnTo>
                <a:close/>
                <a:moveTo>
                  <a:pt x="3103898" y="404218"/>
                </a:moveTo>
                <a:lnTo>
                  <a:pt x="3102937" y="495358"/>
                </a:lnTo>
                <a:lnTo>
                  <a:pt x="3102937" y="405675"/>
                </a:lnTo>
                <a:lnTo>
                  <a:pt x="3101572" y="409178"/>
                </a:lnTo>
                <a:lnTo>
                  <a:pt x="3101572" y="457523"/>
                </a:lnTo>
                <a:lnTo>
                  <a:pt x="3100206" y="544403"/>
                </a:lnTo>
                <a:lnTo>
                  <a:pt x="3100206" y="496059"/>
                </a:lnTo>
                <a:lnTo>
                  <a:pt x="3098841" y="507269"/>
                </a:lnTo>
                <a:lnTo>
                  <a:pt x="3098841" y="404220"/>
                </a:lnTo>
                <a:close/>
                <a:moveTo>
                  <a:pt x="3106894" y="404218"/>
                </a:moveTo>
                <a:lnTo>
                  <a:pt x="3105669" y="519180"/>
                </a:lnTo>
                <a:lnTo>
                  <a:pt x="3105669" y="404218"/>
                </a:lnTo>
                <a:close/>
                <a:moveTo>
                  <a:pt x="3107667" y="404217"/>
                </a:moveTo>
                <a:lnTo>
                  <a:pt x="3107035" y="429497"/>
                </a:lnTo>
                <a:lnTo>
                  <a:pt x="3107035" y="404218"/>
                </a:lnTo>
                <a:close/>
                <a:moveTo>
                  <a:pt x="3109766" y="404217"/>
                </a:moveTo>
                <a:lnTo>
                  <a:pt x="3109766" y="453319"/>
                </a:lnTo>
                <a:lnTo>
                  <a:pt x="3108524" y="404217"/>
                </a:lnTo>
                <a:close/>
                <a:moveTo>
                  <a:pt x="3111132" y="404217"/>
                </a:moveTo>
                <a:lnTo>
                  <a:pt x="3111132" y="491154"/>
                </a:lnTo>
                <a:lnTo>
                  <a:pt x="3109787" y="404217"/>
                </a:lnTo>
                <a:close/>
                <a:moveTo>
                  <a:pt x="3114392" y="404216"/>
                </a:moveTo>
                <a:lnTo>
                  <a:pt x="3113863" y="441408"/>
                </a:lnTo>
                <a:lnTo>
                  <a:pt x="3113863" y="428096"/>
                </a:lnTo>
                <a:lnTo>
                  <a:pt x="3112498" y="428796"/>
                </a:lnTo>
                <a:lnTo>
                  <a:pt x="3112498" y="411981"/>
                </a:lnTo>
                <a:lnTo>
                  <a:pt x="3112360" y="404216"/>
                </a:lnTo>
                <a:lnTo>
                  <a:pt x="3112498" y="404216"/>
                </a:lnTo>
                <a:close/>
                <a:moveTo>
                  <a:pt x="3115786" y="404215"/>
                </a:moveTo>
                <a:lnTo>
                  <a:pt x="3115229" y="436504"/>
                </a:lnTo>
                <a:lnTo>
                  <a:pt x="3115229" y="404216"/>
                </a:lnTo>
                <a:close/>
                <a:moveTo>
                  <a:pt x="3119033" y="404215"/>
                </a:moveTo>
                <a:lnTo>
                  <a:pt x="3117961" y="460326"/>
                </a:lnTo>
                <a:lnTo>
                  <a:pt x="3117961" y="425293"/>
                </a:lnTo>
                <a:lnTo>
                  <a:pt x="3116595" y="507970"/>
                </a:lnTo>
                <a:lnTo>
                  <a:pt x="3116595" y="416185"/>
                </a:lnTo>
                <a:lnTo>
                  <a:pt x="3116595" y="404215"/>
                </a:lnTo>
                <a:close/>
                <a:moveTo>
                  <a:pt x="3119936" y="404214"/>
                </a:moveTo>
                <a:lnTo>
                  <a:pt x="3119326" y="459625"/>
                </a:lnTo>
                <a:lnTo>
                  <a:pt x="3119326" y="404215"/>
                </a:lnTo>
                <a:close/>
                <a:moveTo>
                  <a:pt x="3126155" y="404213"/>
                </a:moveTo>
                <a:lnTo>
                  <a:pt x="3126155" y="419688"/>
                </a:lnTo>
                <a:lnTo>
                  <a:pt x="3124789" y="424593"/>
                </a:lnTo>
                <a:lnTo>
                  <a:pt x="3124789" y="487651"/>
                </a:lnTo>
                <a:lnTo>
                  <a:pt x="3123423" y="430198"/>
                </a:lnTo>
                <a:lnTo>
                  <a:pt x="3123423" y="404214"/>
                </a:lnTo>
                <a:close/>
                <a:moveTo>
                  <a:pt x="3128088" y="404212"/>
                </a:moveTo>
                <a:lnTo>
                  <a:pt x="3127521" y="417586"/>
                </a:lnTo>
                <a:lnTo>
                  <a:pt x="3127521" y="404213"/>
                </a:lnTo>
                <a:close/>
                <a:moveTo>
                  <a:pt x="3131618" y="404212"/>
                </a:moveTo>
                <a:lnTo>
                  <a:pt x="3131618" y="410580"/>
                </a:lnTo>
                <a:lnTo>
                  <a:pt x="3130252" y="428796"/>
                </a:lnTo>
                <a:lnTo>
                  <a:pt x="3130252" y="416885"/>
                </a:lnTo>
                <a:lnTo>
                  <a:pt x="3130252" y="415484"/>
                </a:lnTo>
                <a:lnTo>
                  <a:pt x="3129764" y="404212"/>
                </a:lnTo>
                <a:close/>
                <a:moveTo>
                  <a:pt x="3133390" y="404211"/>
                </a:moveTo>
                <a:lnTo>
                  <a:pt x="3132984" y="458224"/>
                </a:lnTo>
                <a:lnTo>
                  <a:pt x="3132984" y="404211"/>
                </a:lnTo>
                <a:close/>
                <a:moveTo>
                  <a:pt x="3135715" y="404211"/>
                </a:moveTo>
                <a:lnTo>
                  <a:pt x="3135715" y="404974"/>
                </a:lnTo>
                <a:lnTo>
                  <a:pt x="3134349" y="461026"/>
                </a:lnTo>
                <a:lnTo>
                  <a:pt x="3134349" y="404211"/>
                </a:lnTo>
                <a:close/>
                <a:moveTo>
                  <a:pt x="3137532" y="404210"/>
                </a:moveTo>
                <a:lnTo>
                  <a:pt x="3137081" y="444211"/>
                </a:lnTo>
                <a:lnTo>
                  <a:pt x="3137081" y="404210"/>
                </a:lnTo>
                <a:close/>
                <a:moveTo>
                  <a:pt x="3140843" y="404209"/>
                </a:moveTo>
                <a:lnTo>
                  <a:pt x="3139812" y="440707"/>
                </a:lnTo>
                <a:lnTo>
                  <a:pt x="3139812" y="416185"/>
                </a:lnTo>
                <a:lnTo>
                  <a:pt x="3139673" y="404210"/>
                </a:lnTo>
                <a:lnTo>
                  <a:pt x="3139812" y="404210"/>
                </a:lnTo>
                <a:close/>
                <a:moveTo>
                  <a:pt x="3145028" y="404208"/>
                </a:moveTo>
                <a:lnTo>
                  <a:pt x="3143909" y="496059"/>
                </a:lnTo>
                <a:lnTo>
                  <a:pt x="3143909" y="425293"/>
                </a:lnTo>
                <a:lnTo>
                  <a:pt x="3143641" y="404209"/>
                </a:lnTo>
                <a:close/>
                <a:moveTo>
                  <a:pt x="3149373" y="404207"/>
                </a:moveTo>
                <a:lnTo>
                  <a:pt x="3149373" y="407777"/>
                </a:lnTo>
                <a:lnTo>
                  <a:pt x="3149264" y="404207"/>
                </a:lnTo>
                <a:close/>
                <a:moveTo>
                  <a:pt x="3152314" y="404207"/>
                </a:moveTo>
                <a:lnTo>
                  <a:pt x="3152104" y="418287"/>
                </a:lnTo>
                <a:lnTo>
                  <a:pt x="3152104" y="404207"/>
                </a:lnTo>
                <a:close/>
                <a:moveTo>
                  <a:pt x="3156201" y="404206"/>
                </a:moveTo>
                <a:lnTo>
                  <a:pt x="3156201" y="532492"/>
                </a:lnTo>
                <a:lnTo>
                  <a:pt x="3154951" y="404206"/>
                </a:lnTo>
                <a:close/>
                <a:moveTo>
                  <a:pt x="3159261" y="404205"/>
                </a:moveTo>
                <a:lnTo>
                  <a:pt x="3158933" y="423892"/>
                </a:lnTo>
                <a:lnTo>
                  <a:pt x="3158933" y="439306"/>
                </a:lnTo>
                <a:lnTo>
                  <a:pt x="3158213" y="404205"/>
                </a:lnTo>
                <a:close/>
                <a:moveTo>
                  <a:pt x="3160487" y="404205"/>
                </a:moveTo>
                <a:lnTo>
                  <a:pt x="3160298" y="423892"/>
                </a:lnTo>
                <a:lnTo>
                  <a:pt x="3160298" y="404205"/>
                </a:lnTo>
                <a:close/>
                <a:moveTo>
                  <a:pt x="3163030" y="404204"/>
                </a:moveTo>
                <a:lnTo>
                  <a:pt x="3163030" y="444211"/>
                </a:lnTo>
                <a:lnTo>
                  <a:pt x="3161664" y="411981"/>
                </a:lnTo>
                <a:lnTo>
                  <a:pt x="3161664" y="404204"/>
                </a:lnTo>
                <a:close/>
                <a:moveTo>
                  <a:pt x="3170089" y="404202"/>
                </a:moveTo>
                <a:lnTo>
                  <a:pt x="3169858" y="409879"/>
                </a:lnTo>
                <a:lnTo>
                  <a:pt x="3169858" y="425293"/>
                </a:lnTo>
                <a:lnTo>
                  <a:pt x="3168493" y="428796"/>
                </a:lnTo>
                <a:lnTo>
                  <a:pt x="3168493" y="561919"/>
                </a:lnTo>
                <a:lnTo>
                  <a:pt x="3167127" y="475039"/>
                </a:lnTo>
                <a:lnTo>
                  <a:pt x="3167127" y="440707"/>
                </a:lnTo>
                <a:lnTo>
                  <a:pt x="3165761" y="491855"/>
                </a:lnTo>
                <a:lnTo>
                  <a:pt x="3165761" y="404203"/>
                </a:lnTo>
                <a:lnTo>
                  <a:pt x="3167127" y="404203"/>
                </a:lnTo>
                <a:close/>
                <a:moveTo>
                  <a:pt x="3173833" y="404201"/>
                </a:moveTo>
                <a:lnTo>
                  <a:pt x="3172590" y="510071"/>
                </a:lnTo>
                <a:lnTo>
                  <a:pt x="3172590" y="404974"/>
                </a:lnTo>
                <a:lnTo>
                  <a:pt x="3172543" y="404202"/>
                </a:lnTo>
                <a:lnTo>
                  <a:pt x="3172590" y="404202"/>
                </a:lnTo>
                <a:close/>
                <a:moveTo>
                  <a:pt x="3177701" y="404200"/>
                </a:moveTo>
                <a:lnTo>
                  <a:pt x="3176687" y="464529"/>
                </a:lnTo>
                <a:lnTo>
                  <a:pt x="3176687" y="468733"/>
                </a:lnTo>
                <a:lnTo>
                  <a:pt x="3175321" y="512173"/>
                </a:lnTo>
                <a:lnTo>
                  <a:pt x="3175321" y="496059"/>
                </a:lnTo>
                <a:lnTo>
                  <a:pt x="3174166" y="404201"/>
                </a:lnTo>
                <a:close/>
                <a:moveTo>
                  <a:pt x="3179419" y="404200"/>
                </a:moveTo>
                <a:lnTo>
                  <a:pt x="3179419" y="464529"/>
                </a:lnTo>
                <a:lnTo>
                  <a:pt x="3178053" y="478542"/>
                </a:lnTo>
                <a:lnTo>
                  <a:pt x="3178053" y="463128"/>
                </a:lnTo>
                <a:lnTo>
                  <a:pt x="3178053" y="404200"/>
                </a:lnTo>
                <a:close/>
                <a:moveTo>
                  <a:pt x="3182974" y="404199"/>
                </a:moveTo>
                <a:lnTo>
                  <a:pt x="3182150" y="476440"/>
                </a:lnTo>
                <a:lnTo>
                  <a:pt x="3182150" y="437905"/>
                </a:lnTo>
                <a:lnTo>
                  <a:pt x="3180784" y="441408"/>
                </a:lnTo>
                <a:lnTo>
                  <a:pt x="3180784" y="429497"/>
                </a:lnTo>
                <a:lnTo>
                  <a:pt x="3180254" y="404200"/>
                </a:lnTo>
                <a:lnTo>
                  <a:pt x="3182150" y="404199"/>
                </a:lnTo>
                <a:close/>
                <a:moveTo>
                  <a:pt x="3184881" y="404199"/>
                </a:moveTo>
                <a:lnTo>
                  <a:pt x="3184881" y="443510"/>
                </a:lnTo>
                <a:lnTo>
                  <a:pt x="3183516" y="421089"/>
                </a:lnTo>
                <a:lnTo>
                  <a:pt x="3183516" y="404199"/>
                </a:lnTo>
                <a:close/>
                <a:moveTo>
                  <a:pt x="3187613" y="404198"/>
                </a:moveTo>
                <a:lnTo>
                  <a:pt x="3187613" y="507269"/>
                </a:lnTo>
                <a:lnTo>
                  <a:pt x="3186247" y="455421"/>
                </a:lnTo>
                <a:lnTo>
                  <a:pt x="3186247" y="496059"/>
                </a:lnTo>
                <a:lnTo>
                  <a:pt x="3185640" y="404198"/>
                </a:lnTo>
                <a:close/>
                <a:moveTo>
                  <a:pt x="3193076" y="404197"/>
                </a:moveTo>
                <a:lnTo>
                  <a:pt x="3193076" y="465230"/>
                </a:lnTo>
                <a:lnTo>
                  <a:pt x="3191710" y="410580"/>
                </a:lnTo>
                <a:lnTo>
                  <a:pt x="3191710" y="533893"/>
                </a:lnTo>
                <a:lnTo>
                  <a:pt x="3190344" y="458224"/>
                </a:lnTo>
                <a:lnTo>
                  <a:pt x="3190344" y="447714"/>
                </a:lnTo>
                <a:lnTo>
                  <a:pt x="3189626" y="404197"/>
                </a:lnTo>
                <a:lnTo>
                  <a:pt x="3191710" y="404197"/>
                </a:lnTo>
                <a:close/>
                <a:moveTo>
                  <a:pt x="3194441" y="404196"/>
                </a:moveTo>
                <a:lnTo>
                  <a:pt x="3194441" y="413382"/>
                </a:lnTo>
                <a:lnTo>
                  <a:pt x="3194441" y="447013"/>
                </a:lnTo>
                <a:lnTo>
                  <a:pt x="3194441" y="493957"/>
                </a:lnTo>
                <a:lnTo>
                  <a:pt x="3193526" y="404197"/>
                </a:lnTo>
                <a:close/>
                <a:moveTo>
                  <a:pt x="3196484" y="404196"/>
                </a:moveTo>
                <a:lnTo>
                  <a:pt x="3195807" y="432300"/>
                </a:lnTo>
                <a:lnTo>
                  <a:pt x="3195807" y="440707"/>
                </a:lnTo>
                <a:lnTo>
                  <a:pt x="3194580" y="404196"/>
                </a:lnTo>
                <a:close/>
                <a:moveTo>
                  <a:pt x="3198154" y="404195"/>
                </a:moveTo>
                <a:lnTo>
                  <a:pt x="3197173" y="437905"/>
                </a:lnTo>
                <a:lnTo>
                  <a:pt x="3197173" y="404196"/>
                </a:lnTo>
                <a:close/>
                <a:moveTo>
                  <a:pt x="3199905" y="404195"/>
                </a:moveTo>
                <a:lnTo>
                  <a:pt x="3199905" y="437204"/>
                </a:lnTo>
                <a:lnTo>
                  <a:pt x="3198539" y="496059"/>
                </a:lnTo>
                <a:lnTo>
                  <a:pt x="3198539" y="404195"/>
                </a:lnTo>
                <a:close/>
                <a:moveTo>
                  <a:pt x="3201270" y="404195"/>
                </a:moveTo>
                <a:lnTo>
                  <a:pt x="3201270" y="432300"/>
                </a:lnTo>
                <a:lnTo>
                  <a:pt x="3200326" y="404195"/>
                </a:lnTo>
                <a:close/>
                <a:moveTo>
                  <a:pt x="3210830" y="404192"/>
                </a:moveTo>
                <a:lnTo>
                  <a:pt x="3210830" y="424593"/>
                </a:lnTo>
                <a:lnTo>
                  <a:pt x="3209465" y="504466"/>
                </a:lnTo>
                <a:lnTo>
                  <a:pt x="3209465" y="415484"/>
                </a:lnTo>
                <a:lnTo>
                  <a:pt x="3208099" y="466631"/>
                </a:lnTo>
                <a:lnTo>
                  <a:pt x="3208099" y="542301"/>
                </a:lnTo>
                <a:lnTo>
                  <a:pt x="3206733" y="485549"/>
                </a:lnTo>
                <a:lnTo>
                  <a:pt x="3206733" y="451217"/>
                </a:lnTo>
                <a:lnTo>
                  <a:pt x="3205367" y="449816"/>
                </a:lnTo>
                <a:lnTo>
                  <a:pt x="3205367" y="431599"/>
                </a:lnTo>
                <a:lnTo>
                  <a:pt x="3204001" y="489753"/>
                </a:lnTo>
                <a:lnTo>
                  <a:pt x="3204001" y="416185"/>
                </a:lnTo>
                <a:lnTo>
                  <a:pt x="3203293" y="404194"/>
                </a:lnTo>
                <a:close/>
                <a:moveTo>
                  <a:pt x="3214927" y="404191"/>
                </a:moveTo>
                <a:lnTo>
                  <a:pt x="3214927" y="457523"/>
                </a:lnTo>
                <a:lnTo>
                  <a:pt x="3213562" y="462427"/>
                </a:lnTo>
                <a:lnTo>
                  <a:pt x="3213562" y="404192"/>
                </a:lnTo>
                <a:close/>
                <a:moveTo>
                  <a:pt x="3218782" y="404190"/>
                </a:moveTo>
                <a:lnTo>
                  <a:pt x="3217659" y="458924"/>
                </a:lnTo>
                <a:lnTo>
                  <a:pt x="3217659" y="430198"/>
                </a:lnTo>
                <a:lnTo>
                  <a:pt x="3216293" y="448415"/>
                </a:lnTo>
                <a:lnTo>
                  <a:pt x="3216293" y="404191"/>
                </a:lnTo>
                <a:close/>
                <a:moveTo>
                  <a:pt x="3221681" y="404190"/>
                </a:moveTo>
                <a:lnTo>
                  <a:pt x="3220390" y="426694"/>
                </a:lnTo>
                <a:lnTo>
                  <a:pt x="3220390" y="512874"/>
                </a:lnTo>
                <a:lnTo>
                  <a:pt x="3219493" y="404190"/>
                </a:lnTo>
                <a:lnTo>
                  <a:pt x="3220390" y="404190"/>
                </a:lnTo>
                <a:close/>
                <a:moveTo>
                  <a:pt x="3224487" y="404189"/>
                </a:moveTo>
                <a:lnTo>
                  <a:pt x="3224487" y="418287"/>
                </a:lnTo>
                <a:lnTo>
                  <a:pt x="3223122" y="412682"/>
                </a:lnTo>
                <a:lnTo>
                  <a:pt x="3223122" y="418287"/>
                </a:lnTo>
                <a:lnTo>
                  <a:pt x="3222594" y="404189"/>
                </a:lnTo>
                <a:close/>
                <a:moveTo>
                  <a:pt x="3227219" y="404188"/>
                </a:moveTo>
                <a:lnTo>
                  <a:pt x="3227219" y="423191"/>
                </a:lnTo>
                <a:lnTo>
                  <a:pt x="3225853" y="476440"/>
                </a:lnTo>
                <a:lnTo>
                  <a:pt x="3225853" y="404189"/>
                </a:lnTo>
                <a:close/>
                <a:moveTo>
                  <a:pt x="3231310" y="404187"/>
                </a:moveTo>
                <a:lnTo>
                  <a:pt x="3229951" y="543002"/>
                </a:lnTo>
                <a:lnTo>
                  <a:pt x="3229951" y="425293"/>
                </a:lnTo>
                <a:lnTo>
                  <a:pt x="3229111" y="404188"/>
                </a:lnTo>
                <a:close/>
                <a:moveTo>
                  <a:pt x="3231569" y="404187"/>
                </a:moveTo>
                <a:lnTo>
                  <a:pt x="3231316" y="411981"/>
                </a:lnTo>
                <a:lnTo>
                  <a:pt x="3231316" y="404187"/>
                </a:lnTo>
                <a:close/>
                <a:moveTo>
                  <a:pt x="3234703" y="404186"/>
                </a:moveTo>
                <a:lnTo>
                  <a:pt x="3234048" y="444211"/>
                </a:lnTo>
                <a:lnTo>
                  <a:pt x="3234048" y="409879"/>
                </a:lnTo>
                <a:lnTo>
                  <a:pt x="3233255" y="404187"/>
                </a:lnTo>
                <a:close/>
                <a:moveTo>
                  <a:pt x="3239511" y="404185"/>
                </a:moveTo>
                <a:lnTo>
                  <a:pt x="3239511" y="427395"/>
                </a:lnTo>
                <a:lnTo>
                  <a:pt x="3239014" y="404185"/>
                </a:lnTo>
                <a:close/>
                <a:moveTo>
                  <a:pt x="3242242" y="404185"/>
                </a:moveTo>
                <a:lnTo>
                  <a:pt x="3242242" y="427395"/>
                </a:lnTo>
                <a:lnTo>
                  <a:pt x="3241728" y="404185"/>
                </a:lnTo>
                <a:close/>
                <a:moveTo>
                  <a:pt x="3247127" y="404183"/>
                </a:moveTo>
                <a:lnTo>
                  <a:pt x="3246339" y="544403"/>
                </a:lnTo>
                <a:lnTo>
                  <a:pt x="3246339" y="412682"/>
                </a:lnTo>
                <a:lnTo>
                  <a:pt x="3246190" y="404184"/>
                </a:lnTo>
                <a:close/>
                <a:moveTo>
                  <a:pt x="3249071" y="404183"/>
                </a:moveTo>
                <a:lnTo>
                  <a:pt x="3249071" y="414783"/>
                </a:lnTo>
                <a:lnTo>
                  <a:pt x="3247705" y="480644"/>
                </a:lnTo>
                <a:lnTo>
                  <a:pt x="3247705" y="404183"/>
                </a:lnTo>
                <a:close/>
                <a:moveTo>
                  <a:pt x="3254533" y="404182"/>
                </a:moveTo>
                <a:lnTo>
                  <a:pt x="3254533" y="426694"/>
                </a:lnTo>
                <a:lnTo>
                  <a:pt x="3253168" y="430198"/>
                </a:lnTo>
                <a:lnTo>
                  <a:pt x="3253168" y="404182"/>
                </a:lnTo>
                <a:close/>
                <a:moveTo>
                  <a:pt x="3258040" y="404181"/>
                </a:moveTo>
                <a:lnTo>
                  <a:pt x="3257265" y="434402"/>
                </a:lnTo>
                <a:lnTo>
                  <a:pt x="3257265" y="419688"/>
                </a:lnTo>
                <a:lnTo>
                  <a:pt x="3257087" y="404181"/>
                </a:lnTo>
                <a:lnTo>
                  <a:pt x="3257265" y="404181"/>
                </a:lnTo>
                <a:close/>
                <a:moveTo>
                  <a:pt x="3260681" y="404180"/>
                </a:moveTo>
                <a:lnTo>
                  <a:pt x="3259997" y="465931"/>
                </a:lnTo>
                <a:lnTo>
                  <a:pt x="3259997" y="410580"/>
                </a:lnTo>
                <a:lnTo>
                  <a:pt x="3258631" y="467332"/>
                </a:lnTo>
                <a:lnTo>
                  <a:pt x="3258631" y="404181"/>
                </a:lnTo>
                <a:close/>
                <a:moveTo>
                  <a:pt x="3262862" y="404180"/>
                </a:moveTo>
                <a:lnTo>
                  <a:pt x="3262728" y="423892"/>
                </a:lnTo>
                <a:lnTo>
                  <a:pt x="3262728" y="404180"/>
                </a:lnTo>
                <a:close/>
                <a:moveTo>
                  <a:pt x="3265151" y="404179"/>
                </a:moveTo>
                <a:lnTo>
                  <a:pt x="3264094" y="463829"/>
                </a:lnTo>
                <a:lnTo>
                  <a:pt x="3264094" y="404179"/>
                </a:lnTo>
                <a:close/>
                <a:moveTo>
                  <a:pt x="3269557" y="404178"/>
                </a:moveTo>
                <a:lnTo>
                  <a:pt x="3269557" y="451217"/>
                </a:lnTo>
                <a:lnTo>
                  <a:pt x="3268191" y="411981"/>
                </a:lnTo>
                <a:lnTo>
                  <a:pt x="3268191" y="446313"/>
                </a:lnTo>
                <a:lnTo>
                  <a:pt x="3266825" y="419688"/>
                </a:lnTo>
                <a:lnTo>
                  <a:pt x="3266825" y="404179"/>
                </a:lnTo>
                <a:close/>
                <a:moveTo>
                  <a:pt x="3270922" y="404178"/>
                </a:moveTo>
                <a:lnTo>
                  <a:pt x="3270922" y="427395"/>
                </a:lnTo>
                <a:lnTo>
                  <a:pt x="3270035" y="404178"/>
                </a:lnTo>
                <a:close/>
                <a:moveTo>
                  <a:pt x="3273654" y="404177"/>
                </a:moveTo>
                <a:lnTo>
                  <a:pt x="3273654" y="409178"/>
                </a:lnTo>
                <a:lnTo>
                  <a:pt x="3272288" y="471536"/>
                </a:lnTo>
                <a:lnTo>
                  <a:pt x="3272288" y="425994"/>
                </a:lnTo>
                <a:lnTo>
                  <a:pt x="3271997" y="404177"/>
                </a:lnTo>
                <a:close/>
                <a:moveTo>
                  <a:pt x="3275019" y="404177"/>
                </a:moveTo>
                <a:lnTo>
                  <a:pt x="3275019" y="501664"/>
                </a:lnTo>
                <a:lnTo>
                  <a:pt x="3273761" y="404177"/>
                </a:lnTo>
                <a:close/>
                <a:moveTo>
                  <a:pt x="3276385" y="404176"/>
                </a:moveTo>
                <a:lnTo>
                  <a:pt x="3276385" y="463128"/>
                </a:lnTo>
                <a:lnTo>
                  <a:pt x="3275394" y="404177"/>
                </a:lnTo>
                <a:close/>
                <a:moveTo>
                  <a:pt x="3279117" y="404176"/>
                </a:moveTo>
                <a:lnTo>
                  <a:pt x="3279117" y="412682"/>
                </a:lnTo>
                <a:lnTo>
                  <a:pt x="3277751" y="449115"/>
                </a:lnTo>
                <a:lnTo>
                  <a:pt x="3277751" y="428096"/>
                </a:lnTo>
                <a:lnTo>
                  <a:pt x="3277145" y="404176"/>
                </a:lnTo>
                <a:close/>
                <a:moveTo>
                  <a:pt x="3283214" y="404175"/>
                </a:moveTo>
                <a:lnTo>
                  <a:pt x="3283214" y="533893"/>
                </a:lnTo>
                <a:lnTo>
                  <a:pt x="3281848" y="432300"/>
                </a:lnTo>
                <a:lnTo>
                  <a:pt x="3281848" y="446313"/>
                </a:lnTo>
                <a:lnTo>
                  <a:pt x="3280483" y="407076"/>
                </a:lnTo>
                <a:lnTo>
                  <a:pt x="3280483" y="410580"/>
                </a:lnTo>
                <a:lnTo>
                  <a:pt x="3280252" y="404175"/>
                </a:lnTo>
                <a:close/>
                <a:moveTo>
                  <a:pt x="3285084" y="404174"/>
                </a:moveTo>
                <a:lnTo>
                  <a:pt x="3284580" y="461026"/>
                </a:lnTo>
                <a:lnTo>
                  <a:pt x="3284580" y="404174"/>
                </a:lnTo>
                <a:close/>
                <a:moveTo>
                  <a:pt x="3286881" y="404174"/>
                </a:moveTo>
                <a:lnTo>
                  <a:pt x="3285945" y="478542"/>
                </a:lnTo>
                <a:lnTo>
                  <a:pt x="3285945" y="412682"/>
                </a:lnTo>
                <a:lnTo>
                  <a:pt x="3285945" y="404174"/>
                </a:lnTo>
                <a:close/>
                <a:moveTo>
                  <a:pt x="3289834" y="404173"/>
                </a:moveTo>
                <a:lnTo>
                  <a:pt x="3288677" y="446313"/>
                </a:lnTo>
                <a:lnTo>
                  <a:pt x="3288677" y="404173"/>
                </a:lnTo>
                <a:close/>
                <a:moveTo>
                  <a:pt x="3291919" y="404173"/>
                </a:moveTo>
                <a:lnTo>
                  <a:pt x="3291408" y="450516"/>
                </a:lnTo>
                <a:lnTo>
                  <a:pt x="3291408" y="535295"/>
                </a:lnTo>
                <a:lnTo>
                  <a:pt x="3290156" y="404173"/>
                </a:lnTo>
                <a:close/>
                <a:moveTo>
                  <a:pt x="3297496" y="404171"/>
                </a:moveTo>
                <a:lnTo>
                  <a:pt x="3296871" y="429497"/>
                </a:lnTo>
                <a:lnTo>
                  <a:pt x="3296871" y="440707"/>
                </a:lnTo>
                <a:lnTo>
                  <a:pt x="3295505" y="434402"/>
                </a:lnTo>
                <a:lnTo>
                  <a:pt x="3295505" y="423191"/>
                </a:lnTo>
                <a:lnTo>
                  <a:pt x="3294140" y="444211"/>
                </a:lnTo>
                <a:lnTo>
                  <a:pt x="3294140" y="454720"/>
                </a:lnTo>
                <a:lnTo>
                  <a:pt x="3294140" y="462427"/>
                </a:lnTo>
                <a:lnTo>
                  <a:pt x="3292774" y="471536"/>
                </a:lnTo>
                <a:lnTo>
                  <a:pt x="3292774" y="404172"/>
                </a:lnTo>
                <a:close/>
                <a:moveTo>
                  <a:pt x="3299603" y="404171"/>
                </a:moveTo>
                <a:lnTo>
                  <a:pt x="3299603" y="450516"/>
                </a:lnTo>
                <a:lnTo>
                  <a:pt x="3299603" y="467332"/>
                </a:lnTo>
                <a:lnTo>
                  <a:pt x="3298237" y="444911"/>
                </a:lnTo>
                <a:lnTo>
                  <a:pt x="3298237" y="404171"/>
                </a:lnTo>
                <a:close/>
                <a:moveTo>
                  <a:pt x="3309163" y="404168"/>
                </a:moveTo>
                <a:lnTo>
                  <a:pt x="3309163" y="440007"/>
                </a:lnTo>
                <a:lnTo>
                  <a:pt x="3307797" y="493957"/>
                </a:lnTo>
                <a:lnTo>
                  <a:pt x="3307797" y="438605"/>
                </a:lnTo>
                <a:lnTo>
                  <a:pt x="3306431" y="425994"/>
                </a:lnTo>
                <a:lnTo>
                  <a:pt x="3306431" y="459625"/>
                </a:lnTo>
                <a:lnTo>
                  <a:pt x="3305065" y="415484"/>
                </a:lnTo>
                <a:lnTo>
                  <a:pt x="3305065" y="539499"/>
                </a:lnTo>
                <a:lnTo>
                  <a:pt x="3303700" y="521982"/>
                </a:lnTo>
                <a:lnTo>
                  <a:pt x="3303700" y="493957"/>
                </a:lnTo>
                <a:lnTo>
                  <a:pt x="3302334" y="416185"/>
                </a:lnTo>
                <a:lnTo>
                  <a:pt x="3302334" y="429497"/>
                </a:lnTo>
                <a:lnTo>
                  <a:pt x="3300969" y="472237"/>
                </a:lnTo>
                <a:lnTo>
                  <a:pt x="3300969" y="404170"/>
                </a:lnTo>
                <a:close/>
                <a:moveTo>
                  <a:pt x="3311894" y="404168"/>
                </a:moveTo>
                <a:lnTo>
                  <a:pt x="3311894" y="496759"/>
                </a:lnTo>
                <a:lnTo>
                  <a:pt x="3310529" y="448415"/>
                </a:lnTo>
                <a:lnTo>
                  <a:pt x="3310529" y="515677"/>
                </a:lnTo>
                <a:lnTo>
                  <a:pt x="3309571" y="404168"/>
                </a:lnTo>
                <a:close/>
                <a:moveTo>
                  <a:pt x="3313260" y="404167"/>
                </a:moveTo>
                <a:lnTo>
                  <a:pt x="3313260" y="455421"/>
                </a:lnTo>
                <a:lnTo>
                  <a:pt x="3311910" y="404168"/>
                </a:lnTo>
                <a:close/>
                <a:moveTo>
                  <a:pt x="3318538" y="404166"/>
                </a:moveTo>
                <a:lnTo>
                  <a:pt x="3317357" y="452618"/>
                </a:lnTo>
                <a:lnTo>
                  <a:pt x="3317357" y="427395"/>
                </a:lnTo>
                <a:lnTo>
                  <a:pt x="3315991" y="515677"/>
                </a:lnTo>
                <a:lnTo>
                  <a:pt x="3315991" y="491855"/>
                </a:lnTo>
                <a:lnTo>
                  <a:pt x="3314626" y="405675"/>
                </a:lnTo>
                <a:lnTo>
                  <a:pt x="3314626" y="433701"/>
                </a:lnTo>
                <a:lnTo>
                  <a:pt x="3313767" y="404167"/>
                </a:lnTo>
                <a:close/>
                <a:moveTo>
                  <a:pt x="3320089" y="404166"/>
                </a:moveTo>
                <a:lnTo>
                  <a:pt x="3320089" y="526186"/>
                </a:lnTo>
                <a:lnTo>
                  <a:pt x="3318723" y="420389"/>
                </a:lnTo>
                <a:lnTo>
                  <a:pt x="3318723" y="404166"/>
                </a:lnTo>
                <a:close/>
                <a:moveTo>
                  <a:pt x="3321454" y="404165"/>
                </a:moveTo>
                <a:lnTo>
                  <a:pt x="3321454" y="440707"/>
                </a:lnTo>
                <a:lnTo>
                  <a:pt x="3321033" y="404165"/>
                </a:lnTo>
                <a:close/>
                <a:moveTo>
                  <a:pt x="3324150" y="404165"/>
                </a:moveTo>
                <a:lnTo>
                  <a:pt x="3322820" y="503766"/>
                </a:lnTo>
                <a:lnTo>
                  <a:pt x="3322820" y="478542"/>
                </a:lnTo>
                <a:lnTo>
                  <a:pt x="3321669" y="404165"/>
                </a:lnTo>
                <a:close/>
                <a:moveTo>
                  <a:pt x="3325551" y="404164"/>
                </a:moveTo>
                <a:lnTo>
                  <a:pt x="3325551" y="424593"/>
                </a:lnTo>
                <a:lnTo>
                  <a:pt x="3324186" y="447714"/>
                </a:lnTo>
                <a:lnTo>
                  <a:pt x="3324186" y="404165"/>
                </a:lnTo>
                <a:close/>
                <a:moveTo>
                  <a:pt x="3327727" y="404164"/>
                </a:moveTo>
                <a:lnTo>
                  <a:pt x="3326917" y="429497"/>
                </a:lnTo>
                <a:lnTo>
                  <a:pt x="3326917" y="463829"/>
                </a:lnTo>
                <a:lnTo>
                  <a:pt x="3326917" y="496059"/>
                </a:lnTo>
                <a:lnTo>
                  <a:pt x="3325783" y="404164"/>
                </a:lnTo>
                <a:lnTo>
                  <a:pt x="3326917" y="404164"/>
                </a:lnTo>
                <a:close/>
                <a:moveTo>
                  <a:pt x="3328540" y="404164"/>
                </a:moveTo>
                <a:lnTo>
                  <a:pt x="3328283" y="426694"/>
                </a:lnTo>
                <a:lnTo>
                  <a:pt x="3328283" y="404164"/>
                </a:lnTo>
                <a:close/>
                <a:moveTo>
                  <a:pt x="3333849" y="404162"/>
                </a:moveTo>
                <a:lnTo>
                  <a:pt x="3333746" y="418287"/>
                </a:lnTo>
                <a:lnTo>
                  <a:pt x="3333746" y="429497"/>
                </a:lnTo>
                <a:lnTo>
                  <a:pt x="3332380" y="406376"/>
                </a:lnTo>
                <a:lnTo>
                  <a:pt x="3332380" y="561219"/>
                </a:lnTo>
                <a:lnTo>
                  <a:pt x="3331015" y="511473"/>
                </a:lnTo>
                <a:lnTo>
                  <a:pt x="3331015" y="411981"/>
                </a:lnTo>
                <a:lnTo>
                  <a:pt x="3329649" y="519881"/>
                </a:lnTo>
                <a:lnTo>
                  <a:pt x="3329649" y="404163"/>
                </a:lnTo>
                <a:lnTo>
                  <a:pt x="3332380" y="404163"/>
                </a:lnTo>
                <a:close/>
                <a:moveTo>
                  <a:pt x="3335757" y="404162"/>
                </a:moveTo>
                <a:lnTo>
                  <a:pt x="3335112" y="425994"/>
                </a:lnTo>
                <a:lnTo>
                  <a:pt x="3335112" y="404162"/>
                </a:lnTo>
                <a:close/>
                <a:moveTo>
                  <a:pt x="3338109" y="404161"/>
                </a:moveTo>
                <a:lnTo>
                  <a:pt x="3337843" y="429497"/>
                </a:lnTo>
                <a:lnTo>
                  <a:pt x="3337843" y="420389"/>
                </a:lnTo>
                <a:lnTo>
                  <a:pt x="3337090" y="404162"/>
                </a:lnTo>
                <a:close/>
                <a:moveTo>
                  <a:pt x="3342090" y="404160"/>
                </a:moveTo>
                <a:lnTo>
                  <a:pt x="3341940" y="412682"/>
                </a:lnTo>
                <a:lnTo>
                  <a:pt x="3341940" y="422491"/>
                </a:lnTo>
                <a:lnTo>
                  <a:pt x="3340575" y="535995"/>
                </a:lnTo>
                <a:lnTo>
                  <a:pt x="3340575" y="404161"/>
                </a:lnTo>
                <a:lnTo>
                  <a:pt x="3341940" y="404160"/>
                </a:lnTo>
                <a:close/>
                <a:moveTo>
                  <a:pt x="3346902" y="404159"/>
                </a:moveTo>
                <a:lnTo>
                  <a:pt x="3346037" y="441408"/>
                </a:lnTo>
                <a:lnTo>
                  <a:pt x="3346037" y="536696"/>
                </a:lnTo>
                <a:lnTo>
                  <a:pt x="3344672" y="444911"/>
                </a:lnTo>
                <a:lnTo>
                  <a:pt x="3344672" y="404160"/>
                </a:lnTo>
                <a:lnTo>
                  <a:pt x="3346037" y="404159"/>
                </a:lnTo>
                <a:close/>
                <a:moveTo>
                  <a:pt x="3348769" y="404159"/>
                </a:moveTo>
                <a:lnTo>
                  <a:pt x="3348769" y="407076"/>
                </a:lnTo>
                <a:lnTo>
                  <a:pt x="3347403" y="464529"/>
                </a:lnTo>
                <a:lnTo>
                  <a:pt x="3347403" y="404159"/>
                </a:lnTo>
                <a:close/>
                <a:moveTo>
                  <a:pt x="3350641" y="404158"/>
                </a:moveTo>
                <a:lnTo>
                  <a:pt x="3350135" y="454020"/>
                </a:lnTo>
                <a:lnTo>
                  <a:pt x="3350135" y="404158"/>
                </a:lnTo>
                <a:close/>
                <a:moveTo>
                  <a:pt x="3352700" y="404158"/>
                </a:moveTo>
                <a:lnTo>
                  <a:pt x="3351501" y="484148"/>
                </a:lnTo>
                <a:lnTo>
                  <a:pt x="3351501" y="422491"/>
                </a:lnTo>
                <a:lnTo>
                  <a:pt x="3351501" y="404158"/>
                </a:lnTo>
                <a:close/>
                <a:moveTo>
                  <a:pt x="3356123" y="404157"/>
                </a:moveTo>
                <a:lnTo>
                  <a:pt x="3355597" y="447013"/>
                </a:lnTo>
                <a:lnTo>
                  <a:pt x="3355597" y="404157"/>
                </a:lnTo>
                <a:close/>
                <a:moveTo>
                  <a:pt x="3358949" y="404156"/>
                </a:moveTo>
                <a:lnTo>
                  <a:pt x="3358329" y="492555"/>
                </a:lnTo>
                <a:lnTo>
                  <a:pt x="3358329" y="406376"/>
                </a:lnTo>
                <a:lnTo>
                  <a:pt x="3358241" y="404156"/>
                </a:lnTo>
                <a:close/>
                <a:moveTo>
                  <a:pt x="3361878" y="404156"/>
                </a:moveTo>
                <a:lnTo>
                  <a:pt x="3361061" y="503065"/>
                </a:lnTo>
                <a:lnTo>
                  <a:pt x="3361061" y="466631"/>
                </a:lnTo>
                <a:lnTo>
                  <a:pt x="3359695" y="449816"/>
                </a:lnTo>
                <a:lnTo>
                  <a:pt x="3359695" y="414783"/>
                </a:lnTo>
                <a:lnTo>
                  <a:pt x="3359695" y="404156"/>
                </a:lnTo>
                <a:close/>
                <a:moveTo>
                  <a:pt x="3362470" y="404155"/>
                </a:moveTo>
                <a:lnTo>
                  <a:pt x="3362426" y="410580"/>
                </a:lnTo>
                <a:lnTo>
                  <a:pt x="3362426" y="404155"/>
                </a:lnTo>
                <a:close/>
                <a:moveTo>
                  <a:pt x="3365158" y="404155"/>
                </a:moveTo>
                <a:lnTo>
                  <a:pt x="3365158" y="411981"/>
                </a:lnTo>
                <a:lnTo>
                  <a:pt x="3365158" y="432300"/>
                </a:lnTo>
                <a:lnTo>
                  <a:pt x="3363792" y="437204"/>
                </a:lnTo>
                <a:lnTo>
                  <a:pt x="3363792" y="404155"/>
                </a:lnTo>
                <a:close/>
                <a:moveTo>
                  <a:pt x="3366523" y="404154"/>
                </a:moveTo>
                <a:lnTo>
                  <a:pt x="3366523" y="406376"/>
                </a:lnTo>
                <a:lnTo>
                  <a:pt x="3366450" y="404154"/>
                </a:lnTo>
                <a:close/>
                <a:moveTo>
                  <a:pt x="3369915" y="404154"/>
                </a:moveTo>
                <a:lnTo>
                  <a:pt x="3369255" y="410580"/>
                </a:lnTo>
                <a:lnTo>
                  <a:pt x="3369255" y="484148"/>
                </a:lnTo>
                <a:lnTo>
                  <a:pt x="3367889" y="459625"/>
                </a:lnTo>
                <a:lnTo>
                  <a:pt x="3367889" y="436504"/>
                </a:lnTo>
                <a:lnTo>
                  <a:pt x="3367415" y="404154"/>
                </a:lnTo>
                <a:close/>
                <a:moveTo>
                  <a:pt x="3370781" y="404153"/>
                </a:moveTo>
                <a:lnTo>
                  <a:pt x="3370621" y="416885"/>
                </a:lnTo>
                <a:lnTo>
                  <a:pt x="3370621" y="404153"/>
                </a:lnTo>
                <a:close/>
                <a:moveTo>
                  <a:pt x="3377948" y="404152"/>
                </a:moveTo>
                <a:lnTo>
                  <a:pt x="3377449" y="421790"/>
                </a:lnTo>
                <a:lnTo>
                  <a:pt x="3377449" y="407076"/>
                </a:lnTo>
                <a:lnTo>
                  <a:pt x="3376083" y="421790"/>
                </a:lnTo>
                <a:lnTo>
                  <a:pt x="3376083" y="423892"/>
                </a:lnTo>
                <a:lnTo>
                  <a:pt x="3374718" y="421089"/>
                </a:lnTo>
                <a:lnTo>
                  <a:pt x="3374718" y="417586"/>
                </a:lnTo>
                <a:lnTo>
                  <a:pt x="3374718" y="414783"/>
                </a:lnTo>
                <a:lnTo>
                  <a:pt x="3373352" y="485549"/>
                </a:lnTo>
                <a:lnTo>
                  <a:pt x="3373352" y="404153"/>
                </a:lnTo>
                <a:close/>
                <a:moveTo>
                  <a:pt x="3379204" y="404151"/>
                </a:moveTo>
                <a:lnTo>
                  <a:pt x="3378815" y="440007"/>
                </a:lnTo>
                <a:lnTo>
                  <a:pt x="3378815" y="404151"/>
                </a:lnTo>
                <a:close/>
                <a:moveTo>
                  <a:pt x="3381547" y="404151"/>
                </a:moveTo>
                <a:lnTo>
                  <a:pt x="3381547" y="481345"/>
                </a:lnTo>
                <a:lnTo>
                  <a:pt x="3380181" y="444911"/>
                </a:lnTo>
                <a:lnTo>
                  <a:pt x="3380181" y="404151"/>
                </a:lnTo>
                <a:close/>
                <a:moveTo>
                  <a:pt x="3382912" y="404150"/>
                </a:moveTo>
                <a:lnTo>
                  <a:pt x="3382912" y="436504"/>
                </a:lnTo>
                <a:lnTo>
                  <a:pt x="3382262" y="404151"/>
                </a:lnTo>
                <a:close/>
                <a:moveTo>
                  <a:pt x="3384278" y="404150"/>
                </a:moveTo>
                <a:lnTo>
                  <a:pt x="3384278" y="521982"/>
                </a:lnTo>
                <a:lnTo>
                  <a:pt x="3383184" y="404150"/>
                </a:lnTo>
                <a:close/>
                <a:moveTo>
                  <a:pt x="3386227" y="404150"/>
                </a:moveTo>
                <a:lnTo>
                  <a:pt x="3385644" y="470835"/>
                </a:lnTo>
                <a:lnTo>
                  <a:pt x="3385644" y="472237"/>
                </a:lnTo>
                <a:lnTo>
                  <a:pt x="3384820" y="404150"/>
                </a:lnTo>
                <a:close/>
                <a:moveTo>
                  <a:pt x="3389741" y="404149"/>
                </a:moveTo>
                <a:lnTo>
                  <a:pt x="3389741" y="411280"/>
                </a:lnTo>
                <a:lnTo>
                  <a:pt x="3388375" y="416885"/>
                </a:lnTo>
                <a:lnTo>
                  <a:pt x="3388375" y="439306"/>
                </a:lnTo>
                <a:lnTo>
                  <a:pt x="3387009" y="433701"/>
                </a:lnTo>
                <a:lnTo>
                  <a:pt x="3387009" y="404149"/>
                </a:lnTo>
                <a:close/>
                <a:moveTo>
                  <a:pt x="3392171" y="404148"/>
                </a:moveTo>
                <a:lnTo>
                  <a:pt x="3391107" y="468033"/>
                </a:lnTo>
                <a:lnTo>
                  <a:pt x="3391107" y="463128"/>
                </a:lnTo>
                <a:lnTo>
                  <a:pt x="3390229" y="404149"/>
                </a:lnTo>
                <a:close/>
                <a:moveTo>
                  <a:pt x="3392550" y="404148"/>
                </a:moveTo>
                <a:lnTo>
                  <a:pt x="3392472" y="406376"/>
                </a:lnTo>
                <a:lnTo>
                  <a:pt x="3392472" y="404148"/>
                </a:lnTo>
                <a:close/>
                <a:moveTo>
                  <a:pt x="3395568" y="404147"/>
                </a:moveTo>
                <a:lnTo>
                  <a:pt x="3395204" y="414783"/>
                </a:lnTo>
                <a:lnTo>
                  <a:pt x="3395204" y="498160"/>
                </a:lnTo>
                <a:lnTo>
                  <a:pt x="3393838" y="410580"/>
                </a:lnTo>
                <a:lnTo>
                  <a:pt x="3393838" y="404148"/>
                </a:lnTo>
                <a:close/>
                <a:moveTo>
                  <a:pt x="3398887" y="404147"/>
                </a:moveTo>
                <a:lnTo>
                  <a:pt x="3397935" y="498861"/>
                </a:lnTo>
                <a:lnTo>
                  <a:pt x="3397935" y="423892"/>
                </a:lnTo>
                <a:lnTo>
                  <a:pt x="3396569" y="440007"/>
                </a:lnTo>
                <a:lnTo>
                  <a:pt x="3396569" y="404147"/>
                </a:lnTo>
                <a:close/>
                <a:moveTo>
                  <a:pt x="3400476" y="404146"/>
                </a:moveTo>
                <a:lnTo>
                  <a:pt x="3399301" y="437905"/>
                </a:lnTo>
                <a:lnTo>
                  <a:pt x="3399301" y="404146"/>
                </a:lnTo>
                <a:close/>
                <a:moveTo>
                  <a:pt x="3401109" y="404146"/>
                </a:moveTo>
                <a:lnTo>
                  <a:pt x="3400667" y="415484"/>
                </a:lnTo>
                <a:lnTo>
                  <a:pt x="3400667" y="404146"/>
                </a:lnTo>
                <a:close/>
                <a:moveTo>
                  <a:pt x="3403398" y="404145"/>
                </a:moveTo>
                <a:lnTo>
                  <a:pt x="3403398" y="434402"/>
                </a:lnTo>
                <a:lnTo>
                  <a:pt x="3402033" y="418987"/>
                </a:lnTo>
                <a:lnTo>
                  <a:pt x="3402033" y="404146"/>
                </a:lnTo>
                <a:close/>
                <a:moveTo>
                  <a:pt x="3404764" y="404145"/>
                </a:moveTo>
                <a:lnTo>
                  <a:pt x="3404764" y="454020"/>
                </a:lnTo>
                <a:lnTo>
                  <a:pt x="3403593" y="404145"/>
                </a:lnTo>
                <a:close/>
                <a:moveTo>
                  <a:pt x="3406129" y="404145"/>
                </a:moveTo>
                <a:lnTo>
                  <a:pt x="3406129" y="435803"/>
                </a:lnTo>
                <a:lnTo>
                  <a:pt x="3404896" y="404145"/>
                </a:lnTo>
                <a:close/>
                <a:moveTo>
                  <a:pt x="3410192" y="404144"/>
                </a:moveTo>
                <a:lnTo>
                  <a:pt x="3408861" y="425994"/>
                </a:lnTo>
                <a:lnTo>
                  <a:pt x="3408861" y="440707"/>
                </a:lnTo>
                <a:lnTo>
                  <a:pt x="3407495" y="411981"/>
                </a:lnTo>
                <a:lnTo>
                  <a:pt x="3407495" y="410580"/>
                </a:lnTo>
                <a:lnTo>
                  <a:pt x="3407062" y="404145"/>
                </a:lnTo>
                <a:lnTo>
                  <a:pt x="3407495" y="404144"/>
                </a:lnTo>
                <a:close/>
                <a:moveTo>
                  <a:pt x="3410890" y="404144"/>
                </a:moveTo>
                <a:lnTo>
                  <a:pt x="3410227" y="411280"/>
                </a:lnTo>
                <a:lnTo>
                  <a:pt x="3410227" y="404144"/>
                </a:lnTo>
                <a:close/>
                <a:moveTo>
                  <a:pt x="3414324" y="404143"/>
                </a:moveTo>
                <a:lnTo>
                  <a:pt x="3414324" y="447714"/>
                </a:lnTo>
                <a:lnTo>
                  <a:pt x="3412958" y="412682"/>
                </a:lnTo>
                <a:lnTo>
                  <a:pt x="3412958" y="425994"/>
                </a:lnTo>
                <a:lnTo>
                  <a:pt x="3411593" y="428096"/>
                </a:lnTo>
                <a:lnTo>
                  <a:pt x="3411593" y="408478"/>
                </a:lnTo>
                <a:lnTo>
                  <a:pt x="3411593" y="404143"/>
                </a:lnTo>
                <a:close/>
                <a:moveTo>
                  <a:pt x="3415690" y="404142"/>
                </a:moveTo>
                <a:lnTo>
                  <a:pt x="3415690" y="408478"/>
                </a:lnTo>
                <a:lnTo>
                  <a:pt x="3415365" y="404142"/>
                </a:lnTo>
                <a:close/>
                <a:moveTo>
                  <a:pt x="3417055" y="404142"/>
                </a:moveTo>
                <a:lnTo>
                  <a:pt x="3417055" y="437905"/>
                </a:lnTo>
                <a:lnTo>
                  <a:pt x="3415940" y="404142"/>
                </a:lnTo>
                <a:close/>
                <a:moveTo>
                  <a:pt x="3422230" y="404141"/>
                </a:moveTo>
                <a:lnTo>
                  <a:pt x="3421153" y="424593"/>
                </a:lnTo>
                <a:lnTo>
                  <a:pt x="3421153" y="408478"/>
                </a:lnTo>
                <a:lnTo>
                  <a:pt x="3419787" y="437905"/>
                </a:lnTo>
                <a:lnTo>
                  <a:pt x="3419787" y="414783"/>
                </a:lnTo>
                <a:lnTo>
                  <a:pt x="3418421" y="404274"/>
                </a:lnTo>
                <a:lnTo>
                  <a:pt x="3418421" y="434402"/>
                </a:lnTo>
                <a:lnTo>
                  <a:pt x="3417624" y="404142"/>
                </a:lnTo>
                <a:lnTo>
                  <a:pt x="3421153" y="404141"/>
                </a:lnTo>
                <a:close/>
                <a:moveTo>
                  <a:pt x="3425250" y="404140"/>
                </a:moveTo>
                <a:lnTo>
                  <a:pt x="3425250" y="407777"/>
                </a:lnTo>
                <a:lnTo>
                  <a:pt x="3425250" y="414783"/>
                </a:lnTo>
                <a:lnTo>
                  <a:pt x="3423884" y="413382"/>
                </a:lnTo>
                <a:lnTo>
                  <a:pt x="3423884" y="437204"/>
                </a:lnTo>
                <a:lnTo>
                  <a:pt x="3422518" y="440007"/>
                </a:lnTo>
                <a:lnTo>
                  <a:pt x="3422518" y="404141"/>
                </a:lnTo>
                <a:close/>
                <a:moveTo>
                  <a:pt x="3427981" y="404139"/>
                </a:moveTo>
                <a:lnTo>
                  <a:pt x="3427981" y="421790"/>
                </a:lnTo>
                <a:lnTo>
                  <a:pt x="3426615" y="406376"/>
                </a:lnTo>
                <a:lnTo>
                  <a:pt x="3426615" y="416885"/>
                </a:lnTo>
                <a:lnTo>
                  <a:pt x="3425374" y="404140"/>
                </a:lnTo>
                <a:close/>
                <a:moveTo>
                  <a:pt x="3429347" y="404139"/>
                </a:moveTo>
                <a:lnTo>
                  <a:pt x="3429347" y="427395"/>
                </a:lnTo>
                <a:lnTo>
                  <a:pt x="3428591" y="404139"/>
                </a:lnTo>
                <a:close/>
                <a:moveTo>
                  <a:pt x="3430713" y="404139"/>
                </a:moveTo>
                <a:lnTo>
                  <a:pt x="3430713" y="414083"/>
                </a:lnTo>
                <a:lnTo>
                  <a:pt x="3430252" y="404139"/>
                </a:lnTo>
                <a:close/>
                <a:moveTo>
                  <a:pt x="3432079" y="404138"/>
                </a:moveTo>
                <a:lnTo>
                  <a:pt x="3432079" y="412682"/>
                </a:lnTo>
                <a:lnTo>
                  <a:pt x="3431439" y="404139"/>
                </a:lnTo>
                <a:close/>
                <a:moveTo>
                  <a:pt x="3436098" y="404137"/>
                </a:moveTo>
                <a:lnTo>
                  <a:pt x="3434810" y="413382"/>
                </a:lnTo>
                <a:lnTo>
                  <a:pt x="3434810" y="423191"/>
                </a:lnTo>
                <a:lnTo>
                  <a:pt x="3433444" y="409879"/>
                </a:lnTo>
                <a:lnTo>
                  <a:pt x="3433444" y="404138"/>
                </a:lnTo>
                <a:lnTo>
                  <a:pt x="3434810" y="404138"/>
                </a:lnTo>
                <a:close/>
                <a:moveTo>
                  <a:pt x="3438302" y="404137"/>
                </a:moveTo>
                <a:lnTo>
                  <a:pt x="3437541" y="422491"/>
                </a:lnTo>
                <a:lnTo>
                  <a:pt x="3437541" y="407076"/>
                </a:lnTo>
                <a:lnTo>
                  <a:pt x="3436176" y="444911"/>
                </a:lnTo>
                <a:lnTo>
                  <a:pt x="3436176" y="404137"/>
                </a:lnTo>
                <a:close/>
                <a:moveTo>
                  <a:pt x="3441098" y="404136"/>
                </a:moveTo>
                <a:lnTo>
                  <a:pt x="3440273" y="427395"/>
                </a:lnTo>
                <a:lnTo>
                  <a:pt x="3440273" y="409879"/>
                </a:lnTo>
                <a:lnTo>
                  <a:pt x="3438907" y="404274"/>
                </a:lnTo>
                <a:lnTo>
                  <a:pt x="3438907" y="404137"/>
                </a:lnTo>
                <a:close/>
                <a:moveTo>
                  <a:pt x="3443004" y="404136"/>
                </a:moveTo>
                <a:lnTo>
                  <a:pt x="3443004" y="406376"/>
                </a:lnTo>
                <a:lnTo>
                  <a:pt x="3442872" y="404136"/>
                </a:lnTo>
                <a:close/>
                <a:moveTo>
                  <a:pt x="3446972" y="404135"/>
                </a:moveTo>
                <a:lnTo>
                  <a:pt x="3445736" y="416185"/>
                </a:lnTo>
                <a:lnTo>
                  <a:pt x="3445736" y="404274"/>
                </a:lnTo>
                <a:lnTo>
                  <a:pt x="3444370" y="410580"/>
                </a:lnTo>
                <a:lnTo>
                  <a:pt x="3444370" y="419688"/>
                </a:lnTo>
                <a:lnTo>
                  <a:pt x="3443681" y="404136"/>
                </a:lnTo>
                <a:close/>
                <a:moveTo>
                  <a:pt x="3448467" y="404134"/>
                </a:moveTo>
                <a:lnTo>
                  <a:pt x="3448467" y="424593"/>
                </a:lnTo>
                <a:lnTo>
                  <a:pt x="3447101" y="405675"/>
                </a:lnTo>
                <a:lnTo>
                  <a:pt x="3447101" y="404135"/>
                </a:lnTo>
                <a:close/>
                <a:moveTo>
                  <a:pt x="3451199" y="404134"/>
                </a:moveTo>
                <a:lnTo>
                  <a:pt x="3451199" y="426694"/>
                </a:lnTo>
                <a:lnTo>
                  <a:pt x="3450301" y="404134"/>
                </a:lnTo>
                <a:close/>
                <a:moveTo>
                  <a:pt x="3455296" y="404133"/>
                </a:moveTo>
                <a:lnTo>
                  <a:pt x="3455296" y="410580"/>
                </a:lnTo>
                <a:lnTo>
                  <a:pt x="3455296" y="415484"/>
                </a:lnTo>
                <a:lnTo>
                  <a:pt x="3453930" y="421089"/>
                </a:lnTo>
                <a:lnTo>
                  <a:pt x="3453930" y="416885"/>
                </a:lnTo>
                <a:lnTo>
                  <a:pt x="3452565" y="424593"/>
                </a:lnTo>
                <a:lnTo>
                  <a:pt x="3452565" y="425293"/>
                </a:lnTo>
                <a:lnTo>
                  <a:pt x="3451352" y="404134"/>
                </a:lnTo>
                <a:close/>
                <a:moveTo>
                  <a:pt x="3457544" y="404132"/>
                </a:moveTo>
                <a:lnTo>
                  <a:pt x="3456661" y="429497"/>
                </a:lnTo>
                <a:lnTo>
                  <a:pt x="3456661" y="411280"/>
                </a:lnTo>
                <a:lnTo>
                  <a:pt x="3456081" y="404133"/>
                </a:lnTo>
                <a:close/>
                <a:moveTo>
                  <a:pt x="3460759" y="404131"/>
                </a:moveTo>
                <a:lnTo>
                  <a:pt x="3460759" y="416885"/>
                </a:lnTo>
                <a:lnTo>
                  <a:pt x="3459838" y="404132"/>
                </a:lnTo>
                <a:close/>
                <a:moveTo>
                  <a:pt x="3462315" y="404131"/>
                </a:moveTo>
                <a:lnTo>
                  <a:pt x="3462125" y="406376"/>
                </a:lnTo>
                <a:lnTo>
                  <a:pt x="3462125" y="404131"/>
                </a:lnTo>
                <a:close/>
                <a:moveTo>
                  <a:pt x="3466222" y="404130"/>
                </a:moveTo>
                <a:lnTo>
                  <a:pt x="3466222" y="407777"/>
                </a:lnTo>
                <a:lnTo>
                  <a:pt x="3464856" y="407777"/>
                </a:lnTo>
                <a:lnTo>
                  <a:pt x="3464856" y="404130"/>
                </a:lnTo>
                <a:close/>
                <a:moveTo>
                  <a:pt x="3470319" y="404129"/>
                </a:moveTo>
                <a:lnTo>
                  <a:pt x="3470319" y="408478"/>
                </a:lnTo>
                <a:lnTo>
                  <a:pt x="3468953" y="425994"/>
                </a:lnTo>
                <a:lnTo>
                  <a:pt x="3468953" y="410580"/>
                </a:lnTo>
                <a:lnTo>
                  <a:pt x="3467587" y="430898"/>
                </a:lnTo>
                <a:lnTo>
                  <a:pt x="3467587" y="424593"/>
                </a:lnTo>
                <a:lnTo>
                  <a:pt x="3467587" y="404130"/>
                </a:lnTo>
                <a:close/>
                <a:moveTo>
                  <a:pt x="3472839" y="404128"/>
                </a:moveTo>
                <a:lnTo>
                  <a:pt x="3471685" y="422491"/>
                </a:lnTo>
                <a:lnTo>
                  <a:pt x="3471685" y="414783"/>
                </a:lnTo>
                <a:lnTo>
                  <a:pt x="3470969" y="404129"/>
                </a:lnTo>
                <a:close/>
                <a:moveTo>
                  <a:pt x="3473880" y="404128"/>
                </a:moveTo>
                <a:lnTo>
                  <a:pt x="3473050" y="426694"/>
                </a:lnTo>
                <a:lnTo>
                  <a:pt x="3473050" y="404128"/>
                </a:lnTo>
                <a:close/>
                <a:moveTo>
                  <a:pt x="3478513" y="404127"/>
                </a:moveTo>
                <a:lnTo>
                  <a:pt x="3478513" y="407076"/>
                </a:lnTo>
                <a:lnTo>
                  <a:pt x="3477990" y="404127"/>
                </a:lnTo>
                <a:close/>
                <a:moveTo>
                  <a:pt x="3481245" y="404126"/>
                </a:moveTo>
                <a:lnTo>
                  <a:pt x="3481245" y="413382"/>
                </a:lnTo>
                <a:lnTo>
                  <a:pt x="3479879" y="420389"/>
                </a:lnTo>
                <a:lnTo>
                  <a:pt x="3479879" y="404127"/>
                </a:lnTo>
                <a:close/>
                <a:moveTo>
                  <a:pt x="3488174" y="404125"/>
                </a:moveTo>
                <a:lnTo>
                  <a:pt x="3488073" y="407076"/>
                </a:lnTo>
                <a:lnTo>
                  <a:pt x="3488073" y="404125"/>
                </a:lnTo>
                <a:close/>
                <a:moveTo>
                  <a:pt x="3491293" y="404124"/>
                </a:moveTo>
                <a:lnTo>
                  <a:pt x="3490805" y="409879"/>
                </a:lnTo>
                <a:lnTo>
                  <a:pt x="3490805" y="405675"/>
                </a:lnTo>
                <a:lnTo>
                  <a:pt x="3490503" y="404124"/>
                </a:lnTo>
                <a:lnTo>
                  <a:pt x="3490805" y="404124"/>
                </a:lnTo>
                <a:close/>
                <a:moveTo>
                  <a:pt x="3493310" y="404124"/>
                </a:moveTo>
                <a:lnTo>
                  <a:pt x="3492171" y="424593"/>
                </a:lnTo>
                <a:lnTo>
                  <a:pt x="3492171" y="404124"/>
                </a:lnTo>
                <a:close/>
                <a:moveTo>
                  <a:pt x="3496944" y="404123"/>
                </a:moveTo>
                <a:lnTo>
                  <a:pt x="3496268" y="423191"/>
                </a:lnTo>
                <a:lnTo>
                  <a:pt x="3496268" y="421790"/>
                </a:lnTo>
                <a:lnTo>
                  <a:pt x="3494902" y="414083"/>
                </a:lnTo>
                <a:lnTo>
                  <a:pt x="3494902" y="404123"/>
                </a:lnTo>
                <a:close/>
                <a:moveTo>
                  <a:pt x="3502992" y="404121"/>
                </a:moveTo>
                <a:lnTo>
                  <a:pt x="3501731" y="427395"/>
                </a:lnTo>
                <a:lnTo>
                  <a:pt x="3501731" y="409879"/>
                </a:lnTo>
                <a:lnTo>
                  <a:pt x="3500365" y="409879"/>
                </a:lnTo>
                <a:lnTo>
                  <a:pt x="3500365" y="406376"/>
                </a:lnTo>
                <a:lnTo>
                  <a:pt x="3500365" y="404122"/>
                </a:lnTo>
                <a:close/>
                <a:moveTo>
                  <a:pt x="3503372" y="404121"/>
                </a:moveTo>
                <a:lnTo>
                  <a:pt x="3503097" y="406376"/>
                </a:lnTo>
                <a:lnTo>
                  <a:pt x="3503097" y="404121"/>
                </a:lnTo>
                <a:close/>
                <a:moveTo>
                  <a:pt x="3506142" y="404120"/>
                </a:moveTo>
                <a:lnTo>
                  <a:pt x="3505828" y="406376"/>
                </a:lnTo>
                <a:lnTo>
                  <a:pt x="3505828" y="409178"/>
                </a:lnTo>
                <a:lnTo>
                  <a:pt x="3504462" y="404974"/>
                </a:lnTo>
                <a:lnTo>
                  <a:pt x="3504462" y="404121"/>
                </a:lnTo>
                <a:close/>
                <a:moveTo>
                  <a:pt x="3512657" y="404119"/>
                </a:moveTo>
                <a:lnTo>
                  <a:pt x="3512657" y="422491"/>
                </a:lnTo>
                <a:lnTo>
                  <a:pt x="3511291" y="404274"/>
                </a:lnTo>
                <a:lnTo>
                  <a:pt x="3511291" y="425293"/>
                </a:lnTo>
                <a:lnTo>
                  <a:pt x="3509925" y="405675"/>
                </a:lnTo>
                <a:lnTo>
                  <a:pt x="3509925" y="416885"/>
                </a:lnTo>
                <a:lnTo>
                  <a:pt x="3509925" y="418287"/>
                </a:lnTo>
                <a:lnTo>
                  <a:pt x="3508559" y="404974"/>
                </a:lnTo>
                <a:lnTo>
                  <a:pt x="3508559" y="406376"/>
                </a:lnTo>
                <a:lnTo>
                  <a:pt x="3507193" y="423892"/>
                </a:lnTo>
                <a:lnTo>
                  <a:pt x="3507193" y="404120"/>
                </a:lnTo>
                <a:close/>
                <a:moveTo>
                  <a:pt x="3515257" y="404118"/>
                </a:moveTo>
                <a:lnTo>
                  <a:pt x="3514022" y="422491"/>
                </a:lnTo>
                <a:lnTo>
                  <a:pt x="3514022" y="404118"/>
                </a:lnTo>
                <a:close/>
                <a:moveTo>
                  <a:pt x="3519485" y="404117"/>
                </a:moveTo>
                <a:lnTo>
                  <a:pt x="3519485" y="426694"/>
                </a:lnTo>
                <a:lnTo>
                  <a:pt x="3518119" y="414083"/>
                </a:lnTo>
                <a:lnTo>
                  <a:pt x="3518119" y="423892"/>
                </a:lnTo>
                <a:lnTo>
                  <a:pt x="3516754" y="404274"/>
                </a:lnTo>
                <a:lnTo>
                  <a:pt x="3516754" y="428796"/>
                </a:lnTo>
                <a:lnTo>
                  <a:pt x="3515752" y="404118"/>
                </a:lnTo>
                <a:close/>
                <a:moveTo>
                  <a:pt x="3523582" y="404116"/>
                </a:moveTo>
                <a:lnTo>
                  <a:pt x="3523582" y="410580"/>
                </a:lnTo>
                <a:lnTo>
                  <a:pt x="3523582" y="423892"/>
                </a:lnTo>
                <a:lnTo>
                  <a:pt x="3522217" y="410580"/>
                </a:lnTo>
                <a:lnTo>
                  <a:pt x="3522217" y="414083"/>
                </a:lnTo>
                <a:lnTo>
                  <a:pt x="3520851" y="417586"/>
                </a:lnTo>
                <a:lnTo>
                  <a:pt x="3520851" y="424593"/>
                </a:lnTo>
                <a:lnTo>
                  <a:pt x="3519711" y="404117"/>
                </a:lnTo>
                <a:close/>
                <a:moveTo>
                  <a:pt x="3527679" y="404115"/>
                </a:moveTo>
                <a:lnTo>
                  <a:pt x="3527679" y="422491"/>
                </a:lnTo>
                <a:lnTo>
                  <a:pt x="3526314" y="409879"/>
                </a:lnTo>
                <a:lnTo>
                  <a:pt x="3526314" y="435102"/>
                </a:lnTo>
                <a:lnTo>
                  <a:pt x="3524948" y="425994"/>
                </a:lnTo>
                <a:lnTo>
                  <a:pt x="3524948" y="404116"/>
                </a:lnTo>
                <a:close/>
                <a:moveTo>
                  <a:pt x="3530180" y="404115"/>
                </a:moveTo>
                <a:lnTo>
                  <a:pt x="3529045" y="430898"/>
                </a:lnTo>
                <a:lnTo>
                  <a:pt x="3529045" y="426694"/>
                </a:lnTo>
                <a:lnTo>
                  <a:pt x="3529045" y="414083"/>
                </a:lnTo>
                <a:lnTo>
                  <a:pt x="3528534" y="404115"/>
                </a:lnTo>
                <a:close/>
                <a:moveTo>
                  <a:pt x="3531777" y="404114"/>
                </a:moveTo>
                <a:lnTo>
                  <a:pt x="3531777" y="414083"/>
                </a:lnTo>
                <a:lnTo>
                  <a:pt x="3530411" y="423191"/>
                </a:lnTo>
                <a:lnTo>
                  <a:pt x="3530411" y="404114"/>
                </a:lnTo>
                <a:close/>
                <a:moveTo>
                  <a:pt x="3545182" y="404111"/>
                </a:moveTo>
                <a:lnTo>
                  <a:pt x="3544068" y="412682"/>
                </a:lnTo>
                <a:lnTo>
                  <a:pt x="3544068" y="437905"/>
                </a:lnTo>
                <a:lnTo>
                  <a:pt x="3542703" y="413382"/>
                </a:lnTo>
                <a:lnTo>
                  <a:pt x="3542703" y="417586"/>
                </a:lnTo>
                <a:lnTo>
                  <a:pt x="3541337" y="409178"/>
                </a:lnTo>
                <a:lnTo>
                  <a:pt x="3541337" y="404974"/>
                </a:lnTo>
                <a:lnTo>
                  <a:pt x="3539971" y="427395"/>
                </a:lnTo>
                <a:lnTo>
                  <a:pt x="3539971" y="426694"/>
                </a:lnTo>
                <a:lnTo>
                  <a:pt x="3538605" y="428096"/>
                </a:lnTo>
                <a:lnTo>
                  <a:pt x="3538605" y="411280"/>
                </a:lnTo>
                <a:lnTo>
                  <a:pt x="3537239" y="437204"/>
                </a:lnTo>
                <a:lnTo>
                  <a:pt x="3537239" y="421089"/>
                </a:lnTo>
                <a:lnTo>
                  <a:pt x="3535874" y="414083"/>
                </a:lnTo>
                <a:lnTo>
                  <a:pt x="3535874" y="418287"/>
                </a:lnTo>
                <a:lnTo>
                  <a:pt x="3534508" y="407076"/>
                </a:lnTo>
                <a:lnTo>
                  <a:pt x="3534508" y="405675"/>
                </a:lnTo>
                <a:lnTo>
                  <a:pt x="3533143" y="415484"/>
                </a:lnTo>
                <a:lnTo>
                  <a:pt x="3533143" y="422491"/>
                </a:lnTo>
                <a:lnTo>
                  <a:pt x="3531949" y="404114"/>
                </a:lnTo>
                <a:lnTo>
                  <a:pt x="3538605" y="404112"/>
                </a:lnTo>
                <a:close/>
                <a:moveTo>
                  <a:pt x="3546800" y="404110"/>
                </a:moveTo>
                <a:lnTo>
                  <a:pt x="3546800" y="437204"/>
                </a:lnTo>
                <a:lnTo>
                  <a:pt x="3545434" y="433000"/>
                </a:lnTo>
                <a:lnTo>
                  <a:pt x="3545434" y="404111"/>
                </a:lnTo>
                <a:close/>
                <a:moveTo>
                  <a:pt x="3554994" y="404108"/>
                </a:moveTo>
                <a:lnTo>
                  <a:pt x="3554994" y="430198"/>
                </a:lnTo>
                <a:lnTo>
                  <a:pt x="3553628" y="415484"/>
                </a:lnTo>
                <a:lnTo>
                  <a:pt x="3553628" y="408478"/>
                </a:lnTo>
                <a:lnTo>
                  <a:pt x="3552263" y="432300"/>
                </a:lnTo>
                <a:lnTo>
                  <a:pt x="3552263" y="418987"/>
                </a:lnTo>
                <a:lnTo>
                  <a:pt x="3550897" y="411981"/>
                </a:lnTo>
                <a:lnTo>
                  <a:pt x="3550897" y="427395"/>
                </a:lnTo>
                <a:lnTo>
                  <a:pt x="3549531" y="407777"/>
                </a:lnTo>
                <a:lnTo>
                  <a:pt x="3549531" y="416185"/>
                </a:lnTo>
                <a:lnTo>
                  <a:pt x="3548165" y="416185"/>
                </a:lnTo>
                <a:lnTo>
                  <a:pt x="3548165" y="423892"/>
                </a:lnTo>
                <a:lnTo>
                  <a:pt x="3547309" y="404110"/>
                </a:lnTo>
                <a:lnTo>
                  <a:pt x="3548165" y="404110"/>
                </a:lnTo>
                <a:close/>
                <a:moveTo>
                  <a:pt x="3559091" y="404107"/>
                </a:moveTo>
                <a:lnTo>
                  <a:pt x="3559091" y="404974"/>
                </a:lnTo>
                <a:lnTo>
                  <a:pt x="3557725" y="422491"/>
                </a:lnTo>
                <a:lnTo>
                  <a:pt x="3557725" y="416185"/>
                </a:lnTo>
                <a:lnTo>
                  <a:pt x="3556820" y="404108"/>
                </a:lnTo>
                <a:lnTo>
                  <a:pt x="3557725" y="404108"/>
                </a:lnTo>
                <a:close/>
                <a:moveTo>
                  <a:pt x="3560457" y="404107"/>
                </a:moveTo>
                <a:lnTo>
                  <a:pt x="3560457" y="410580"/>
                </a:lnTo>
                <a:lnTo>
                  <a:pt x="3559931" y="404107"/>
                </a:lnTo>
                <a:close/>
                <a:moveTo>
                  <a:pt x="3562717" y="404107"/>
                </a:moveTo>
                <a:lnTo>
                  <a:pt x="3561823" y="419688"/>
                </a:lnTo>
                <a:lnTo>
                  <a:pt x="3561823" y="404107"/>
                </a:lnTo>
                <a:close/>
                <a:moveTo>
                  <a:pt x="3567837" y="404105"/>
                </a:moveTo>
                <a:lnTo>
                  <a:pt x="3567286" y="423892"/>
                </a:lnTo>
                <a:lnTo>
                  <a:pt x="3567286" y="416185"/>
                </a:lnTo>
                <a:lnTo>
                  <a:pt x="3565920" y="413382"/>
                </a:lnTo>
                <a:lnTo>
                  <a:pt x="3565920" y="415484"/>
                </a:lnTo>
                <a:lnTo>
                  <a:pt x="3564554" y="429497"/>
                </a:lnTo>
                <a:lnTo>
                  <a:pt x="3564554" y="411280"/>
                </a:lnTo>
                <a:lnTo>
                  <a:pt x="3563189" y="448415"/>
                </a:lnTo>
                <a:lnTo>
                  <a:pt x="3563189" y="404106"/>
                </a:lnTo>
                <a:close/>
                <a:moveTo>
                  <a:pt x="3570017" y="404105"/>
                </a:moveTo>
                <a:lnTo>
                  <a:pt x="3570017" y="423892"/>
                </a:lnTo>
                <a:lnTo>
                  <a:pt x="3569395" y="404105"/>
                </a:lnTo>
                <a:close/>
                <a:moveTo>
                  <a:pt x="3572749" y="404104"/>
                </a:moveTo>
                <a:lnTo>
                  <a:pt x="3572749" y="415484"/>
                </a:lnTo>
                <a:lnTo>
                  <a:pt x="3571383" y="407076"/>
                </a:lnTo>
                <a:lnTo>
                  <a:pt x="3571383" y="411981"/>
                </a:lnTo>
                <a:lnTo>
                  <a:pt x="3570999" y="404105"/>
                </a:lnTo>
                <a:close/>
                <a:moveTo>
                  <a:pt x="3578211" y="404103"/>
                </a:moveTo>
                <a:lnTo>
                  <a:pt x="3578211" y="408478"/>
                </a:lnTo>
                <a:lnTo>
                  <a:pt x="3576846" y="421790"/>
                </a:lnTo>
                <a:lnTo>
                  <a:pt x="3576846" y="404274"/>
                </a:lnTo>
                <a:lnTo>
                  <a:pt x="3575480" y="428096"/>
                </a:lnTo>
                <a:lnTo>
                  <a:pt x="3575480" y="424593"/>
                </a:lnTo>
                <a:lnTo>
                  <a:pt x="3574114" y="411981"/>
                </a:lnTo>
                <a:lnTo>
                  <a:pt x="3574114" y="404104"/>
                </a:lnTo>
                <a:close/>
                <a:moveTo>
                  <a:pt x="3580943" y="404102"/>
                </a:moveTo>
                <a:lnTo>
                  <a:pt x="3580943" y="404974"/>
                </a:lnTo>
                <a:lnTo>
                  <a:pt x="3579577" y="404274"/>
                </a:lnTo>
                <a:lnTo>
                  <a:pt x="3579577" y="404103"/>
                </a:lnTo>
                <a:close/>
                <a:moveTo>
                  <a:pt x="3583298" y="404102"/>
                </a:moveTo>
                <a:lnTo>
                  <a:pt x="3582309" y="423892"/>
                </a:lnTo>
                <a:lnTo>
                  <a:pt x="3582309" y="407777"/>
                </a:lnTo>
                <a:lnTo>
                  <a:pt x="3581911" y="404102"/>
                </a:lnTo>
                <a:close/>
                <a:moveTo>
                  <a:pt x="3585040" y="404101"/>
                </a:moveTo>
                <a:lnTo>
                  <a:pt x="3585040" y="411280"/>
                </a:lnTo>
                <a:lnTo>
                  <a:pt x="3584558" y="404101"/>
                </a:lnTo>
                <a:close/>
                <a:moveTo>
                  <a:pt x="3587771" y="404101"/>
                </a:moveTo>
                <a:lnTo>
                  <a:pt x="3587771" y="404974"/>
                </a:lnTo>
                <a:lnTo>
                  <a:pt x="3586406" y="437905"/>
                </a:lnTo>
                <a:lnTo>
                  <a:pt x="3586406" y="407777"/>
                </a:lnTo>
                <a:lnTo>
                  <a:pt x="3585894" y="404101"/>
                </a:lnTo>
                <a:close/>
                <a:moveTo>
                  <a:pt x="3589137" y="404100"/>
                </a:moveTo>
                <a:lnTo>
                  <a:pt x="3589137" y="410580"/>
                </a:lnTo>
                <a:lnTo>
                  <a:pt x="3588754" y="404100"/>
                </a:lnTo>
                <a:close/>
                <a:moveTo>
                  <a:pt x="3590503" y="404100"/>
                </a:moveTo>
                <a:lnTo>
                  <a:pt x="3590503" y="404274"/>
                </a:lnTo>
                <a:lnTo>
                  <a:pt x="3590503" y="411981"/>
                </a:lnTo>
                <a:lnTo>
                  <a:pt x="3589543" y="404100"/>
                </a:lnTo>
                <a:close/>
                <a:moveTo>
                  <a:pt x="3592359" y="404099"/>
                </a:moveTo>
                <a:lnTo>
                  <a:pt x="3591869" y="409879"/>
                </a:lnTo>
                <a:lnTo>
                  <a:pt x="3591869" y="404100"/>
                </a:lnTo>
                <a:close/>
                <a:moveTo>
                  <a:pt x="3596037" y="404098"/>
                </a:moveTo>
                <a:lnTo>
                  <a:pt x="3595966" y="406376"/>
                </a:lnTo>
                <a:lnTo>
                  <a:pt x="3595966" y="409879"/>
                </a:lnTo>
                <a:lnTo>
                  <a:pt x="3595625" y="404099"/>
                </a:lnTo>
                <a:close/>
                <a:moveTo>
                  <a:pt x="3598697" y="404098"/>
                </a:moveTo>
                <a:lnTo>
                  <a:pt x="3598697" y="407076"/>
                </a:lnTo>
                <a:lnTo>
                  <a:pt x="3598310" y="404098"/>
                </a:lnTo>
                <a:close/>
                <a:moveTo>
                  <a:pt x="3601429" y="404097"/>
                </a:moveTo>
                <a:lnTo>
                  <a:pt x="3601429" y="406376"/>
                </a:lnTo>
                <a:lnTo>
                  <a:pt x="3600063" y="415484"/>
                </a:lnTo>
                <a:lnTo>
                  <a:pt x="3600063" y="421089"/>
                </a:lnTo>
                <a:lnTo>
                  <a:pt x="3599492" y="404098"/>
                </a:lnTo>
                <a:close/>
                <a:moveTo>
                  <a:pt x="3610614" y="404095"/>
                </a:moveTo>
                <a:lnTo>
                  <a:pt x="3609623" y="409178"/>
                </a:lnTo>
                <a:lnTo>
                  <a:pt x="3609623" y="418287"/>
                </a:lnTo>
                <a:lnTo>
                  <a:pt x="3608257" y="404274"/>
                </a:lnTo>
                <a:lnTo>
                  <a:pt x="3608257" y="407777"/>
                </a:lnTo>
                <a:lnTo>
                  <a:pt x="3607859" y="404096"/>
                </a:lnTo>
                <a:lnTo>
                  <a:pt x="3608257" y="404096"/>
                </a:lnTo>
                <a:close/>
                <a:moveTo>
                  <a:pt x="3613630" y="404094"/>
                </a:moveTo>
                <a:lnTo>
                  <a:pt x="3612355" y="421089"/>
                </a:lnTo>
                <a:lnTo>
                  <a:pt x="3612355" y="406376"/>
                </a:lnTo>
                <a:lnTo>
                  <a:pt x="3612162" y="404095"/>
                </a:lnTo>
                <a:close/>
                <a:moveTo>
                  <a:pt x="3617818" y="404093"/>
                </a:moveTo>
                <a:lnTo>
                  <a:pt x="3617818" y="420389"/>
                </a:lnTo>
                <a:lnTo>
                  <a:pt x="3616452" y="414083"/>
                </a:lnTo>
                <a:lnTo>
                  <a:pt x="3616452" y="413382"/>
                </a:lnTo>
                <a:lnTo>
                  <a:pt x="3615903" y="404094"/>
                </a:lnTo>
                <a:close/>
                <a:moveTo>
                  <a:pt x="3619505" y="404093"/>
                </a:moveTo>
                <a:lnTo>
                  <a:pt x="3619183" y="409879"/>
                </a:lnTo>
                <a:lnTo>
                  <a:pt x="3619183" y="404093"/>
                </a:lnTo>
                <a:close/>
                <a:moveTo>
                  <a:pt x="3622940" y="404092"/>
                </a:moveTo>
                <a:lnTo>
                  <a:pt x="3621915" y="424593"/>
                </a:lnTo>
                <a:lnTo>
                  <a:pt x="3621915" y="404092"/>
                </a:lnTo>
                <a:close/>
                <a:moveTo>
                  <a:pt x="3625637" y="404091"/>
                </a:moveTo>
                <a:lnTo>
                  <a:pt x="3624646" y="429497"/>
                </a:lnTo>
                <a:lnTo>
                  <a:pt x="3624646" y="411280"/>
                </a:lnTo>
                <a:lnTo>
                  <a:pt x="3623281" y="416885"/>
                </a:lnTo>
                <a:lnTo>
                  <a:pt x="3623281" y="412682"/>
                </a:lnTo>
                <a:lnTo>
                  <a:pt x="3623281" y="404092"/>
                </a:lnTo>
                <a:close/>
                <a:moveTo>
                  <a:pt x="3628363" y="404091"/>
                </a:moveTo>
                <a:lnTo>
                  <a:pt x="3627378" y="421790"/>
                </a:lnTo>
                <a:lnTo>
                  <a:pt x="3627378" y="437905"/>
                </a:lnTo>
                <a:lnTo>
                  <a:pt x="3626348" y="404091"/>
                </a:lnTo>
                <a:lnTo>
                  <a:pt x="3627378" y="404091"/>
                </a:lnTo>
                <a:close/>
                <a:moveTo>
                  <a:pt x="3630756" y="404090"/>
                </a:moveTo>
                <a:lnTo>
                  <a:pt x="3630109" y="413382"/>
                </a:lnTo>
                <a:lnTo>
                  <a:pt x="3630109" y="410580"/>
                </a:lnTo>
                <a:lnTo>
                  <a:pt x="3628743" y="410580"/>
                </a:lnTo>
                <a:lnTo>
                  <a:pt x="3628743" y="404091"/>
                </a:lnTo>
                <a:close/>
                <a:moveTo>
                  <a:pt x="3635187" y="404089"/>
                </a:moveTo>
                <a:lnTo>
                  <a:pt x="3634207" y="419688"/>
                </a:lnTo>
                <a:lnTo>
                  <a:pt x="3634207" y="404089"/>
                </a:lnTo>
                <a:close/>
                <a:moveTo>
                  <a:pt x="3636268" y="404089"/>
                </a:moveTo>
                <a:lnTo>
                  <a:pt x="3635572" y="414083"/>
                </a:lnTo>
                <a:lnTo>
                  <a:pt x="3635572" y="404089"/>
                </a:lnTo>
                <a:close/>
                <a:moveTo>
                  <a:pt x="3637728" y="404088"/>
                </a:moveTo>
                <a:lnTo>
                  <a:pt x="3636938" y="418287"/>
                </a:lnTo>
                <a:lnTo>
                  <a:pt x="3636938" y="412682"/>
                </a:lnTo>
                <a:lnTo>
                  <a:pt x="3636938" y="404089"/>
                </a:lnTo>
                <a:close/>
                <a:moveTo>
                  <a:pt x="3641035" y="404088"/>
                </a:moveTo>
                <a:lnTo>
                  <a:pt x="3641035" y="404974"/>
                </a:lnTo>
                <a:lnTo>
                  <a:pt x="3639669" y="421089"/>
                </a:lnTo>
                <a:lnTo>
                  <a:pt x="3639669" y="433701"/>
                </a:lnTo>
                <a:lnTo>
                  <a:pt x="3638303" y="420389"/>
                </a:lnTo>
                <a:lnTo>
                  <a:pt x="3638303" y="404088"/>
                </a:lnTo>
                <a:close/>
                <a:moveTo>
                  <a:pt x="3651961" y="404085"/>
                </a:moveTo>
                <a:lnTo>
                  <a:pt x="3651961" y="414083"/>
                </a:lnTo>
                <a:lnTo>
                  <a:pt x="3650595" y="414783"/>
                </a:lnTo>
                <a:lnTo>
                  <a:pt x="3650595" y="417586"/>
                </a:lnTo>
                <a:lnTo>
                  <a:pt x="3649229" y="417586"/>
                </a:lnTo>
                <a:lnTo>
                  <a:pt x="3649229" y="416885"/>
                </a:lnTo>
                <a:lnTo>
                  <a:pt x="3647864" y="428096"/>
                </a:lnTo>
                <a:lnTo>
                  <a:pt x="3647864" y="415484"/>
                </a:lnTo>
                <a:lnTo>
                  <a:pt x="3646498" y="412682"/>
                </a:lnTo>
                <a:lnTo>
                  <a:pt x="3646498" y="404974"/>
                </a:lnTo>
                <a:lnTo>
                  <a:pt x="3645132" y="413382"/>
                </a:lnTo>
                <a:lnTo>
                  <a:pt x="3645132" y="416185"/>
                </a:lnTo>
                <a:lnTo>
                  <a:pt x="3643767" y="418987"/>
                </a:lnTo>
                <a:lnTo>
                  <a:pt x="3643767" y="421089"/>
                </a:lnTo>
                <a:lnTo>
                  <a:pt x="3642401" y="433701"/>
                </a:lnTo>
                <a:lnTo>
                  <a:pt x="3642401" y="411981"/>
                </a:lnTo>
                <a:lnTo>
                  <a:pt x="3641809" y="404087"/>
                </a:lnTo>
                <a:lnTo>
                  <a:pt x="3642401" y="404087"/>
                </a:lnTo>
                <a:close/>
                <a:moveTo>
                  <a:pt x="3653920" y="404084"/>
                </a:moveTo>
                <a:lnTo>
                  <a:pt x="3653327" y="425994"/>
                </a:lnTo>
                <a:lnTo>
                  <a:pt x="3653327" y="432300"/>
                </a:lnTo>
                <a:lnTo>
                  <a:pt x="3652249" y="404085"/>
                </a:lnTo>
                <a:close/>
                <a:moveTo>
                  <a:pt x="3656058" y="404084"/>
                </a:moveTo>
                <a:lnTo>
                  <a:pt x="3656058" y="404974"/>
                </a:lnTo>
                <a:lnTo>
                  <a:pt x="3656058" y="418987"/>
                </a:lnTo>
                <a:lnTo>
                  <a:pt x="3656058" y="435102"/>
                </a:lnTo>
                <a:lnTo>
                  <a:pt x="3654692" y="430198"/>
                </a:lnTo>
                <a:lnTo>
                  <a:pt x="3654692" y="404084"/>
                </a:lnTo>
                <a:close/>
                <a:moveTo>
                  <a:pt x="3658789" y="404083"/>
                </a:moveTo>
                <a:lnTo>
                  <a:pt x="3658789" y="437204"/>
                </a:lnTo>
                <a:lnTo>
                  <a:pt x="3657424" y="444211"/>
                </a:lnTo>
                <a:lnTo>
                  <a:pt x="3657424" y="437905"/>
                </a:lnTo>
                <a:lnTo>
                  <a:pt x="3656568" y="404084"/>
                </a:lnTo>
                <a:close/>
                <a:moveTo>
                  <a:pt x="3660271" y="404083"/>
                </a:moveTo>
                <a:lnTo>
                  <a:pt x="3660155" y="404974"/>
                </a:lnTo>
                <a:lnTo>
                  <a:pt x="3660155" y="404083"/>
                </a:lnTo>
                <a:close/>
                <a:moveTo>
                  <a:pt x="3665618" y="404082"/>
                </a:moveTo>
                <a:lnTo>
                  <a:pt x="3665618" y="416185"/>
                </a:lnTo>
                <a:lnTo>
                  <a:pt x="3664253" y="417586"/>
                </a:lnTo>
                <a:lnTo>
                  <a:pt x="3664253" y="420389"/>
                </a:lnTo>
                <a:lnTo>
                  <a:pt x="3664253" y="426694"/>
                </a:lnTo>
                <a:lnTo>
                  <a:pt x="3662887" y="447714"/>
                </a:lnTo>
                <a:lnTo>
                  <a:pt x="3662887" y="418287"/>
                </a:lnTo>
                <a:lnTo>
                  <a:pt x="3662228" y="404082"/>
                </a:lnTo>
                <a:close/>
                <a:moveTo>
                  <a:pt x="3667839" y="404081"/>
                </a:moveTo>
                <a:lnTo>
                  <a:pt x="3666984" y="415484"/>
                </a:lnTo>
                <a:lnTo>
                  <a:pt x="3666984" y="404081"/>
                </a:lnTo>
                <a:close/>
                <a:moveTo>
                  <a:pt x="3670057" y="404080"/>
                </a:moveTo>
                <a:lnTo>
                  <a:pt x="3669715" y="411280"/>
                </a:lnTo>
                <a:lnTo>
                  <a:pt x="3669715" y="411981"/>
                </a:lnTo>
                <a:lnTo>
                  <a:pt x="3668350" y="408478"/>
                </a:lnTo>
                <a:lnTo>
                  <a:pt x="3668350" y="404081"/>
                </a:lnTo>
                <a:lnTo>
                  <a:pt x="3669715" y="404081"/>
                </a:lnTo>
                <a:close/>
                <a:moveTo>
                  <a:pt x="3673813" y="404080"/>
                </a:moveTo>
                <a:lnTo>
                  <a:pt x="3673813" y="405675"/>
                </a:lnTo>
                <a:lnTo>
                  <a:pt x="3672447" y="413382"/>
                </a:lnTo>
                <a:lnTo>
                  <a:pt x="3672447" y="419688"/>
                </a:lnTo>
                <a:lnTo>
                  <a:pt x="3671081" y="433000"/>
                </a:lnTo>
                <a:lnTo>
                  <a:pt x="3671081" y="404080"/>
                </a:lnTo>
                <a:close/>
                <a:moveTo>
                  <a:pt x="3675178" y="404079"/>
                </a:moveTo>
                <a:lnTo>
                  <a:pt x="3675178" y="411280"/>
                </a:lnTo>
                <a:lnTo>
                  <a:pt x="3674639" y="404079"/>
                </a:lnTo>
                <a:close/>
                <a:moveTo>
                  <a:pt x="3679275" y="404078"/>
                </a:moveTo>
                <a:lnTo>
                  <a:pt x="3679275" y="418987"/>
                </a:lnTo>
                <a:lnTo>
                  <a:pt x="3677910" y="433000"/>
                </a:lnTo>
                <a:lnTo>
                  <a:pt x="3677910" y="410580"/>
                </a:lnTo>
                <a:lnTo>
                  <a:pt x="3676544" y="438605"/>
                </a:lnTo>
                <a:lnTo>
                  <a:pt x="3676544" y="404079"/>
                </a:lnTo>
                <a:close/>
                <a:moveTo>
                  <a:pt x="3681629" y="404078"/>
                </a:moveTo>
                <a:lnTo>
                  <a:pt x="3680641" y="427395"/>
                </a:lnTo>
                <a:lnTo>
                  <a:pt x="3680641" y="407777"/>
                </a:lnTo>
                <a:lnTo>
                  <a:pt x="3680160" y="404078"/>
                </a:lnTo>
                <a:close/>
                <a:moveTo>
                  <a:pt x="3683346" y="404077"/>
                </a:moveTo>
                <a:lnTo>
                  <a:pt x="3682007" y="428796"/>
                </a:lnTo>
                <a:lnTo>
                  <a:pt x="3682007" y="404078"/>
                </a:lnTo>
                <a:close/>
                <a:moveTo>
                  <a:pt x="3684739" y="404077"/>
                </a:moveTo>
                <a:lnTo>
                  <a:pt x="3684739" y="412682"/>
                </a:lnTo>
                <a:lnTo>
                  <a:pt x="3683373" y="419688"/>
                </a:lnTo>
                <a:lnTo>
                  <a:pt x="3683373" y="404077"/>
                </a:lnTo>
                <a:close/>
                <a:moveTo>
                  <a:pt x="3687058" y="404076"/>
                </a:moveTo>
                <a:lnTo>
                  <a:pt x="3686104" y="408478"/>
                </a:lnTo>
                <a:lnTo>
                  <a:pt x="3686104" y="404077"/>
                </a:lnTo>
                <a:close/>
                <a:moveTo>
                  <a:pt x="3688760" y="404076"/>
                </a:moveTo>
                <a:lnTo>
                  <a:pt x="3687470" y="412682"/>
                </a:lnTo>
                <a:lnTo>
                  <a:pt x="3687470" y="404076"/>
                </a:lnTo>
                <a:close/>
                <a:moveTo>
                  <a:pt x="3691567" y="404075"/>
                </a:moveTo>
                <a:lnTo>
                  <a:pt x="3691567" y="423191"/>
                </a:lnTo>
                <a:lnTo>
                  <a:pt x="3690201" y="414783"/>
                </a:lnTo>
                <a:lnTo>
                  <a:pt x="3690201" y="404076"/>
                </a:lnTo>
                <a:close/>
                <a:moveTo>
                  <a:pt x="3694299" y="404075"/>
                </a:moveTo>
                <a:lnTo>
                  <a:pt x="3694299" y="415484"/>
                </a:lnTo>
                <a:lnTo>
                  <a:pt x="3692933" y="420389"/>
                </a:lnTo>
                <a:lnTo>
                  <a:pt x="3692933" y="407777"/>
                </a:lnTo>
                <a:lnTo>
                  <a:pt x="3692933" y="404075"/>
                </a:lnTo>
                <a:close/>
                <a:moveTo>
                  <a:pt x="3696241" y="404074"/>
                </a:moveTo>
                <a:lnTo>
                  <a:pt x="3695664" y="410580"/>
                </a:lnTo>
                <a:lnTo>
                  <a:pt x="3695664" y="404074"/>
                </a:lnTo>
                <a:close/>
                <a:moveTo>
                  <a:pt x="3702233" y="404073"/>
                </a:moveTo>
                <a:lnTo>
                  <a:pt x="3701127" y="421089"/>
                </a:lnTo>
                <a:lnTo>
                  <a:pt x="3701127" y="423892"/>
                </a:lnTo>
                <a:lnTo>
                  <a:pt x="3699761" y="440007"/>
                </a:lnTo>
                <a:lnTo>
                  <a:pt x="3699761" y="411280"/>
                </a:lnTo>
                <a:lnTo>
                  <a:pt x="3698396" y="409178"/>
                </a:lnTo>
                <a:lnTo>
                  <a:pt x="3698396" y="404074"/>
                </a:lnTo>
                <a:close/>
                <a:moveTo>
                  <a:pt x="3703859" y="404072"/>
                </a:moveTo>
                <a:lnTo>
                  <a:pt x="3703859" y="405675"/>
                </a:lnTo>
                <a:lnTo>
                  <a:pt x="3702493" y="421089"/>
                </a:lnTo>
                <a:lnTo>
                  <a:pt x="3702493" y="406376"/>
                </a:lnTo>
                <a:lnTo>
                  <a:pt x="3702493" y="404073"/>
                </a:lnTo>
                <a:close/>
                <a:moveTo>
                  <a:pt x="3706527" y="404072"/>
                </a:moveTo>
                <a:lnTo>
                  <a:pt x="3705224" y="428796"/>
                </a:lnTo>
                <a:lnTo>
                  <a:pt x="3705224" y="404072"/>
                </a:lnTo>
                <a:close/>
                <a:moveTo>
                  <a:pt x="3707296" y="404071"/>
                </a:moveTo>
                <a:lnTo>
                  <a:pt x="3706590" y="421089"/>
                </a:lnTo>
                <a:lnTo>
                  <a:pt x="3706590" y="404072"/>
                </a:lnTo>
                <a:close/>
                <a:moveTo>
                  <a:pt x="3710687" y="404071"/>
                </a:moveTo>
                <a:lnTo>
                  <a:pt x="3710687" y="433701"/>
                </a:lnTo>
                <a:lnTo>
                  <a:pt x="3709321" y="407777"/>
                </a:lnTo>
                <a:lnTo>
                  <a:pt x="3709321" y="411981"/>
                </a:lnTo>
                <a:lnTo>
                  <a:pt x="3707956" y="414083"/>
                </a:lnTo>
                <a:lnTo>
                  <a:pt x="3707956" y="404071"/>
                </a:lnTo>
                <a:close/>
                <a:moveTo>
                  <a:pt x="3715401" y="404069"/>
                </a:moveTo>
                <a:lnTo>
                  <a:pt x="3714785" y="418287"/>
                </a:lnTo>
                <a:lnTo>
                  <a:pt x="3714785" y="415484"/>
                </a:lnTo>
                <a:lnTo>
                  <a:pt x="3713419" y="423191"/>
                </a:lnTo>
                <a:lnTo>
                  <a:pt x="3713419" y="410580"/>
                </a:lnTo>
                <a:lnTo>
                  <a:pt x="3712053" y="416885"/>
                </a:lnTo>
                <a:lnTo>
                  <a:pt x="3712053" y="404974"/>
                </a:lnTo>
                <a:lnTo>
                  <a:pt x="3711918" y="404070"/>
                </a:lnTo>
                <a:lnTo>
                  <a:pt x="3712053" y="404070"/>
                </a:lnTo>
                <a:close/>
                <a:moveTo>
                  <a:pt x="3716977" y="404069"/>
                </a:moveTo>
                <a:lnTo>
                  <a:pt x="3716150" y="411280"/>
                </a:lnTo>
                <a:lnTo>
                  <a:pt x="3716150" y="404069"/>
                </a:lnTo>
                <a:close/>
                <a:moveTo>
                  <a:pt x="3718882" y="404069"/>
                </a:moveTo>
                <a:lnTo>
                  <a:pt x="3718882" y="404274"/>
                </a:lnTo>
                <a:lnTo>
                  <a:pt x="3717516" y="419688"/>
                </a:lnTo>
                <a:lnTo>
                  <a:pt x="3717516" y="407076"/>
                </a:lnTo>
                <a:lnTo>
                  <a:pt x="3717516" y="404069"/>
                </a:lnTo>
                <a:close/>
                <a:moveTo>
                  <a:pt x="3720247" y="404068"/>
                </a:moveTo>
                <a:lnTo>
                  <a:pt x="3720247" y="418987"/>
                </a:lnTo>
                <a:lnTo>
                  <a:pt x="3719462" y="404068"/>
                </a:lnTo>
                <a:close/>
                <a:moveTo>
                  <a:pt x="3721613" y="404068"/>
                </a:moveTo>
                <a:lnTo>
                  <a:pt x="3721613" y="409178"/>
                </a:lnTo>
                <a:lnTo>
                  <a:pt x="3721613" y="411981"/>
                </a:lnTo>
                <a:lnTo>
                  <a:pt x="3721613" y="414083"/>
                </a:lnTo>
                <a:lnTo>
                  <a:pt x="3721039" y="404068"/>
                </a:lnTo>
                <a:close/>
                <a:moveTo>
                  <a:pt x="3722979" y="404068"/>
                </a:moveTo>
                <a:lnTo>
                  <a:pt x="3722979" y="407076"/>
                </a:lnTo>
                <a:lnTo>
                  <a:pt x="3722141" y="404068"/>
                </a:lnTo>
                <a:close/>
                <a:moveTo>
                  <a:pt x="3725317" y="404067"/>
                </a:moveTo>
                <a:lnTo>
                  <a:pt x="3724345" y="429497"/>
                </a:lnTo>
                <a:lnTo>
                  <a:pt x="3724345" y="437204"/>
                </a:lnTo>
                <a:lnTo>
                  <a:pt x="3723103" y="404068"/>
                </a:lnTo>
                <a:close/>
                <a:moveTo>
                  <a:pt x="3727076" y="404067"/>
                </a:moveTo>
                <a:lnTo>
                  <a:pt x="3727076" y="407777"/>
                </a:lnTo>
                <a:lnTo>
                  <a:pt x="3725710" y="416885"/>
                </a:lnTo>
                <a:lnTo>
                  <a:pt x="3725710" y="404067"/>
                </a:lnTo>
                <a:close/>
                <a:moveTo>
                  <a:pt x="3729807" y="404066"/>
                </a:moveTo>
                <a:lnTo>
                  <a:pt x="3729807" y="409879"/>
                </a:lnTo>
                <a:lnTo>
                  <a:pt x="3729807" y="417586"/>
                </a:lnTo>
                <a:lnTo>
                  <a:pt x="3728442" y="433701"/>
                </a:lnTo>
                <a:lnTo>
                  <a:pt x="3728442" y="404066"/>
                </a:lnTo>
                <a:close/>
                <a:moveTo>
                  <a:pt x="3732539" y="404065"/>
                </a:moveTo>
                <a:lnTo>
                  <a:pt x="3732539" y="425994"/>
                </a:lnTo>
                <a:lnTo>
                  <a:pt x="3731173" y="409178"/>
                </a:lnTo>
                <a:lnTo>
                  <a:pt x="3731173" y="404066"/>
                </a:lnTo>
                <a:close/>
                <a:moveTo>
                  <a:pt x="3735271" y="404065"/>
                </a:moveTo>
                <a:lnTo>
                  <a:pt x="3735271" y="419688"/>
                </a:lnTo>
                <a:lnTo>
                  <a:pt x="3733905" y="404974"/>
                </a:lnTo>
                <a:lnTo>
                  <a:pt x="3733905" y="404065"/>
                </a:lnTo>
                <a:close/>
                <a:moveTo>
                  <a:pt x="3736636" y="404064"/>
                </a:moveTo>
                <a:lnTo>
                  <a:pt x="3736636" y="421790"/>
                </a:lnTo>
                <a:lnTo>
                  <a:pt x="3735649" y="404064"/>
                </a:lnTo>
                <a:close/>
                <a:moveTo>
                  <a:pt x="3739935" y="404063"/>
                </a:moveTo>
                <a:lnTo>
                  <a:pt x="3739367" y="413382"/>
                </a:lnTo>
                <a:lnTo>
                  <a:pt x="3739367" y="409178"/>
                </a:lnTo>
                <a:lnTo>
                  <a:pt x="3738984" y="404064"/>
                </a:lnTo>
                <a:close/>
                <a:moveTo>
                  <a:pt x="3742099" y="404063"/>
                </a:moveTo>
                <a:lnTo>
                  <a:pt x="3742099" y="428796"/>
                </a:lnTo>
                <a:lnTo>
                  <a:pt x="3740830" y="404063"/>
                </a:lnTo>
                <a:close/>
                <a:moveTo>
                  <a:pt x="3743465" y="404063"/>
                </a:moveTo>
                <a:lnTo>
                  <a:pt x="3743465" y="412682"/>
                </a:lnTo>
                <a:lnTo>
                  <a:pt x="3742843" y="404063"/>
                </a:lnTo>
                <a:close/>
                <a:moveTo>
                  <a:pt x="3749633" y="404061"/>
                </a:moveTo>
                <a:lnTo>
                  <a:pt x="3748928" y="421790"/>
                </a:lnTo>
                <a:lnTo>
                  <a:pt x="3748928" y="409879"/>
                </a:lnTo>
                <a:lnTo>
                  <a:pt x="3747562" y="415484"/>
                </a:lnTo>
                <a:lnTo>
                  <a:pt x="3747562" y="422491"/>
                </a:lnTo>
                <a:lnTo>
                  <a:pt x="3746535" y="404062"/>
                </a:lnTo>
                <a:close/>
                <a:moveTo>
                  <a:pt x="3754181" y="404060"/>
                </a:moveTo>
                <a:lnTo>
                  <a:pt x="3753025" y="418287"/>
                </a:lnTo>
                <a:lnTo>
                  <a:pt x="3753025" y="413382"/>
                </a:lnTo>
                <a:lnTo>
                  <a:pt x="3751659" y="417586"/>
                </a:lnTo>
                <a:lnTo>
                  <a:pt x="3751659" y="407777"/>
                </a:lnTo>
                <a:lnTo>
                  <a:pt x="3750293" y="451217"/>
                </a:lnTo>
                <a:lnTo>
                  <a:pt x="3750293" y="410580"/>
                </a:lnTo>
                <a:lnTo>
                  <a:pt x="3750293" y="404061"/>
                </a:lnTo>
                <a:close/>
                <a:moveTo>
                  <a:pt x="3757451" y="404059"/>
                </a:moveTo>
                <a:lnTo>
                  <a:pt x="3757122" y="407777"/>
                </a:lnTo>
                <a:lnTo>
                  <a:pt x="3757122" y="405675"/>
                </a:lnTo>
                <a:lnTo>
                  <a:pt x="3755756" y="425994"/>
                </a:lnTo>
                <a:lnTo>
                  <a:pt x="3755756" y="413382"/>
                </a:lnTo>
                <a:lnTo>
                  <a:pt x="3754391" y="414083"/>
                </a:lnTo>
                <a:lnTo>
                  <a:pt x="3754391" y="409879"/>
                </a:lnTo>
                <a:lnTo>
                  <a:pt x="3754391" y="404060"/>
                </a:lnTo>
                <a:close/>
                <a:moveTo>
                  <a:pt x="3759778" y="404059"/>
                </a:moveTo>
                <a:lnTo>
                  <a:pt x="3758488" y="424593"/>
                </a:lnTo>
                <a:lnTo>
                  <a:pt x="3758488" y="404059"/>
                </a:lnTo>
                <a:close/>
                <a:moveTo>
                  <a:pt x="3760185" y="404059"/>
                </a:moveTo>
                <a:lnTo>
                  <a:pt x="3760185" y="422475"/>
                </a:lnTo>
                <a:lnTo>
                  <a:pt x="3759853" y="428096"/>
                </a:lnTo>
                <a:lnTo>
                  <a:pt x="3759853" y="404059"/>
                </a:lnTo>
                <a:close/>
                <a:moveTo>
                  <a:pt x="3683373" y="403573"/>
                </a:moveTo>
                <a:lnTo>
                  <a:pt x="3683373" y="404077"/>
                </a:lnTo>
                <a:lnTo>
                  <a:pt x="3683346" y="404077"/>
                </a:lnTo>
                <a:close/>
                <a:moveTo>
                  <a:pt x="3436176" y="403573"/>
                </a:moveTo>
                <a:lnTo>
                  <a:pt x="3436176" y="404137"/>
                </a:lnTo>
                <a:lnTo>
                  <a:pt x="3436098" y="404137"/>
                </a:lnTo>
                <a:close/>
                <a:moveTo>
                  <a:pt x="3410227" y="403573"/>
                </a:moveTo>
                <a:lnTo>
                  <a:pt x="3410227" y="404144"/>
                </a:lnTo>
                <a:lnTo>
                  <a:pt x="3410192" y="404144"/>
                </a:lnTo>
                <a:close/>
                <a:moveTo>
                  <a:pt x="3311894" y="403573"/>
                </a:moveTo>
                <a:lnTo>
                  <a:pt x="3311910" y="404168"/>
                </a:lnTo>
                <a:lnTo>
                  <a:pt x="3311894" y="404168"/>
                </a:lnTo>
                <a:close/>
                <a:moveTo>
                  <a:pt x="3231316" y="403573"/>
                </a:moveTo>
                <a:lnTo>
                  <a:pt x="3231316" y="404187"/>
                </a:lnTo>
                <a:lnTo>
                  <a:pt x="3231310" y="404187"/>
                </a:lnTo>
                <a:close/>
                <a:moveTo>
                  <a:pt x="3064697" y="403573"/>
                </a:moveTo>
                <a:lnTo>
                  <a:pt x="3064704" y="404228"/>
                </a:lnTo>
                <a:lnTo>
                  <a:pt x="3064697" y="404228"/>
                </a:lnTo>
                <a:close/>
                <a:moveTo>
                  <a:pt x="3025091" y="403573"/>
                </a:moveTo>
                <a:lnTo>
                  <a:pt x="3025091" y="404238"/>
                </a:lnTo>
                <a:lnTo>
                  <a:pt x="3025069" y="404238"/>
                </a:lnTo>
                <a:close/>
                <a:moveTo>
                  <a:pt x="2868032" y="403573"/>
                </a:moveTo>
                <a:lnTo>
                  <a:pt x="2868032" y="404276"/>
                </a:lnTo>
                <a:lnTo>
                  <a:pt x="2867941" y="404276"/>
                </a:lnTo>
                <a:close/>
                <a:moveTo>
                  <a:pt x="2626298" y="403573"/>
                </a:moveTo>
                <a:lnTo>
                  <a:pt x="2626351" y="404335"/>
                </a:lnTo>
                <a:lnTo>
                  <a:pt x="2626298" y="404335"/>
                </a:lnTo>
                <a:close/>
                <a:moveTo>
                  <a:pt x="2493822" y="403573"/>
                </a:moveTo>
                <a:lnTo>
                  <a:pt x="2493822" y="404367"/>
                </a:lnTo>
                <a:lnTo>
                  <a:pt x="2493782" y="404367"/>
                </a:lnTo>
                <a:close/>
                <a:moveTo>
                  <a:pt x="2481531" y="403573"/>
                </a:moveTo>
                <a:lnTo>
                  <a:pt x="2481531" y="404370"/>
                </a:lnTo>
                <a:lnTo>
                  <a:pt x="2481497" y="404370"/>
                </a:lnTo>
                <a:close/>
                <a:moveTo>
                  <a:pt x="2391393" y="403573"/>
                </a:moveTo>
                <a:lnTo>
                  <a:pt x="2391402" y="404392"/>
                </a:lnTo>
                <a:lnTo>
                  <a:pt x="2391393" y="404392"/>
                </a:lnTo>
                <a:close/>
                <a:moveTo>
                  <a:pt x="2316277" y="403573"/>
                </a:moveTo>
                <a:lnTo>
                  <a:pt x="2316277" y="404410"/>
                </a:lnTo>
                <a:lnTo>
                  <a:pt x="2316252" y="404410"/>
                </a:lnTo>
                <a:close/>
                <a:moveTo>
                  <a:pt x="1724917" y="403573"/>
                </a:moveTo>
                <a:lnTo>
                  <a:pt x="1725108" y="404554"/>
                </a:lnTo>
                <a:lnTo>
                  <a:pt x="1724917" y="404554"/>
                </a:lnTo>
                <a:close/>
                <a:moveTo>
                  <a:pt x="1580149" y="403573"/>
                </a:moveTo>
                <a:lnTo>
                  <a:pt x="1580149" y="404589"/>
                </a:lnTo>
                <a:lnTo>
                  <a:pt x="1580108" y="404589"/>
                </a:lnTo>
                <a:close/>
                <a:moveTo>
                  <a:pt x="464348" y="403573"/>
                </a:moveTo>
                <a:lnTo>
                  <a:pt x="464348" y="404861"/>
                </a:lnTo>
                <a:lnTo>
                  <a:pt x="464120" y="404861"/>
                </a:lnTo>
                <a:close/>
                <a:moveTo>
                  <a:pt x="113356" y="403573"/>
                </a:moveTo>
                <a:lnTo>
                  <a:pt x="113356" y="404947"/>
                </a:lnTo>
                <a:lnTo>
                  <a:pt x="112821" y="404947"/>
                </a:lnTo>
                <a:close/>
                <a:moveTo>
                  <a:pt x="8194" y="403573"/>
                </a:moveTo>
                <a:lnTo>
                  <a:pt x="8194" y="404972"/>
                </a:lnTo>
                <a:lnTo>
                  <a:pt x="7946" y="404972"/>
                </a:lnTo>
                <a:close/>
                <a:moveTo>
                  <a:pt x="3759853" y="402872"/>
                </a:moveTo>
                <a:lnTo>
                  <a:pt x="3759853" y="404059"/>
                </a:lnTo>
                <a:lnTo>
                  <a:pt x="3759778" y="404059"/>
                </a:lnTo>
                <a:close/>
                <a:moveTo>
                  <a:pt x="3706590" y="402872"/>
                </a:moveTo>
                <a:lnTo>
                  <a:pt x="3706590" y="404072"/>
                </a:lnTo>
                <a:lnTo>
                  <a:pt x="3706527" y="404072"/>
                </a:lnTo>
                <a:close/>
                <a:moveTo>
                  <a:pt x="3447101" y="402872"/>
                </a:moveTo>
                <a:lnTo>
                  <a:pt x="3447101" y="404135"/>
                </a:lnTo>
                <a:lnTo>
                  <a:pt x="3446972" y="404135"/>
                </a:lnTo>
                <a:close/>
                <a:moveTo>
                  <a:pt x="3425250" y="402872"/>
                </a:moveTo>
                <a:lnTo>
                  <a:pt x="3425374" y="404140"/>
                </a:lnTo>
                <a:lnTo>
                  <a:pt x="3425250" y="404140"/>
                </a:lnTo>
                <a:lnTo>
                  <a:pt x="3425250" y="403573"/>
                </a:lnTo>
                <a:close/>
                <a:moveTo>
                  <a:pt x="3109766" y="402872"/>
                </a:moveTo>
                <a:lnTo>
                  <a:pt x="3109787" y="404217"/>
                </a:lnTo>
                <a:lnTo>
                  <a:pt x="3109766" y="404217"/>
                </a:lnTo>
                <a:close/>
                <a:moveTo>
                  <a:pt x="2166047" y="402872"/>
                </a:moveTo>
                <a:lnTo>
                  <a:pt x="2166047" y="404447"/>
                </a:lnTo>
                <a:lnTo>
                  <a:pt x="2165957" y="404447"/>
                </a:lnTo>
                <a:close/>
                <a:moveTo>
                  <a:pt x="2148293" y="402872"/>
                </a:moveTo>
                <a:lnTo>
                  <a:pt x="2148455" y="404451"/>
                </a:lnTo>
                <a:lnTo>
                  <a:pt x="2148293" y="404451"/>
                </a:lnTo>
                <a:close/>
                <a:moveTo>
                  <a:pt x="2085469" y="402872"/>
                </a:moveTo>
                <a:lnTo>
                  <a:pt x="2085469" y="404466"/>
                </a:lnTo>
                <a:lnTo>
                  <a:pt x="2085395" y="404466"/>
                </a:lnTo>
                <a:close/>
                <a:moveTo>
                  <a:pt x="1987137" y="402872"/>
                </a:moveTo>
                <a:lnTo>
                  <a:pt x="1987137" y="404490"/>
                </a:lnTo>
                <a:lnTo>
                  <a:pt x="1987000" y="404490"/>
                </a:lnTo>
                <a:close/>
                <a:moveTo>
                  <a:pt x="1983039" y="402872"/>
                </a:moveTo>
                <a:lnTo>
                  <a:pt x="1983039" y="404491"/>
                </a:lnTo>
                <a:lnTo>
                  <a:pt x="1982889" y="404491"/>
                </a:lnTo>
                <a:close/>
                <a:moveTo>
                  <a:pt x="1808226" y="402872"/>
                </a:moveTo>
                <a:lnTo>
                  <a:pt x="1808226" y="404534"/>
                </a:lnTo>
                <a:lnTo>
                  <a:pt x="1808085" y="404534"/>
                </a:lnTo>
                <a:close/>
                <a:moveTo>
                  <a:pt x="1798666" y="402872"/>
                </a:moveTo>
                <a:lnTo>
                  <a:pt x="1798725" y="404536"/>
                </a:lnTo>
                <a:lnTo>
                  <a:pt x="1798666" y="404536"/>
                </a:lnTo>
                <a:close/>
                <a:moveTo>
                  <a:pt x="1371193" y="402872"/>
                </a:moveTo>
                <a:lnTo>
                  <a:pt x="1371292" y="404640"/>
                </a:lnTo>
                <a:lnTo>
                  <a:pt x="1371193" y="404640"/>
                </a:lnTo>
                <a:close/>
                <a:moveTo>
                  <a:pt x="1208671" y="402872"/>
                </a:moveTo>
                <a:lnTo>
                  <a:pt x="1208802" y="404680"/>
                </a:lnTo>
                <a:lnTo>
                  <a:pt x="1208671" y="404680"/>
                </a:lnTo>
                <a:close/>
                <a:moveTo>
                  <a:pt x="1096681" y="402872"/>
                </a:moveTo>
                <a:lnTo>
                  <a:pt x="1096681" y="404707"/>
                </a:lnTo>
                <a:lnTo>
                  <a:pt x="1096356" y="404707"/>
                </a:lnTo>
                <a:close/>
                <a:moveTo>
                  <a:pt x="1048880" y="402872"/>
                </a:moveTo>
                <a:lnTo>
                  <a:pt x="1049480" y="404719"/>
                </a:lnTo>
                <a:lnTo>
                  <a:pt x="1048880" y="404719"/>
                </a:lnTo>
                <a:close/>
                <a:moveTo>
                  <a:pt x="1040686" y="402872"/>
                </a:moveTo>
                <a:lnTo>
                  <a:pt x="1040686" y="404721"/>
                </a:lnTo>
                <a:lnTo>
                  <a:pt x="1040591" y="404721"/>
                </a:lnTo>
                <a:close/>
                <a:moveTo>
                  <a:pt x="998348" y="402872"/>
                </a:moveTo>
                <a:lnTo>
                  <a:pt x="998348" y="404731"/>
                </a:lnTo>
                <a:lnTo>
                  <a:pt x="998191" y="404731"/>
                </a:lnTo>
                <a:close/>
                <a:moveTo>
                  <a:pt x="518977" y="402872"/>
                </a:moveTo>
                <a:lnTo>
                  <a:pt x="519218" y="404848"/>
                </a:lnTo>
                <a:lnTo>
                  <a:pt x="518977" y="404848"/>
                </a:lnTo>
                <a:close/>
                <a:moveTo>
                  <a:pt x="335969" y="402872"/>
                </a:moveTo>
                <a:lnTo>
                  <a:pt x="335969" y="404892"/>
                </a:lnTo>
                <a:lnTo>
                  <a:pt x="335790" y="404893"/>
                </a:lnTo>
                <a:close/>
                <a:moveTo>
                  <a:pt x="311386" y="402872"/>
                </a:moveTo>
                <a:lnTo>
                  <a:pt x="311482" y="404898"/>
                </a:lnTo>
                <a:lnTo>
                  <a:pt x="311386" y="404898"/>
                </a:lnTo>
                <a:close/>
                <a:moveTo>
                  <a:pt x="226711" y="402872"/>
                </a:moveTo>
                <a:lnTo>
                  <a:pt x="226711" y="404919"/>
                </a:lnTo>
                <a:lnTo>
                  <a:pt x="226578" y="404919"/>
                </a:lnTo>
                <a:close/>
                <a:moveTo>
                  <a:pt x="161156" y="402872"/>
                </a:moveTo>
                <a:lnTo>
                  <a:pt x="161558" y="404935"/>
                </a:lnTo>
                <a:lnTo>
                  <a:pt x="161156" y="404935"/>
                </a:lnTo>
                <a:close/>
                <a:moveTo>
                  <a:pt x="80578" y="402872"/>
                </a:moveTo>
                <a:lnTo>
                  <a:pt x="80578" y="404955"/>
                </a:lnTo>
                <a:lnTo>
                  <a:pt x="80409" y="404955"/>
                </a:lnTo>
                <a:close/>
                <a:moveTo>
                  <a:pt x="55995" y="402872"/>
                </a:moveTo>
                <a:lnTo>
                  <a:pt x="57361" y="403573"/>
                </a:lnTo>
                <a:lnTo>
                  <a:pt x="57361" y="404960"/>
                </a:lnTo>
                <a:lnTo>
                  <a:pt x="55995" y="404961"/>
                </a:lnTo>
                <a:close/>
                <a:moveTo>
                  <a:pt x="3721613" y="402172"/>
                </a:moveTo>
                <a:lnTo>
                  <a:pt x="3722141" y="404068"/>
                </a:lnTo>
                <a:lnTo>
                  <a:pt x="3721613" y="404068"/>
                </a:lnTo>
                <a:close/>
                <a:moveTo>
                  <a:pt x="3687470" y="402172"/>
                </a:moveTo>
                <a:lnTo>
                  <a:pt x="3687470" y="404076"/>
                </a:lnTo>
                <a:lnTo>
                  <a:pt x="3687058" y="404076"/>
                </a:lnTo>
                <a:close/>
                <a:moveTo>
                  <a:pt x="3545434" y="402172"/>
                </a:moveTo>
                <a:lnTo>
                  <a:pt x="3545434" y="404111"/>
                </a:lnTo>
                <a:lnTo>
                  <a:pt x="3545182" y="404111"/>
                </a:lnTo>
                <a:close/>
                <a:moveTo>
                  <a:pt x="3503097" y="402172"/>
                </a:moveTo>
                <a:lnTo>
                  <a:pt x="3503097" y="404121"/>
                </a:lnTo>
                <a:lnTo>
                  <a:pt x="3502992" y="404121"/>
                </a:lnTo>
                <a:close/>
                <a:moveTo>
                  <a:pt x="2773797" y="402172"/>
                </a:moveTo>
                <a:lnTo>
                  <a:pt x="2773797" y="402872"/>
                </a:lnTo>
                <a:lnTo>
                  <a:pt x="2773797" y="404299"/>
                </a:lnTo>
                <a:lnTo>
                  <a:pt x="2773279" y="404299"/>
                </a:lnTo>
                <a:close/>
                <a:moveTo>
                  <a:pt x="2747848" y="402172"/>
                </a:moveTo>
                <a:lnTo>
                  <a:pt x="2747848" y="404305"/>
                </a:lnTo>
                <a:lnTo>
                  <a:pt x="2747783" y="404305"/>
                </a:lnTo>
                <a:close/>
                <a:moveTo>
                  <a:pt x="2710973" y="402172"/>
                </a:moveTo>
                <a:lnTo>
                  <a:pt x="2710973" y="404314"/>
                </a:lnTo>
                <a:lnTo>
                  <a:pt x="2710806" y="404314"/>
                </a:lnTo>
                <a:close/>
                <a:moveTo>
                  <a:pt x="2642687" y="402172"/>
                </a:moveTo>
                <a:lnTo>
                  <a:pt x="2642687" y="404331"/>
                </a:lnTo>
                <a:lnTo>
                  <a:pt x="2642161" y="404331"/>
                </a:lnTo>
                <a:close/>
                <a:moveTo>
                  <a:pt x="2631761" y="402172"/>
                </a:moveTo>
                <a:lnTo>
                  <a:pt x="2631761" y="404333"/>
                </a:lnTo>
                <a:lnTo>
                  <a:pt x="2631578" y="404333"/>
                </a:lnTo>
                <a:close/>
                <a:moveTo>
                  <a:pt x="2627664" y="402172"/>
                </a:moveTo>
                <a:lnTo>
                  <a:pt x="2627762" y="404334"/>
                </a:lnTo>
                <a:lnTo>
                  <a:pt x="2627664" y="404334"/>
                </a:lnTo>
                <a:close/>
                <a:moveTo>
                  <a:pt x="2534794" y="402172"/>
                </a:moveTo>
                <a:lnTo>
                  <a:pt x="2534794" y="404357"/>
                </a:lnTo>
                <a:lnTo>
                  <a:pt x="2534630" y="404357"/>
                </a:lnTo>
                <a:close/>
                <a:moveTo>
                  <a:pt x="2466508" y="402172"/>
                </a:moveTo>
                <a:lnTo>
                  <a:pt x="2466508" y="404374"/>
                </a:lnTo>
                <a:lnTo>
                  <a:pt x="2466293" y="404374"/>
                </a:lnTo>
                <a:close/>
                <a:moveTo>
                  <a:pt x="1998062" y="402172"/>
                </a:moveTo>
                <a:lnTo>
                  <a:pt x="1998258" y="404488"/>
                </a:lnTo>
                <a:lnTo>
                  <a:pt x="1996697" y="404488"/>
                </a:lnTo>
                <a:lnTo>
                  <a:pt x="1996697" y="403573"/>
                </a:lnTo>
                <a:lnTo>
                  <a:pt x="1998062" y="403573"/>
                </a:lnTo>
                <a:close/>
                <a:moveTo>
                  <a:pt x="1916119" y="402172"/>
                </a:moveTo>
                <a:lnTo>
                  <a:pt x="1916119" y="404508"/>
                </a:lnTo>
                <a:lnTo>
                  <a:pt x="1916002" y="404508"/>
                </a:lnTo>
                <a:close/>
                <a:moveTo>
                  <a:pt x="1825981" y="402172"/>
                </a:moveTo>
                <a:lnTo>
                  <a:pt x="1826109" y="404530"/>
                </a:lnTo>
                <a:lnTo>
                  <a:pt x="1825981" y="404530"/>
                </a:lnTo>
                <a:close/>
                <a:moveTo>
                  <a:pt x="1681213" y="402172"/>
                </a:moveTo>
                <a:lnTo>
                  <a:pt x="1681213" y="404565"/>
                </a:lnTo>
                <a:lnTo>
                  <a:pt x="1681058" y="404565"/>
                </a:lnTo>
                <a:close/>
                <a:moveTo>
                  <a:pt x="1679847" y="402172"/>
                </a:moveTo>
                <a:lnTo>
                  <a:pt x="1679847" y="404565"/>
                </a:lnTo>
                <a:lnTo>
                  <a:pt x="1679573" y="404565"/>
                </a:lnTo>
                <a:close/>
                <a:moveTo>
                  <a:pt x="1449039" y="402172"/>
                </a:moveTo>
                <a:lnTo>
                  <a:pt x="1449039" y="404621"/>
                </a:lnTo>
                <a:lnTo>
                  <a:pt x="1448920" y="404621"/>
                </a:lnTo>
                <a:close/>
                <a:moveTo>
                  <a:pt x="1173162" y="402172"/>
                </a:moveTo>
                <a:lnTo>
                  <a:pt x="1173298" y="404689"/>
                </a:lnTo>
                <a:lnTo>
                  <a:pt x="1173162" y="404689"/>
                </a:lnTo>
                <a:close/>
                <a:moveTo>
                  <a:pt x="994251" y="402172"/>
                </a:moveTo>
                <a:lnTo>
                  <a:pt x="994251" y="404732"/>
                </a:lnTo>
                <a:lnTo>
                  <a:pt x="994066" y="404732"/>
                </a:lnTo>
                <a:close/>
                <a:moveTo>
                  <a:pt x="991520" y="402172"/>
                </a:moveTo>
                <a:lnTo>
                  <a:pt x="991520" y="404274"/>
                </a:lnTo>
                <a:lnTo>
                  <a:pt x="991547" y="404733"/>
                </a:lnTo>
                <a:lnTo>
                  <a:pt x="991270" y="404733"/>
                </a:lnTo>
                <a:close/>
                <a:moveTo>
                  <a:pt x="900016" y="402172"/>
                </a:moveTo>
                <a:lnTo>
                  <a:pt x="900016" y="404274"/>
                </a:lnTo>
                <a:lnTo>
                  <a:pt x="900061" y="404755"/>
                </a:lnTo>
                <a:lnTo>
                  <a:pt x="899942" y="404755"/>
                </a:lnTo>
                <a:close/>
                <a:moveTo>
                  <a:pt x="895919" y="402172"/>
                </a:moveTo>
                <a:lnTo>
                  <a:pt x="895919" y="404756"/>
                </a:lnTo>
                <a:lnTo>
                  <a:pt x="895499" y="404756"/>
                </a:lnTo>
                <a:close/>
                <a:moveTo>
                  <a:pt x="416548" y="402172"/>
                </a:moveTo>
                <a:lnTo>
                  <a:pt x="416987" y="404873"/>
                </a:lnTo>
                <a:lnTo>
                  <a:pt x="416548" y="404873"/>
                </a:lnTo>
                <a:close/>
                <a:moveTo>
                  <a:pt x="382404" y="402172"/>
                </a:moveTo>
                <a:lnTo>
                  <a:pt x="382404" y="404881"/>
                </a:lnTo>
                <a:lnTo>
                  <a:pt x="381924" y="404881"/>
                </a:lnTo>
                <a:close/>
                <a:moveTo>
                  <a:pt x="256757" y="402172"/>
                </a:moveTo>
                <a:lnTo>
                  <a:pt x="256757" y="404912"/>
                </a:lnTo>
                <a:lnTo>
                  <a:pt x="256627" y="404912"/>
                </a:lnTo>
                <a:close/>
                <a:moveTo>
                  <a:pt x="183008" y="402172"/>
                </a:moveTo>
                <a:lnTo>
                  <a:pt x="183008" y="404930"/>
                </a:lnTo>
                <a:lnTo>
                  <a:pt x="182560" y="404930"/>
                </a:lnTo>
                <a:close/>
                <a:moveTo>
                  <a:pt x="151596" y="402172"/>
                </a:moveTo>
                <a:lnTo>
                  <a:pt x="151596" y="404937"/>
                </a:lnTo>
                <a:lnTo>
                  <a:pt x="151297" y="404937"/>
                </a:lnTo>
                <a:close/>
                <a:moveTo>
                  <a:pt x="131110" y="402172"/>
                </a:moveTo>
                <a:lnTo>
                  <a:pt x="131345" y="404942"/>
                </a:lnTo>
                <a:lnTo>
                  <a:pt x="131110" y="404942"/>
                </a:lnTo>
                <a:close/>
                <a:moveTo>
                  <a:pt x="46435" y="402172"/>
                </a:moveTo>
                <a:lnTo>
                  <a:pt x="46435" y="404963"/>
                </a:lnTo>
                <a:lnTo>
                  <a:pt x="45755" y="404963"/>
                </a:lnTo>
                <a:close/>
                <a:moveTo>
                  <a:pt x="3754391" y="401471"/>
                </a:moveTo>
                <a:lnTo>
                  <a:pt x="3754391" y="404060"/>
                </a:lnTo>
                <a:lnTo>
                  <a:pt x="3754181" y="404060"/>
                </a:lnTo>
                <a:close/>
                <a:moveTo>
                  <a:pt x="3531777" y="401471"/>
                </a:moveTo>
                <a:lnTo>
                  <a:pt x="3531949" y="404114"/>
                </a:lnTo>
                <a:lnTo>
                  <a:pt x="3531777" y="404114"/>
                </a:lnTo>
                <a:close/>
                <a:moveTo>
                  <a:pt x="3451199" y="401471"/>
                </a:moveTo>
                <a:lnTo>
                  <a:pt x="3451352" y="404134"/>
                </a:lnTo>
                <a:lnTo>
                  <a:pt x="3451199" y="404134"/>
                </a:lnTo>
                <a:close/>
                <a:moveTo>
                  <a:pt x="3324186" y="401471"/>
                </a:moveTo>
                <a:lnTo>
                  <a:pt x="3324186" y="404165"/>
                </a:lnTo>
                <a:lnTo>
                  <a:pt x="3324150" y="404165"/>
                </a:lnTo>
                <a:close/>
                <a:moveTo>
                  <a:pt x="3078355" y="401471"/>
                </a:moveTo>
                <a:lnTo>
                  <a:pt x="3078623" y="404225"/>
                </a:lnTo>
                <a:lnTo>
                  <a:pt x="3078355" y="404225"/>
                </a:lnTo>
                <a:close/>
                <a:moveTo>
                  <a:pt x="2850278" y="401471"/>
                </a:moveTo>
                <a:lnTo>
                  <a:pt x="2850278" y="404280"/>
                </a:lnTo>
                <a:lnTo>
                  <a:pt x="2848912" y="404280"/>
                </a:lnTo>
                <a:lnTo>
                  <a:pt x="2848912" y="404274"/>
                </a:lnTo>
                <a:close/>
                <a:moveTo>
                  <a:pt x="2674099" y="401471"/>
                </a:moveTo>
                <a:lnTo>
                  <a:pt x="2674099" y="404323"/>
                </a:lnTo>
                <a:lnTo>
                  <a:pt x="2673901" y="404323"/>
                </a:lnTo>
                <a:close/>
                <a:moveTo>
                  <a:pt x="2145561" y="401471"/>
                </a:moveTo>
                <a:lnTo>
                  <a:pt x="2145722" y="404452"/>
                </a:lnTo>
                <a:lnTo>
                  <a:pt x="2145561" y="404452"/>
                </a:lnTo>
                <a:close/>
                <a:moveTo>
                  <a:pt x="2096395" y="401471"/>
                </a:moveTo>
                <a:lnTo>
                  <a:pt x="2096760" y="404464"/>
                </a:lnTo>
                <a:lnTo>
                  <a:pt x="2096395" y="404464"/>
                </a:lnTo>
                <a:close/>
                <a:moveTo>
                  <a:pt x="2004891" y="401471"/>
                </a:moveTo>
                <a:lnTo>
                  <a:pt x="2004998" y="404486"/>
                </a:lnTo>
                <a:lnTo>
                  <a:pt x="2004891" y="404486"/>
                </a:lnTo>
                <a:close/>
                <a:moveTo>
                  <a:pt x="1787740" y="401471"/>
                </a:moveTo>
                <a:lnTo>
                  <a:pt x="1789106" y="403573"/>
                </a:lnTo>
                <a:lnTo>
                  <a:pt x="1789106" y="404539"/>
                </a:lnTo>
                <a:lnTo>
                  <a:pt x="1787740" y="404539"/>
                </a:lnTo>
                <a:close/>
                <a:moveTo>
                  <a:pt x="1271494" y="401471"/>
                </a:moveTo>
                <a:lnTo>
                  <a:pt x="1271566" y="404665"/>
                </a:lnTo>
                <a:lnTo>
                  <a:pt x="1271494" y="404665"/>
                </a:lnTo>
                <a:close/>
                <a:moveTo>
                  <a:pt x="1005177" y="401471"/>
                </a:moveTo>
                <a:lnTo>
                  <a:pt x="1005812" y="404729"/>
                </a:lnTo>
                <a:lnTo>
                  <a:pt x="1005177" y="404729"/>
                </a:lnTo>
                <a:close/>
                <a:moveTo>
                  <a:pt x="972399" y="401471"/>
                </a:moveTo>
                <a:lnTo>
                  <a:pt x="972399" y="404737"/>
                </a:lnTo>
                <a:lnTo>
                  <a:pt x="971034" y="404738"/>
                </a:lnTo>
                <a:lnTo>
                  <a:pt x="971034" y="402172"/>
                </a:lnTo>
                <a:close/>
                <a:moveTo>
                  <a:pt x="913673" y="401471"/>
                </a:moveTo>
                <a:lnTo>
                  <a:pt x="913673" y="404752"/>
                </a:lnTo>
                <a:lnTo>
                  <a:pt x="912607" y="404752"/>
                </a:lnTo>
                <a:close/>
                <a:moveTo>
                  <a:pt x="848118" y="401471"/>
                </a:moveTo>
                <a:lnTo>
                  <a:pt x="848456" y="404768"/>
                </a:lnTo>
                <a:lnTo>
                  <a:pt x="848118" y="404768"/>
                </a:lnTo>
                <a:lnTo>
                  <a:pt x="848118" y="403573"/>
                </a:lnTo>
                <a:close/>
                <a:moveTo>
                  <a:pt x="353724" y="401471"/>
                </a:moveTo>
                <a:lnTo>
                  <a:pt x="353724" y="404888"/>
                </a:lnTo>
                <a:lnTo>
                  <a:pt x="352891" y="404888"/>
                </a:lnTo>
                <a:close/>
                <a:moveTo>
                  <a:pt x="331872" y="401471"/>
                </a:moveTo>
                <a:lnTo>
                  <a:pt x="332014" y="404893"/>
                </a:lnTo>
                <a:lnTo>
                  <a:pt x="331872" y="404893"/>
                </a:lnTo>
                <a:close/>
                <a:moveTo>
                  <a:pt x="330507" y="401471"/>
                </a:moveTo>
                <a:lnTo>
                  <a:pt x="330615" y="404894"/>
                </a:lnTo>
                <a:lnTo>
                  <a:pt x="330507" y="404894"/>
                </a:lnTo>
                <a:close/>
                <a:moveTo>
                  <a:pt x="278609" y="401471"/>
                </a:moveTo>
                <a:lnTo>
                  <a:pt x="278944" y="404906"/>
                </a:lnTo>
                <a:lnTo>
                  <a:pt x="278609" y="404906"/>
                </a:lnTo>
                <a:close/>
                <a:moveTo>
                  <a:pt x="101064" y="401471"/>
                </a:moveTo>
                <a:lnTo>
                  <a:pt x="101488" y="404950"/>
                </a:lnTo>
                <a:lnTo>
                  <a:pt x="101064" y="404950"/>
                </a:lnTo>
                <a:close/>
                <a:moveTo>
                  <a:pt x="15023" y="401471"/>
                </a:moveTo>
                <a:lnTo>
                  <a:pt x="15285" y="404971"/>
                </a:lnTo>
                <a:lnTo>
                  <a:pt x="15023" y="404971"/>
                </a:lnTo>
                <a:close/>
                <a:moveTo>
                  <a:pt x="10926" y="401471"/>
                </a:moveTo>
                <a:lnTo>
                  <a:pt x="10926" y="404972"/>
                </a:lnTo>
                <a:lnTo>
                  <a:pt x="10629" y="404972"/>
                </a:lnTo>
                <a:close/>
                <a:moveTo>
                  <a:pt x="5463" y="401471"/>
                </a:moveTo>
                <a:lnTo>
                  <a:pt x="5951" y="404973"/>
                </a:lnTo>
                <a:lnTo>
                  <a:pt x="5463" y="404973"/>
                </a:lnTo>
                <a:close/>
                <a:moveTo>
                  <a:pt x="3722979" y="400770"/>
                </a:moveTo>
                <a:lnTo>
                  <a:pt x="3723103" y="404068"/>
                </a:lnTo>
                <a:lnTo>
                  <a:pt x="3722979" y="404068"/>
                </a:lnTo>
                <a:close/>
                <a:moveTo>
                  <a:pt x="3589137" y="400770"/>
                </a:moveTo>
                <a:lnTo>
                  <a:pt x="3589543" y="404100"/>
                </a:lnTo>
                <a:lnTo>
                  <a:pt x="3589137" y="404100"/>
                </a:lnTo>
                <a:close/>
                <a:moveTo>
                  <a:pt x="3473050" y="400770"/>
                </a:moveTo>
                <a:lnTo>
                  <a:pt x="3473050" y="404128"/>
                </a:lnTo>
                <a:lnTo>
                  <a:pt x="3472839" y="404128"/>
                </a:lnTo>
                <a:close/>
                <a:moveTo>
                  <a:pt x="3404764" y="400770"/>
                </a:moveTo>
                <a:lnTo>
                  <a:pt x="3404896" y="404145"/>
                </a:lnTo>
                <a:lnTo>
                  <a:pt x="3404764" y="404145"/>
                </a:lnTo>
                <a:close/>
                <a:moveTo>
                  <a:pt x="2758774" y="400770"/>
                </a:moveTo>
                <a:lnTo>
                  <a:pt x="2758774" y="404302"/>
                </a:lnTo>
                <a:lnTo>
                  <a:pt x="2758499" y="404302"/>
                </a:lnTo>
                <a:close/>
                <a:moveTo>
                  <a:pt x="2724631" y="400770"/>
                </a:moveTo>
                <a:lnTo>
                  <a:pt x="2724818" y="404311"/>
                </a:lnTo>
                <a:lnTo>
                  <a:pt x="2724631" y="404311"/>
                </a:lnTo>
                <a:close/>
                <a:moveTo>
                  <a:pt x="2607178" y="400770"/>
                </a:moveTo>
                <a:lnTo>
                  <a:pt x="2607178" y="404339"/>
                </a:lnTo>
                <a:lnTo>
                  <a:pt x="2606714" y="404339"/>
                </a:lnTo>
                <a:close/>
                <a:moveTo>
                  <a:pt x="2594886" y="400770"/>
                </a:moveTo>
                <a:lnTo>
                  <a:pt x="2594886" y="404342"/>
                </a:lnTo>
                <a:lnTo>
                  <a:pt x="2594016" y="404343"/>
                </a:lnTo>
                <a:close/>
                <a:moveTo>
                  <a:pt x="2548451" y="400770"/>
                </a:moveTo>
                <a:lnTo>
                  <a:pt x="2548451" y="404354"/>
                </a:lnTo>
                <a:lnTo>
                  <a:pt x="2548102" y="404354"/>
                </a:lnTo>
                <a:close/>
                <a:moveTo>
                  <a:pt x="2182436" y="400770"/>
                </a:moveTo>
                <a:lnTo>
                  <a:pt x="2182436" y="404443"/>
                </a:lnTo>
                <a:lnTo>
                  <a:pt x="2182290" y="404443"/>
                </a:lnTo>
                <a:close/>
                <a:moveTo>
                  <a:pt x="2054057" y="400770"/>
                </a:moveTo>
                <a:lnTo>
                  <a:pt x="2054057" y="404474"/>
                </a:lnTo>
                <a:lnTo>
                  <a:pt x="2053541" y="404474"/>
                </a:lnTo>
                <a:close/>
                <a:moveTo>
                  <a:pt x="1989868" y="400770"/>
                </a:moveTo>
                <a:lnTo>
                  <a:pt x="1990158" y="404490"/>
                </a:lnTo>
                <a:lnTo>
                  <a:pt x="1989868" y="404490"/>
                </a:lnTo>
                <a:close/>
                <a:moveTo>
                  <a:pt x="1958456" y="400770"/>
                </a:moveTo>
                <a:lnTo>
                  <a:pt x="1958573" y="404497"/>
                </a:lnTo>
                <a:lnTo>
                  <a:pt x="1958456" y="404497"/>
                </a:lnTo>
                <a:close/>
                <a:moveTo>
                  <a:pt x="1805495" y="400770"/>
                </a:moveTo>
                <a:lnTo>
                  <a:pt x="1805495" y="404535"/>
                </a:lnTo>
                <a:lnTo>
                  <a:pt x="1804828" y="404535"/>
                </a:lnTo>
                <a:close/>
                <a:moveTo>
                  <a:pt x="1692139" y="400770"/>
                </a:moveTo>
                <a:lnTo>
                  <a:pt x="1692139" y="404562"/>
                </a:lnTo>
                <a:lnTo>
                  <a:pt x="1691884" y="404562"/>
                </a:lnTo>
                <a:close/>
                <a:moveTo>
                  <a:pt x="1218231" y="400770"/>
                </a:moveTo>
                <a:lnTo>
                  <a:pt x="1218231" y="404678"/>
                </a:lnTo>
                <a:lnTo>
                  <a:pt x="1218019" y="404678"/>
                </a:lnTo>
                <a:close/>
                <a:moveTo>
                  <a:pt x="1214134" y="400770"/>
                </a:moveTo>
                <a:lnTo>
                  <a:pt x="1214134" y="401471"/>
                </a:lnTo>
                <a:lnTo>
                  <a:pt x="1214394" y="404679"/>
                </a:lnTo>
                <a:lnTo>
                  <a:pt x="1214134" y="404679"/>
                </a:lnTo>
                <a:lnTo>
                  <a:pt x="1213896" y="404679"/>
                </a:lnTo>
                <a:close/>
                <a:moveTo>
                  <a:pt x="1085755" y="400770"/>
                </a:moveTo>
                <a:lnTo>
                  <a:pt x="1086089" y="404710"/>
                </a:lnTo>
                <a:lnTo>
                  <a:pt x="1085755" y="404710"/>
                </a:lnTo>
                <a:close/>
                <a:moveTo>
                  <a:pt x="1025663" y="400770"/>
                </a:moveTo>
                <a:lnTo>
                  <a:pt x="1026214" y="404724"/>
                </a:lnTo>
                <a:lnTo>
                  <a:pt x="1025663" y="404725"/>
                </a:lnTo>
                <a:close/>
                <a:moveTo>
                  <a:pt x="1006543" y="400770"/>
                </a:moveTo>
                <a:lnTo>
                  <a:pt x="1006643" y="404729"/>
                </a:lnTo>
                <a:lnTo>
                  <a:pt x="1006543" y="404729"/>
                </a:lnTo>
                <a:close/>
                <a:moveTo>
                  <a:pt x="842655" y="400770"/>
                </a:moveTo>
                <a:lnTo>
                  <a:pt x="842655" y="404769"/>
                </a:lnTo>
                <a:lnTo>
                  <a:pt x="842474" y="404769"/>
                </a:lnTo>
                <a:close/>
                <a:moveTo>
                  <a:pt x="539463" y="400770"/>
                </a:moveTo>
                <a:lnTo>
                  <a:pt x="539860" y="404843"/>
                </a:lnTo>
                <a:lnTo>
                  <a:pt x="539463" y="404843"/>
                </a:lnTo>
                <a:close/>
                <a:moveTo>
                  <a:pt x="296363" y="400770"/>
                </a:moveTo>
                <a:lnTo>
                  <a:pt x="297729" y="404274"/>
                </a:lnTo>
                <a:lnTo>
                  <a:pt x="297729" y="404902"/>
                </a:lnTo>
                <a:lnTo>
                  <a:pt x="296363" y="404902"/>
                </a:lnTo>
                <a:close/>
                <a:moveTo>
                  <a:pt x="217151" y="400770"/>
                </a:moveTo>
                <a:lnTo>
                  <a:pt x="217729" y="404921"/>
                </a:lnTo>
                <a:lnTo>
                  <a:pt x="217151" y="404921"/>
                </a:lnTo>
                <a:close/>
                <a:moveTo>
                  <a:pt x="106527" y="400770"/>
                </a:moveTo>
                <a:lnTo>
                  <a:pt x="107893" y="404274"/>
                </a:lnTo>
                <a:lnTo>
                  <a:pt x="107893" y="404948"/>
                </a:lnTo>
                <a:lnTo>
                  <a:pt x="106527" y="404948"/>
                </a:lnTo>
                <a:close/>
                <a:moveTo>
                  <a:pt x="95601" y="400770"/>
                </a:moveTo>
                <a:lnTo>
                  <a:pt x="96280" y="404951"/>
                </a:lnTo>
                <a:lnTo>
                  <a:pt x="95601" y="404951"/>
                </a:lnTo>
                <a:close/>
                <a:moveTo>
                  <a:pt x="50532" y="400770"/>
                </a:moveTo>
                <a:lnTo>
                  <a:pt x="51013" y="404962"/>
                </a:lnTo>
                <a:lnTo>
                  <a:pt x="50532" y="404962"/>
                </a:lnTo>
                <a:close/>
                <a:moveTo>
                  <a:pt x="3702493" y="400070"/>
                </a:moveTo>
                <a:lnTo>
                  <a:pt x="3702493" y="404073"/>
                </a:lnTo>
                <a:lnTo>
                  <a:pt x="3702233" y="404073"/>
                </a:lnTo>
                <a:close/>
                <a:moveTo>
                  <a:pt x="3519485" y="400070"/>
                </a:moveTo>
                <a:lnTo>
                  <a:pt x="3519711" y="404117"/>
                </a:lnTo>
                <a:lnTo>
                  <a:pt x="3519485" y="404117"/>
                </a:lnTo>
                <a:close/>
                <a:moveTo>
                  <a:pt x="3194441" y="400070"/>
                </a:moveTo>
                <a:lnTo>
                  <a:pt x="3194580" y="404196"/>
                </a:lnTo>
                <a:lnTo>
                  <a:pt x="3194441" y="404196"/>
                </a:lnTo>
                <a:close/>
                <a:moveTo>
                  <a:pt x="2872129" y="400070"/>
                </a:moveTo>
                <a:lnTo>
                  <a:pt x="2872129" y="401471"/>
                </a:lnTo>
                <a:lnTo>
                  <a:pt x="2872348" y="404275"/>
                </a:lnTo>
                <a:lnTo>
                  <a:pt x="2872129" y="404275"/>
                </a:lnTo>
                <a:lnTo>
                  <a:pt x="2871988" y="404275"/>
                </a:lnTo>
                <a:close/>
                <a:moveTo>
                  <a:pt x="2853009" y="400070"/>
                </a:moveTo>
                <a:lnTo>
                  <a:pt x="2853009" y="404279"/>
                </a:lnTo>
                <a:lnTo>
                  <a:pt x="2852693" y="404280"/>
                </a:lnTo>
                <a:close/>
                <a:moveTo>
                  <a:pt x="2844815" y="400070"/>
                </a:moveTo>
                <a:lnTo>
                  <a:pt x="2845031" y="404281"/>
                </a:lnTo>
                <a:lnTo>
                  <a:pt x="2844815" y="404281"/>
                </a:lnTo>
                <a:close/>
                <a:moveTo>
                  <a:pt x="2801111" y="400070"/>
                </a:moveTo>
                <a:lnTo>
                  <a:pt x="2801111" y="404292"/>
                </a:lnTo>
                <a:lnTo>
                  <a:pt x="2799746" y="404292"/>
                </a:lnTo>
                <a:lnTo>
                  <a:pt x="2799640" y="404292"/>
                </a:lnTo>
                <a:lnTo>
                  <a:pt x="2799746" y="402872"/>
                </a:lnTo>
                <a:close/>
                <a:moveTo>
                  <a:pt x="2781991" y="400070"/>
                </a:moveTo>
                <a:lnTo>
                  <a:pt x="2782678" y="404297"/>
                </a:lnTo>
                <a:lnTo>
                  <a:pt x="2781991" y="404297"/>
                </a:lnTo>
                <a:close/>
                <a:moveTo>
                  <a:pt x="2637224" y="400070"/>
                </a:moveTo>
                <a:lnTo>
                  <a:pt x="2637224" y="404332"/>
                </a:lnTo>
                <a:lnTo>
                  <a:pt x="2636735" y="404332"/>
                </a:lnTo>
                <a:close/>
                <a:moveTo>
                  <a:pt x="2583960" y="400070"/>
                </a:moveTo>
                <a:lnTo>
                  <a:pt x="2583960" y="404345"/>
                </a:lnTo>
                <a:lnTo>
                  <a:pt x="2582919" y="404345"/>
                </a:lnTo>
                <a:close/>
                <a:moveTo>
                  <a:pt x="2578497" y="400070"/>
                </a:moveTo>
                <a:lnTo>
                  <a:pt x="2578497" y="404346"/>
                </a:lnTo>
                <a:lnTo>
                  <a:pt x="2578228" y="404346"/>
                </a:lnTo>
                <a:close/>
                <a:moveTo>
                  <a:pt x="2176973" y="400070"/>
                </a:moveTo>
                <a:lnTo>
                  <a:pt x="2177137" y="404444"/>
                </a:lnTo>
                <a:lnTo>
                  <a:pt x="2176973" y="404444"/>
                </a:lnTo>
                <a:close/>
                <a:moveTo>
                  <a:pt x="1995331" y="400070"/>
                </a:moveTo>
                <a:lnTo>
                  <a:pt x="1995994" y="404488"/>
                </a:lnTo>
                <a:lnTo>
                  <a:pt x="1995331" y="404488"/>
                </a:lnTo>
                <a:close/>
                <a:moveTo>
                  <a:pt x="1677116" y="400070"/>
                </a:moveTo>
                <a:lnTo>
                  <a:pt x="1678482" y="401471"/>
                </a:lnTo>
                <a:lnTo>
                  <a:pt x="1678482" y="404566"/>
                </a:lnTo>
                <a:lnTo>
                  <a:pt x="1677116" y="404566"/>
                </a:lnTo>
                <a:close/>
                <a:moveTo>
                  <a:pt x="1663459" y="400070"/>
                </a:moveTo>
                <a:lnTo>
                  <a:pt x="1663459" y="404274"/>
                </a:lnTo>
                <a:lnTo>
                  <a:pt x="1663459" y="404569"/>
                </a:lnTo>
                <a:lnTo>
                  <a:pt x="1662874" y="404569"/>
                </a:lnTo>
                <a:close/>
                <a:moveTo>
                  <a:pt x="1057075" y="400070"/>
                </a:moveTo>
                <a:lnTo>
                  <a:pt x="1058440" y="402172"/>
                </a:lnTo>
                <a:lnTo>
                  <a:pt x="1058440" y="403573"/>
                </a:lnTo>
                <a:lnTo>
                  <a:pt x="1058504" y="404717"/>
                </a:lnTo>
                <a:lnTo>
                  <a:pt x="1057075" y="404717"/>
                </a:lnTo>
                <a:close/>
                <a:moveTo>
                  <a:pt x="1032492" y="400070"/>
                </a:moveTo>
                <a:lnTo>
                  <a:pt x="1032492" y="404723"/>
                </a:lnTo>
                <a:lnTo>
                  <a:pt x="1031958" y="404723"/>
                </a:lnTo>
                <a:close/>
                <a:moveTo>
                  <a:pt x="977862" y="400070"/>
                </a:moveTo>
                <a:lnTo>
                  <a:pt x="978999" y="404736"/>
                </a:lnTo>
                <a:lnTo>
                  <a:pt x="977862" y="404736"/>
                </a:lnTo>
                <a:close/>
                <a:moveTo>
                  <a:pt x="803049" y="400070"/>
                </a:moveTo>
                <a:lnTo>
                  <a:pt x="803107" y="404779"/>
                </a:lnTo>
                <a:lnTo>
                  <a:pt x="803049" y="404779"/>
                </a:lnTo>
                <a:close/>
                <a:moveTo>
                  <a:pt x="783929" y="400070"/>
                </a:moveTo>
                <a:lnTo>
                  <a:pt x="784125" y="404783"/>
                </a:lnTo>
                <a:lnTo>
                  <a:pt x="783929" y="404783"/>
                </a:lnTo>
                <a:close/>
                <a:moveTo>
                  <a:pt x="426108" y="400070"/>
                </a:moveTo>
                <a:lnTo>
                  <a:pt x="426264" y="404870"/>
                </a:lnTo>
                <a:lnTo>
                  <a:pt x="425537" y="404871"/>
                </a:lnTo>
                <a:lnTo>
                  <a:pt x="426108" y="400770"/>
                </a:lnTo>
                <a:close/>
                <a:moveTo>
                  <a:pt x="310021" y="400070"/>
                </a:moveTo>
                <a:lnTo>
                  <a:pt x="310298" y="404899"/>
                </a:lnTo>
                <a:lnTo>
                  <a:pt x="310021" y="404899"/>
                </a:lnTo>
                <a:close/>
                <a:moveTo>
                  <a:pt x="193934" y="400070"/>
                </a:moveTo>
                <a:lnTo>
                  <a:pt x="193934" y="404927"/>
                </a:lnTo>
                <a:lnTo>
                  <a:pt x="193664" y="404927"/>
                </a:lnTo>
                <a:close/>
                <a:moveTo>
                  <a:pt x="3717516" y="399369"/>
                </a:moveTo>
                <a:lnTo>
                  <a:pt x="3717516" y="404069"/>
                </a:lnTo>
                <a:lnTo>
                  <a:pt x="3716977" y="404069"/>
                </a:lnTo>
                <a:close/>
                <a:moveTo>
                  <a:pt x="3690201" y="399369"/>
                </a:moveTo>
                <a:lnTo>
                  <a:pt x="3690201" y="404076"/>
                </a:lnTo>
                <a:lnTo>
                  <a:pt x="3688835" y="404076"/>
                </a:lnTo>
                <a:lnTo>
                  <a:pt x="3688760" y="404076"/>
                </a:lnTo>
                <a:lnTo>
                  <a:pt x="3688835" y="403573"/>
                </a:lnTo>
                <a:lnTo>
                  <a:pt x="3688835" y="400070"/>
                </a:lnTo>
                <a:close/>
                <a:moveTo>
                  <a:pt x="2865301" y="399369"/>
                </a:moveTo>
                <a:lnTo>
                  <a:pt x="2866098" y="404276"/>
                </a:lnTo>
                <a:lnTo>
                  <a:pt x="2865301" y="404276"/>
                </a:lnTo>
                <a:close/>
                <a:moveTo>
                  <a:pt x="2803843" y="399369"/>
                </a:moveTo>
                <a:lnTo>
                  <a:pt x="2803843" y="404291"/>
                </a:lnTo>
                <a:lnTo>
                  <a:pt x="2803534" y="404292"/>
                </a:lnTo>
                <a:close/>
                <a:moveTo>
                  <a:pt x="2743751" y="399369"/>
                </a:moveTo>
                <a:lnTo>
                  <a:pt x="2743751" y="402872"/>
                </a:lnTo>
                <a:lnTo>
                  <a:pt x="2743937" y="404306"/>
                </a:lnTo>
                <a:lnTo>
                  <a:pt x="2743395" y="404306"/>
                </a:lnTo>
                <a:close/>
                <a:moveTo>
                  <a:pt x="2734191" y="399369"/>
                </a:moveTo>
                <a:lnTo>
                  <a:pt x="2734191" y="404308"/>
                </a:lnTo>
                <a:lnTo>
                  <a:pt x="2733733" y="404309"/>
                </a:lnTo>
                <a:close/>
                <a:moveTo>
                  <a:pt x="2593521" y="399369"/>
                </a:moveTo>
                <a:lnTo>
                  <a:pt x="2593521" y="404343"/>
                </a:lnTo>
                <a:lnTo>
                  <a:pt x="2592155" y="404343"/>
                </a:lnTo>
                <a:lnTo>
                  <a:pt x="2592085" y="404343"/>
                </a:lnTo>
                <a:lnTo>
                  <a:pt x="2592155" y="402872"/>
                </a:lnTo>
                <a:lnTo>
                  <a:pt x="2592155" y="404274"/>
                </a:lnTo>
                <a:close/>
                <a:moveTo>
                  <a:pt x="2478799" y="399369"/>
                </a:moveTo>
                <a:lnTo>
                  <a:pt x="2478799" y="404371"/>
                </a:lnTo>
                <a:lnTo>
                  <a:pt x="2478451" y="404371"/>
                </a:lnTo>
                <a:close/>
                <a:moveTo>
                  <a:pt x="2025377" y="399369"/>
                </a:moveTo>
                <a:lnTo>
                  <a:pt x="2025430" y="404481"/>
                </a:lnTo>
                <a:lnTo>
                  <a:pt x="2025377" y="404481"/>
                </a:lnTo>
                <a:close/>
                <a:moveTo>
                  <a:pt x="1957091" y="399369"/>
                </a:moveTo>
                <a:lnTo>
                  <a:pt x="1958340" y="404497"/>
                </a:lnTo>
                <a:lnTo>
                  <a:pt x="1956709" y="404498"/>
                </a:lnTo>
                <a:lnTo>
                  <a:pt x="1957091" y="400770"/>
                </a:lnTo>
                <a:close/>
                <a:moveTo>
                  <a:pt x="1783643" y="399369"/>
                </a:moveTo>
                <a:lnTo>
                  <a:pt x="1783643" y="404540"/>
                </a:lnTo>
                <a:lnTo>
                  <a:pt x="1782971" y="404540"/>
                </a:lnTo>
                <a:close/>
                <a:moveTo>
                  <a:pt x="1730379" y="399369"/>
                </a:moveTo>
                <a:lnTo>
                  <a:pt x="1730379" y="404553"/>
                </a:lnTo>
                <a:lnTo>
                  <a:pt x="1730120" y="404553"/>
                </a:lnTo>
                <a:close/>
                <a:moveTo>
                  <a:pt x="1656630" y="399369"/>
                </a:moveTo>
                <a:lnTo>
                  <a:pt x="1656630" y="404571"/>
                </a:lnTo>
                <a:lnTo>
                  <a:pt x="1656096" y="404571"/>
                </a:lnTo>
                <a:close/>
                <a:moveTo>
                  <a:pt x="1434016" y="399369"/>
                </a:moveTo>
                <a:lnTo>
                  <a:pt x="1434016" y="404625"/>
                </a:lnTo>
                <a:lnTo>
                  <a:pt x="1433958" y="404625"/>
                </a:lnTo>
                <a:close/>
                <a:moveTo>
                  <a:pt x="1249643" y="399369"/>
                </a:moveTo>
                <a:lnTo>
                  <a:pt x="1250113" y="404670"/>
                </a:lnTo>
                <a:lnTo>
                  <a:pt x="1249643" y="404670"/>
                </a:lnTo>
                <a:close/>
                <a:moveTo>
                  <a:pt x="1115801" y="399369"/>
                </a:moveTo>
                <a:lnTo>
                  <a:pt x="1116321" y="404702"/>
                </a:lnTo>
                <a:lnTo>
                  <a:pt x="1115801" y="404703"/>
                </a:lnTo>
                <a:close/>
                <a:moveTo>
                  <a:pt x="445228" y="399369"/>
                </a:moveTo>
                <a:lnTo>
                  <a:pt x="446594" y="404274"/>
                </a:lnTo>
                <a:lnTo>
                  <a:pt x="446594" y="404866"/>
                </a:lnTo>
                <a:lnTo>
                  <a:pt x="445228" y="404866"/>
                </a:lnTo>
                <a:close/>
                <a:moveTo>
                  <a:pt x="423376" y="399369"/>
                </a:moveTo>
                <a:lnTo>
                  <a:pt x="424270" y="404871"/>
                </a:lnTo>
                <a:lnTo>
                  <a:pt x="423376" y="404871"/>
                </a:lnTo>
                <a:close/>
                <a:moveTo>
                  <a:pt x="285437" y="399369"/>
                </a:moveTo>
                <a:lnTo>
                  <a:pt x="285764" y="404905"/>
                </a:lnTo>
                <a:lnTo>
                  <a:pt x="285437" y="404905"/>
                </a:lnTo>
                <a:close/>
                <a:moveTo>
                  <a:pt x="3675178" y="398669"/>
                </a:moveTo>
                <a:lnTo>
                  <a:pt x="3676544" y="399369"/>
                </a:lnTo>
                <a:lnTo>
                  <a:pt x="3676544" y="404079"/>
                </a:lnTo>
                <a:lnTo>
                  <a:pt x="3675178" y="404079"/>
                </a:lnTo>
                <a:close/>
                <a:moveTo>
                  <a:pt x="3660155" y="398669"/>
                </a:moveTo>
                <a:lnTo>
                  <a:pt x="3660155" y="404083"/>
                </a:lnTo>
                <a:lnTo>
                  <a:pt x="3658789" y="404083"/>
                </a:lnTo>
                <a:lnTo>
                  <a:pt x="3658789" y="402172"/>
                </a:lnTo>
                <a:close/>
                <a:moveTo>
                  <a:pt x="3530411" y="398669"/>
                </a:moveTo>
                <a:lnTo>
                  <a:pt x="3530411" y="404114"/>
                </a:lnTo>
                <a:lnTo>
                  <a:pt x="3530180" y="404115"/>
                </a:lnTo>
                <a:close/>
                <a:moveTo>
                  <a:pt x="3422518" y="398669"/>
                </a:moveTo>
                <a:lnTo>
                  <a:pt x="3422518" y="404141"/>
                </a:lnTo>
                <a:lnTo>
                  <a:pt x="3422230" y="404141"/>
                </a:lnTo>
                <a:close/>
                <a:moveTo>
                  <a:pt x="3400667" y="398669"/>
                </a:moveTo>
                <a:lnTo>
                  <a:pt x="3400667" y="404146"/>
                </a:lnTo>
                <a:lnTo>
                  <a:pt x="3400476" y="404146"/>
                </a:lnTo>
                <a:close/>
                <a:moveTo>
                  <a:pt x="2705510" y="398669"/>
                </a:moveTo>
                <a:lnTo>
                  <a:pt x="2705510" y="400770"/>
                </a:lnTo>
                <a:lnTo>
                  <a:pt x="2706876" y="400770"/>
                </a:lnTo>
                <a:lnTo>
                  <a:pt x="2706876" y="404315"/>
                </a:lnTo>
                <a:lnTo>
                  <a:pt x="2705260" y="404315"/>
                </a:lnTo>
                <a:close/>
                <a:moveTo>
                  <a:pt x="2581229" y="398669"/>
                </a:moveTo>
                <a:lnTo>
                  <a:pt x="2581756" y="404346"/>
                </a:lnTo>
                <a:lnTo>
                  <a:pt x="2581229" y="404346"/>
                </a:lnTo>
                <a:close/>
                <a:moveTo>
                  <a:pt x="2549817" y="398669"/>
                </a:moveTo>
                <a:lnTo>
                  <a:pt x="2550469" y="404353"/>
                </a:lnTo>
                <a:lnTo>
                  <a:pt x="2549817" y="404353"/>
                </a:lnTo>
                <a:close/>
                <a:moveTo>
                  <a:pt x="2476068" y="398669"/>
                </a:moveTo>
                <a:lnTo>
                  <a:pt x="2476068" y="404371"/>
                </a:lnTo>
                <a:lnTo>
                  <a:pt x="2475750" y="404371"/>
                </a:lnTo>
                <a:close/>
                <a:moveTo>
                  <a:pt x="2084103" y="398669"/>
                </a:moveTo>
                <a:lnTo>
                  <a:pt x="2084103" y="404467"/>
                </a:lnTo>
                <a:lnTo>
                  <a:pt x="2083789" y="404467"/>
                </a:lnTo>
                <a:close/>
                <a:moveTo>
                  <a:pt x="2017183" y="398669"/>
                </a:moveTo>
                <a:lnTo>
                  <a:pt x="2017655" y="404483"/>
                </a:lnTo>
                <a:lnTo>
                  <a:pt x="2017183" y="404483"/>
                </a:lnTo>
                <a:close/>
                <a:moveTo>
                  <a:pt x="1839638" y="398669"/>
                </a:moveTo>
                <a:lnTo>
                  <a:pt x="1839853" y="404526"/>
                </a:lnTo>
                <a:lnTo>
                  <a:pt x="1839638" y="404526"/>
                </a:lnTo>
                <a:close/>
                <a:moveTo>
                  <a:pt x="1828712" y="398669"/>
                </a:moveTo>
                <a:lnTo>
                  <a:pt x="1829982" y="404529"/>
                </a:lnTo>
                <a:lnTo>
                  <a:pt x="1828712" y="404529"/>
                </a:lnTo>
                <a:close/>
                <a:moveTo>
                  <a:pt x="1703065" y="398669"/>
                </a:moveTo>
                <a:lnTo>
                  <a:pt x="1703065" y="404560"/>
                </a:lnTo>
                <a:lnTo>
                  <a:pt x="1702669" y="404560"/>
                </a:lnTo>
                <a:close/>
                <a:moveTo>
                  <a:pt x="1673019" y="398669"/>
                </a:moveTo>
                <a:lnTo>
                  <a:pt x="1673019" y="404567"/>
                </a:lnTo>
                <a:lnTo>
                  <a:pt x="1672769" y="404567"/>
                </a:lnTo>
                <a:close/>
                <a:moveTo>
                  <a:pt x="1588343" y="398669"/>
                </a:moveTo>
                <a:lnTo>
                  <a:pt x="1588343" y="404587"/>
                </a:lnTo>
                <a:lnTo>
                  <a:pt x="1588273" y="404587"/>
                </a:lnTo>
                <a:close/>
                <a:moveTo>
                  <a:pt x="1279689" y="398669"/>
                </a:moveTo>
                <a:lnTo>
                  <a:pt x="1279974" y="404663"/>
                </a:lnTo>
                <a:lnTo>
                  <a:pt x="1279689" y="404663"/>
                </a:lnTo>
                <a:close/>
                <a:moveTo>
                  <a:pt x="1175893" y="398669"/>
                </a:moveTo>
                <a:lnTo>
                  <a:pt x="1176480" y="404688"/>
                </a:lnTo>
                <a:lnTo>
                  <a:pt x="1175893" y="404688"/>
                </a:lnTo>
                <a:close/>
                <a:moveTo>
                  <a:pt x="1121264" y="398669"/>
                </a:moveTo>
                <a:lnTo>
                  <a:pt x="1121264" y="404701"/>
                </a:lnTo>
                <a:lnTo>
                  <a:pt x="1120774" y="404701"/>
                </a:lnTo>
                <a:close/>
                <a:moveTo>
                  <a:pt x="1061172" y="398669"/>
                </a:moveTo>
                <a:lnTo>
                  <a:pt x="1061663" y="404716"/>
                </a:lnTo>
                <a:lnTo>
                  <a:pt x="1060428" y="404716"/>
                </a:lnTo>
                <a:lnTo>
                  <a:pt x="1061172" y="399369"/>
                </a:lnTo>
                <a:close/>
                <a:moveTo>
                  <a:pt x="987423" y="398669"/>
                </a:moveTo>
                <a:lnTo>
                  <a:pt x="987423" y="404734"/>
                </a:lnTo>
                <a:lnTo>
                  <a:pt x="987235" y="404734"/>
                </a:lnTo>
                <a:close/>
                <a:moveTo>
                  <a:pt x="523074" y="398669"/>
                </a:moveTo>
                <a:lnTo>
                  <a:pt x="524440" y="400770"/>
                </a:lnTo>
                <a:lnTo>
                  <a:pt x="524440" y="404847"/>
                </a:lnTo>
                <a:lnTo>
                  <a:pt x="523074" y="404847"/>
                </a:lnTo>
                <a:close/>
                <a:moveTo>
                  <a:pt x="460251" y="398669"/>
                </a:moveTo>
                <a:lnTo>
                  <a:pt x="460251" y="404862"/>
                </a:lnTo>
                <a:lnTo>
                  <a:pt x="459496" y="404862"/>
                </a:lnTo>
                <a:close/>
                <a:moveTo>
                  <a:pt x="338701" y="398669"/>
                </a:moveTo>
                <a:lnTo>
                  <a:pt x="339048" y="404892"/>
                </a:lnTo>
                <a:lnTo>
                  <a:pt x="338701" y="404892"/>
                </a:lnTo>
                <a:close/>
                <a:moveTo>
                  <a:pt x="318215" y="398669"/>
                </a:moveTo>
                <a:lnTo>
                  <a:pt x="318890" y="404897"/>
                </a:lnTo>
                <a:lnTo>
                  <a:pt x="318215" y="404897"/>
                </a:lnTo>
                <a:close/>
                <a:moveTo>
                  <a:pt x="136573" y="398669"/>
                </a:moveTo>
                <a:lnTo>
                  <a:pt x="137292" y="404941"/>
                </a:lnTo>
                <a:lnTo>
                  <a:pt x="136573" y="404941"/>
                </a:lnTo>
                <a:close/>
                <a:moveTo>
                  <a:pt x="133841" y="398669"/>
                </a:moveTo>
                <a:lnTo>
                  <a:pt x="133841" y="401471"/>
                </a:lnTo>
                <a:lnTo>
                  <a:pt x="134324" y="404942"/>
                </a:lnTo>
                <a:lnTo>
                  <a:pt x="133230" y="404942"/>
                </a:lnTo>
                <a:close/>
                <a:moveTo>
                  <a:pt x="21852" y="398669"/>
                </a:moveTo>
                <a:lnTo>
                  <a:pt x="22131" y="404969"/>
                </a:lnTo>
                <a:lnTo>
                  <a:pt x="21852" y="404969"/>
                </a:lnTo>
                <a:close/>
                <a:moveTo>
                  <a:pt x="3635572" y="397968"/>
                </a:moveTo>
                <a:lnTo>
                  <a:pt x="3635572" y="404089"/>
                </a:lnTo>
                <a:lnTo>
                  <a:pt x="3635187" y="404089"/>
                </a:lnTo>
                <a:close/>
                <a:moveTo>
                  <a:pt x="3585040" y="397968"/>
                </a:moveTo>
                <a:lnTo>
                  <a:pt x="3585894" y="404101"/>
                </a:lnTo>
                <a:lnTo>
                  <a:pt x="3585040" y="404101"/>
                </a:lnTo>
                <a:close/>
                <a:moveTo>
                  <a:pt x="2888518" y="397968"/>
                </a:moveTo>
                <a:lnTo>
                  <a:pt x="2888518" y="404271"/>
                </a:lnTo>
                <a:lnTo>
                  <a:pt x="2887152" y="404271"/>
                </a:lnTo>
                <a:lnTo>
                  <a:pt x="2887152" y="402172"/>
                </a:lnTo>
                <a:close/>
                <a:moveTo>
                  <a:pt x="2858472" y="397968"/>
                </a:moveTo>
                <a:lnTo>
                  <a:pt x="2858896" y="404278"/>
                </a:lnTo>
                <a:lnTo>
                  <a:pt x="2858472" y="404278"/>
                </a:lnTo>
                <a:close/>
                <a:moveTo>
                  <a:pt x="2836620" y="397968"/>
                </a:moveTo>
                <a:lnTo>
                  <a:pt x="2836620" y="404283"/>
                </a:lnTo>
                <a:lnTo>
                  <a:pt x="2836147" y="404284"/>
                </a:lnTo>
                <a:close/>
                <a:moveTo>
                  <a:pt x="2818866" y="397968"/>
                </a:moveTo>
                <a:lnTo>
                  <a:pt x="2818866" y="399369"/>
                </a:lnTo>
                <a:lnTo>
                  <a:pt x="2819322" y="404288"/>
                </a:lnTo>
                <a:lnTo>
                  <a:pt x="2818533" y="404288"/>
                </a:lnTo>
                <a:close/>
                <a:moveTo>
                  <a:pt x="2716436" y="397968"/>
                </a:moveTo>
                <a:lnTo>
                  <a:pt x="2716436" y="404313"/>
                </a:lnTo>
                <a:lnTo>
                  <a:pt x="2715749" y="404313"/>
                </a:lnTo>
                <a:close/>
                <a:moveTo>
                  <a:pt x="2526600" y="397968"/>
                </a:moveTo>
                <a:lnTo>
                  <a:pt x="2527732" y="404359"/>
                </a:lnTo>
                <a:lnTo>
                  <a:pt x="2526174" y="404359"/>
                </a:lnTo>
                <a:lnTo>
                  <a:pt x="2526600" y="402172"/>
                </a:lnTo>
                <a:close/>
                <a:moveTo>
                  <a:pt x="2488359" y="397968"/>
                </a:moveTo>
                <a:lnTo>
                  <a:pt x="2488716" y="404368"/>
                </a:lnTo>
                <a:lnTo>
                  <a:pt x="2488359" y="404368"/>
                </a:lnTo>
                <a:close/>
                <a:moveTo>
                  <a:pt x="2358615" y="397968"/>
                </a:moveTo>
                <a:lnTo>
                  <a:pt x="2358660" y="404400"/>
                </a:lnTo>
                <a:lnTo>
                  <a:pt x="2358615" y="404400"/>
                </a:lnTo>
                <a:close/>
                <a:moveTo>
                  <a:pt x="2144195" y="397968"/>
                </a:moveTo>
                <a:lnTo>
                  <a:pt x="2144464" y="404452"/>
                </a:lnTo>
                <a:lnTo>
                  <a:pt x="2144195" y="404452"/>
                </a:lnTo>
                <a:close/>
                <a:moveTo>
                  <a:pt x="1948896" y="397968"/>
                </a:moveTo>
                <a:lnTo>
                  <a:pt x="1949692" y="404499"/>
                </a:lnTo>
                <a:lnTo>
                  <a:pt x="1948896" y="404500"/>
                </a:lnTo>
                <a:close/>
                <a:moveTo>
                  <a:pt x="1830078" y="397968"/>
                </a:moveTo>
                <a:lnTo>
                  <a:pt x="1831356" y="404528"/>
                </a:lnTo>
                <a:lnTo>
                  <a:pt x="1830078" y="404529"/>
                </a:lnTo>
                <a:close/>
                <a:moveTo>
                  <a:pt x="1759060" y="397968"/>
                </a:moveTo>
                <a:lnTo>
                  <a:pt x="1759487" y="404546"/>
                </a:lnTo>
                <a:lnTo>
                  <a:pt x="1759060" y="404546"/>
                </a:lnTo>
                <a:close/>
                <a:moveTo>
                  <a:pt x="1697602" y="397968"/>
                </a:moveTo>
                <a:lnTo>
                  <a:pt x="1698968" y="404274"/>
                </a:lnTo>
                <a:lnTo>
                  <a:pt x="1698968" y="404561"/>
                </a:lnTo>
                <a:lnTo>
                  <a:pt x="1697602" y="404561"/>
                </a:lnTo>
                <a:close/>
                <a:moveTo>
                  <a:pt x="1659361" y="397968"/>
                </a:moveTo>
                <a:lnTo>
                  <a:pt x="1659361" y="404570"/>
                </a:lnTo>
                <a:lnTo>
                  <a:pt x="1658749" y="404570"/>
                </a:lnTo>
                <a:close/>
                <a:moveTo>
                  <a:pt x="1645704" y="397968"/>
                </a:moveTo>
                <a:lnTo>
                  <a:pt x="1646509" y="404573"/>
                </a:lnTo>
                <a:lnTo>
                  <a:pt x="1645646" y="404574"/>
                </a:lnTo>
                <a:lnTo>
                  <a:pt x="1645704" y="404274"/>
                </a:lnTo>
                <a:close/>
                <a:moveTo>
                  <a:pt x="1637510" y="397968"/>
                </a:moveTo>
                <a:lnTo>
                  <a:pt x="1637510" y="404575"/>
                </a:lnTo>
                <a:lnTo>
                  <a:pt x="1637066" y="404576"/>
                </a:lnTo>
                <a:close/>
                <a:moveTo>
                  <a:pt x="1562395" y="397968"/>
                </a:moveTo>
                <a:lnTo>
                  <a:pt x="1562395" y="404594"/>
                </a:lnTo>
                <a:lnTo>
                  <a:pt x="1562316" y="404594"/>
                </a:lnTo>
                <a:close/>
                <a:moveTo>
                  <a:pt x="1143116" y="397968"/>
                </a:moveTo>
                <a:lnTo>
                  <a:pt x="1143116" y="400770"/>
                </a:lnTo>
                <a:lnTo>
                  <a:pt x="1144481" y="403573"/>
                </a:lnTo>
                <a:lnTo>
                  <a:pt x="1144481" y="404696"/>
                </a:lnTo>
                <a:lnTo>
                  <a:pt x="1141750" y="404696"/>
                </a:lnTo>
                <a:lnTo>
                  <a:pt x="1141750" y="399369"/>
                </a:lnTo>
                <a:close/>
                <a:moveTo>
                  <a:pt x="1093949" y="397968"/>
                </a:moveTo>
                <a:lnTo>
                  <a:pt x="1093949" y="404708"/>
                </a:lnTo>
                <a:lnTo>
                  <a:pt x="1093293" y="404708"/>
                </a:lnTo>
                <a:close/>
                <a:moveTo>
                  <a:pt x="1087121" y="397968"/>
                </a:moveTo>
                <a:lnTo>
                  <a:pt x="1088216" y="404709"/>
                </a:lnTo>
                <a:lnTo>
                  <a:pt x="1087121" y="404710"/>
                </a:lnTo>
                <a:lnTo>
                  <a:pt x="1087121" y="399369"/>
                </a:lnTo>
                <a:close/>
                <a:moveTo>
                  <a:pt x="1003811" y="397968"/>
                </a:moveTo>
                <a:lnTo>
                  <a:pt x="1003811" y="404730"/>
                </a:lnTo>
                <a:lnTo>
                  <a:pt x="1003238" y="404730"/>
                </a:lnTo>
                <a:close/>
                <a:moveTo>
                  <a:pt x="966937" y="397968"/>
                </a:moveTo>
                <a:lnTo>
                  <a:pt x="968256" y="404738"/>
                </a:lnTo>
                <a:lnTo>
                  <a:pt x="966937" y="404739"/>
                </a:lnTo>
                <a:close/>
                <a:moveTo>
                  <a:pt x="482103" y="397968"/>
                </a:moveTo>
                <a:lnTo>
                  <a:pt x="482103" y="404857"/>
                </a:lnTo>
                <a:lnTo>
                  <a:pt x="480737" y="404857"/>
                </a:lnTo>
                <a:lnTo>
                  <a:pt x="480737" y="402172"/>
                </a:lnTo>
                <a:close/>
                <a:moveTo>
                  <a:pt x="174813" y="397968"/>
                </a:moveTo>
                <a:lnTo>
                  <a:pt x="174813" y="400070"/>
                </a:lnTo>
                <a:lnTo>
                  <a:pt x="175490" y="404932"/>
                </a:lnTo>
                <a:lnTo>
                  <a:pt x="174291" y="404932"/>
                </a:lnTo>
                <a:close/>
                <a:moveTo>
                  <a:pt x="110624" y="397968"/>
                </a:moveTo>
                <a:lnTo>
                  <a:pt x="111671" y="404947"/>
                </a:lnTo>
                <a:lnTo>
                  <a:pt x="110624" y="404947"/>
                </a:lnTo>
                <a:close/>
                <a:moveTo>
                  <a:pt x="94235" y="397968"/>
                </a:moveTo>
                <a:lnTo>
                  <a:pt x="94559" y="404951"/>
                </a:lnTo>
                <a:lnTo>
                  <a:pt x="94161" y="404951"/>
                </a:lnTo>
                <a:lnTo>
                  <a:pt x="94235" y="403573"/>
                </a:lnTo>
                <a:close/>
                <a:moveTo>
                  <a:pt x="51898" y="397968"/>
                </a:moveTo>
                <a:lnTo>
                  <a:pt x="53261" y="404961"/>
                </a:lnTo>
                <a:lnTo>
                  <a:pt x="51898" y="404962"/>
                </a:lnTo>
                <a:close/>
                <a:moveTo>
                  <a:pt x="3735271" y="397267"/>
                </a:moveTo>
                <a:lnTo>
                  <a:pt x="3735649" y="404064"/>
                </a:lnTo>
                <a:lnTo>
                  <a:pt x="3735271" y="404065"/>
                </a:lnTo>
                <a:close/>
                <a:moveTo>
                  <a:pt x="3679275" y="397267"/>
                </a:moveTo>
                <a:lnTo>
                  <a:pt x="3680160" y="404078"/>
                </a:lnTo>
                <a:lnTo>
                  <a:pt x="3679275" y="404078"/>
                </a:lnTo>
                <a:close/>
                <a:moveTo>
                  <a:pt x="3668350" y="397267"/>
                </a:moveTo>
                <a:lnTo>
                  <a:pt x="3668350" y="404081"/>
                </a:lnTo>
                <a:lnTo>
                  <a:pt x="3667839" y="404081"/>
                </a:lnTo>
                <a:close/>
                <a:moveTo>
                  <a:pt x="3628743" y="397267"/>
                </a:moveTo>
                <a:lnTo>
                  <a:pt x="3628743" y="404091"/>
                </a:lnTo>
                <a:lnTo>
                  <a:pt x="3628363" y="404091"/>
                </a:lnTo>
                <a:close/>
                <a:moveTo>
                  <a:pt x="3623281" y="397267"/>
                </a:moveTo>
                <a:lnTo>
                  <a:pt x="3623281" y="404092"/>
                </a:lnTo>
                <a:lnTo>
                  <a:pt x="3622940" y="404092"/>
                </a:lnTo>
                <a:close/>
                <a:moveTo>
                  <a:pt x="3370621" y="397267"/>
                </a:moveTo>
                <a:lnTo>
                  <a:pt x="3370621" y="404153"/>
                </a:lnTo>
                <a:lnTo>
                  <a:pt x="3369915" y="404154"/>
                </a:lnTo>
                <a:close/>
                <a:moveTo>
                  <a:pt x="2547086" y="397267"/>
                </a:moveTo>
                <a:lnTo>
                  <a:pt x="2547086" y="404354"/>
                </a:lnTo>
                <a:lnTo>
                  <a:pt x="2546654" y="404354"/>
                </a:lnTo>
                <a:close/>
                <a:moveTo>
                  <a:pt x="2529331" y="397267"/>
                </a:moveTo>
                <a:lnTo>
                  <a:pt x="2529331" y="404358"/>
                </a:lnTo>
                <a:lnTo>
                  <a:pt x="2528854" y="404358"/>
                </a:lnTo>
                <a:close/>
                <a:moveTo>
                  <a:pt x="2510211" y="397267"/>
                </a:moveTo>
                <a:lnTo>
                  <a:pt x="2510575" y="404363"/>
                </a:lnTo>
                <a:lnTo>
                  <a:pt x="2510211" y="404363"/>
                </a:lnTo>
                <a:close/>
                <a:moveTo>
                  <a:pt x="2418707" y="397267"/>
                </a:moveTo>
                <a:lnTo>
                  <a:pt x="2418935" y="404385"/>
                </a:lnTo>
                <a:lnTo>
                  <a:pt x="2418707" y="404385"/>
                </a:lnTo>
                <a:close/>
                <a:moveTo>
                  <a:pt x="2185167" y="397267"/>
                </a:moveTo>
                <a:lnTo>
                  <a:pt x="2185167" y="404442"/>
                </a:lnTo>
                <a:lnTo>
                  <a:pt x="2184767" y="404442"/>
                </a:lnTo>
                <a:close/>
                <a:moveTo>
                  <a:pt x="2159219" y="397267"/>
                </a:moveTo>
                <a:lnTo>
                  <a:pt x="2159619" y="404448"/>
                </a:lnTo>
                <a:lnTo>
                  <a:pt x="2159219" y="404448"/>
                </a:lnTo>
                <a:close/>
                <a:moveTo>
                  <a:pt x="2049960" y="397267"/>
                </a:moveTo>
                <a:lnTo>
                  <a:pt x="2051326" y="400770"/>
                </a:lnTo>
                <a:lnTo>
                  <a:pt x="2051326" y="404475"/>
                </a:lnTo>
                <a:lnTo>
                  <a:pt x="2049960" y="404475"/>
                </a:lnTo>
                <a:close/>
                <a:moveTo>
                  <a:pt x="2022645" y="397267"/>
                </a:moveTo>
                <a:lnTo>
                  <a:pt x="2022821" y="404482"/>
                </a:lnTo>
                <a:lnTo>
                  <a:pt x="2022561" y="404482"/>
                </a:lnTo>
                <a:lnTo>
                  <a:pt x="2022645" y="398669"/>
                </a:lnTo>
                <a:close/>
                <a:moveTo>
                  <a:pt x="1978942" y="397267"/>
                </a:moveTo>
                <a:lnTo>
                  <a:pt x="1978942" y="399369"/>
                </a:lnTo>
                <a:lnTo>
                  <a:pt x="1979566" y="404492"/>
                </a:lnTo>
                <a:lnTo>
                  <a:pt x="1978515" y="404492"/>
                </a:lnTo>
                <a:close/>
                <a:moveTo>
                  <a:pt x="1969382" y="397267"/>
                </a:moveTo>
                <a:lnTo>
                  <a:pt x="1970748" y="397267"/>
                </a:lnTo>
                <a:lnTo>
                  <a:pt x="1970748" y="404494"/>
                </a:lnTo>
                <a:lnTo>
                  <a:pt x="1969382" y="404495"/>
                </a:lnTo>
                <a:close/>
                <a:moveTo>
                  <a:pt x="1924313" y="397267"/>
                </a:moveTo>
                <a:lnTo>
                  <a:pt x="1924313" y="404506"/>
                </a:lnTo>
                <a:lnTo>
                  <a:pt x="1924013" y="404506"/>
                </a:lnTo>
                <a:close/>
                <a:moveTo>
                  <a:pt x="1912021" y="397267"/>
                </a:moveTo>
                <a:lnTo>
                  <a:pt x="1913107" y="404508"/>
                </a:lnTo>
                <a:lnTo>
                  <a:pt x="1912021" y="404509"/>
                </a:lnTo>
                <a:close/>
                <a:moveTo>
                  <a:pt x="1223694" y="397267"/>
                </a:moveTo>
                <a:lnTo>
                  <a:pt x="1225059" y="403573"/>
                </a:lnTo>
                <a:lnTo>
                  <a:pt x="1225417" y="404676"/>
                </a:lnTo>
                <a:lnTo>
                  <a:pt x="1223694" y="404676"/>
                </a:lnTo>
                <a:close/>
                <a:moveTo>
                  <a:pt x="1207305" y="397267"/>
                </a:moveTo>
                <a:lnTo>
                  <a:pt x="1207305" y="404680"/>
                </a:lnTo>
                <a:lnTo>
                  <a:pt x="1206402" y="404680"/>
                </a:lnTo>
                <a:close/>
                <a:moveTo>
                  <a:pt x="1122630" y="397267"/>
                </a:moveTo>
                <a:lnTo>
                  <a:pt x="1122959" y="404701"/>
                </a:lnTo>
                <a:lnTo>
                  <a:pt x="1122630" y="404701"/>
                </a:lnTo>
                <a:close/>
                <a:moveTo>
                  <a:pt x="891821" y="397267"/>
                </a:moveTo>
                <a:lnTo>
                  <a:pt x="891821" y="404757"/>
                </a:lnTo>
                <a:lnTo>
                  <a:pt x="890456" y="404757"/>
                </a:lnTo>
                <a:lnTo>
                  <a:pt x="890456" y="404274"/>
                </a:lnTo>
                <a:close/>
                <a:moveTo>
                  <a:pt x="850849" y="397267"/>
                </a:moveTo>
                <a:lnTo>
                  <a:pt x="851391" y="404767"/>
                </a:lnTo>
                <a:lnTo>
                  <a:pt x="850849" y="404767"/>
                </a:lnTo>
                <a:close/>
                <a:moveTo>
                  <a:pt x="398793" y="397267"/>
                </a:moveTo>
                <a:lnTo>
                  <a:pt x="400159" y="397968"/>
                </a:lnTo>
                <a:lnTo>
                  <a:pt x="400159" y="404877"/>
                </a:lnTo>
                <a:lnTo>
                  <a:pt x="398793" y="404877"/>
                </a:lnTo>
                <a:close/>
                <a:moveTo>
                  <a:pt x="394696" y="397267"/>
                </a:moveTo>
                <a:lnTo>
                  <a:pt x="394696" y="404878"/>
                </a:lnTo>
                <a:lnTo>
                  <a:pt x="393990" y="404878"/>
                </a:lnTo>
                <a:close/>
                <a:moveTo>
                  <a:pt x="345530" y="397267"/>
                </a:moveTo>
                <a:lnTo>
                  <a:pt x="345954" y="404890"/>
                </a:lnTo>
                <a:lnTo>
                  <a:pt x="345530" y="404890"/>
                </a:lnTo>
                <a:lnTo>
                  <a:pt x="345530" y="402872"/>
                </a:lnTo>
                <a:close/>
                <a:moveTo>
                  <a:pt x="326409" y="397267"/>
                </a:moveTo>
                <a:lnTo>
                  <a:pt x="326409" y="404895"/>
                </a:lnTo>
                <a:lnTo>
                  <a:pt x="325945" y="404895"/>
                </a:lnTo>
                <a:close/>
                <a:moveTo>
                  <a:pt x="16389" y="397267"/>
                </a:moveTo>
                <a:lnTo>
                  <a:pt x="17139" y="404970"/>
                </a:lnTo>
                <a:lnTo>
                  <a:pt x="16389" y="404970"/>
                </a:lnTo>
                <a:close/>
                <a:moveTo>
                  <a:pt x="3651961" y="396567"/>
                </a:moveTo>
                <a:lnTo>
                  <a:pt x="3652249" y="404085"/>
                </a:lnTo>
                <a:lnTo>
                  <a:pt x="3651961" y="404085"/>
                </a:lnTo>
                <a:close/>
                <a:moveTo>
                  <a:pt x="3507193" y="396567"/>
                </a:moveTo>
                <a:lnTo>
                  <a:pt x="3507193" y="404120"/>
                </a:lnTo>
                <a:lnTo>
                  <a:pt x="3506142" y="404120"/>
                </a:lnTo>
                <a:close/>
                <a:moveTo>
                  <a:pt x="3433444" y="396567"/>
                </a:moveTo>
                <a:lnTo>
                  <a:pt x="3433444" y="404138"/>
                </a:lnTo>
                <a:lnTo>
                  <a:pt x="3432079" y="404138"/>
                </a:lnTo>
                <a:lnTo>
                  <a:pt x="3432079" y="402172"/>
                </a:lnTo>
                <a:close/>
                <a:moveTo>
                  <a:pt x="3415690" y="396567"/>
                </a:moveTo>
                <a:lnTo>
                  <a:pt x="3415940" y="404142"/>
                </a:lnTo>
                <a:lnTo>
                  <a:pt x="3415690" y="404142"/>
                </a:lnTo>
                <a:close/>
                <a:moveTo>
                  <a:pt x="3411593" y="396567"/>
                </a:moveTo>
                <a:lnTo>
                  <a:pt x="3411593" y="404143"/>
                </a:lnTo>
                <a:lnTo>
                  <a:pt x="3410890" y="404144"/>
                </a:lnTo>
                <a:close/>
                <a:moveTo>
                  <a:pt x="3318723" y="396567"/>
                </a:moveTo>
                <a:lnTo>
                  <a:pt x="3318723" y="404166"/>
                </a:lnTo>
                <a:lnTo>
                  <a:pt x="3318538" y="404166"/>
                </a:lnTo>
                <a:close/>
                <a:moveTo>
                  <a:pt x="2878958" y="396567"/>
                </a:moveTo>
                <a:lnTo>
                  <a:pt x="2879316" y="404273"/>
                </a:lnTo>
                <a:lnTo>
                  <a:pt x="2878958" y="404273"/>
                </a:lnTo>
                <a:close/>
                <a:moveTo>
                  <a:pt x="2840717" y="396567"/>
                </a:moveTo>
                <a:lnTo>
                  <a:pt x="2840717" y="400770"/>
                </a:lnTo>
                <a:lnTo>
                  <a:pt x="2840857" y="404282"/>
                </a:lnTo>
                <a:lnTo>
                  <a:pt x="2840139" y="404283"/>
                </a:lnTo>
                <a:close/>
                <a:moveTo>
                  <a:pt x="2813403" y="396567"/>
                </a:moveTo>
                <a:lnTo>
                  <a:pt x="2813403" y="404289"/>
                </a:lnTo>
                <a:lnTo>
                  <a:pt x="2812037" y="404289"/>
                </a:lnTo>
                <a:lnTo>
                  <a:pt x="2812037" y="402172"/>
                </a:lnTo>
                <a:close/>
                <a:moveTo>
                  <a:pt x="2579863" y="396567"/>
                </a:moveTo>
                <a:lnTo>
                  <a:pt x="2579863" y="404346"/>
                </a:lnTo>
                <a:lnTo>
                  <a:pt x="2579340" y="404346"/>
                </a:lnTo>
                <a:close/>
                <a:moveTo>
                  <a:pt x="2482897" y="396567"/>
                </a:moveTo>
                <a:lnTo>
                  <a:pt x="2483235" y="404370"/>
                </a:lnTo>
                <a:lnTo>
                  <a:pt x="2482897" y="404370"/>
                </a:lnTo>
                <a:close/>
                <a:moveTo>
                  <a:pt x="2137367" y="396567"/>
                </a:moveTo>
                <a:lnTo>
                  <a:pt x="2138008" y="404454"/>
                </a:lnTo>
                <a:lnTo>
                  <a:pt x="2137367" y="404454"/>
                </a:lnTo>
                <a:close/>
                <a:moveTo>
                  <a:pt x="1959822" y="396567"/>
                </a:moveTo>
                <a:lnTo>
                  <a:pt x="1961110" y="404497"/>
                </a:lnTo>
                <a:lnTo>
                  <a:pt x="1959822" y="404497"/>
                </a:lnTo>
                <a:close/>
                <a:moveTo>
                  <a:pt x="1761791" y="396567"/>
                </a:moveTo>
                <a:lnTo>
                  <a:pt x="1761791" y="402872"/>
                </a:lnTo>
                <a:lnTo>
                  <a:pt x="1762117" y="404545"/>
                </a:lnTo>
                <a:lnTo>
                  <a:pt x="1761791" y="404545"/>
                </a:lnTo>
                <a:lnTo>
                  <a:pt x="1760754" y="404545"/>
                </a:lnTo>
                <a:close/>
                <a:moveTo>
                  <a:pt x="1705796" y="396567"/>
                </a:moveTo>
                <a:lnTo>
                  <a:pt x="1706299" y="404559"/>
                </a:lnTo>
                <a:lnTo>
                  <a:pt x="1705796" y="404559"/>
                </a:lnTo>
                <a:close/>
                <a:moveTo>
                  <a:pt x="1242814" y="396567"/>
                </a:moveTo>
                <a:lnTo>
                  <a:pt x="1242814" y="404672"/>
                </a:lnTo>
                <a:lnTo>
                  <a:pt x="1242335" y="404672"/>
                </a:lnTo>
                <a:close/>
                <a:moveTo>
                  <a:pt x="1137653" y="396567"/>
                </a:moveTo>
                <a:lnTo>
                  <a:pt x="1139019" y="399369"/>
                </a:lnTo>
                <a:lnTo>
                  <a:pt x="1139019" y="404697"/>
                </a:lnTo>
                <a:lnTo>
                  <a:pt x="1137653" y="404697"/>
                </a:lnTo>
                <a:close/>
                <a:moveTo>
                  <a:pt x="1055709" y="396567"/>
                </a:moveTo>
                <a:lnTo>
                  <a:pt x="1056222" y="404717"/>
                </a:lnTo>
                <a:lnTo>
                  <a:pt x="1055709" y="404717"/>
                </a:lnTo>
                <a:close/>
                <a:moveTo>
                  <a:pt x="1051612" y="396567"/>
                </a:moveTo>
                <a:lnTo>
                  <a:pt x="1051612" y="404718"/>
                </a:lnTo>
                <a:lnTo>
                  <a:pt x="1050246" y="404719"/>
                </a:lnTo>
                <a:lnTo>
                  <a:pt x="1050246" y="400770"/>
                </a:lnTo>
                <a:close/>
                <a:moveTo>
                  <a:pt x="917770" y="396567"/>
                </a:moveTo>
                <a:lnTo>
                  <a:pt x="918005" y="404751"/>
                </a:lnTo>
                <a:lnTo>
                  <a:pt x="917737" y="404751"/>
                </a:lnTo>
                <a:lnTo>
                  <a:pt x="917770" y="403573"/>
                </a:lnTo>
                <a:close/>
                <a:moveTo>
                  <a:pt x="762077" y="396567"/>
                </a:moveTo>
                <a:lnTo>
                  <a:pt x="762077" y="404789"/>
                </a:lnTo>
                <a:lnTo>
                  <a:pt x="761796" y="404789"/>
                </a:lnTo>
                <a:close/>
                <a:moveTo>
                  <a:pt x="529903" y="396567"/>
                </a:moveTo>
                <a:lnTo>
                  <a:pt x="529903" y="404845"/>
                </a:lnTo>
                <a:lnTo>
                  <a:pt x="529054" y="404845"/>
                </a:lnTo>
                <a:close/>
                <a:moveTo>
                  <a:pt x="188471" y="396567"/>
                </a:moveTo>
                <a:lnTo>
                  <a:pt x="189836" y="402172"/>
                </a:lnTo>
                <a:lnTo>
                  <a:pt x="189836" y="404928"/>
                </a:lnTo>
                <a:lnTo>
                  <a:pt x="188471" y="404928"/>
                </a:lnTo>
                <a:close/>
                <a:moveTo>
                  <a:pt x="3710687" y="395866"/>
                </a:moveTo>
                <a:lnTo>
                  <a:pt x="3711918" y="404070"/>
                </a:lnTo>
                <a:lnTo>
                  <a:pt x="3710687" y="404071"/>
                </a:lnTo>
                <a:close/>
                <a:moveTo>
                  <a:pt x="3563189" y="395866"/>
                </a:moveTo>
                <a:lnTo>
                  <a:pt x="3563189" y="404106"/>
                </a:lnTo>
                <a:lnTo>
                  <a:pt x="3562717" y="404107"/>
                </a:lnTo>
                <a:close/>
                <a:moveTo>
                  <a:pt x="3403398" y="395866"/>
                </a:moveTo>
                <a:lnTo>
                  <a:pt x="3403593" y="404145"/>
                </a:lnTo>
                <a:lnTo>
                  <a:pt x="3403398" y="404145"/>
                </a:lnTo>
                <a:close/>
                <a:moveTo>
                  <a:pt x="3273654" y="395866"/>
                </a:moveTo>
                <a:lnTo>
                  <a:pt x="3273761" y="404177"/>
                </a:lnTo>
                <a:lnTo>
                  <a:pt x="3273654" y="404177"/>
                </a:lnTo>
                <a:close/>
                <a:moveTo>
                  <a:pt x="2829792" y="395866"/>
                </a:moveTo>
                <a:lnTo>
                  <a:pt x="2829792" y="404285"/>
                </a:lnTo>
                <a:lnTo>
                  <a:pt x="2828880" y="404285"/>
                </a:lnTo>
                <a:close/>
                <a:moveTo>
                  <a:pt x="2822963" y="395866"/>
                </a:moveTo>
                <a:lnTo>
                  <a:pt x="2822963" y="404287"/>
                </a:lnTo>
                <a:lnTo>
                  <a:pt x="2821597" y="404287"/>
                </a:lnTo>
                <a:lnTo>
                  <a:pt x="2821597" y="400070"/>
                </a:lnTo>
                <a:close/>
                <a:moveTo>
                  <a:pt x="2652247" y="395866"/>
                </a:moveTo>
                <a:lnTo>
                  <a:pt x="2652247" y="404328"/>
                </a:lnTo>
                <a:lnTo>
                  <a:pt x="2650881" y="404329"/>
                </a:lnTo>
                <a:lnTo>
                  <a:pt x="2650881" y="399369"/>
                </a:lnTo>
                <a:close/>
                <a:moveTo>
                  <a:pt x="2540257" y="395866"/>
                </a:moveTo>
                <a:lnTo>
                  <a:pt x="2540257" y="400770"/>
                </a:lnTo>
                <a:lnTo>
                  <a:pt x="2540412" y="404356"/>
                </a:lnTo>
                <a:lnTo>
                  <a:pt x="2538891" y="404356"/>
                </a:lnTo>
                <a:lnTo>
                  <a:pt x="2538891" y="402172"/>
                </a:lnTo>
                <a:close/>
                <a:moveTo>
                  <a:pt x="2104589" y="395866"/>
                </a:moveTo>
                <a:lnTo>
                  <a:pt x="2104589" y="400770"/>
                </a:lnTo>
                <a:lnTo>
                  <a:pt x="2104589" y="404462"/>
                </a:lnTo>
                <a:lnTo>
                  <a:pt x="2103223" y="404462"/>
                </a:lnTo>
                <a:lnTo>
                  <a:pt x="2103223" y="398669"/>
                </a:lnTo>
                <a:close/>
                <a:moveTo>
                  <a:pt x="1910656" y="395866"/>
                </a:moveTo>
                <a:lnTo>
                  <a:pt x="1910656" y="404509"/>
                </a:lnTo>
                <a:lnTo>
                  <a:pt x="1910273" y="404509"/>
                </a:lnTo>
                <a:close/>
                <a:moveTo>
                  <a:pt x="1817786" y="395866"/>
                </a:moveTo>
                <a:lnTo>
                  <a:pt x="1817786" y="404532"/>
                </a:lnTo>
                <a:lnTo>
                  <a:pt x="1817110" y="404532"/>
                </a:lnTo>
                <a:close/>
                <a:moveTo>
                  <a:pt x="1742671" y="395866"/>
                </a:moveTo>
                <a:lnTo>
                  <a:pt x="1743477" y="404550"/>
                </a:lnTo>
                <a:lnTo>
                  <a:pt x="1741999" y="404550"/>
                </a:lnTo>
                <a:lnTo>
                  <a:pt x="1742671" y="400070"/>
                </a:lnTo>
                <a:close/>
                <a:moveTo>
                  <a:pt x="1738574" y="395866"/>
                </a:moveTo>
                <a:lnTo>
                  <a:pt x="1738574" y="404551"/>
                </a:lnTo>
                <a:lnTo>
                  <a:pt x="1737768" y="404551"/>
                </a:lnTo>
                <a:close/>
                <a:moveTo>
                  <a:pt x="1652533" y="395866"/>
                </a:moveTo>
                <a:lnTo>
                  <a:pt x="1652533" y="404572"/>
                </a:lnTo>
                <a:lnTo>
                  <a:pt x="1651762" y="404572"/>
                </a:lnTo>
                <a:close/>
                <a:moveTo>
                  <a:pt x="953279" y="395866"/>
                </a:moveTo>
                <a:lnTo>
                  <a:pt x="953279" y="404742"/>
                </a:lnTo>
                <a:lnTo>
                  <a:pt x="952125" y="404742"/>
                </a:lnTo>
                <a:close/>
                <a:moveTo>
                  <a:pt x="867238" y="395866"/>
                </a:moveTo>
                <a:lnTo>
                  <a:pt x="868151" y="404763"/>
                </a:lnTo>
                <a:lnTo>
                  <a:pt x="866800" y="404763"/>
                </a:lnTo>
                <a:lnTo>
                  <a:pt x="867238" y="399369"/>
                </a:lnTo>
                <a:close/>
                <a:moveTo>
                  <a:pt x="532635" y="395866"/>
                </a:moveTo>
                <a:lnTo>
                  <a:pt x="532635" y="404845"/>
                </a:lnTo>
                <a:lnTo>
                  <a:pt x="532186" y="404845"/>
                </a:lnTo>
                <a:close/>
                <a:moveTo>
                  <a:pt x="453422" y="395866"/>
                </a:moveTo>
                <a:lnTo>
                  <a:pt x="453422" y="399369"/>
                </a:lnTo>
                <a:lnTo>
                  <a:pt x="454788" y="404274"/>
                </a:lnTo>
                <a:lnTo>
                  <a:pt x="454788" y="404864"/>
                </a:lnTo>
                <a:lnTo>
                  <a:pt x="451410" y="404864"/>
                </a:lnTo>
                <a:lnTo>
                  <a:pt x="452057" y="402872"/>
                </a:lnTo>
                <a:lnTo>
                  <a:pt x="452057" y="403573"/>
                </a:lnTo>
                <a:close/>
                <a:moveTo>
                  <a:pt x="333238" y="395866"/>
                </a:moveTo>
                <a:lnTo>
                  <a:pt x="334273" y="404893"/>
                </a:lnTo>
                <a:lnTo>
                  <a:pt x="333238" y="404893"/>
                </a:lnTo>
                <a:close/>
                <a:moveTo>
                  <a:pt x="159790" y="395866"/>
                </a:moveTo>
                <a:lnTo>
                  <a:pt x="159790" y="400070"/>
                </a:lnTo>
                <a:lnTo>
                  <a:pt x="160348" y="404935"/>
                </a:lnTo>
                <a:lnTo>
                  <a:pt x="159201" y="404936"/>
                </a:lnTo>
                <a:close/>
                <a:moveTo>
                  <a:pt x="81944" y="395866"/>
                </a:moveTo>
                <a:lnTo>
                  <a:pt x="82235" y="404954"/>
                </a:lnTo>
                <a:lnTo>
                  <a:pt x="81944" y="404954"/>
                </a:lnTo>
                <a:close/>
                <a:moveTo>
                  <a:pt x="30046" y="395866"/>
                </a:moveTo>
                <a:lnTo>
                  <a:pt x="31155" y="404967"/>
                </a:lnTo>
                <a:lnTo>
                  <a:pt x="30046" y="404967"/>
                </a:lnTo>
                <a:close/>
                <a:moveTo>
                  <a:pt x="3682007" y="395165"/>
                </a:moveTo>
                <a:lnTo>
                  <a:pt x="3682007" y="404078"/>
                </a:lnTo>
                <a:lnTo>
                  <a:pt x="3681629" y="404078"/>
                </a:lnTo>
                <a:close/>
                <a:moveTo>
                  <a:pt x="3580943" y="395165"/>
                </a:moveTo>
                <a:lnTo>
                  <a:pt x="3581911" y="404102"/>
                </a:lnTo>
                <a:lnTo>
                  <a:pt x="3580943" y="404102"/>
                </a:lnTo>
                <a:close/>
                <a:moveTo>
                  <a:pt x="3515388" y="395165"/>
                </a:moveTo>
                <a:lnTo>
                  <a:pt x="3515752" y="404118"/>
                </a:lnTo>
                <a:lnTo>
                  <a:pt x="3515388" y="404118"/>
                </a:lnTo>
                <a:lnTo>
                  <a:pt x="3515257" y="404118"/>
                </a:lnTo>
                <a:lnTo>
                  <a:pt x="3515388" y="402172"/>
                </a:lnTo>
                <a:close/>
                <a:moveTo>
                  <a:pt x="3504462" y="395165"/>
                </a:moveTo>
                <a:lnTo>
                  <a:pt x="3504462" y="404121"/>
                </a:lnTo>
                <a:lnTo>
                  <a:pt x="3503372" y="404121"/>
                </a:lnTo>
                <a:close/>
                <a:moveTo>
                  <a:pt x="2936319" y="395165"/>
                </a:moveTo>
                <a:lnTo>
                  <a:pt x="2937684" y="403573"/>
                </a:lnTo>
                <a:lnTo>
                  <a:pt x="2937684" y="404259"/>
                </a:lnTo>
                <a:lnTo>
                  <a:pt x="2936319" y="404259"/>
                </a:lnTo>
                <a:close/>
                <a:moveTo>
                  <a:pt x="2810671" y="395165"/>
                </a:moveTo>
                <a:lnTo>
                  <a:pt x="2810671" y="404290"/>
                </a:lnTo>
                <a:lnTo>
                  <a:pt x="2809306" y="404290"/>
                </a:lnTo>
                <a:lnTo>
                  <a:pt x="2809306" y="397267"/>
                </a:lnTo>
                <a:close/>
                <a:moveTo>
                  <a:pt x="2695950" y="395165"/>
                </a:moveTo>
                <a:lnTo>
                  <a:pt x="2696526" y="404318"/>
                </a:lnTo>
                <a:lnTo>
                  <a:pt x="2695950" y="404318"/>
                </a:lnTo>
                <a:close/>
                <a:moveTo>
                  <a:pt x="2689121" y="395165"/>
                </a:moveTo>
                <a:lnTo>
                  <a:pt x="2689121" y="404319"/>
                </a:lnTo>
                <a:lnTo>
                  <a:pt x="2688725" y="404319"/>
                </a:lnTo>
                <a:close/>
                <a:moveTo>
                  <a:pt x="2618103" y="395165"/>
                </a:moveTo>
                <a:lnTo>
                  <a:pt x="2619469" y="403573"/>
                </a:lnTo>
                <a:lnTo>
                  <a:pt x="2619469" y="404336"/>
                </a:lnTo>
                <a:lnTo>
                  <a:pt x="2618103" y="404337"/>
                </a:lnTo>
                <a:close/>
                <a:moveTo>
                  <a:pt x="2486993" y="395165"/>
                </a:moveTo>
                <a:lnTo>
                  <a:pt x="2487375" y="404369"/>
                </a:lnTo>
                <a:lnTo>
                  <a:pt x="2486993" y="404369"/>
                </a:lnTo>
                <a:close/>
                <a:moveTo>
                  <a:pt x="2432365" y="395165"/>
                </a:moveTo>
                <a:lnTo>
                  <a:pt x="2432365" y="396567"/>
                </a:lnTo>
                <a:lnTo>
                  <a:pt x="2433730" y="398669"/>
                </a:lnTo>
                <a:lnTo>
                  <a:pt x="2433730" y="402172"/>
                </a:lnTo>
                <a:lnTo>
                  <a:pt x="2433861" y="404382"/>
                </a:lnTo>
                <a:lnTo>
                  <a:pt x="2431947" y="404382"/>
                </a:lnTo>
                <a:close/>
                <a:moveTo>
                  <a:pt x="2168779" y="395165"/>
                </a:moveTo>
                <a:lnTo>
                  <a:pt x="2168779" y="404446"/>
                </a:lnTo>
                <a:lnTo>
                  <a:pt x="2168394" y="404446"/>
                </a:lnTo>
                <a:close/>
                <a:moveTo>
                  <a:pt x="2040400" y="395165"/>
                </a:moveTo>
                <a:lnTo>
                  <a:pt x="2040400" y="404477"/>
                </a:lnTo>
                <a:lnTo>
                  <a:pt x="2040044" y="404477"/>
                </a:lnTo>
                <a:close/>
                <a:moveTo>
                  <a:pt x="1947530" y="395165"/>
                </a:moveTo>
                <a:lnTo>
                  <a:pt x="1947530" y="404500"/>
                </a:lnTo>
                <a:lnTo>
                  <a:pt x="1946165" y="404500"/>
                </a:lnTo>
                <a:lnTo>
                  <a:pt x="1946165" y="396567"/>
                </a:lnTo>
                <a:close/>
                <a:moveTo>
                  <a:pt x="1778180" y="395165"/>
                </a:moveTo>
                <a:lnTo>
                  <a:pt x="1779196" y="404541"/>
                </a:lnTo>
                <a:lnTo>
                  <a:pt x="1778180" y="404541"/>
                </a:lnTo>
                <a:lnTo>
                  <a:pt x="1778180" y="403573"/>
                </a:lnTo>
                <a:close/>
                <a:moveTo>
                  <a:pt x="1746768" y="395165"/>
                </a:moveTo>
                <a:lnTo>
                  <a:pt x="1746768" y="398669"/>
                </a:lnTo>
                <a:lnTo>
                  <a:pt x="1747246" y="404549"/>
                </a:lnTo>
                <a:lnTo>
                  <a:pt x="1746768" y="404549"/>
                </a:lnTo>
                <a:lnTo>
                  <a:pt x="1745402" y="404549"/>
                </a:lnTo>
                <a:lnTo>
                  <a:pt x="1745402" y="400770"/>
                </a:lnTo>
                <a:close/>
                <a:moveTo>
                  <a:pt x="1382118" y="395165"/>
                </a:moveTo>
                <a:lnTo>
                  <a:pt x="1382394" y="404638"/>
                </a:lnTo>
                <a:lnTo>
                  <a:pt x="1382118" y="404638"/>
                </a:lnTo>
                <a:lnTo>
                  <a:pt x="1380753" y="404638"/>
                </a:lnTo>
                <a:lnTo>
                  <a:pt x="1380753" y="396567"/>
                </a:lnTo>
                <a:lnTo>
                  <a:pt x="1382118" y="404274"/>
                </a:lnTo>
                <a:close/>
                <a:moveTo>
                  <a:pt x="1197745" y="395165"/>
                </a:moveTo>
                <a:lnTo>
                  <a:pt x="1198177" y="404682"/>
                </a:lnTo>
                <a:lnTo>
                  <a:pt x="1197657" y="404683"/>
                </a:lnTo>
                <a:lnTo>
                  <a:pt x="1197745" y="404274"/>
                </a:lnTo>
                <a:close/>
                <a:moveTo>
                  <a:pt x="1125361" y="395165"/>
                </a:moveTo>
                <a:lnTo>
                  <a:pt x="1125361" y="404700"/>
                </a:lnTo>
                <a:lnTo>
                  <a:pt x="1124919" y="404700"/>
                </a:lnTo>
                <a:close/>
                <a:moveTo>
                  <a:pt x="1010640" y="395165"/>
                </a:moveTo>
                <a:lnTo>
                  <a:pt x="1011223" y="404728"/>
                </a:lnTo>
                <a:lnTo>
                  <a:pt x="1010640" y="404728"/>
                </a:lnTo>
                <a:close/>
                <a:moveTo>
                  <a:pt x="910942" y="395165"/>
                </a:moveTo>
                <a:lnTo>
                  <a:pt x="910942" y="404752"/>
                </a:lnTo>
                <a:lnTo>
                  <a:pt x="910052" y="404753"/>
                </a:lnTo>
                <a:close/>
                <a:moveTo>
                  <a:pt x="254026" y="395165"/>
                </a:moveTo>
                <a:lnTo>
                  <a:pt x="255391" y="401471"/>
                </a:lnTo>
                <a:lnTo>
                  <a:pt x="255391" y="404912"/>
                </a:lnTo>
                <a:lnTo>
                  <a:pt x="253873" y="404912"/>
                </a:lnTo>
                <a:lnTo>
                  <a:pt x="254026" y="402172"/>
                </a:lnTo>
                <a:close/>
                <a:moveTo>
                  <a:pt x="236271" y="395165"/>
                </a:moveTo>
                <a:lnTo>
                  <a:pt x="236759" y="404917"/>
                </a:lnTo>
                <a:lnTo>
                  <a:pt x="234918" y="404917"/>
                </a:lnTo>
                <a:lnTo>
                  <a:pt x="236271" y="398669"/>
                </a:lnTo>
                <a:close/>
                <a:moveTo>
                  <a:pt x="68286" y="395165"/>
                </a:moveTo>
                <a:lnTo>
                  <a:pt x="69652" y="401471"/>
                </a:lnTo>
                <a:lnTo>
                  <a:pt x="69652" y="404957"/>
                </a:lnTo>
                <a:lnTo>
                  <a:pt x="68286" y="404958"/>
                </a:lnTo>
                <a:close/>
                <a:moveTo>
                  <a:pt x="2731" y="395165"/>
                </a:moveTo>
                <a:lnTo>
                  <a:pt x="2731" y="404974"/>
                </a:lnTo>
                <a:lnTo>
                  <a:pt x="1366" y="404974"/>
                </a:lnTo>
                <a:lnTo>
                  <a:pt x="1366" y="402872"/>
                </a:lnTo>
                <a:close/>
                <a:moveTo>
                  <a:pt x="3666984" y="394465"/>
                </a:moveTo>
                <a:lnTo>
                  <a:pt x="3666984" y="404081"/>
                </a:lnTo>
                <a:lnTo>
                  <a:pt x="3665618" y="404082"/>
                </a:lnTo>
                <a:lnTo>
                  <a:pt x="3665618" y="397267"/>
                </a:lnTo>
                <a:close/>
                <a:moveTo>
                  <a:pt x="3636938" y="394465"/>
                </a:moveTo>
                <a:lnTo>
                  <a:pt x="3636938" y="404089"/>
                </a:lnTo>
                <a:lnTo>
                  <a:pt x="3636268" y="404089"/>
                </a:lnTo>
                <a:close/>
                <a:moveTo>
                  <a:pt x="3470319" y="394465"/>
                </a:moveTo>
                <a:lnTo>
                  <a:pt x="3470969" y="404129"/>
                </a:lnTo>
                <a:lnTo>
                  <a:pt x="3470319" y="404129"/>
                </a:lnTo>
                <a:close/>
                <a:moveTo>
                  <a:pt x="3455296" y="394465"/>
                </a:moveTo>
                <a:lnTo>
                  <a:pt x="3456081" y="404133"/>
                </a:lnTo>
                <a:lnTo>
                  <a:pt x="3455296" y="404133"/>
                </a:lnTo>
                <a:close/>
                <a:moveTo>
                  <a:pt x="3430713" y="394465"/>
                </a:moveTo>
                <a:lnTo>
                  <a:pt x="3431439" y="404139"/>
                </a:lnTo>
                <a:lnTo>
                  <a:pt x="3430713" y="404139"/>
                </a:lnTo>
                <a:close/>
                <a:moveTo>
                  <a:pt x="2713705" y="394465"/>
                </a:moveTo>
                <a:lnTo>
                  <a:pt x="2715071" y="401471"/>
                </a:lnTo>
                <a:lnTo>
                  <a:pt x="2715071" y="404313"/>
                </a:lnTo>
                <a:lnTo>
                  <a:pt x="2713705" y="404313"/>
                </a:lnTo>
                <a:close/>
                <a:moveTo>
                  <a:pt x="2586692" y="394465"/>
                </a:moveTo>
                <a:lnTo>
                  <a:pt x="2586692" y="404344"/>
                </a:lnTo>
                <a:lnTo>
                  <a:pt x="2585979" y="404344"/>
                </a:lnTo>
                <a:close/>
                <a:moveTo>
                  <a:pt x="2454216" y="394465"/>
                </a:moveTo>
                <a:lnTo>
                  <a:pt x="2455582" y="397267"/>
                </a:lnTo>
                <a:lnTo>
                  <a:pt x="2455582" y="404376"/>
                </a:lnTo>
                <a:lnTo>
                  <a:pt x="2453483" y="404377"/>
                </a:lnTo>
                <a:lnTo>
                  <a:pt x="2454216" y="402872"/>
                </a:lnTo>
                <a:close/>
                <a:moveTo>
                  <a:pt x="2436461" y="394465"/>
                </a:moveTo>
                <a:lnTo>
                  <a:pt x="2436911" y="404381"/>
                </a:lnTo>
                <a:lnTo>
                  <a:pt x="2436461" y="404381"/>
                </a:lnTo>
                <a:close/>
                <a:moveTo>
                  <a:pt x="2156487" y="394465"/>
                </a:moveTo>
                <a:lnTo>
                  <a:pt x="2156806" y="404449"/>
                </a:lnTo>
                <a:lnTo>
                  <a:pt x="2156487" y="404449"/>
                </a:lnTo>
                <a:close/>
                <a:moveTo>
                  <a:pt x="2095029" y="394465"/>
                </a:moveTo>
                <a:lnTo>
                  <a:pt x="2095029" y="404274"/>
                </a:lnTo>
                <a:lnTo>
                  <a:pt x="2095052" y="404464"/>
                </a:lnTo>
                <a:lnTo>
                  <a:pt x="2095029" y="404464"/>
                </a:lnTo>
                <a:lnTo>
                  <a:pt x="2092616" y="404465"/>
                </a:lnTo>
                <a:lnTo>
                  <a:pt x="2093663" y="395866"/>
                </a:lnTo>
                <a:lnTo>
                  <a:pt x="2093663" y="403573"/>
                </a:lnTo>
                <a:close/>
                <a:moveTo>
                  <a:pt x="2080006" y="394465"/>
                </a:moveTo>
                <a:lnTo>
                  <a:pt x="2080006" y="404468"/>
                </a:lnTo>
                <a:lnTo>
                  <a:pt x="2078640" y="404468"/>
                </a:lnTo>
                <a:lnTo>
                  <a:pt x="2078640" y="399369"/>
                </a:lnTo>
                <a:close/>
                <a:moveTo>
                  <a:pt x="2055423" y="394465"/>
                </a:moveTo>
                <a:lnTo>
                  <a:pt x="2055423" y="404474"/>
                </a:lnTo>
                <a:lnTo>
                  <a:pt x="2054849" y="404474"/>
                </a:lnTo>
                <a:close/>
                <a:moveTo>
                  <a:pt x="1432650" y="394465"/>
                </a:moveTo>
                <a:lnTo>
                  <a:pt x="1432650" y="404625"/>
                </a:lnTo>
                <a:lnTo>
                  <a:pt x="1431285" y="404626"/>
                </a:lnTo>
                <a:lnTo>
                  <a:pt x="1431285" y="397968"/>
                </a:lnTo>
                <a:close/>
                <a:moveTo>
                  <a:pt x="1264666" y="394465"/>
                </a:moveTo>
                <a:lnTo>
                  <a:pt x="1264666" y="404666"/>
                </a:lnTo>
                <a:lnTo>
                  <a:pt x="1264311" y="404666"/>
                </a:lnTo>
                <a:close/>
                <a:moveTo>
                  <a:pt x="1160870" y="394465"/>
                </a:moveTo>
                <a:lnTo>
                  <a:pt x="1161369" y="404691"/>
                </a:lnTo>
                <a:lnTo>
                  <a:pt x="1160870" y="404692"/>
                </a:lnTo>
                <a:close/>
                <a:moveTo>
                  <a:pt x="984691" y="394465"/>
                </a:moveTo>
                <a:lnTo>
                  <a:pt x="985492" y="404734"/>
                </a:lnTo>
                <a:lnTo>
                  <a:pt x="984691" y="404734"/>
                </a:lnTo>
                <a:close/>
                <a:moveTo>
                  <a:pt x="342798" y="394465"/>
                </a:moveTo>
                <a:lnTo>
                  <a:pt x="342798" y="404891"/>
                </a:lnTo>
                <a:lnTo>
                  <a:pt x="341443" y="404891"/>
                </a:lnTo>
                <a:close/>
                <a:moveTo>
                  <a:pt x="180276" y="394465"/>
                </a:moveTo>
                <a:lnTo>
                  <a:pt x="180276" y="398669"/>
                </a:lnTo>
                <a:lnTo>
                  <a:pt x="181642" y="399369"/>
                </a:lnTo>
                <a:lnTo>
                  <a:pt x="181642" y="404930"/>
                </a:lnTo>
                <a:lnTo>
                  <a:pt x="179521" y="404931"/>
                </a:lnTo>
                <a:close/>
                <a:moveTo>
                  <a:pt x="163888" y="394465"/>
                </a:moveTo>
                <a:lnTo>
                  <a:pt x="163888" y="404934"/>
                </a:lnTo>
                <a:lnTo>
                  <a:pt x="162522" y="404935"/>
                </a:lnTo>
                <a:lnTo>
                  <a:pt x="162522" y="402172"/>
                </a:lnTo>
                <a:close/>
                <a:moveTo>
                  <a:pt x="3742099" y="393764"/>
                </a:moveTo>
                <a:lnTo>
                  <a:pt x="3742843" y="404063"/>
                </a:lnTo>
                <a:lnTo>
                  <a:pt x="3742099" y="404063"/>
                </a:lnTo>
                <a:close/>
                <a:moveTo>
                  <a:pt x="3728442" y="393764"/>
                </a:moveTo>
                <a:lnTo>
                  <a:pt x="3728442" y="404066"/>
                </a:lnTo>
                <a:lnTo>
                  <a:pt x="3727076" y="404067"/>
                </a:lnTo>
                <a:lnTo>
                  <a:pt x="3727076" y="399369"/>
                </a:lnTo>
                <a:close/>
                <a:moveTo>
                  <a:pt x="3725710" y="393764"/>
                </a:moveTo>
                <a:lnTo>
                  <a:pt x="3725710" y="404067"/>
                </a:lnTo>
                <a:lnTo>
                  <a:pt x="3725317" y="404067"/>
                </a:lnTo>
                <a:close/>
                <a:moveTo>
                  <a:pt x="3703859" y="393764"/>
                </a:moveTo>
                <a:lnTo>
                  <a:pt x="3705224" y="393764"/>
                </a:lnTo>
                <a:lnTo>
                  <a:pt x="3705224" y="404072"/>
                </a:lnTo>
                <a:lnTo>
                  <a:pt x="3703859" y="404072"/>
                </a:lnTo>
                <a:close/>
                <a:moveTo>
                  <a:pt x="3641035" y="393764"/>
                </a:moveTo>
                <a:lnTo>
                  <a:pt x="3641809" y="404087"/>
                </a:lnTo>
                <a:lnTo>
                  <a:pt x="3641035" y="404088"/>
                </a:lnTo>
                <a:close/>
                <a:moveTo>
                  <a:pt x="3638303" y="393764"/>
                </a:moveTo>
                <a:lnTo>
                  <a:pt x="3638303" y="404088"/>
                </a:lnTo>
                <a:lnTo>
                  <a:pt x="3637728" y="404088"/>
                </a:lnTo>
                <a:close/>
                <a:moveTo>
                  <a:pt x="3559091" y="393764"/>
                </a:moveTo>
                <a:lnTo>
                  <a:pt x="3559931" y="404107"/>
                </a:lnTo>
                <a:lnTo>
                  <a:pt x="3559091" y="404107"/>
                </a:lnTo>
                <a:close/>
                <a:moveTo>
                  <a:pt x="3492171" y="393764"/>
                </a:moveTo>
                <a:lnTo>
                  <a:pt x="3492171" y="404124"/>
                </a:lnTo>
                <a:lnTo>
                  <a:pt x="3491293" y="404124"/>
                </a:lnTo>
                <a:close/>
                <a:moveTo>
                  <a:pt x="3060600" y="393764"/>
                </a:moveTo>
                <a:lnTo>
                  <a:pt x="3061356" y="404229"/>
                </a:lnTo>
                <a:lnTo>
                  <a:pt x="3060600" y="404229"/>
                </a:lnTo>
                <a:close/>
                <a:moveTo>
                  <a:pt x="2962267" y="393764"/>
                </a:moveTo>
                <a:lnTo>
                  <a:pt x="2962851" y="404253"/>
                </a:lnTo>
                <a:lnTo>
                  <a:pt x="2962267" y="404253"/>
                </a:lnTo>
                <a:close/>
                <a:moveTo>
                  <a:pt x="2918564" y="393764"/>
                </a:moveTo>
                <a:lnTo>
                  <a:pt x="2919009" y="404263"/>
                </a:lnTo>
                <a:lnTo>
                  <a:pt x="2918564" y="404263"/>
                </a:lnTo>
                <a:close/>
                <a:moveTo>
                  <a:pt x="2790185" y="393764"/>
                </a:moveTo>
                <a:lnTo>
                  <a:pt x="2790501" y="404295"/>
                </a:lnTo>
                <a:lnTo>
                  <a:pt x="2790185" y="404295"/>
                </a:lnTo>
                <a:close/>
                <a:moveTo>
                  <a:pt x="2638589" y="393764"/>
                </a:moveTo>
                <a:lnTo>
                  <a:pt x="2638589" y="395866"/>
                </a:lnTo>
                <a:lnTo>
                  <a:pt x="2638589" y="397267"/>
                </a:lnTo>
                <a:lnTo>
                  <a:pt x="2639064" y="404332"/>
                </a:lnTo>
                <a:lnTo>
                  <a:pt x="2637879" y="404332"/>
                </a:lnTo>
                <a:close/>
                <a:moveTo>
                  <a:pt x="2553914" y="393764"/>
                </a:moveTo>
                <a:lnTo>
                  <a:pt x="2554443" y="404352"/>
                </a:lnTo>
                <a:lnTo>
                  <a:pt x="2553914" y="404352"/>
                </a:lnTo>
                <a:close/>
                <a:moveTo>
                  <a:pt x="2536160" y="393764"/>
                </a:moveTo>
                <a:lnTo>
                  <a:pt x="2536826" y="404356"/>
                </a:lnTo>
                <a:lnTo>
                  <a:pt x="2536160" y="404357"/>
                </a:lnTo>
                <a:lnTo>
                  <a:pt x="2535242" y="404357"/>
                </a:lnTo>
                <a:lnTo>
                  <a:pt x="2536160" y="394465"/>
                </a:lnTo>
                <a:close/>
                <a:moveTo>
                  <a:pt x="2197459" y="393764"/>
                </a:moveTo>
                <a:lnTo>
                  <a:pt x="2197459" y="404439"/>
                </a:lnTo>
                <a:lnTo>
                  <a:pt x="2196951" y="404439"/>
                </a:lnTo>
                <a:close/>
                <a:moveTo>
                  <a:pt x="2127807" y="393764"/>
                </a:moveTo>
                <a:lnTo>
                  <a:pt x="2128641" y="404456"/>
                </a:lnTo>
                <a:lnTo>
                  <a:pt x="2127807" y="404456"/>
                </a:lnTo>
                <a:lnTo>
                  <a:pt x="2127807" y="402872"/>
                </a:lnTo>
                <a:close/>
                <a:moveTo>
                  <a:pt x="2089566" y="393764"/>
                </a:moveTo>
                <a:lnTo>
                  <a:pt x="2089566" y="404465"/>
                </a:lnTo>
                <a:lnTo>
                  <a:pt x="2088732" y="404466"/>
                </a:lnTo>
                <a:close/>
                <a:moveTo>
                  <a:pt x="2070446" y="393764"/>
                </a:moveTo>
                <a:lnTo>
                  <a:pt x="2071812" y="403573"/>
                </a:lnTo>
                <a:lnTo>
                  <a:pt x="2071812" y="404470"/>
                </a:lnTo>
                <a:lnTo>
                  <a:pt x="2070446" y="404470"/>
                </a:lnTo>
                <a:close/>
                <a:moveTo>
                  <a:pt x="2039034" y="393764"/>
                </a:moveTo>
                <a:lnTo>
                  <a:pt x="2039034" y="402872"/>
                </a:lnTo>
                <a:lnTo>
                  <a:pt x="2039034" y="404478"/>
                </a:lnTo>
                <a:lnTo>
                  <a:pt x="2038164" y="404478"/>
                </a:lnTo>
                <a:close/>
                <a:moveTo>
                  <a:pt x="1918850" y="393764"/>
                </a:moveTo>
                <a:lnTo>
                  <a:pt x="1918850" y="404507"/>
                </a:lnTo>
                <a:lnTo>
                  <a:pt x="1917686" y="404507"/>
                </a:lnTo>
                <a:close/>
                <a:moveTo>
                  <a:pt x="1902461" y="393764"/>
                </a:moveTo>
                <a:lnTo>
                  <a:pt x="1902461" y="402172"/>
                </a:lnTo>
                <a:lnTo>
                  <a:pt x="1903601" y="404511"/>
                </a:lnTo>
                <a:lnTo>
                  <a:pt x="1901974" y="404511"/>
                </a:lnTo>
                <a:close/>
                <a:moveTo>
                  <a:pt x="1851929" y="393764"/>
                </a:moveTo>
                <a:lnTo>
                  <a:pt x="1852512" y="404523"/>
                </a:lnTo>
                <a:lnTo>
                  <a:pt x="1851929" y="404523"/>
                </a:lnTo>
                <a:close/>
                <a:moveTo>
                  <a:pt x="1785009" y="393764"/>
                </a:moveTo>
                <a:lnTo>
                  <a:pt x="1785576" y="404539"/>
                </a:lnTo>
                <a:lnTo>
                  <a:pt x="1784481" y="404540"/>
                </a:lnTo>
                <a:lnTo>
                  <a:pt x="1785009" y="395866"/>
                </a:lnTo>
                <a:close/>
                <a:moveTo>
                  <a:pt x="1715356" y="393764"/>
                </a:moveTo>
                <a:lnTo>
                  <a:pt x="1715356" y="401471"/>
                </a:lnTo>
                <a:lnTo>
                  <a:pt x="1716024" y="404556"/>
                </a:lnTo>
                <a:lnTo>
                  <a:pt x="1714400" y="404557"/>
                </a:lnTo>
                <a:close/>
                <a:moveTo>
                  <a:pt x="1700333" y="393764"/>
                </a:moveTo>
                <a:lnTo>
                  <a:pt x="1700333" y="404560"/>
                </a:lnTo>
                <a:lnTo>
                  <a:pt x="1699377" y="404560"/>
                </a:lnTo>
                <a:close/>
                <a:moveTo>
                  <a:pt x="1689407" y="393764"/>
                </a:moveTo>
                <a:lnTo>
                  <a:pt x="1689407" y="404563"/>
                </a:lnTo>
                <a:lnTo>
                  <a:pt x="1687848" y="404563"/>
                </a:lnTo>
                <a:lnTo>
                  <a:pt x="1688042" y="400770"/>
                </a:lnTo>
                <a:lnTo>
                  <a:pt x="1688042" y="402172"/>
                </a:lnTo>
                <a:close/>
                <a:moveTo>
                  <a:pt x="1612927" y="393764"/>
                </a:moveTo>
                <a:lnTo>
                  <a:pt x="1613224" y="404581"/>
                </a:lnTo>
                <a:lnTo>
                  <a:pt x="1611561" y="404582"/>
                </a:lnTo>
                <a:lnTo>
                  <a:pt x="1611561" y="395866"/>
                </a:lnTo>
                <a:lnTo>
                  <a:pt x="1612927" y="400770"/>
                </a:lnTo>
                <a:close/>
                <a:moveTo>
                  <a:pt x="1347975" y="393764"/>
                </a:moveTo>
                <a:lnTo>
                  <a:pt x="1347975" y="404646"/>
                </a:lnTo>
                <a:lnTo>
                  <a:pt x="1347807" y="404646"/>
                </a:lnTo>
                <a:close/>
                <a:moveTo>
                  <a:pt x="1234619" y="393764"/>
                </a:moveTo>
                <a:lnTo>
                  <a:pt x="1234951" y="404674"/>
                </a:lnTo>
                <a:lnTo>
                  <a:pt x="1234619" y="404674"/>
                </a:lnTo>
                <a:close/>
                <a:moveTo>
                  <a:pt x="1042052" y="393764"/>
                </a:moveTo>
                <a:lnTo>
                  <a:pt x="1042052" y="404721"/>
                </a:lnTo>
                <a:lnTo>
                  <a:pt x="1041625" y="404721"/>
                </a:lnTo>
                <a:close/>
                <a:moveTo>
                  <a:pt x="973765" y="393764"/>
                </a:moveTo>
                <a:lnTo>
                  <a:pt x="974220" y="404737"/>
                </a:lnTo>
                <a:lnTo>
                  <a:pt x="973765" y="404737"/>
                </a:lnTo>
                <a:lnTo>
                  <a:pt x="972956" y="404737"/>
                </a:lnTo>
                <a:lnTo>
                  <a:pt x="973765" y="397267"/>
                </a:lnTo>
                <a:close/>
                <a:moveTo>
                  <a:pt x="960108" y="393764"/>
                </a:moveTo>
                <a:lnTo>
                  <a:pt x="961367" y="404740"/>
                </a:lnTo>
                <a:lnTo>
                  <a:pt x="960108" y="404740"/>
                </a:lnTo>
                <a:close/>
                <a:moveTo>
                  <a:pt x="897284" y="393764"/>
                </a:moveTo>
                <a:lnTo>
                  <a:pt x="897284" y="404756"/>
                </a:lnTo>
                <a:lnTo>
                  <a:pt x="896838" y="404756"/>
                </a:lnTo>
                <a:close/>
                <a:moveTo>
                  <a:pt x="849484" y="393764"/>
                </a:moveTo>
                <a:lnTo>
                  <a:pt x="850824" y="404767"/>
                </a:lnTo>
                <a:lnTo>
                  <a:pt x="849484" y="404767"/>
                </a:lnTo>
                <a:close/>
                <a:moveTo>
                  <a:pt x="630967" y="393764"/>
                </a:moveTo>
                <a:lnTo>
                  <a:pt x="631038" y="404821"/>
                </a:lnTo>
                <a:lnTo>
                  <a:pt x="630967" y="404821"/>
                </a:lnTo>
                <a:close/>
                <a:moveTo>
                  <a:pt x="555852" y="393764"/>
                </a:moveTo>
                <a:lnTo>
                  <a:pt x="555852" y="404839"/>
                </a:lnTo>
                <a:lnTo>
                  <a:pt x="555350" y="404839"/>
                </a:lnTo>
                <a:close/>
                <a:moveTo>
                  <a:pt x="404256" y="393764"/>
                </a:moveTo>
                <a:lnTo>
                  <a:pt x="404256" y="404876"/>
                </a:lnTo>
                <a:lnTo>
                  <a:pt x="403557" y="404876"/>
                </a:lnTo>
                <a:close/>
                <a:moveTo>
                  <a:pt x="401525" y="393764"/>
                </a:moveTo>
                <a:lnTo>
                  <a:pt x="402427" y="404876"/>
                </a:lnTo>
                <a:lnTo>
                  <a:pt x="401525" y="404877"/>
                </a:lnTo>
                <a:lnTo>
                  <a:pt x="401200" y="404877"/>
                </a:lnTo>
                <a:lnTo>
                  <a:pt x="401525" y="402872"/>
                </a:lnTo>
                <a:close/>
                <a:moveTo>
                  <a:pt x="312752" y="393764"/>
                </a:moveTo>
                <a:lnTo>
                  <a:pt x="313017" y="404898"/>
                </a:lnTo>
                <a:lnTo>
                  <a:pt x="312752" y="404898"/>
                </a:lnTo>
                <a:close/>
                <a:moveTo>
                  <a:pt x="202128" y="393764"/>
                </a:moveTo>
                <a:lnTo>
                  <a:pt x="203494" y="402872"/>
                </a:lnTo>
                <a:lnTo>
                  <a:pt x="203494" y="404925"/>
                </a:lnTo>
                <a:lnTo>
                  <a:pt x="202128" y="404925"/>
                </a:lnTo>
                <a:close/>
                <a:moveTo>
                  <a:pt x="170716" y="393764"/>
                </a:moveTo>
                <a:lnTo>
                  <a:pt x="172082" y="402872"/>
                </a:lnTo>
                <a:lnTo>
                  <a:pt x="172082" y="398669"/>
                </a:lnTo>
                <a:lnTo>
                  <a:pt x="172476" y="404932"/>
                </a:lnTo>
                <a:lnTo>
                  <a:pt x="170716" y="404933"/>
                </a:lnTo>
                <a:close/>
                <a:moveTo>
                  <a:pt x="169350" y="393764"/>
                </a:moveTo>
                <a:lnTo>
                  <a:pt x="169350" y="401471"/>
                </a:lnTo>
                <a:lnTo>
                  <a:pt x="169657" y="404933"/>
                </a:lnTo>
                <a:lnTo>
                  <a:pt x="168625" y="404933"/>
                </a:lnTo>
                <a:close/>
                <a:moveTo>
                  <a:pt x="129744" y="393764"/>
                </a:moveTo>
                <a:lnTo>
                  <a:pt x="129744" y="404943"/>
                </a:lnTo>
                <a:lnTo>
                  <a:pt x="129333" y="404943"/>
                </a:lnTo>
                <a:close/>
                <a:moveTo>
                  <a:pt x="125647" y="393764"/>
                </a:moveTo>
                <a:lnTo>
                  <a:pt x="125647" y="404944"/>
                </a:lnTo>
                <a:lnTo>
                  <a:pt x="124699" y="404944"/>
                </a:lnTo>
                <a:close/>
                <a:moveTo>
                  <a:pt x="4097" y="393764"/>
                </a:moveTo>
                <a:lnTo>
                  <a:pt x="4097" y="400070"/>
                </a:lnTo>
                <a:lnTo>
                  <a:pt x="4695" y="404973"/>
                </a:lnTo>
                <a:lnTo>
                  <a:pt x="3147" y="404974"/>
                </a:lnTo>
                <a:close/>
                <a:moveTo>
                  <a:pt x="3718882" y="393063"/>
                </a:moveTo>
                <a:lnTo>
                  <a:pt x="3719462" y="404068"/>
                </a:lnTo>
                <a:lnTo>
                  <a:pt x="3718882" y="404069"/>
                </a:lnTo>
                <a:close/>
                <a:moveTo>
                  <a:pt x="3673813" y="393063"/>
                </a:moveTo>
                <a:lnTo>
                  <a:pt x="3674639" y="404079"/>
                </a:lnTo>
                <a:lnTo>
                  <a:pt x="3673813" y="404080"/>
                </a:lnTo>
                <a:close/>
                <a:moveTo>
                  <a:pt x="3626012" y="393063"/>
                </a:moveTo>
                <a:lnTo>
                  <a:pt x="3626348" y="404091"/>
                </a:lnTo>
                <a:lnTo>
                  <a:pt x="3625637" y="404091"/>
                </a:lnTo>
                <a:lnTo>
                  <a:pt x="3626012" y="394465"/>
                </a:lnTo>
                <a:close/>
                <a:moveTo>
                  <a:pt x="2956805" y="393063"/>
                </a:moveTo>
                <a:lnTo>
                  <a:pt x="2956805" y="404254"/>
                </a:lnTo>
                <a:lnTo>
                  <a:pt x="2955714" y="404254"/>
                </a:lnTo>
                <a:close/>
                <a:moveTo>
                  <a:pt x="2687756" y="393063"/>
                </a:moveTo>
                <a:lnTo>
                  <a:pt x="2687756" y="404320"/>
                </a:lnTo>
                <a:lnTo>
                  <a:pt x="2686390" y="404320"/>
                </a:lnTo>
                <a:lnTo>
                  <a:pt x="2686390" y="401471"/>
                </a:lnTo>
                <a:close/>
                <a:moveTo>
                  <a:pt x="2575766" y="393063"/>
                </a:moveTo>
                <a:lnTo>
                  <a:pt x="2576266" y="404347"/>
                </a:lnTo>
                <a:lnTo>
                  <a:pt x="2575766" y="404347"/>
                </a:lnTo>
                <a:close/>
                <a:moveTo>
                  <a:pt x="2101858" y="393063"/>
                </a:moveTo>
                <a:lnTo>
                  <a:pt x="2101858" y="394465"/>
                </a:lnTo>
                <a:lnTo>
                  <a:pt x="2102607" y="404462"/>
                </a:lnTo>
                <a:lnTo>
                  <a:pt x="2100492" y="404463"/>
                </a:lnTo>
                <a:lnTo>
                  <a:pt x="2100492" y="394465"/>
                </a:lnTo>
                <a:close/>
                <a:moveTo>
                  <a:pt x="2064983" y="393063"/>
                </a:moveTo>
                <a:lnTo>
                  <a:pt x="2065657" y="404471"/>
                </a:lnTo>
                <a:lnTo>
                  <a:pt x="2064983" y="404471"/>
                </a:lnTo>
                <a:close/>
                <a:moveTo>
                  <a:pt x="1966651" y="393063"/>
                </a:moveTo>
                <a:lnTo>
                  <a:pt x="1966651" y="401471"/>
                </a:lnTo>
                <a:lnTo>
                  <a:pt x="1966841" y="404495"/>
                </a:lnTo>
                <a:lnTo>
                  <a:pt x="1965537" y="404496"/>
                </a:lnTo>
                <a:close/>
                <a:moveTo>
                  <a:pt x="1880610" y="393063"/>
                </a:moveTo>
                <a:lnTo>
                  <a:pt x="1881850" y="404516"/>
                </a:lnTo>
                <a:lnTo>
                  <a:pt x="1879733" y="404516"/>
                </a:lnTo>
                <a:lnTo>
                  <a:pt x="1880610" y="398669"/>
                </a:lnTo>
                <a:close/>
                <a:moveTo>
                  <a:pt x="1804129" y="393063"/>
                </a:moveTo>
                <a:lnTo>
                  <a:pt x="1804129" y="404535"/>
                </a:lnTo>
                <a:lnTo>
                  <a:pt x="1803790" y="404535"/>
                </a:lnTo>
                <a:close/>
                <a:moveTo>
                  <a:pt x="1749500" y="393063"/>
                </a:moveTo>
                <a:lnTo>
                  <a:pt x="1749500" y="398669"/>
                </a:lnTo>
                <a:lnTo>
                  <a:pt x="1750216" y="404548"/>
                </a:lnTo>
                <a:lnTo>
                  <a:pt x="1748134" y="404549"/>
                </a:lnTo>
                <a:lnTo>
                  <a:pt x="1748134" y="404274"/>
                </a:lnTo>
                <a:close/>
                <a:moveTo>
                  <a:pt x="1230522" y="393063"/>
                </a:moveTo>
                <a:lnTo>
                  <a:pt x="1230522" y="404675"/>
                </a:lnTo>
                <a:lnTo>
                  <a:pt x="1229742" y="404675"/>
                </a:lnTo>
                <a:close/>
                <a:moveTo>
                  <a:pt x="1211402" y="393063"/>
                </a:moveTo>
                <a:lnTo>
                  <a:pt x="1211402" y="404679"/>
                </a:lnTo>
                <a:lnTo>
                  <a:pt x="1210836" y="404679"/>
                </a:lnTo>
                <a:close/>
                <a:moveTo>
                  <a:pt x="1159504" y="393063"/>
                </a:moveTo>
                <a:lnTo>
                  <a:pt x="1159504" y="404692"/>
                </a:lnTo>
                <a:lnTo>
                  <a:pt x="1158892" y="404692"/>
                </a:lnTo>
                <a:close/>
                <a:moveTo>
                  <a:pt x="1156773" y="393063"/>
                </a:moveTo>
                <a:lnTo>
                  <a:pt x="1156773" y="404693"/>
                </a:lnTo>
                <a:lnTo>
                  <a:pt x="1155407" y="404693"/>
                </a:lnTo>
                <a:lnTo>
                  <a:pt x="1155407" y="396567"/>
                </a:lnTo>
                <a:close/>
                <a:moveTo>
                  <a:pt x="1147213" y="393063"/>
                </a:moveTo>
                <a:lnTo>
                  <a:pt x="1148579" y="399369"/>
                </a:lnTo>
                <a:lnTo>
                  <a:pt x="1148579" y="393764"/>
                </a:lnTo>
                <a:lnTo>
                  <a:pt x="1149505" y="404694"/>
                </a:lnTo>
                <a:lnTo>
                  <a:pt x="1145811" y="404695"/>
                </a:lnTo>
                <a:lnTo>
                  <a:pt x="1145847" y="404274"/>
                </a:lnTo>
                <a:lnTo>
                  <a:pt x="1145847" y="398669"/>
                </a:lnTo>
                <a:lnTo>
                  <a:pt x="1147213" y="399369"/>
                </a:lnTo>
                <a:close/>
                <a:moveTo>
                  <a:pt x="980594" y="393063"/>
                </a:moveTo>
                <a:lnTo>
                  <a:pt x="981960" y="403573"/>
                </a:lnTo>
                <a:lnTo>
                  <a:pt x="981960" y="404735"/>
                </a:lnTo>
                <a:lnTo>
                  <a:pt x="979228" y="404736"/>
                </a:lnTo>
                <a:lnTo>
                  <a:pt x="979228" y="402872"/>
                </a:lnTo>
                <a:lnTo>
                  <a:pt x="979228" y="401471"/>
                </a:lnTo>
                <a:lnTo>
                  <a:pt x="980594" y="399369"/>
                </a:lnTo>
                <a:close/>
                <a:moveTo>
                  <a:pt x="927330" y="393063"/>
                </a:moveTo>
                <a:lnTo>
                  <a:pt x="928529" y="404748"/>
                </a:lnTo>
                <a:lnTo>
                  <a:pt x="927330" y="404748"/>
                </a:lnTo>
                <a:close/>
                <a:moveTo>
                  <a:pt x="247197" y="393063"/>
                </a:moveTo>
                <a:lnTo>
                  <a:pt x="247197" y="404914"/>
                </a:lnTo>
                <a:lnTo>
                  <a:pt x="246518" y="404914"/>
                </a:lnTo>
                <a:close/>
                <a:moveTo>
                  <a:pt x="208957" y="393063"/>
                </a:moveTo>
                <a:lnTo>
                  <a:pt x="208957" y="404923"/>
                </a:lnTo>
                <a:lnTo>
                  <a:pt x="207856" y="404924"/>
                </a:lnTo>
                <a:close/>
                <a:moveTo>
                  <a:pt x="135207" y="393063"/>
                </a:moveTo>
                <a:lnTo>
                  <a:pt x="135636" y="404941"/>
                </a:lnTo>
                <a:lnTo>
                  <a:pt x="135207" y="404941"/>
                </a:lnTo>
                <a:close/>
                <a:moveTo>
                  <a:pt x="71018" y="393063"/>
                </a:moveTo>
                <a:lnTo>
                  <a:pt x="71018" y="404957"/>
                </a:lnTo>
                <a:lnTo>
                  <a:pt x="70525" y="404957"/>
                </a:lnTo>
                <a:close/>
                <a:moveTo>
                  <a:pt x="3758488" y="392363"/>
                </a:moveTo>
                <a:lnTo>
                  <a:pt x="3758488" y="395866"/>
                </a:lnTo>
                <a:lnTo>
                  <a:pt x="3758488" y="404059"/>
                </a:lnTo>
                <a:lnTo>
                  <a:pt x="3757451" y="404059"/>
                </a:lnTo>
                <a:close/>
                <a:moveTo>
                  <a:pt x="3560457" y="392363"/>
                </a:moveTo>
                <a:lnTo>
                  <a:pt x="3561823" y="394465"/>
                </a:lnTo>
                <a:lnTo>
                  <a:pt x="3561823" y="404107"/>
                </a:lnTo>
                <a:lnTo>
                  <a:pt x="3560457" y="404107"/>
                </a:lnTo>
                <a:close/>
                <a:moveTo>
                  <a:pt x="3546800" y="392363"/>
                </a:moveTo>
                <a:lnTo>
                  <a:pt x="3547309" y="404110"/>
                </a:lnTo>
                <a:lnTo>
                  <a:pt x="3546800" y="404110"/>
                </a:lnTo>
                <a:close/>
                <a:moveTo>
                  <a:pt x="3524948" y="392363"/>
                </a:moveTo>
                <a:lnTo>
                  <a:pt x="3524948" y="404116"/>
                </a:lnTo>
                <a:lnTo>
                  <a:pt x="3523582" y="404116"/>
                </a:lnTo>
                <a:lnTo>
                  <a:pt x="3523582" y="396567"/>
                </a:lnTo>
                <a:close/>
                <a:moveTo>
                  <a:pt x="3449833" y="392363"/>
                </a:moveTo>
                <a:lnTo>
                  <a:pt x="3450301" y="404134"/>
                </a:lnTo>
                <a:lnTo>
                  <a:pt x="3449833" y="404134"/>
                </a:lnTo>
                <a:lnTo>
                  <a:pt x="3448467" y="404134"/>
                </a:lnTo>
                <a:lnTo>
                  <a:pt x="3448467" y="402172"/>
                </a:lnTo>
                <a:lnTo>
                  <a:pt x="3449833" y="396567"/>
                </a:lnTo>
                <a:close/>
                <a:moveTo>
                  <a:pt x="3290043" y="392363"/>
                </a:moveTo>
                <a:lnTo>
                  <a:pt x="3290156" y="404173"/>
                </a:lnTo>
                <a:lnTo>
                  <a:pt x="3290043" y="404173"/>
                </a:lnTo>
                <a:lnTo>
                  <a:pt x="3289834" y="404173"/>
                </a:lnTo>
                <a:lnTo>
                  <a:pt x="3290043" y="396567"/>
                </a:lnTo>
                <a:close/>
                <a:moveTo>
                  <a:pt x="2859838" y="392363"/>
                </a:moveTo>
                <a:lnTo>
                  <a:pt x="2860563" y="404278"/>
                </a:lnTo>
                <a:lnTo>
                  <a:pt x="2859838" y="404278"/>
                </a:lnTo>
                <a:lnTo>
                  <a:pt x="2859838" y="393764"/>
                </a:lnTo>
                <a:close/>
                <a:moveTo>
                  <a:pt x="2837986" y="392363"/>
                </a:moveTo>
                <a:lnTo>
                  <a:pt x="2837986" y="397968"/>
                </a:lnTo>
                <a:lnTo>
                  <a:pt x="2838359" y="404283"/>
                </a:lnTo>
                <a:lnTo>
                  <a:pt x="2837680" y="404283"/>
                </a:lnTo>
                <a:close/>
                <a:moveTo>
                  <a:pt x="2730093" y="392363"/>
                </a:moveTo>
                <a:lnTo>
                  <a:pt x="2730690" y="404309"/>
                </a:lnTo>
                <a:lnTo>
                  <a:pt x="2730093" y="404309"/>
                </a:lnTo>
                <a:close/>
                <a:moveTo>
                  <a:pt x="2660441" y="392363"/>
                </a:moveTo>
                <a:lnTo>
                  <a:pt x="2661807" y="397968"/>
                </a:lnTo>
                <a:lnTo>
                  <a:pt x="2661807" y="404326"/>
                </a:lnTo>
                <a:lnTo>
                  <a:pt x="2660441" y="404326"/>
                </a:lnTo>
                <a:close/>
                <a:moveTo>
                  <a:pt x="2588057" y="392363"/>
                </a:moveTo>
                <a:lnTo>
                  <a:pt x="2588057" y="404344"/>
                </a:lnTo>
                <a:lnTo>
                  <a:pt x="2587443" y="404344"/>
                </a:lnTo>
                <a:close/>
                <a:moveTo>
                  <a:pt x="2533428" y="392363"/>
                </a:moveTo>
                <a:lnTo>
                  <a:pt x="2533428" y="404357"/>
                </a:lnTo>
                <a:lnTo>
                  <a:pt x="2530697" y="404358"/>
                </a:lnTo>
                <a:lnTo>
                  <a:pt x="2530697" y="393063"/>
                </a:lnTo>
                <a:lnTo>
                  <a:pt x="2532063" y="394465"/>
                </a:lnTo>
                <a:lnTo>
                  <a:pt x="2532063" y="400770"/>
                </a:lnTo>
                <a:close/>
                <a:moveTo>
                  <a:pt x="2187899" y="392363"/>
                </a:moveTo>
                <a:lnTo>
                  <a:pt x="2188106" y="404441"/>
                </a:lnTo>
                <a:lnTo>
                  <a:pt x="2187899" y="404441"/>
                </a:lnTo>
                <a:close/>
                <a:moveTo>
                  <a:pt x="2018548" y="392363"/>
                </a:moveTo>
                <a:lnTo>
                  <a:pt x="2018912" y="404483"/>
                </a:lnTo>
                <a:lnTo>
                  <a:pt x="2018548" y="404483"/>
                </a:lnTo>
                <a:close/>
                <a:moveTo>
                  <a:pt x="1925679" y="392363"/>
                </a:moveTo>
                <a:lnTo>
                  <a:pt x="1926925" y="404505"/>
                </a:lnTo>
                <a:lnTo>
                  <a:pt x="1925679" y="404505"/>
                </a:lnTo>
                <a:lnTo>
                  <a:pt x="1925224" y="404505"/>
                </a:lnTo>
                <a:close/>
                <a:moveTo>
                  <a:pt x="1888804" y="392363"/>
                </a:moveTo>
                <a:lnTo>
                  <a:pt x="1889278" y="404514"/>
                </a:lnTo>
                <a:lnTo>
                  <a:pt x="1888804" y="404514"/>
                </a:lnTo>
                <a:lnTo>
                  <a:pt x="1888702" y="404514"/>
                </a:lnTo>
                <a:lnTo>
                  <a:pt x="1888804" y="403573"/>
                </a:lnTo>
                <a:close/>
                <a:moveTo>
                  <a:pt x="1832809" y="392363"/>
                </a:moveTo>
                <a:lnTo>
                  <a:pt x="1833274" y="404528"/>
                </a:lnTo>
                <a:lnTo>
                  <a:pt x="1832809" y="404528"/>
                </a:lnTo>
                <a:close/>
                <a:moveTo>
                  <a:pt x="1674385" y="392363"/>
                </a:moveTo>
                <a:lnTo>
                  <a:pt x="1675028" y="404566"/>
                </a:lnTo>
                <a:lnTo>
                  <a:pt x="1674385" y="404567"/>
                </a:lnTo>
                <a:close/>
                <a:moveTo>
                  <a:pt x="1246911" y="392363"/>
                </a:moveTo>
                <a:lnTo>
                  <a:pt x="1246911" y="404671"/>
                </a:lnTo>
                <a:lnTo>
                  <a:pt x="1245545" y="404671"/>
                </a:lnTo>
                <a:lnTo>
                  <a:pt x="1245545" y="397968"/>
                </a:lnTo>
                <a:close/>
                <a:moveTo>
                  <a:pt x="1205939" y="392363"/>
                </a:moveTo>
                <a:lnTo>
                  <a:pt x="1205939" y="404681"/>
                </a:lnTo>
                <a:lnTo>
                  <a:pt x="1205393" y="404681"/>
                </a:lnTo>
                <a:close/>
                <a:moveTo>
                  <a:pt x="760711" y="392363"/>
                </a:moveTo>
                <a:lnTo>
                  <a:pt x="760711" y="404789"/>
                </a:lnTo>
                <a:lnTo>
                  <a:pt x="760207" y="404789"/>
                </a:lnTo>
                <a:close/>
                <a:moveTo>
                  <a:pt x="117453" y="392363"/>
                </a:moveTo>
                <a:lnTo>
                  <a:pt x="117943" y="404946"/>
                </a:lnTo>
                <a:lnTo>
                  <a:pt x="116087" y="404946"/>
                </a:lnTo>
                <a:lnTo>
                  <a:pt x="116087" y="402872"/>
                </a:lnTo>
                <a:lnTo>
                  <a:pt x="116087" y="400070"/>
                </a:lnTo>
                <a:close/>
                <a:moveTo>
                  <a:pt x="79212" y="392363"/>
                </a:moveTo>
                <a:lnTo>
                  <a:pt x="79212" y="404955"/>
                </a:lnTo>
                <a:lnTo>
                  <a:pt x="78721" y="404955"/>
                </a:lnTo>
                <a:close/>
                <a:moveTo>
                  <a:pt x="53263" y="392363"/>
                </a:moveTo>
                <a:lnTo>
                  <a:pt x="53986" y="404961"/>
                </a:lnTo>
                <a:lnTo>
                  <a:pt x="53263" y="404961"/>
                </a:lnTo>
                <a:close/>
                <a:moveTo>
                  <a:pt x="32778" y="392363"/>
                </a:moveTo>
                <a:lnTo>
                  <a:pt x="32778" y="404966"/>
                </a:lnTo>
                <a:lnTo>
                  <a:pt x="31833" y="404967"/>
                </a:lnTo>
                <a:close/>
                <a:moveTo>
                  <a:pt x="3572749" y="391662"/>
                </a:moveTo>
                <a:lnTo>
                  <a:pt x="3574114" y="403573"/>
                </a:lnTo>
                <a:lnTo>
                  <a:pt x="3574114" y="404104"/>
                </a:lnTo>
                <a:lnTo>
                  <a:pt x="3572749" y="404104"/>
                </a:lnTo>
                <a:close/>
                <a:moveTo>
                  <a:pt x="3269557" y="391662"/>
                </a:moveTo>
                <a:lnTo>
                  <a:pt x="3270035" y="404178"/>
                </a:lnTo>
                <a:lnTo>
                  <a:pt x="3269557" y="404178"/>
                </a:lnTo>
                <a:close/>
                <a:moveTo>
                  <a:pt x="3199905" y="391662"/>
                </a:moveTo>
                <a:lnTo>
                  <a:pt x="3200326" y="404195"/>
                </a:lnTo>
                <a:lnTo>
                  <a:pt x="3199905" y="404195"/>
                </a:lnTo>
                <a:close/>
                <a:moveTo>
                  <a:pt x="2880324" y="391662"/>
                </a:moveTo>
                <a:lnTo>
                  <a:pt x="2881689" y="399369"/>
                </a:lnTo>
                <a:lnTo>
                  <a:pt x="2881689" y="404272"/>
                </a:lnTo>
                <a:lnTo>
                  <a:pt x="2880324" y="404273"/>
                </a:lnTo>
                <a:close/>
                <a:moveTo>
                  <a:pt x="2827060" y="391662"/>
                </a:moveTo>
                <a:lnTo>
                  <a:pt x="2827060" y="398669"/>
                </a:lnTo>
                <a:lnTo>
                  <a:pt x="2827060" y="404286"/>
                </a:lnTo>
                <a:lnTo>
                  <a:pt x="2826413" y="404286"/>
                </a:lnTo>
                <a:close/>
                <a:moveTo>
                  <a:pt x="2556646" y="391662"/>
                </a:moveTo>
                <a:lnTo>
                  <a:pt x="2557113" y="404352"/>
                </a:lnTo>
                <a:lnTo>
                  <a:pt x="2555280" y="404352"/>
                </a:lnTo>
                <a:lnTo>
                  <a:pt x="2555280" y="397968"/>
                </a:lnTo>
                <a:lnTo>
                  <a:pt x="2556646" y="393764"/>
                </a:lnTo>
                <a:close/>
                <a:moveTo>
                  <a:pt x="2090932" y="391662"/>
                </a:moveTo>
                <a:lnTo>
                  <a:pt x="2090932" y="395165"/>
                </a:lnTo>
                <a:lnTo>
                  <a:pt x="2092298" y="397968"/>
                </a:lnTo>
                <a:lnTo>
                  <a:pt x="2092298" y="404465"/>
                </a:lnTo>
                <a:lnTo>
                  <a:pt x="2089684" y="404465"/>
                </a:lnTo>
                <a:close/>
                <a:moveTo>
                  <a:pt x="2086835" y="391662"/>
                </a:moveTo>
                <a:lnTo>
                  <a:pt x="2087355" y="404466"/>
                </a:lnTo>
                <a:lnTo>
                  <a:pt x="2086835" y="404466"/>
                </a:lnTo>
                <a:close/>
                <a:moveTo>
                  <a:pt x="2069080" y="391662"/>
                </a:moveTo>
                <a:lnTo>
                  <a:pt x="2069080" y="393063"/>
                </a:lnTo>
                <a:lnTo>
                  <a:pt x="2069597" y="404470"/>
                </a:lnTo>
                <a:lnTo>
                  <a:pt x="2068635" y="404470"/>
                </a:lnTo>
                <a:close/>
                <a:moveTo>
                  <a:pt x="1917484" y="391662"/>
                </a:moveTo>
                <a:lnTo>
                  <a:pt x="1917484" y="404507"/>
                </a:lnTo>
                <a:lnTo>
                  <a:pt x="1917093" y="404507"/>
                </a:lnTo>
                <a:close/>
                <a:moveTo>
                  <a:pt x="1898364" y="391662"/>
                </a:moveTo>
                <a:lnTo>
                  <a:pt x="1899730" y="403573"/>
                </a:lnTo>
                <a:lnTo>
                  <a:pt x="1899730" y="404512"/>
                </a:lnTo>
                <a:lnTo>
                  <a:pt x="1898364" y="404512"/>
                </a:lnTo>
                <a:close/>
                <a:moveTo>
                  <a:pt x="1647070" y="391662"/>
                </a:moveTo>
                <a:lnTo>
                  <a:pt x="1648436" y="395165"/>
                </a:lnTo>
                <a:lnTo>
                  <a:pt x="1648436" y="404573"/>
                </a:lnTo>
                <a:lnTo>
                  <a:pt x="1647070" y="404573"/>
                </a:lnTo>
                <a:lnTo>
                  <a:pt x="1647070" y="393764"/>
                </a:lnTo>
                <a:close/>
                <a:moveTo>
                  <a:pt x="1238717" y="391662"/>
                </a:moveTo>
                <a:lnTo>
                  <a:pt x="1238717" y="404673"/>
                </a:lnTo>
                <a:lnTo>
                  <a:pt x="1238050" y="404673"/>
                </a:lnTo>
                <a:close/>
                <a:moveTo>
                  <a:pt x="1095315" y="391662"/>
                </a:moveTo>
                <a:lnTo>
                  <a:pt x="1095315" y="403573"/>
                </a:lnTo>
                <a:lnTo>
                  <a:pt x="1095315" y="404708"/>
                </a:lnTo>
                <a:lnTo>
                  <a:pt x="1094495" y="404708"/>
                </a:lnTo>
                <a:close/>
                <a:moveTo>
                  <a:pt x="1013371" y="391662"/>
                </a:moveTo>
                <a:lnTo>
                  <a:pt x="1014737" y="404274"/>
                </a:lnTo>
                <a:lnTo>
                  <a:pt x="1014737" y="404727"/>
                </a:lnTo>
                <a:lnTo>
                  <a:pt x="1012006" y="404728"/>
                </a:lnTo>
                <a:lnTo>
                  <a:pt x="1012006" y="401471"/>
                </a:lnTo>
                <a:lnTo>
                  <a:pt x="1012006" y="392363"/>
                </a:lnTo>
                <a:lnTo>
                  <a:pt x="1013371" y="395866"/>
                </a:lnTo>
                <a:close/>
                <a:moveTo>
                  <a:pt x="258123" y="391662"/>
                </a:moveTo>
                <a:lnTo>
                  <a:pt x="258123" y="395165"/>
                </a:lnTo>
                <a:lnTo>
                  <a:pt x="258123" y="404911"/>
                </a:lnTo>
                <a:lnTo>
                  <a:pt x="257493" y="404912"/>
                </a:lnTo>
                <a:close/>
                <a:moveTo>
                  <a:pt x="43703" y="391662"/>
                </a:moveTo>
                <a:lnTo>
                  <a:pt x="45069" y="402172"/>
                </a:lnTo>
                <a:lnTo>
                  <a:pt x="45069" y="404963"/>
                </a:lnTo>
                <a:lnTo>
                  <a:pt x="43703" y="404964"/>
                </a:lnTo>
                <a:close/>
                <a:moveTo>
                  <a:pt x="3740733" y="390961"/>
                </a:moveTo>
                <a:lnTo>
                  <a:pt x="3740733" y="402172"/>
                </a:lnTo>
                <a:lnTo>
                  <a:pt x="3740830" y="404063"/>
                </a:lnTo>
                <a:lnTo>
                  <a:pt x="3740733" y="404063"/>
                </a:lnTo>
                <a:lnTo>
                  <a:pt x="3739935" y="404063"/>
                </a:lnTo>
                <a:close/>
                <a:moveTo>
                  <a:pt x="3738002" y="390961"/>
                </a:moveTo>
                <a:lnTo>
                  <a:pt x="3738984" y="404064"/>
                </a:lnTo>
                <a:lnTo>
                  <a:pt x="3736636" y="404064"/>
                </a:lnTo>
                <a:lnTo>
                  <a:pt x="3736636" y="401471"/>
                </a:lnTo>
                <a:lnTo>
                  <a:pt x="3738002" y="393063"/>
                </a:lnTo>
                <a:close/>
                <a:moveTo>
                  <a:pt x="3583675" y="390961"/>
                </a:moveTo>
                <a:lnTo>
                  <a:pt x="3584558" y="404101"/>
                </a:lnTo>
                <a:lnTo>
                  <a:pt x="3583298" y="404102"/>
                </a:lnTo>
                <a:lnTo>
                  <a:pt x="3583675" y="396567"/>
                </a:lnTo>
                <a:close/>
                <a:moveTo>
                  <a:pt x="3198539" y="390961"/>
                </a:moveTo>
                <a:lnTo>
                  <a:pt x="3198539" y="404195"/>
                </a:lnTo>
                <a:lnTo>
                  <a:pt x="3198154" y="404195"/>
                </a:lnTo>
                <a:close/>
                <a:moveTo>
                  <a:pt x="3107035" y="390961"/>
                </a:moveTo>
                <a:lnTo>
                  <a:pt x="3107035" y="404218"/>
                </a:lnTo>
                <a:lnTo>
                  <a:pt x="3106894" y="404218"/>
                </a:lnTo>
                <a:close/>
                <a:moveTo>
                  <a:pt x="3094743" y="390961"/>
                </a:moveTo>
                <a:lnTo>
                  <a:pt x="3095012" y="404221"/>
                </a:lnTo>
                <a:lnTo>
                  <a:pt x="3094743" y="404221"/>
                </a:lnTo>
                <a:close/>
                <a:moveTo>
                  <a:pt x="3071526" y="390961"/>
                </a:moveTo>
                <a:lnTo>
                  <a:pt x="3071697" y="404226"/>
                </a:lnTo>
                <a:lnTo>
                  <a:pt x="3071526" y="404226"/>
                </a:lnTo>
                <a:close/>
                <a:moveTo>
                  <a:pt x="2909004" y="390961"/>
                </a:moveTo>
                <a:lnTo>
                  <a:pt x="2910370" y="400770"/>
                </a:lnTo>
                <a:lnTo>
                  <a:pt x="2910370" y="403573"/>
                </a:lnTo>
                <a:lnTo>
                  <a:pt x="2910370" y="404265"/>
                </a:lnTo>
                <a:lnTo>
                  <a:pt x="2909004" y="404266"/>
                </a:lnTo>
                <a:close/>
                <a:moveTo>
                  <a:pt x="2749214" y="390961"/>
                </a:moveTo>
                <a:lnTo>
                  <a:pt x="2749214" y="404305"/>
                </a:lnTo>
                <a:lnTo>
                  <a:pt x="2748426" y="404305"/>
                </a:lnTo>
                <a:close/>
                <a:moveTo>
                  <a:pt x="2720533" y="390961"/>
                </a:moveTo>
                <a:lnTo>
                  <a:pt x="2721346" y="404312"/>
                </a:lnTo>
                <a:lnTo>
                  <a:pt x="2720533" y="404312"/>
                </a:lnTo>
                <a:close/>
                <a:moveTo>
                  <a:pt x="2452850" y="390961"/>
                </a:moveTo>
                <a:lnTo>
                  <a:pt x="2452850" y="404377"/>
                </a:lnTo>
                <a:lnTo>
                  <a:pt x="2451605" y="404377"/>
                </a:lnTo>
                <a:close/>
                <a:moveTo>
                  <a:pt x="2428267" y="390961"/>
                </a:moveTo>
                <a:lnTo>
                  <a:pt x="2428267" y="404383"/>
                </a:lnTo>
                <a:lnTo>
                  <a:pt x="2427520" y="404383"/>
                </a:lnTo>
                <a:close/>
                <a:moveTo>
                  <a:pt x="2403684" y="390961"/>
                </a:moveTo>
                <a:lnTo>
                  <a:pt x="2403684" y="404389"/>
                </a:lnTo>
                <a:lnTo>
                  <a:pt x="2403464" y="404389"/>
                </a:lnTo>
                <a:close/>
                <a:moveTo>
                  <a:pt x="2075909" y="390961"/>
                </a:moveTo>
                <a:lnTo>
                  <a:pt x="2075909" y="404469"/>
                </a:lnTo>
                <a:lnTo>
                  <a:pt x="2075234" y="404469"/>
                </a:lnTo>
                <a:close/>
                <a:moveTo>
                  <a:pt x="1731745" y="390961"/>
                </a:moveTo>
                <a:lnTo>
                  <a:pt x="1731745" y="404553"/>
                </a:lnTo>
                <a:lnTo>
                  <a:pt x="1731254" y="404553"/>
                </a:lnTo>
                <a:close/>
                <a:moveTo>
                  <a:pt x="1685310" y="390961"/>
                </a:moveTo>
                <a:lnTo>
                  <a:pt x="1685310" y="399369"/>
                </a:lnTo>
                <a:lnTo>
                  <a:pt x="1686676" y="401471"/>
                </a:lnTo>
                <a:lnTo>
                  <a:pt x="1686676" y="404564"/>
                </a:lnTo>
                <a:lnTo>
                  <a:pt x="1684364" y="404564"/>
                </a:lnTo>
                <a:close/>
                <a:moveTo>
                  <a:pt x="1169065" y="390961"/>
                </a:moveTo>
                <a:lnTo>
                  <a:pt x="1169065" y="404690"/>
                </a:lnTo>
                <a:lnTo>
                  <a:pt x="1168074" y="404690"/>
                </a:lnTo>
                <a:close/>
                <a:moveTo>
                  <a:pt x="269049" y="390961"/>
                </a:moveTo>
                <a:lnTo>
                  <a:pt x="270056" y="404909"/>
                </a:lnTo>
                <a:lnTo>
                  <a:pt x="267691" y="404909"/>
                </a:lnTo>
                <a:lnTo>
                  <a:pt x="269049" y="393063"/>
                </a:lnTo>
                <a:close/>
                <a:moveTo>
                  <a:pt x="177545" y="390961"/>
                </a:moveTo>
                <a:lnTo>
                  <a:pt x="177545" y="402172"/>
                </a:lnTo>
                <a:lnTo>
                  <a:pt x="177904" y="404931"/>
                </a:lnTo>
                <a:lnTo>
                  <a:pt x="177545" y="404931"/>
                </a:lnTo>
                <a:lnTo>
                  <a:pt x="176410" y="404931"/>
                </a:lnTo>
                <a:close/>
                <a:moveTo>
                  <a:pt x="24583" y="390961"/>
                </a:moveTo>
                <a:lnTo>
                  <a:pt x="24583" y="398669"/>
                </a:lnTo>
                <a:lnTo>
                  <a:pt x="25949" y="402872"/>
                </a:lnTo>
                <a:lnTo>
                  <a:pt x="25949" y="404968"/>
                </a:lnTo>
                <a:lnTo>
                  <a:pt x="23217" y="404969"/>
                </a:lnTo>
                <a:lnTo>
                  <a:pt x="23217" y="398669"/>
                </a:lnTo>
                <a:close/>
                <a:moveTo>
                  <a:pt x="3720247" y="390261"/>
                </a:moveTo>
                <a:lnTo>
                  <a:pt x="3721039" y="404068"/>
                </a:lnTo>
                <a:lnTo>
                  <a:pt x="3720247" y="404068"/>
                </a:lnTo>
                <a:close/>
                <a:moveTo>
                  <a:pt x="3615086" y="390261"/>
                </a:moveTo>
                <a:lnTo>
                  <a:pt x="3615903" y="404094"/>
                </a:lnTo>
                <a:lnTo>
                  <a:pt x="3613630" y="404094"/>
                </a:lnTo>
                <a:lnTo>
                  <a:pt x="3613721" y="402872"/>
                </a:lnTo>
                <a:lnTo>
                  <a:pt x="3613721" y="402172"/>
                </a:lnTo>
                <a:lnTo>
                  <a:pt x="3613721" y="401471"/>
                </a:lnTo>
                <a:lnTo>
                  <a:pt x="3615086" y="391662"/>
                </a:lnTo>
                <a:close/>
                <a:moveTo>
                  <a:pt x="3610989" y="390261"/>
                </a:moveTo>
                <a:lnTo>
                  <a:pt x="3612162" y="404095"/>
                </a:lnTo>
                <a:lnTo>
                  <a:pt x="3610614" y="404095"/>
                </a:lnTo>
                <a:lnTo>
                  <a:pt x="3610989" y="402172"/>
                </a:lnTo>
                <a:close/>
                <a:moveTo>
                  <a:pt x="3414324" y="390261"/>
                </a:moveTo>
                <a:lnTo>
                  <a:pt x="3415365" y="404142"/>
                </a:lnTo>
                <a:lnTo>
                  <a:pt x="3414324" y="404143"/>
                </a:lnTo>
                <a:close/>
                <a:moveTo>
                  <a:pt x="3406129" y="390261"/>
                </a:moveTo>
                <a:lnTo>
                  <a:pt x="3407062" y="404145"/>
                </a:lnTo>
                <a:lnTo>
                  <a:pt x="3406129" y="404145"/>
                </a:lnTo>
                <a:close/>
                <a:moveTo>
                  <a:pt x="3321454" y="390261"/>
                </a:moveTo>
                <a:lnTo>
                  <a:pt x="3321669" y="404165"/>
                </a:lnTo>
                <a:lnTo>
                  <a:pt x="3321454" y="404165"/>
                </a:lnTo>
                <a:close/>
                <a:moveTo>
                  <a:pt x="2667270" y="390261"/>
                </a:moveTo>
                <a:lnTo>
                  <a:pt x="2667270" y="393764"/>
                </a:lnTo>
                <a:lnTo>
                  <a:pt x="2667270" y="404325"/>
                </a:lnTo>
                <a:lnTo>
                  <a:pt x="2665904" y="404325"/>
                </a:lnTo>
                <a:lnTo>
                  <a:pt x="2665904" y="395866"/>
                </a:lnTo>
                <a:close/>
                <a:moveTo>
                  <a:pt x="2133269" y="390261"/>
                </a:moveTo>
                <a:lnTo>
                  <a:pt x="2134635" y="404274"/>
                </a:lnTo>
                <a:lnTo>
                  <a:pt x="2134635" y="404454"/>
                </a:lnTo>
                <a:lnTo>
                  <a:pt x="2133269" y="404455"/>
                </a:lnTo>
                <a:close/>
                <a:moveTo>
                  <a:pt x="1883341" y="390261"/>
                </a:moveTo>
                <a:lnTo>
                  <a:pt x="1883341" y="392363"/>
                </a:lnTo>
                <a:lnTo>
                  <a:pt x="1883341" y="404516"/>
                </a:lnTo>
                <a:lnTo>
                  <a:pt x="1882547" y="404516"/>
                </a:lnTo>
                <a:close/>
                <a:moveTo>
                  <a:pt x="1735842" y="390261"/>
                </a:moveTo>
                <a:lnTo>
                  <a:pt x="1735842" y="404552"/>
                </a:lnTo>
                <a:lnTo>
                  <a:pt x="1734998" y="404552"/>
                </a:lnTo>
                <a:close/>
                <a:moveTo>
                  <a:pt x="1701699" y="390261"/>
                </a:moveTo>
                <a:lnTo>
                  <a:pt x="1701699" y="401471"/>
                </a:lnTo>
                <a:lnTo>
                  <a:pt x="1701699" y="404560"/>
                </a:lnTo>
                <a:lnTo>
                  <a:pt x="1701192" y="404560"/>
                </a:lnTo>
                <a:close/>
                <a:moveTo>
                  <a:pt x="1001080" y="390261"/>
                </a:moveTo>
                <a:lnTo>
                  <a:pt x="1001822" y="404730"/>
                </a:lnTo>
                <a:lnTo>
                  <a:pt x="1000925" y="404731"/>
                </a:lnTo>
                <a:lnTo>
                  <a:pt x="1001080" y="401471"/>
                </a:lnTo>
                <a:close/>
                <a:moveTo>
                  <a:pt x="938256" y="390261"/>
                </a:moveTo>
                <a:lnTo>
                  <a:pt x="938256" y="395165"/>
                </a:lnTo>
                <a:lnTo>
                  <a:pt x="938948" y="404746"/>
                </a:lnTo>
                <a:lnTo>
                  <a:pt x="936891" y="404746"/>
                </a:lnTo>
                <a:lnTo>
                  <a:pt x="936891" y="401471"/>
                </a:lnTo>
                <a:close/>
                <a:moveTo>
                  <a:pt x="934159" y="390261"/>
                </a:moveTo>
                <a:lnTo>
                  <a:pt x="934159" y="404747"/>
                </a:lnTo>
                <a:lnTo>
                  <a:pt x="933583" y="404747"/>
                </a:lnTo>
                <a:close/>
                <a:moveTo>
                  <a:pt x="872701" y="390261"/>
                </a:moveTo>
                <a:lnTo>
                  <a:pt x="874067" y="402872"/>
                </a:lnTo>
                <a:lnTo>
                  <a:pt x="874067" y="404761"/>
                </a:lnTo>
                <a:lnTo>
                  <a:pt x="872701" y="404762"/>
                </a:lnTo>
                <a:close/>
                <a:moveTo>
                  <a:pt x="520343" y="390261"/>
                </a:moveTo>
                <a:lnTo>
                  <a:pt x="521579" y="404847"/>
                </a:lnTo>
                <a:lnTo>
                  <a:pt x="520343" y="404848"/>
                </a:lnTo>
                <a:close/>
                <a:moveTo>
                  <a:pt x="517611" y="390261"/>
                </a:moveTo>
                <a:lnTo>
                  <a:pt x="518288" y="404848"/>
                </a:lnTo>
                <a:lnTo>
                  <a:pt x="517611" y="404848"/>
                </a:lnTo>
                <a:close/>
                <a:moveTo>
                  <a:pt x="20486" y="390261"/>
                </a:moveTo>
                <a:lnTo>
                  <a:pt x="21169" y="404969"/>
                </a:lnTo>
                <a:lnTo>
                  <a:pt x="20486" y="404969"/>
                </a:lnTo>
                <a:close/>
                <a:moveTo>
                  <a:pt x="3554994" y="389560"/>
                </a:moveTo>
                <a:lnTo>
                  <a:pt x="3556360" y="400070"/>
                </a:lnTo>
                <a:lnTo>
                  <a:pt x="3556360" y="397968"/>
                </a:lnTo>
                <a:lnTo>
                  <a:pt x="3556820" y="404108"/>
                </a:lnTo>
                <a:lnTo>
                  <a:pt x="3554994" y="404108"/>
                </a:lnTo>
                <a:close/>
                <a:moveTo>
                  <a:pt x="3459393" y="389560"/>
                </a:moveTo>
                <a:lnTo>
                  <a:pt x="3459393" y="397968"/>
                </a:lnTo>
                <a:lnTo>
                  <a:pt x="3459838" y="404132"/>
                </a:lnTo>
                <a:lnTo>
                  <a:pt x="3458027" y="404132"/>
                </a:lnTo>
                <a:lnTo>
                  <a:pt x="3457544" y="404132"/>
                </a:lnTo>
                <a:lnTo>
                  <a:pt x="3458027" y="390261"/>
                </a:lnTo>
                <a:lnTo>
                  <a:pt x="3458027" y="399369"/>
                </a:lnTo>
                <a:lnTo>
                  <a:pt x="3458027" y="402872"/>
                </a:lnTo>
                <a:close/>
                <a:moveTo>
                  <a:pt x="3438907" y="389560"/>
                </a:moveTo>
                <a:lnTo>
                  <a:pt x="3438907" y="404137"/>
                </a:lnTo>
                <a:lnTo>
                  <a:pt x="3438302" y="404137"/>
                </a:lnTo>
                <a:close/>
                <a:moveTo>
                  <a:pt x="3003239" y="389560"/>
                </a:moveTo>
                <a:lnTo>
                  <a:pt x="3004605" y="402172"/>
                </a:lnTo>
                <a:lnTo>
                  <a:pt x="3004605" y="404243"/>
                </a:lnTo>
                <a:lnTo>
                  <a:pt x="3003239" y="404243"/>
                </a:lnTo>
                <a:close/>
                <a:moveTo>
                  <a:pt x="2708242" y="389560"/>
                </a:moveTo>
                <a:lnTo>
                  <a:pt x="2708242" y="395866"/>
                </a:lnTo>
                <a:lnTo>
                  <a:pt x="2709026" y="404315"/>
                </a:lnTo>
                <a:lnTo>
                  <a:pt x="2708242" y="404315"/>
                </a:lnTo>
                <a:lnTo>
                  <a:pt x="2707314" y="404315"/>
                </a:lnTo>
                <a:close/>
                <a:moveTo>
                  <a:pt x="2702779" y="389560"/>
                </a:moveTo>
                <a:lnTo>
                  <a:pt x="2702779" y="404316"/>
                </a:lnTo>
                <a:lnTo>
                  <a:pt x="2701413" y="404316"/>
                </a:lnTo>
                <a:lnTo>
                  <a:pt x="2700047" y="404317"/>
                </a:lnTo>
                <a:lnTo>
                  <a:pt x="2700047" y="402872"/>
                </a:lnTo>
                <a:lnTo>
                  <a:pt x="2700047" y="393063"/>
                </a:lnTo>
                <a:lnTo>
                  <a:pt x="2701413" y="398669"/>
                </a:lnTo>
                <a:lnTo>
                  <a:pt x="2701413" y="400070"/>
                </a:lnTo>
                <a:close/>
                <a:moveTo>
                  <a:pt x="2646784" y="389560"/>
                </a:moveTo>
                <a:lnTo>
                  <a:pt x="2646784" y="404330"/>
                </a:lnTo>
                <a:lnTo>
                  <a:pt x="2644562" y="404330"/>
                </a:lnTo>
                <a:lnTo>
                  <a:pt x="2645418" y="390261"/>
                </a:lnTo>
                <a:lnTo>
                  <a:pt x="2645418" y="402172"/>
                </a:lnTo>
                <a:close/>
                <a:moveTo>
                  <a:pt x="2544354" y="389560"/>
                </a:moveTo>
                <a:lnTo>
                  <a:pt x="2545113" y="404354"/>
                </a:lnTo>
                <a:lnTo>
                  <a:pt x="2544354" y="404355"/>
                </a:lnTo>
                <a:close/>
                <a:moveTo>
                  <a:pt x="2491091" y="389560"/>
                </a:moveTo>
                <a:lnTo>
                  <a:pt x="2491091" y="404368"/>
                </a:lnTo>
                <a:lnTo>
                  <a:pt x="2489725" y="404368"/>
                </a:lnTo>
                <a:lnTo>
                  <a:pt x="2489725" y="400770"/>
                </a:lnTo>
                <a:close/>
                <a:moveTo>
                  <a:pt x="2099126" y="389560"/>
                </a:moveTo>
                <a:lnTo>
                  <a:pt x="2100244" y="404463"/>
                </a:lnTo>
                <a:lnTo>
                  <a:pt x="2098625" y="404463"/>
                </a:lnTo>
                <a:lnTo>
                  <a:pt x="2099126" y="397267"/>
                </a:lnTo>
                <a:close/>
                <a:moveTo>
                  <a:pt x="1072098" y="389560"/>
                </a:moveTo>
                <a:lnTo>
                  <a:pt x="1072098" y="390261"/>
                </a:lnTo>
                <a:lnTo>
                  <a:pt x="1072629" y="404713"/>
                </a:lnTo>
                <a:lnTo>
                  <a:pt x="1069366" y="404714"/>
                </a:lnTo>
                <a:lnTo>
                  <a:pt x="1069366" y="396567"/>
                </a:lnTo>
                <a:lnTo>
                  <a:pt x="1070732" y="397267"/>
                </a:lnTo>
                <a:lnTo>
                  <a:pt x="1070732" y="403573"/>
                </a:lnTo>
                <a:close/>
                <a:moveTo>
                  <a:pt x="1020200" y="389560"/>
                </a:moveTo>
                <a:lnTo>
                  <a:pt x="1020816" y="404726"/>
                </a:lnTo>
                <a:lnTo>
                  <a:pt x="1020200" y="404726"/>
                </a:lnTo>
                <a:close/>
                <a:moveTo>
                  <a:pt x="887724" y="389560"/>
                </a:moveTo>
                <a:lnTo>
                  <a:pt x="889090" y="391662"/>
                </a:lnTo>
                <a:lnTo>
                  <a:pt x="889090" y="404758"/>
                </a:lnTo>
                <a:lnTo>
                  <a:pt x="887724" y="404758"/>
                </a:lnTo>
                <a:close/>
                <a:moveTo>
                  <a:pt x="779832" y="389560"/>
                </a:moveTo>
                <a:lnTo>
                  <a:pt x="779832" y="404784"/>
                </a:lnTo>
                <a:lnTo>
                  <a:pt x="778483" y="404785"/>
                </a:lnTo>
                <a:close/>
                <a:moveTo>
                  <a:pt x="397427" y="389560"/>
                </a:moveTo>
                <a:lnTo>
                  <a:pt x="398062" y="404877"/>
                </a:lnTo>
                <a:lnTo>
                  <a:pt x="397427" y="404878"/>
                </a:lnTo>
                <a:lnTo>
                  <a:pt x="396062" y="404878"/>
                </a:lnTo>
                <a:lnTo>
                  <a:pt x="396062" y="395165"/>
                </a:lnTo>
                <a:lnTo>
                  <a:pt x="397427" y="399369"/>
                </a:lnTo>
                <a:close/>
                <a:moveTo>
                  <a:pt x="366016" y="389560"/>
                </a:moveTo>
                <a:lnTo>
                  <a:pt x="367381" y="400770"/>
                </a:lnTo>
                <a:lnTo>
                  <a:pt x="367381" y="404885"/>
                </a:lnTo>
                <a:lnTo>
                  <a:pt x="366016" y="404885"/>
                </a:lnTo>
                <a:close/>
                <a:moveTo>
                  <a:pt x="229443" y="389560"/>
                </a:moveTo>
                <a:lnTo>
                  <a:pt x="230440" y="404918"/>
                </a:lnTo>
                <a:lnTo>
                  <a:pt x="229443" y="404918"/>
                </a:lnTo>
                <a:close/>
                <a:moveTo>
                  <a:pt x="122916" y="389560"/>
                </a:moveTo>
                <a:lnTo>
                  <a:pt x="122916" y="391662"/>
                </a:lnTo>
                <a:lnTo>
                  <a:pt x="124281" y="395866"/>
                </a:lnTo>
                <a:lnTo>
                  <a:pt x="124281" y="404944"/>
                </a:lnTo>
                <a:lnTo>
                  <a:pt x="119833" y="404945"/>
                </a:lnTo>
                <a:lnTo>
                  <a:pt x="120184" y="399369"/>
                </a:lnTo>
                <a:lnTo>
                  <a:pt x="121550" y="398669"/>
                </a:lnTo>
                <a:lnTo>
                  <a:pt x="121550" y="397267"/>
                </a:lnTo>
                <a:close/>
                <a:moveTo>
                  <a:pt x="3661521" y="388859"/>
                </a:moveTo>
                <a:lnTo>
                  <a:pt x="3662228" y="404082"/>
                </a:lnTo>
                <a:lnTo>
                  <a:pt x="3660271" y="404083"/>
                </a:lnTo>
                <a:lnTo>
                  <a:pt x="3661521" y="394465"/>
                </a:lnTo>
                <a:close/>
                <a:moveTo>
                  <a:pt x="3443004" y="388859"/>
                </a:moveTo>
                <a:lnTo>
                  <a:pt x="3443681" y="404136"/>
                </a:lnTo>
                <a:lnTo>
                  <a:pt x="3443004" y="404136"/>
                </a:lnTo>
                <a:close/>
                <a:moveTo>
                  <a:pt x="3119326" y="388859"/>
                </a:moveTo>
                <a:lnTo>
                  <a:pt x="3119326" y="404215"/>
                </a:lnTo>
                <a:lnTo>
                  <a:pt x="3119033" y="404215"/>
                </a:lnTo>
                <a:close/>
                <a:moveTo>
                  <a:pt x="2948610" y="388859"/>
                </a:moveTo>
                <a:lnTo>
                  <a:pt x="2948610" y="404256"/>
                </a:lnTo>
                <a:lnTo>
                  <a:pt x="2948110" y="404256"/>
                </a:lnTo>
                <a:close/>
                <a:moveTo>
                  <a:pt x="2831157" y="388859"/>
                </a:moveTo>
                <a:lnTo>
                  <a:pt x="2832231" y="404285"/>
                </a:lnTo>
                <a:lnTo>
                  <a:pt x="2830533" y="404285"/>
                </a:lnTo>
                <a:lnTo>
                  <a:pt x="2831157" y="393063"/>
                </a:lnTo>
                <a:close/>
                <a:moveTo>
                  <a:pt x="2648150" y="388859"/>
                </a:moveTo>
                <a:lnTo>
                  <a:pt x="2648765" y="404329"/>
                </a:lnTo>
                <a:lnTo>
                  <a:pt x="2647292" y="404330"/>
                </a:lnTo>
                <a:lnTo>
                  <a:pt x="2648150" y="393764"/>
                </a:lnTo>
                <a:close/>
                <a:moveTo>
                  <a:pt x="2456947" y="388859"/>
                </a:moveTo>
                <a:lnTo>
                  <a:pt x="2456947" y="404274"/>
                </a:lnTo>
                <a:lnTo>
                  <a:pt x="2456969" y="404376"/>
                </a:lnTo>
                <a:lnTo>
                  <a:pt x="2456227" y="404376"/>
                </a:lnTo>
                <a:close/>
                <a:moveTo>
                  <a:pt x="2125075" y="388859"/>
                </a:moveTo>
                <a:lnTo>
                  <a:pt x="2125075" y="391662"/>
                </a:lnTo>
                <a:lnTo>
                  <a:pt x="2126441" y="393764"/>
                </a:lnTo>
                <a:lnTo>
                  <a:pt x="2126441" y="404456"/>
                </a:lnTo>
                <a:lnTo>
                  <a:pt x="2122866" y="404457"/>
                </a:lnTo>
                <a:lnTo>
                  <a:pt x="2123709" y="397968"/>
                </a:lnTo>
                <a:lnTo>
                  <a:pt x="2123709" y="393764"/>
                </a:lnTo>
                <a:close/>
                <a:moveTo>
                  <a:pt x="1846466" y="388859"/>
                </a:moveTo>
                <a:lnTo>
                  <a:pt x="1847089" y="404524"/>
                </a:lnTo>
                <a:lnTo>
                  <a:pt x="1845101" y="404525"/>
                </a:lnTo>
                <a:lnTo>
                  <a:pt x="1845101" y="394465"/>
                </a:lnTo>
                <a:lnTo>
                  <a:pt x="1845101" y="393764"/>
                </a:lnTo>
                <a:lnTo>
                  <a:pt x="1846466" y="399369"/>
                </a:lnTo>
                <a:close/>
                <a:moveTo>
                  <a:pt x="1843735" y="388859"/>
                </a:moveTo>
                <a:lnTo>
                  <a:pt x="1844399" y="404525"/>
                </a:lnTo>
                <a:lnTo>
                  <a:pt x="1842369" y="404526"/>
                </a:lnTo>
                <a:lnTo>
                  <a:pt x="1842099" y="404526"/>
                </a:lnTo>
                <a:lnTo>
                  <a:pt x="1842369" y="402172"/>
                </a:lnTo>
                <a:lnTo>
                  <a:pt x="1842369" y="401471"/>
                </a:lnTo>
                <a:lnTo>
                  <a:pt x="1843735" y="404274"/>
                </a:lnTo>
                <a:close/>
                <a:moveTo>
                  <a:pt x="1780911" y="388859"/>
                </a:moveTo>
                <a:lnTo>
                  <a:pt x="1780911" y="392363"/>
                </a:lnTo>
                <a:lnTo>
                  <a:pt x="1782277" y="399369"/>
                </a:lnTo>
                <a:lnTo>
                  <a:pt x="1782277" y="404540"/>
                </a:lnTo>
                <a:lnTo>
                  <a:pt x="1780217" y="404541"/>
                </a:lnTo>
                <a:close/>
                <a:moveTo>
                  <a:pt x="1641607" y="388859"/>
                </a:moveTo>
                <a:lnTo>
                  <a:pt x="1641607" y="404574"/>
                </a:lnTo>
                <a:lnTo>
                  <a:pt x="1640551" y="404575"/>
                </a:lnTo>
                <a:close/>
                <a:moveTo>
                  <a:pt x="1185453" y="388859"/>
                </a:moveTo>
                <a:lnTo>
                  <a:pt x="1185453" y="397267"/>
                </a:lnTo>
                <a:lnTo>
                  <a:pt x="1185453" y="397968"/>
                </a:lnTo>
                <a:lnTo>
                  <a:pt x="1185453" y="403573"/>
                </a:lnTo>
                <a:lnTo>
                  <a:pt x="1186819" y="395866"/>
                </a:lnTo>
                <a:lnTo>
                  <a:pt x="1186819" y="402872"/>
                </a:lnTo>
                <a:lnTo>
                  <a:pt x="1188185" y="397968"/>
                </a:lnTo>
                <a:lnTo>
                  <a:pt x="1188185" y="404685"/>
                </a:lnTo>
                <a:lnTo>
                  <a:pt x="1184351" y="404686"/>
                </a:lnTo>
                <a:close/>
                <a:moveTo>
                  <a:pt x="1181356" y="388859"/>
                </a:moveTo>
                <a:lnTo>
                  <a:pt x="1181356" y="404687"/>
                </a:lnTo>
                <a:lnTo>
                  <a:pt x="1179990" y="404687"/>
                </a:lnTo>
                <a:lnTo>
                  <a:pt x="1179990" y="398669"/>
                </a:lnTo>
                <a:close/>
                <a:moveTo>
                  <a:pt x="868604" y="388859"/>
                </a:moveTo>
                <a:lnTo>
                  <a:pt x="869168" y="404763"/>
                </a:lnTo>
                <a:lnTo>
                  <a:pt x="868604" y="404763"/>
                </a:lnTo>
                <a:close/>
                <a:moveTo>
                  <a:pt x="442496" y="388859"/>
                </a:moveTo>
                <a:lnTo>
                  <a:pt x="442496" y="404867"/>
                </a:lnTo>
                <a:lnTo>
                  <a:pt x="441653" y="404867"/>
                </a:lnTo>
                <a:close/>
                <a:moveTo>
                  <a:pt x="140670" y="388859"/>
                </a:moveTo>
                <a:lnTo>
                  <a:pt x="140670" y="404940"/>
                </a:lnTo>
                <a:lnTo>
                  <a:pt x="139304" y="404940"/>
                </a:lnTo>
                <a:lnTo>
                  <a:pt x="139304" y="402872"/>
                </a:lnTo>
                <a:lnTo>
                  <a:pt x="139304" y="393764"/>
                </a:lnTo>
                <a:close/>
                <a:moveTo>
                  <a:pt x="137939" y="388859"/>
                </a:moveTo>
                <a:lnTo>
                  <a:pt x="138861" y="404940"/>
                </a:lnTo>
                <a:lnTo>
                  <a:pt x="137939" y="404941"/>
                </a:lnTo>
                <a:close/>
                <a:moveTo>
                  <a:pt x="3746196" y="388159"/>
                </a:moveTo>
                <a:lnTo>
                  <a:pt x="3746196" y="397968"/>
                </a:lnTo>
                <a:lnTo>
                  <a:pt x="3746535" y="404062"/>
                </a:lnTo>
                <a:lnTo>
                  <a:pt x="3744831" y="404062"/>
                </a:lnTo>
                <a:lnTo>
                  <a:pt x="3743465" y="404063"/>
                </a:lnTo>
                <a:lnTo>
                  <a:pt x="3743465" y="391662"/>
                </a:lnTo>
                <a:lnTo>
                  <a:pt x="3744831" y="402872"/>
                </a:lnTo>
                <a:lnTo>
                  <a:pt x="3744831" y="390261"/>
                </a:lnTo>
                <a:close/>
                <a:moveTo>
                  <a:pt x="3707956" y="388159"/>
                </a:moveTo>
                <a:lnTo>
                  <a:pt x="3707956" y="389560"/>
                </a:lnTo>
                <a:lnTo>
                  <a:pt x="3707956" y="404071"/>
                </a:lnTo>
                <a:lnTo>
                  <a:pt x="3707296" y="404071"/>
                </a:lnTo>
                <a:close/>
                <a:moveTo>
                  <a:pt x="2656344" y="388159"/>
                </a:moveTo>
                <a:lnTo>
                  <a:pt x="2656729" y="404327"/>
                </a:lnTo>
                <a:lnTo>
                  <a:pt x="2656344" y="404327"/>
                </a:lnTo>
                <a:close/>
                <a:moveTo>
                  <a:pt x="2440559" y="388159"/>
                </a:moveTo>
                <a:lnTo>
                  <a:pt x="2440559" y="390961"/>
                </a:lnTo>
                <a:lnTo>
                  <a:pt x="2441925" y="400770"/>
                </a:lnTo>
                <a:lnTo>
                  <a:pt x="2441925" y="404380"/>
                </a:lnTo>
                <a:lnTo>
                  <a:pt x="2440559" y="404380"/>
                </a:lnTo>
                <a:lnTo>
                  <a:pt x="2439994" y="404380"/>
                </a:lnTo>
                <a:close/>
                <a:moveTo>
                  <a:pt x="2208385" y="388159"/>
                </a:moveTo>
                <a:lnTo>
                  <a:pt x="2208984" y="404436"/>
                </a:lnTo>
                <a:lnTo>
                  <a:pt x="2208385" y="404436"/>
                </a:lnTo>
                <a:close/>
                <a:moveTo>
                  <a:pt x="1894267" y="388159"/>
                </a:moveTo>
                <a:lnTo>
                  <a:pt x="1895633" y="401471"/>
                </a:lnTo>
                <a:lnTo>
                  <a:pt x="1895633" y="404513"/>
                </a:lnTo>
                <a:lnTo>
                  <a:pt x="1894267" y="404513"/>
                </a:lnTo>
                <a:close/>
                <a:moveTo>
                  <a:pt x="1864221" y="388159"/>
                </a:moveTo>
                <a:lnTo>
                  <a:pt x="1865587" y="400770"/>
                </a:lnTo>
                <a:lnTo>
                  <a:pt x="1865587" y="404520"/>
                </a:lnTo>
                <a:lnTo>
                  <a:pt x="1863841" y="404520"/>
                </a:lnTo>
                <a:lnTo>
                  <a:pt x="1864221" y="398669"/>
                </a:lnTo>
                <a:close/>
                <a:moveTo>
                  <a:pt x="1794569" y="388159"/>
                </a:moveTo>
                <a:lnTo>
                  <a:pt x="1795278" y="404537"/>
                </a:lnTo>
                <a:lnTo>
                  <a:pt x="1794569" y="404537"/>
                </a:lnTo>
                <a:lnTo>
                  <a:pt x="1794569" y="396567"/>
                </a:lnTo>
                <a:close/>
                <a:moveTo>
                  <a:pt x="1776814" y="388159"/>
                </a:moveTo>
                <a:lnTo>
                  <a:pt x="1777305" y="404541"/>
                </a:lnTo>
                <a:lnTo>
                  <a:pt x="1776814" y="404542"/>
                </a:lnTo>
                <a:lnTo>
                  <a:pt x="1776079" y="404542"/>
                </a:lnTo>
                <a:lnTo>
                  <a:pt x="1776814" y="400770"/>
                </a:lnTo>
                <a:close/>
                <a:moveTo>
                  <a:pt x="1338415" y="388159"/>
                </a:moveTo>
                <a:lnTo>
                  <a:pt x="1338611" y="404648"/>
                </a:lnTo>
                <a:lnTo>
                  <a:pt x="1338415" y="404648"/>
                </a:lnTo>
                <a:close/>
                <a:moveTo>
                  <a:pt x="969668" y="388159"/>
                </a:moveTo>
                <a:lnTo>
                  <a:pt x="970648" y="404738"/>
                </a:lnTo>
                <a:lnTo>
                  <a:pt x="969668" y="404738"/>
                </a:lnTo>
                <a:lnTo>
                  <a:pt x="969304" y="404738"/>
                </a:lnTo>
                <a:lnTo>
                  <a:pt x="969668" y="400070"/>
                </a:lnTo>
                <a:close/>
                <a:moveTo>
                  <a:pt x="527172" y="388159"/>
                </a:moveTo>
                <a:lnTo>
                  <a:pt x="527172" y="402872"/>
                </a:lnTo>
                <a:lnTo>
                  <a:pt x="527599" y="404846"/>
                </a:lnTo>
                <a:lnTo>
                  <a:pt x="527172" y="404846"/>
                </a:lnTo>
                <a:lnTo>
                  <a:pt x="526010" y="404846"/>
                </a:lnTo>
                <a:close/>
                <a:moveTo>
                  <a:pt x="465714" y="388159"/>
                </a:moveTo>
                <a:lnTo>
                  <a:pt x="465714" y="404861"/>
                </a:lnTo>
                <a:lnTo>
                  <a:pt x="464810" y="404861"/>
                </a:lnTo>
                <a:close/>
                <a:moveTo>
                  <a:pt x="443862" y="388159"/>
                </a:moveTo>
                <a:lnTo>
                  <a:pt x="443862" y="403573"/>
                </a:lnTo>
                <a:lnTo>
                  <a:pt x="443956" y="404866"/>
                </a:lnTo>
                <a:lnTo>
                  <a:pt x="443223" y="404866"/>
                </a:lnTo>
                <a:close/>
                <a:moveTo>
                  <a:pt x="91504" y="388159"/>
                </a:moveTo>
                <a:lnTo>
                  <a:pt x="91504" y="404952"/>
                </a:lnTo>
                <a:lnTo>
                  <a:pt x="90898" y="404952"/>
                </a:lnTo>
                <a:close/>
                <a:moveTo>
                  <a:pt x="3750293" y="387458"/>
                </a:moveTo>
                <a:lnTo>
                  <a:pt x="3750293" y="404061"/>
                </a:lnTo>
                <a:lnTo>
                  <a:pt x="3749633" y="404061"/>
                </a:lnTo>
                <a:close/>
                <a:moveTo>
                  <a:pt x="3686104" y="387458"/>
                </a:moveTo>
                <a:lnTo>
                  <a:pt x="3686104" y="404077"/>
                </a:lnTo>
                <a:lnTo>
                  <a:pt x="3684739" y="404077"/>
                </a:lnTo>
                <a:lnTo>
                  <a:pt x="3684739" y="400070"/>
                </a:lnTo>
                <a:lnTo>
                  <a:pt x="3684739" y="399369"/>
                </a:lnTo>
                <a:close/>
                <a:moveTo>
                  <a:pt x="3587771" y="387458"/>
                </a:moveTo>
                <a:lnTo>
                  <a:pt x="3588754" y="404100"/>
                </a:lnTo>
                <a:lnTo>
                  <a:pt x="3587771" y="404101"/>
                </a:lnTo>
                <a:close/>
                <a:moveTo>
                  <a:pt x="3527679" y="387458"/>
                </a:moveTo>
                <a:lnTo>
                  <a:pt x="3528534" y="404115"/>
                </a:lnTo>
                <a:lnTo>
                  <a:pt x="3527679" y="404115"/>
                </a:lnTo>
                <a:close/>
                <a:moveTo>
                  <a:pt x="3467587" y="387458"/>
                </a:moveTo>
                <a:lnTo>
                  <a:pt x="3467587" y="404130"/>
                </a:lnTo>
                <a:lnTo>
                  <a:pt x="3466222" y="404130"/>
                </a:lnTo>
                <a:lnTo>
                  <a:pt x="3466222" y="401471"/>
                </a:lnTo>
                <a:close/>
                <a:moveTo>
                  <a:pt x="3173955" y="387458"/>
                </a:moveTo>
                <a:lnTo>
                  <a:pt x="3174166" y="404201"/>
                </a:lnTo>
                <a:lnTo>
                  <a:pt x="3173833" y="404201"/>
                </a:lnTo>
                <a:lnTo>
                  <a:pt x="3173955" y="393764"/>
                </a:lnTo>
                <a:close/>
                <a:moveTo>
                  <a:pt x="2691853" y="387458"/>
                </a:moveTo>
                <a:lnTo>
                  <a:pt x="2691853" y="391662"/>
                </a:lnTo>
                <a:lnTo>
                  <a:pt x="2693219" y="400070"/>
                </a:lnTo>
                <a:lnTo>
                  <a:pt x="2693219" y="404318"/>
                </a:lnTo>
                <a:lnTo>
                  <a:pt x="2690487" y="404319"/>
                </a:lnTo>
                <a:lnTo>
                  <a:pt x="2689838" y="404319"/>
                </a:lnTo>
                <a:lnTo>
                  <a:pt x="2690487" y="391662"/>
                </a:lnTo>
                <a:lnTo>
                  <a:pt x="2690487" y="393764"/>
                </a:lnTo>
                <a:close/>
                <a:moveTo>
                  <a:pt x="2465142" y="387458"/>
                </a:moveTo>
                <a:lnTo>
                  <a:pt x="2465142" y="390961"/>
                </a:lnTo>
                <a:lnTo>
                  <a:pt x="2465142" y="404374"/>
                </a:lnTo>
                <a:lnTo>
                  <a:pt x="2464553" y="404374"/>
                </a:lnTo>
                <a:close/>
                <a:moveTo>
                  <a:pt x="2130538" y="387458"/>
                </a:moveTo>
                <a:lnTo>
                  <a:pt x="2130538" y="404455"/>
                </a:lnTo>
                <a:lnTo>
                  <a:pt x="2129173" y="404456"/>
                </a:lnTo>
                <a:lnTo>
                  <a:pt x="2129173" y="393063"/>
                </a:lnTo>
                <a:close/>
                <a:moveTo>
                  <a:pt x="1942067" y="387458"/>
                </a:moveTo>
                <a:lnTo>
                  <a:pt x="1942067" y="404501"/>
                </a:lnTo>
                <a:lnTo>
                  <a:pt x="1940702" y="404502"/>
                </a:lnTo>
                <a:lnTo>
                  <a:pt x="1940702" y="393063"/>
                </a:lnTo>
                <a:close/>
                <a:moveTo>
                  <a:pt x="995617" y="387458"/>
                </a:moveTo>
                <a:lnTo>
                  <a:pt x="995617" y="404732"/>
                </a:lnTo>
                <a:lnTo>
                  <a:pt x="994495" y="404732"/>
                </a:lnTo>
                <a:close/>
                <a:moveTo>
                  <a:pt x="931428" y="387458"/>
                </a:moveTo>
                <a:lnTo>
                  <a:pt x="932793" y="402172"/>
                </a:lnTo>
                <a:lnTo>
                  <a:pt x="932793" y="404747"/>
                </a:lnTo>
                <a:lnTo>
                  <a:pt x="931428" y="404747"/>
                </a:lnTo>
                <a:close/>
                <a:moveTo>
                  <a:pt x="856312" y="387458"/>
                </a:moveTo>
                <a:lnTo>
                  <a:pt x="857200" y="404766"/>
                </a:lnTo>
                <a:lnTo>
                  <a:pt x="856312" y="404766"/>
                </a:lnTo>
                <a:lnTo>
                  <a:pt x="854947" y="404766"/>
                </a:lnTo>
                <a:lnTo>
                  <a:pt x="854947" y="401471"/>
                </a:lnTo>
                <a:lnTo>
                  <a:pt x="856312" y="391662"/>
                </a:lnTo>
                <a:close/>
                <a:moveTo>
                  <a:pt x="483468" y="387458"/>
                </a:moveTo>
                <a:lnTo>
                  <a:pt x="483468" y="404274"/>
                </a:lnTo>
                <a:lnTo>
                  <a:pt x="484834" y="402172"/>
                </a:lnTo>
                <a:lnTo>
                  <a:pt x="484834" y="391662"/>
                </a:lnTo>
                <a:lnTo>
                  <a:pt x="485529" y="404856"/>
                </a:lnTo>
                <a:lnTo>
                  <a:pt x="482641" y="404857"/>
                </a:lnTo>
                <a:close/>
                <a:moveTo>
                  <a:pt x="275877" y="387458"/>
                </a:moveTo>
                <a:lnTo>
                  <a:pt x="277186" y="404907"/>
                </a:lnTo>
                <a:lnTo>
                  <a:pt x="274512" y="404907"/>
                </a:lnTo>
                <a:lnTo>
                  <a:pt x="274512" y="394465"/>
                </a:lnTo>
                <a:lnTo>
                  <a:pt x="275877" y="398669"/>
                </a:lnTo>
                <a:close/>
                <a:moveTo>
                  <a:pt x="260854" y="387458"/>
                </a:moveTo>
                <a:lnTo>
                  <a:pt x="261727" y="404911"/>
                </a:lnTo>
                <a:lnTo>
                  <a:pt x="260587" y="404911"/>
                </a:lnTo>
                <a:lnTo>
                  <a:pt x="260854" y="402172"/>
                </a:lnTo>
                <a:close/>
                <a:moveTo>
                  <a:pt x="34143" y="387458"/>
                </a:moveTo>
                <a:lnTo>
                  <a:pt x="35281" y="404966"/>
                </a:lnTo>
                <a:lnTo>
                  <a:pt x="32877" y="404966"/>
                </a:lnTo>
                <a:lnTo>
                  <a:pt x="34143" y="395866"/>
                </a:lnTo>
                <a:close/>
                <a:moveTo>
                  <a:pt x="3733905" y="386758"/>
                </a:moveTo>
                <a:lnTo>
                  <a:pt x="3733905" y="404065"/>
                </a:lnTo>
                <a:lnTo>
                  <a:pt x="3732539" y="404065"/>
                </a:lnTo>
                <a:lnTo>
                  <a:pt x="3732539" y="400070"/>
                </a:lnTo>
                <a:close/>
                <a:moveTo>
                  <a:pt x="3716150" y="386758"/>
                </a:moveTo>
                <a:lnTo>
                  <a:pt x="3716150" y="404069"/>
                </a:lnTo>
                <a:lnTo>
                  <a:pt x="3715401" y="404069"/>
                </a:lnTo>
                <a:close/>
                <a:moveTo>
                  <a:pt x="3594600" y="386758"/>
                </a:moveTo>
                <a:lnTo>
                  <a:pt x="3595625" y="404099"/>
                </a:lnTo>
                <a:lnTo>
                  <a:pt x="3594600" y="404099"/>
                </a:lnTo>
                <a:lnTo>
                  <a:pt x="3592359" y="404099"/>
                </a:lnTo>
                <a:lnTo>
                  <a:pt x="3593235" y="393764"/>
                </a:lnTo>
                <a:lnTo>
                  <a:pt x="3594600" y="391662"/>
                </a:lnTo>
                <a:close/>
                <a:moveTo>
                  <a:pt x="3328283" y="386758"/>
                </a:moveTo>
                <a:lnTo>
                  <a:pt x="3328283" y="404164"/>
                </a:lnTo>
                <a:lnTo>
                  <a:pt x="3327727" y="404164"/>
                </a:lnTo>
                <a:close/>
                <a:moveTo>
                  <a:pt x="3313260" y="386758"/>
                </a:moveTo>
                <a:lnTo>
                  <a:pt x="3313767" y="404167"/>
                </a:lnTo>
                <a:lnTo>
                  <a:pt x="3313260" y="404167"/>
                </a:lnTo>
                <a:close/>
                <a:moveTo>
                  <a:pt x="2663173" y="386758"/>
                </a:moveTo>
                <a:lnTo>
                  <a:pt x="2664539" y="395866"/>
                </a:lnTo>
                <a:lnTo>
                  <a:pt x="2664539" y="404325"/>
                </a:lnTo>
                <a:lnTo>
                  <a:pt x="2663173" y="404326"/>
                </a:lnTo>
                <a:close/>
                <a:moveTo>
                  <a:pt x="2612641" y="386758"/>
                </a:moveTo>
                <a:lnTo>
                  <a:pt x="2613075" y="404338"/>
                </a:lnTo>
                <a:lnTo>
                  <a:pt x="2612641" y="404338"/>
                </a:lnTo>
                <a:close/>
                <a:moveTo>
                  <a:pt x="2499285" y="386758"/>
                </a:moveTo>
                <a:lnTo>
                  <a:pt x="2499285" y="400070"/>
                </a:lnTo>
                <a:lnTo>
                  <a:pt x="2499518" y="404366"/>
                </a:lnTo>
                <a:lnTo>
                  <a:pt x="2498332" y="404366"/>
                </a:lnTo>
                <a:close/>
                <a:moveTo>
                  <a:pt x="2119612" y="386758"/>
                </a:moveTo>
                <a:lnTo>
                  <a:pt x="2119612" y="395866"/>
                </a:lnTo>
                <a:lnTo>
                  <a:pt x="2120152" y="404458"/>
                </a:lnTo>
                <a:lnTo>
                  <a:pt x="2118247" y="404458"/>
                </a:lnTo>
                <a:lnTo>
                  <a:pt x="2118247" y="401471"/>
                </a:lnTo>
                <a:close/>
                <a:moveTo>
                  <a:pt x="2116881" y="386758"/>
                </a:moveTo>
                <a:lnTo>
                  <a:pt x="2116881" y="404459"/>
                </a:lnTo>
                <a:lnTo>
                  <a:pt x="2115603" y="404459"/>
                </a:lnTo>
                <a:close/>
                <a:moveTo>
                  <a:pt x="2081372" y="386758"/>
                </a:moveTo>
                <a:lnTo>
                  <a:pt x="2082738" y="391662"/>
                </a:lnTo>
                <a:lnTo>
                  <a:pt x="2082738" y="404467"/>
                </a:lnTo>
                <a:lnTo>
                  <a:pt x="2081372" y="404467"/>
                </a:lnTo>
                <a:close/>
                <a:moveTo>
                  <a:pt x="1862855" y="386758"/>
                </a:moveTo>
                <a:lnTo>
                  <a:pt x="1862855" y="404521"/>
                </a:lnTo>
                <a:lnTo>
                  <a:pt x="1861489" y="404521"/>
                </a:lnTo>
                <a:lnTo>
                  <a:pt x="1861489" y="398669"/>
                </a:lnTo>
                <a:close/>
                <a:moveTo>
                  <a:pt x="1772717" y="386758"/>
                </a:moveTo>
                <a:lnTo>
                  <a:pt x="1774083" y="402172"/>
                </a:lnTo>
                <a:lnTo>
                  <a:pt x="1774083" y="404542"/>
                </a:lnTo>
                <a:lnTo>
                  <a:pt x="1772717" y="404543"/>
                </a:lnTo>
                <a:close/>
                <a:moveTo>
                  <a:pt x="1739939" y="386758"/>
                </a:moveTo>
                <a:lnTo>
                  <a:pt x="1740499" y="404550"/>
                </a:lnTo>
                <a:lnTo>
                  <a:pt x="1739939" y="404551"/>
                </a:lnTo>
                <a:close/>
                <a:moveTo>
                  <a:pt x="1733111" y="386758"/>
                </a:moveTo>
                <a:lnTo>
                  <a:pt x="1733754" y="404552"/>
                </a:lnTo>
                <a:lnTo>
                  <a:pt x="1733111" y="404552"/>
                </a:lnTo>
                <a:close/>
                <a:moveTo>
                  <a:pt x="1623853" y="386758"/>
                </a:moveTo>
                <a:lnTo>
                  <a:pt x="1623853" y="403573"/>
                </a:lnTo>
                <a:lnTo>
                  <a:pt x="1623914" y="404579"/>
                </a:lnTo>
                <a:lnTo>
                  <a:pt x="1622695" y="404579"/>
                </a:lnTo>
                <a:close/>
                <a:moveTo>
                  <a:pt x="1307003" y="386758"/>
                </a:moveTo>
                <a:lnTo>
                  <a:pt x="1307003" y="404656"/>
                </a:lnTo>
                <a:lnTo>
                  <a:pt x="1306085" y="404656"/>
                </a:lnTo>
                <a:close/>
                <a:moveTo>
                  <a:pt x="1171796" y="386758"/>
                </a:moveTo>
                <a:lnTo>
                  <a:pt x="1171796" y="395866"/>
                </a:lnTo>
                <a:lnTo>
                  <a:pt x="1172701" y="404689"/>
                </a:lnTo>
                <a:lnTo>
                  <a:pt x="1169812" y="404689"/>
                </a:lnTo>
                <a:lnTo>
                  <a:pt x="1170430" y="395165"/>
                </a:lnTo>
                <a:lnTo>
                  <a:pt x="1170430" y="394465"/>
                </a:lnTo>
                <a:close/>
                <a:moveTo>
                  <a:pt x="1063903" y="386758"/>
                </a:moveTo>
                <a:lnTo>
                  <a:pt x="1063903" y="394465"/>
                </a:lnTo>
                <a:lnTo>
                  <a:pt x="1064772" y="404715"/>
                </a:lnTo>
                <a:lnTo>
                  <a:pt x="1062982" y="404715"/>
                </a:lnTo>
                <a:close/>
                <a:moveTo>
                  <a:pt x="940988" y="386758"/>
                </a:moveTo>
                <a:lnTo>
                  <a:pt x="940988" y="404745"/>
                </a:lnTo>
                <a:lnTo>
                  <a:pt x="939986" y="404745"/>
                </a:lnTo>
                <a:close/>
                <a:moveTo>
                  <a:pt x="534000" y="386758"/>
                </a:moveTo>
                <a:lnTo>
                  <a:pt x="534820" y="404844"/>
                </a:lnTo>
                <a:lnTo>
                  <a:pt x="534000" y="404844"/>
                </a:lnTo>
                <a:close/>
                <a:moveTo>
                  <a:pt x="514880" y="386758"/>
                </a:moveTo>
                <a:lnTo>
                  <a:pt x="516246" y="397267"/>
                </a:lnTo>
                <a:lnTo>
                  <a:pt x="516246" y="404849"/>
                </a:lnTo>
                <a:lnTo>
                  <a:pt x="511342" y="404850"/>
                </a:lnTo>
                <a:lnTo>
                  <a:pt x="512149" y="396567"/>
                </a:lnTo>
                <a:lnTo>
                  <a:pt x="512149" y="389560"/>
                </a:lnTo>
                <a:lnTo>
                  <a:pt x="513514" y="393764"/>
                </a:lnTo>
                <a:lnTo>
                  <a:pt x="513514" y="398669"/>
                </a:lnTo>
                <a:lnTo>
                  <a:pt x="514880" y="390961"/>
                </a:lnTo>
                <a:lnTo>
                  <a:pt x="514880" y="389560"/>
                </a:lnTo>
                <a:close/>
                <a:moveTo>
                  <a:pt x="361918" y="386758"/>
                </a:moveTo>
                <a:lnTo>
                  <a:pt x="362527" y="404886"/>
                </a:lnTo>
                <a:lnTo>
                  <a:pt x="361918" y="404886"/>
                </a:lnTo>
                <a:lnTo>
                  <a:pt x="361918" y="401471"/>
                </a:lnTo>
                <a:close/>
                <a:moveTo>
                  <a:pt x="237637" y="386758"/>
                </a:moveTo>
                <a:lnTo>
                  <a:pt x="239003" y="400070"/>
                </a:lnTo>
                <a:lnTo>
                  <a:pt x="239003" y="404916"/>
                </a:lnTo>
                <a:lnTo>
                  <a:pt x="237637" y="404916"/>
                </a:lnTo>
                <a:close/>
                <a:moveTo>
                  <a:pt x="98333" y="386758"/>
                </a:moveTo>
                <a:lnTo>
                  <a:pt x="98333" y="404950"/>
                </a:lnTo>
                <a:lnTo>
                  <a:pt x="96967" y="404951"/>
                </a:lnTo>
                <a:lnTo>
                  <a:pt x="96967" y="402872"/>
                </a:lnTo>
                <a:close/>
                <a:moveTo>
                  <a:pt x="3392472" y="386057"/>
                </a:moveTo>
                <a:lnTo>
                  <a:pt x="3392472" y="404148"/>
                </a:lnTo>
                <a:lnTo>
                  <a:pt x="3392171" y="404148"/>
                </a:lnTo>
                <a:close/>
                <a:moveTo>
                  <a:pt x="3037383" y="386057"/>
                </a:moveTo>
                <a:lnTo>
                  <a:pt x="3037383" y="404235"/>
                </a:lnTo>
                <a:lnTo>
                  <a:pt x="3036877" y="404235"/>
                </a:lnTo>
                <a:close/>
                <a:moveTo>
                  <a:pt x="2911735" y="386057"/>
                </a:moveTo>
                <a:lnTo>
                  <a:pt x="2912959" y="404265"/>
                </a:lnTo>
                <a:lnTo>
                  <a:pt x="2911735" y="404265"/>
                </a:lnTo>
                <a:close/>
                <a:moveTo>
                  <a:pt x="2448753" y="386057"/>
                </a:moveTo>
                <a:lnTo>
                  <a:pt x="2448753" y="404378"/>
                </a:lnTo>
                <a:lnTo>
                  <a:pt x="2447387" y="404378"/>
                </a:lnTo>
                <a:lnTo>
                  <a:pt x="2447387" y="397267"/>
                </a:lnTo>
                <a:close/>
                <a:moveTo>
                  <a:pt x="1936605" y="386057"/>
                </a:moveTo>
                <a:lnTo>
                  <a:pt x="1937296" y="404502"/>
                </a:lnTo>
                <a:lnTo>
                  <a:pt x="1936605" y="404503"/>
                </a:lnTo>
                <a:close/>
                <a:moveTo>
                  <a:pt x="1866952" y="386057"/>
                </a:moveTo>
                <a:lnTo>
                  <a:pt x="1866952" y="403573"/>
                </a:lnTo>
                <a:lnTo>
                  <a:pt x="1868318" y="390261"/>
                </a:lnTo>
                <a:lnTo>
                  <a:pt x="1868318" y="394465"/>
                </a:lnTo>
                <a:lnTo>
                  <a:pt x="1869135" y="404519"/>
                </a:lnTo>
                <a:lnTo>
                  <a:pt x="1866321" y="404520"/>
                </a:lnTo>
                <a:close/>
                <a:moveTo>
                  <a:pt x="1606098" y="386057"/>
                </a:moveTo>
                <a:lnTo>
                  <a:pt x="1606550" y="404583"/>
                </a:lnTo>
                <a:lnTo>
                  <a:pt x="1606098" y="404583"/>
                </a:lnTo>
                <a:close/>
                <a:moveTo>
                  <a:pt x="1195013" y="386057"/>
                </a:moveTo>
                <a:lnTo>
                  <a:pt x="1196310" y="404683"/>
                </a:lnTo>
                <a:lnTo>
                  <a:pt x="1193949" y="404684"/>
                </a:lnTo>
                <a:lnTo>
                  <a:pt x="1195013" y="393764"/>
                </a:lnTo>
                <a:close/>
                <a:moveTo>
                  <a:pt x="879530" y="386057"/>
                </a:moveTo>
                <a:lnTo>
                  <a:pt x="879530" y="391662"/>
                </a:lnTo>
                <a:lnTo>
                  <a:pt x="880138" y="404760"/>
                </a:lnTo>
                <a:lnTo>
                  <a:pt x="878164" y="404760"/>
                </a:lnTo>
                <a:lnTo>
                  <a:pt x="878164" y="397267"/>
                </a:lnTo>
                <a:close/>
                <a:moveTo>
                  <a:pt x="158425" y="386057"/>
                </a:moveTo>
                <a:lnTo>
                  <a:pt x="158425" y="402872"/>
                </a:lnTo>
                <a:lnTo>
                  <a:pt x="158425" y="404936"/>
                </a:lnTo>
                <a:lnTo>
                  <a:pt x="157731" y="404936"/>
                </a:lnTo>
                <a:close/>
                <a:moveTo>
                  <a:pt x="3620549" y="385356"/>
                </a:moveTo>
                <a:lnTo>
                  <a:pt x="3620549" y="399369"/>
                </a:lnTo>
                <a:lnTo>
                  <a:pt x="3621915" y="400070"/>
                </a:lnTo>
                <a:lnTo>
                  <a:pt x="3621915" y="404092"/>
                </a:lnTo>
                <a:lnTo>
                  <a:pt x="3619505" y="404093"/>
                </a:lnTo>
                <a:close/>
                <a:moveTo>
                  <a:pt x="3427981" y="385356"/>
                </a:moveTo>
                <a:lnTo>
                  <a:pt x="3428591" y="404139"/>
                </a:lnTo>
                <a:lnTo>
                  <a:pt x="3427981" y="404139"/>
                </a:lnTo>
                <a:close/>
                <a:moveTo>
                  <a:pt x="3325551" y="385356"/>
                </a:moveTo>
                <a:lnTo>
                  <a:pt x="3325783" y="404164"/>
                </a:lnTo>
                <a:lnTo>
                  <a:pt x="3325551" y="404164"/>
                </a:lnTo>
                <a:close/>
                <a:moveTo>
                  <a:pt x="2902175" y="385356"/>
                </a:moveTo>
                <a:lnTo>
                  <a:pt x="2902742" y="404267"/>
                </a:lnTo>
                <a:lnTo>
                  <a:pt x="2901307" y="404268"/>
                </a:lnTo>
                <a:lnTo>
                  <a:pt x="2902175" y="389560"/>
                </a:lnTo>
                <a:close/>
                <a:moveTo>
                  <a:pt x="2754677" y="385356"/>
                </a:moveTo>
                <a:lnTo>
                  <a:pt x="2754677" y="404303"/>
                </a:lnTo>
                <a:lnTo>
                  <a:pt x="2754109" y="404304"/>
                </a:lnTo>
                <a:close/>
                <a:moveTo>
                  <a:pt x="2161950" y="385356"/>
                </a:moveTo>
                <a:lnTo>
                  <a:pt x="2162984" y="404448"/>
                </a:lnTo>
                <a:lnTo>
                  <a:pt x="2161950" y="404448"/>
                </a:lnTo>
                <a:close/>
                <a:moveTo>
                  <a:pt x="1892901" y="385356"/>
                </a:moveTo>
                <a:lnTo>
                  <a:pt x="1893357" y="404513"/>
                </a:lnTo>
                <a:lnTo>
                  <a:pt x="1892901" y="404513"/>
                </a:lnTo>
                <a:close/>
                <a:moveTo>
                  <a:pt x="1872415" y="385356"/>
                </a:moveTo>
                <a:lnTo>
                  <a:pt x="1873781" y="395165"/>
                </a:lnTo>
                <a:lnTo>
                  <a:pt x="1873781" y="398669"/>
                </a:lnTo>
                <a:lnTo>
                  <a:pt x="1874324" y="404518"/>
                </a:lnTo>
                <a:lnTo>
                  <a:pt x="1870575" y="404519"/>
                </a:lnTo>
                <a:lnTo>
                  <a:pt x="1871049" y="392363"/>
                </a:lnTo>
                <a:lnTo>
                  <a:pt x="1871049" y="396567"/>
                </a:lnTo>
                <a:lnTo>
                  <a:pt x="1872415" y="391662"/>
                </a:lnTo>
                <a:close/>
                <a:moveTo>
                  <a:pt x="1662093" y="385356"/>
                </a:moveTo>
                <a:lnTo>
                  <a:pt x="1662093" y="404570"/>
                </a:lnTo>
                <a:lnTo>
                  <a:pt x="1661133" y="404570"/>
                </a:lnTo>
                <a:close/>
                <a:moveTo>
                  <a:pt x="1610195" y="385356"/>
                </a:moveTo>
                <a:lnTo>
                  <a:pt x="1610195" y="404582"/>
                </a:lnTo>
                <a:lnTo>
                  <a:pt x="1609788" y="404582"/>
                </a:lnTo>
                <a:close/>
                <a:moveTo>
                  <a:pt x="1212768" y="385356"/>
                </a:moveTo>
                <a:lnTo>
                  <a:pt x="1212768" y="404679"/>
                </a:lnTo>
                <a:lnTo>
                  <a:pt x="1212130" y="404679"/>
                </a:lnTo>
                <a:close/>
                <a:moveTo>
                  <a:pt x="1110338" y="385356"/>
                </a:moveTo>
                <a:lnTo>
                  <a:pt x="1110910" y="404704"/>
                </a:lnTo>
                <a:lnTo>
                  <a:pt x="1110338" y="404704"/>
                </a:lnTo>
                <a:lnTo>
                  <a:pt x="1110338" y="397968"/>
                </a:lnTo>
                <a:close/>
                <a:moveTo>
                  <a:pt x="1074829" y="385356"/>
                </a:moveTo>
                <a:lnTo>
                  <a:pt x="1075649" y="404712"/>
                </a:lnTo>
                <a:lnTo>
                  <a:pt x="1074204" y="404713"/>
                </a:lnTo>
                <a:lnTo>
                  <a:pt x="1074829" y="386758"/>
                </a:lnTo>
                <a:close/>
                <a:moveTo>
                  <a:pt x="875433" y="385356"/>
                </a:moveTo>
                <a:lnTo>
                  <a:pt x="875433" y="394465"/>
                </a:lnTo>
                <a:lnTo>
                  <a:pt x="875433" y="404274"/>
                </a:lnTo>
                <a:lnTo>
                  <a:pt x="875489" y="404761"/>
                </a:lnTo>
                <a:lnTo>
                  <a:pt x="874803" y="404761"/>
                </a:lnTo>
                <a:close/>
                <a:moveTo>
                  <a:pt x="408353" y="385356"/>
                </a:moveTo>
                <a:lnTo>
                  <a:pt x="409542" y="404875"/>
                </a:lnTo>
                <a:lnTo>
                  <a:pt x="408353" y="404875"/>
                </a:lnTo>
                <a:close/>
                <a:moveTo>
                  <a:pt x="28680" y="385356"/>
                </a:moveTo>
                <a:lnTo>
                  <a:pt x="28680" y="395866"/>
                </a:lnTo>
                <a:lnTo>
                  <a:pt x="29083" y="404967"/>
                </a:lnTo>
                <a:lnTo>
                  <a:pt x="27486" y="404968"/>
                </a:lnTo>
                <a:close/>
                <a:moveTo>
                  <a:pt x="12292" y="385356"/>
                </a:moveTo>
                <a:lnTo>
                  <a:pt x="13525" y="404971"/>
                </a:lnTo>
                <a:lnTo>
                  <a:pt x="12292" y="404971"/>
                </a:lnTo>
                <a:close/>
                <a:moveTo>
                  <a:pt x="3694299" y="384656"/>
                </a:moveTo>
                <a:lnTo>
                  <a:pt x="3695664" y="401471"/>
                </a:lnTo>
                <a:lnTo>
                  <a:pt x="3695664" y="404074"/>
                </a:lnTo>
                <a:lnTo>
                  <a:pt x="3694299" y="404075"/>
                </a:lnTo>
                <a:close/>
                <a:moveTo>
                  <a:pt x="3619183" y="384656"/>
                </a:moveTo>
                <a:lnTo>
                  <a:pt x="3619183" y="404093"/>
                </a:lnTo>
                <a:lnTo>
                  <a:pt x="3617818" y="404093"/>
                </a:lnTo>
                <a:lnTo>
                  <a:pt x="3617818" y="395165"/>
                </a:lnTo>
                <a:close/>
                <a:moveTo>
                  <a:pt x="3429347" y="384656"/>
                </a:moveTo>
                <a:lnTo>
                  <a:pt x="3430252" y="404139"/>
                </a:lnTo>
                <a:lnTo>
                  <a:pt x="3429347" y="404139"/>
                </a:lnTo>
                <a:close/>
                <a:moveTo>
                  <a:pt x="3081086" y="384656"/>
                </a:moveTo>
                <a:lnTo>
                  <a:pt x="3081269" y="404224"/>
                </a:lnTo>
                <a:lnTo>
                  <a:pt x="3081086" y="404224"/>
                </a:lnTo>
                <a:close/>
                <a:moveTo>
                  <a:pt x="2904907" y="384656"/>
                </a:moveTo>
                <a:lnTo>
                  <a:pt x="2904907" y="390961"/>
                </a:lnTo>
                <a:lnTo>
                  <a:pt x="2906273" y="395866"/>
                </a:lnTo>
                <a:lnTo>
                  <a:pt x="2907532" y="404266"/>
                </a:lnTo>
                <a:lnTo>
                  <a:pt x="2903541" y="404267"/>
                </a:lnTo>
                <a:lnTo>
                  <a:pt x="2903541" y="401471"/>
                </a:lnTo>
                <a:close/>
                <a:moveTo>
                  <a:pt x="2780625" y="384656"/>
                </a:moveTo>
                <a:lnTo>
                  <a:pt x="2780625" y="386758"/>
                </a:lnTo>
                <a:lnTo>
                  <a:pt x="2781135" y="404297"/>
                </a:lnTo>
                <a:lnTo>
                  <a:pt x="2780008" y="404297"/>
                </a:lnTo>
                <a:close/>
                <a:moveTo>
                  <a:pt x="2653613" y="384656"/>
                </a:moveTo>
                <a:lnTo>
                  <a:pt x="2654571" y="404328"/>
                </a:lnTo>
                <a:lnTo>
                  <a:pt x="2653613" y="404328"/>
                </a:lnTo>
                <a:close/>
                <a:moveTo>
                  <a:pt x="2552549" y="384656"/>
                </a:moveTo>
                <a:lnTo>
                  <a:pt x="2553828" y="404352"/>
                </a:lnTo>
                <a:lnTo>
                  <a:pt x="2551597" y="404353"/>
                </a:lnTo>
                <a:lnTo>
                  <a:pt x="2552549" y="391662"/>
                </a:lnTo>
                <a:close/>
                <a:moveTo>
                  <a:pt x="2108687" y="384656"/>
                </a:moveTo>
                <a:lnTo>
                  <a:pt x="2108687" y="391662"/>
                </a:lnTo>
                <a:lnTo>
                  <a:pt x="2110052" y="393764"/>
                </a:lnTo>
                <a:lnTo>
                  <a:pt x="2110052" y="404274"/>
                </a:lnTo>
                <a:lnTo>
                  <a:pt x="2111418" y="397267"/>
                </a:lnTo>
                <a:lnTo>
                  <a:pt x="2111418" y="387458"/>
                </a:lnTo>
                <a:lnTo>
                  <a:pt x="2112784" y="390261"/>
                </a:lnTo>
                <a:lnTo>
                  <a:pt x="2112784" y="390961"/>
                </a:lnTo>
                <a:lnTo>
                  <a:pt x="2114149" y="404274"/>
                </a:lnTo>
                <a:lnTo>
                  <a:pt x="2114149" y="402172"/>
                </a:lnTo>
                <a:lnTo>
                  <a:pt x="2115515" y="402172"/>
                </a:lnTo>
                <a:lnTo>
                  <a:pt x="2115515" y="404459"/>
                </a:lnTo>
                <a:lnTo>
                  <a:pt x="2112784" y="404460"/>
                </a:lnTo>
                <a:lnTo>
                  <a:pt x="2108687" y="404461"/>
                </a:lnTo>
                <a:lnTo>
                  <a:pt x="2107321" y="404461"/>
                </a:lnTo>
                <a:lnTo>
                  <a:pt x="2107321" y="396567"/>
                </a:lnTo>
                <a:close/>
                <a:moveTo>
                  <a:pt x="1903827" y="384656"/>
                </a:moveTo>
                <a:lnTo>
                  <a:pt x="1904873" y="404510"/>
                </a:lnTo>
                <a:lnTo>
                  <a:pt x="1903827" y="404511"/>
                </a:lnTo>
                <a:close/>
                <a:moveTo>
                  <a:pt x="1857392" y="384656"/>
                </a:moveTo>
                <a:lnTo>
                  <a:pt x="1857392" y="391662"/>
                </a:lnTo>
                <a:lnTo>
                  <a:pt x="1858758" y="402872"/>
                </a:lnTo>
                <a:lnTo>
                  <a:pt x="1858758" y="404522"/>
                </a:lnTo>
                <a:lnTo>
                  <a:pt x="1856492" y="404522"/>
                </a:lnTo>
                <a:close/>
                <a:moveTo>
                  <a:pt x="1711259" y="384656"/>
                </a:moveTo>
                <a:lnTo>
                  <a:pt x="1712625" y="400070"/>
                </a:lnTo>
                <a:lnTo>
                  <a:pt x="1712625" y="404557"/>
                </a:lnTo>
                <a:lnTo>
                  <a:pt x="1711259" y="404558"/>
                </a:lnTo>
                <a:close/>
                <a:moveTo>
                  <a:pt x="1651167" y="384656"/>
                </a:moveTo>
                <a:lnTo>
                  <a:pt x="1651167" y="404572"/>
                </a:lnTo>
                <a:lnTo>
                  <a:pt x="1649801" y="404572"/>
                </a:lnTo>
                <a:lnTo>
                  <a:pt x="1649801" y="393764"/>
                </a:lnTo>
                <a:close/>
                <a:moveTo>
                  <a:pt x="1203208" y="384656"/>
                </a:moveTo>
                <a:lnTo>
                  <a:pt x="1203208" y="401471"/>
                </a:lnTo>
                <a:lnTo>
                  <a:pt x="1204573" y="402172"/>
                </a:lnTo>
                <a:lnTo>
                  <a:pt x="1204573" y="404681"/>
                </a:lnTo>
                <a:lnTo>
                  <a:pt x="1202207" y="404682"/>
                </a:lnTo>
                <a:close/>
                <a:moveTo>
                  <a:pt x="1177259" y="384656"/>
                </a:moveTo>
                <a:lnTo>
                  <a:pt x="1178625" y="400770"/>
                </a:lnTo>
                <a:lnTo>
                  <a:pt x="1179715" y="404687"/>
                </a:lnTo>
                <a:lnTo>
                  <a:pt x="1177259" y="404688"/>
                </a:lnTo>
                <a:close/>
                <a:moveTo>
                  <a:pt x="1166333" y="384656"/>
                </a:moveTo>
                <a:lnTo>
                  <a:pt x="1167699" y="399369"/>
                </a:lnTo>
                <a:lnTo>
                  <a:pt x="1167699" y="404690"/>
                </a:lnTo>
                <a:lnTo>
                  <a:pt x="1166199" y="404690"/>
                </a:lnTo>
                <a:lnTo>
                  <a:pt x="1166333" y="400070"/>
                </a:lnTo>
                <a:close/>
                <a:moveTo>
                  <a:pt x="1091218" y="384656"/>
                </a:moveTo>
                <a:lnTo>
                  <a:pt x="1092584" y="399369"/>
                </a:lnTo>
                <a:lnTo>
                  <a:pt x="1092584" y="404708"/>
                </a:lnTo>
                <a:lnTo>
                  <a:pt x="1091218" y="404709"/>
                </a:lnTo>
                <a:close/>
                <a:moveTo>
                  <a:pt x="729300" y="384656"/>
                </a:moveTo>
                <a:lnTo>
                  <a:pt x="729300" y="404797"/>
                </a:lnTo>
                <a:lnTo>
                  <a:pt x="729007" y="404797"/>
                </a:lnTo>
                <a:close/>
                <a:moveTo>
                  <a:pt x="467080" y="384656"/>
                </a:moveTo>
                <a:lnTo>
                  <a:pt x="468445" y="402172"/>
                </a:lnTo>
                <a:lnTo>
                  <a:pt x="468445" y="390261"/>
                </a:lnTo>
                <a:lnTo>
                  <a:pt x="468992" y="404860"/>
                </a:lnTo>
                <a:lnTo>
                  <a:pt x="467080" y="404861"/>
                </a:lnTo>
                <a:close/>
                <a:moveTo>
                  <a:pt x="406987" y="384656"/>
                </a:moveTo>
                <a:lnTo>
                  <a:pt x="407480" y="404875"/>
                </a:lnTo>
                <a:lnTo>
                  <a:pt x="406987" y="404875"/>
                </a:lnTo>
                <a:lnTo>
                  <a:pt x="406805" y="404875"/>
                </a:lnTo>
                <a:lnTo>
                  <a:pt x="406987" y="400770"/>
                </a:lnTo>
                <a:close/>
                <a:moveTo>
                  <a:pt x="350993" y="384656"/>
                </a:moveTo>
                <a:lnTo>
                  <a:pt x="352358" y="396567"/>
                </a:lnTo>
                <a:lnTo>
                  <a:pt x="352358" y="404888"/>
                </a:lnTo>
                <a:lnTo>
                  <a:pt x="350993" y="404889"/>
                </a:lnTo>
                <a:close/>
                <a:moveTo>
                  <a:pt x="323678" y="384656"/>
                </a:moveTo>
                <a:lnTo>
                  <a:pt x="325044" y="402172"/>
                </a:lnTo>
                <a:lnTo>
                  <a:pt x="325044" y="404895"/>
                </a:lnTo>
                <a:lnTo>
                  <a:pt x="323678" y="404895"/>
                </a:lnTo>
                <a:close/>
                <a:moveTo>
                  <a:pt x="284072" y="384656"/>
                </a:moveTo>
                <a:lnTo>
                  <a:pt x="284072" y="404905"/>
                </a:lnTo>
                <a:lnTo>
                  <a:pt x="282799" y="404905"/>
                </a:lnTo>
                <a:close/>
                <a:moveTo>
                  <a:pt x="3656058" y="383955"/>
                </a:moveTo>
                <a:lnTo>
                  <a:pt x="3656568" y="404084"/>
                </a:lnTo>
                <a:lnTo>
                  <a:pt x="3656058" y="404084"/>
                </a:lnTo>
                <a:close/>
                <a:moveTo>
                  <a:pt x="3578211" y="383955"/>
                </a:moveTo>
                <a:lnTo>
                  <a:pt x="3579577" y="386758"/>
                </a:lnTo>
                <a:lnTo>
                  <a:pt x="3579577" y="404103"/>
                </a:lnTo>
                <a:lnTo>
                  <a:pt x="3578211" y="404103"/>
                </a:lnTo>
                <a:close/>
                <a:moveTo>
                  <a:pt x="3570017" y="383955"/>
                </a:moveTo>
                <a:lnTo>
                  <a:pt x="3570999" y="404105"/>
                </a:lnTo>
                <a:lnTo>
                  <a:pt x="3570017" y="404105"/>
                </a:lnTo>
                <a:close/>
                <a:moveTo>
                  <a:pt x="3128887" y="383955"/>
                </a:moveTo>
                <a:lnTo>
                  <a:pt x="3129764" y="404212"/>
                </a:lnTo>
                <a:lnTo>
                  <a:pt x="3128088" y="404212"/>
                </a:lnTo>
                <a:lnTo>
                  <a:pt x="3128887" y="385356"/>
                </a:lnTo>
                <a:close/>
                <a:moveTo>
                  <a:pt x="2960902" y="383955"/>
                </a:moveTo>
                <a:lnTo>
                  <a:pt x="2960902" y="404253"/>
                </a:lnTo>
                <a:lnTo>
                  <a:pt x="2960539" y="404253"/>
                </a:lnTo>
                <a:close/>
                <a:moveTo>
                  <a:pt x="2893981" y="383955"/>
                </a:moveTo>
                <a:lnTo>
                  <a:pt x="2893981" y="402172"/>
                </a:lnTo>
                <a:lnTo>
                  <a:pt x="2894138" y="404269"/>
                </a:lnTo>
                <a:lnTo>
                  <a:pt x="2892881" y="404270"/>
                </a:lnTo>
                <a:close/>
                <a:moveTo>
                  <a:pt x="2807940" y="383955"/>
                </a:moveTo>
                <a:lnTo>
                  <a:pt x="2808784" y="404290"/>
                </a:lnTo>
                <a:lnTo>
                  <a:pt x="2806574" y="404291"/>
                </a:lnTo>
                <a:lnTo>
                  <a:pt x="2806204" y="404291"/>
                </a:lnTo>
                <a:lnTo>
                  <a:pt x="2806574" y="397267"/>
                </a:lnTo>
                <a:lnTo>
                  <a:pt x="2806574" y="390261"/>
                </a:lnTo>
                <a:lnTo>
                  <a:pt x="2807940" y="389560"/>
                </a:lnTo>
                <a:close/>
                <a:moveTo>
                  <a:pt x="2787454" y="383955"/>
                </a:moveTo>
                <a:lnTo>
                  <a:pt x="2788820" y="393764"/>
                </a:lnTo>
                <a:lnTo>
                  <a:pt x="2788820" y="404295"/>
                </a:lnTo>
                <a:lnTo>
                  <a:pt x="2785631" y="404296"/>
                </a:lnTo>
                <a:lnTo>
                  <a:pt x="2786088" y="400070"/>
                </a:lnTo>
                <a:lnTo>
                  <a:pt x="2786088" y="391662"/>
                </a:lnTo>
                <a:lnTo>
                  <a:pt x="2787454" y="403573"/>
                </a:lnTo>
                <a:close/>
                <a:moveTo>
                  <a:pt x="2562109" y="383955"/>
                </a:moveTo>
                <a:lnTo>
                  <a:pt x="2563475" y="396567"/>
                </a:lnTo>
                <a:lnTo>
                  <a:pt x="2563981" y="404350"/>
                </a:lnTo>
                <a:lnTo>
                  <a:pt x="2562109" y="404350"/>
                </a:lnTo>
                <a:close/>
                <a:moveTo>
                  <a:pt x="2542989" y="383955"/>
                </a:moveTo>
                <a:lnTo>
                  <a:pt x="2543768" y="404355"/>
                </a:lnTo>
                <a:lnTo>
                  <a:pt x="2542989" y="404355"/>
                </a:lnTo>
                <a:close/>
                <a:moveTo>
                  <a:pt x="2467873" y="383955"/>
                </a:moveTo>
                <a:lnTo>
                  <a:pt x="2469239" y="396567"/>
                </a:lnTo>
                <a:lnTo>
                  <a:pt x="2469239" y="398669"/>
                </a:lnTo>
                <a:lnTo>
                  <a:pt x="2469824" y="404373"/>
                </a:lnTo>
                <a:lnTo>
                  <a:pt x="2467629" y="404373"/>
                </a:lnTo>
                <a:lnTo>
                  <a:pt x="2467873" y="402872"/>
                </a:lnTo>
                <a:close/>
                <a:moveTo>
                  <a:pt x="1854661" y="383955"/>
                </a:moveTo>
                <a:lnTo>
                  <a:pt x="1854661" y="393764"/>
                </a:lnTo>
                <a:lnTo>
                  <a:pt x="1856027" y="398669"/>
                </a:lnTo>
                <a:lnTo>
                  <a:pt x="1856027" y="404522"/>
                </a:lnTo>
                <a:lnTo>
                  <a:pt x="1853295" y="404523"/>
                </a:lnTo>
                <a:lnTo>
                  <a:pt x="1853295" y="393063"/>
                </a:lnTo>
                <a:close/>
                <a:moveTo>
                  <a:pt x="1835541" y="383955"/>
                </a:moveTo>
                <a:lnTo>
                  <a:pt x="1836412" y="404527"/>
                </a:lnTo>
                <a:lnTo>
                  <a:pt x="1834175" y="404528"/>
                </a:lnTo>
                <a:lnTo>
                  <a:pt x="1834175" y="397968"/>
                </a:lnTo>
                <a:lnTo>
                  <a:pt x="1835541" y="397968"/>
                </a:lnTo>
                <a:close/>
                <a:moveTo>
                  <a:pt x="1752231" y="383955"/>
                </a:moveTo>
                <a:lnTo>
                  <a:pt x="1753486" y="404547"/>
                </a:lnTo>
                <a:lnTo>
                  <a:pt x="1752231" y="404548"/>
                </a:lnTo>
                <a:lnTo>
                  <a:pt x="1750865" y="404548"/>
                </a:lnTo>
                <a:lnTo>
                  <a:pt x="1750865" y="397968"/>
                </a:lnTo>
                <a:lnTo>
                  <a:pt x="1752231" y="390961"/>
                </a:lnTo>
                <a:close/>
                <a:moveTo>
                  <a:pt x="1446308" y="383955"/>
                </a:moveTo>
                <a:lnTo>
                  <a:pt x="1446308" y="384656"/>
                </a:lnTo>
                <a:lnTo>
                  <a:pt x="1446820" y="404622"/>
                </a:lnTo>
                <a:lnTo>
                  <a:pt x="1444942" y="404622"/>
                </a:lnTo>
                <a:lnTo>
                  <a:pt x="1444942" y="387458"/>
                </a:lnTo>
                <a:close/>
                <a:moveTo>
                  <a:pt x="1163602" y="383955"/>
                </a:moveTo>
                <a:lnTo>
                  <a:pt x="1164337" y="404691"/>
                </a:lnTo>
                <a:lnTo>
                  <a:pt x="1162236" y="404691"/>
                </a:lnTo>
                <a:lnTo>
                  <a:pt x="1162236" y="402872"/>
                </a:lnTo>
                <a:lnTo>
                  <a:pt x="1163602" y="399369"/>
                </a:lnTo>
                <a:close/>
                <a:moveTo>
                  <a:pt x="753883" y="383955"/>
                </a:moveTo>
                <a:lnTo>
                  <a:pt x="754635" y="404791"/>
                </a:lnTo>
                <a:lnTo>
                  <a:pt x="753883" y="404791"/>
                </a:lnTo>
                <a:close/>
                <a:moveTo>
                  <a:pt x="748420" y="383955"/>
                </a:moveTo>
                <a:lnTo>
                  <a:pt x="748811" y="404792"/>
                </a:lnTo>
                <a:lnTo>
                  <a:pt x="747792" y="404792"/>
                </a:lnTo>
                <a:lnTo>
                  <a:pt x="748420" y="386758"/>
                </a:lnTo>
                <a:close/>
                <a:moveTo>
                  <a:pt x="386501" y="383955"/>
                </a:moveTo>
                <a:lnTo>
                  <a:pt x="387092" y="404880"/>
                </a:lnTo>
                <a:lnTo>
                  <a:pt x="386043" y="404880"/>
                </a:lnTo>
                <a:lnTo>
                  <a:pt x="386501" y="386758"/>
                </a:lnTo>
                <a:close/>
                <a:moveTo>
                  <a:pt x="223980" y="383955"/>
                </a:moveTo>
                <a:lnTo>
                  <a:pt x="225345" y="396567"/>
                </a:lnTo>
                <a:lnTo>
                  <a:pt x="225345" y="404919"/>
                </a:lnTo>
                <a:lnTo>
                  <a:pt x="223980" y="404920"/>
                </a:lnTo>
                <a:close/>
                <a:moveTo>
                  <a:pt x="3691567" y="383254"/>
                </a:moveTo>
                <a:lnTo>
                  <a:pt x="3692933" y="396567"/>
                </a:lnTo>
                <a:lnTo>
                  <a:pt x="3692933" y="404075"/>
                </a:lnTo>
                <a:lnTo>
                  <a:pt x="3691567" y="404075"/>
                </a:lnTo>
                <a:close/>
                <a:moveTo>
                  <a:pt x="3441639" y="383254"/>
                </a:moveTo>
                <a:lnTo>
                  <a:pt x="3442872" y="404136"/>
                </a:lnTo>
                <a:lnTo>
                  <a:pt x="3441098" y="404136"/>
                </a:lnTo>
                <a:lnTo>
                  <a:pt x="3441639" y="388859"/>
                </a:lnTo>
                <a:close/>
                <a:moveTo>
                  <a:pt x="3178053" y="383254"/>
                </a:moveTo>
                <a:lnTo>
                  <a:pt x="3178053" y="404200"/>
                </a:lnTo>
                <a:lnTo>
                  <a:pt x="3177701" y="404200"/>
                </a:lnTo>
                <a:close/>
                <a:moveTo>
                  <a:pt x="2601715" y="383254"/>
                </a:moveTo>
                <a:lnTo>
                  <a:pt x="2603081" y="395866"/>
                </a:lnTo>
                <a:lnTo>
                  <a:pt x="2603081" y="396567"/>
                </a:lnTo>
                <a:lnTo>
                  <a:pt x="2603367" y="404340"/>
                </a:lnTo>
                <a:lnTo>
                  <a:pt x="2601715" y="404341"/>
                </a:lnTo>
                <a:lnTo>
                  <a:pt x="2601715" y="397267"/>
                </a:lnTo>
                <a:close/>
                <a:moveTo>
                  <a:pt x="2518405" y="383254"/>
                </a:moveTo>
                <a:lnTo>
                  <a:pt x="2519548" y="404361"/>
                </a:lnTo>
                <a:lnTo>
                  <a:pt x="2518405" y="404361"/>
                </a:lnTo>
                <a:close/>
                <a:moveTo>
                  <a:pt x="1896998" y="383254"/>
                </a:moveTo>
                <a:lnTo>
                  <a:pt x="1897766" y="404512"/>
                </a:lnTo>
                <a:lnTo>
                  <a:pt x="1896998" y="404512"/>
                </a:lnTo>
                <a:close/>
                <a:moveTo>
                  <a:pt x="1890170" y="383254"/>
                </a:moveTo>
                <a:lnTo>
                  <a:pt x="1891232" y="404514"/>
                </a:lnTo>
                <a:lnTo>
                  <a:pt x="1890170" y="404514"/>
                </a:lnTo>
                <a:close/>
                <a:moveTo>
                  <a:pt x="1884707" y="383254"/>
                </a:moveTo>
                <a:lnTo>
                  <a:pt x="1884707" y="386057"/>
                </a:lnTo>
                <a:lnTo>
                  <a:pt x="1886073" y="401471"/>
                </a:lnTo>
                <a:lnTo>
                  <a:pt x="1886073" y="402872"/>
                </a:lnTo>
                <a:lnTo>
                  <a:pt x="1887438" y="395866"/>
                </a:lnTo>
                <a:lnTo>
                  <a:pt x="1887438" y="404515"/>
                </a:lnTo>
                <a:lnTo>
                  <a:pt x="1883825" y="404516"/>
                </a:lnTo>
                <a:close/>
                <a:moveTo>
                  <a:pt x="1754963" y="383254"/>
                </a:moveTo>
                <a:lnTo>
                  <a:pt x="1754963" y="404547"/>
                </a:lnTo>
                <a:lnTo>
                  <a:pt x="1753597" y="404547"/>
                </a:lnTo>
                <a:lnTo>
                  <a:pt x="1753597" y="394465"/>
                </a:lnTo>
                <a:close/>
                <a:moveTo>
                  <a:pt x="1642973" y="383254"/>
                </a:moveTo>
                <a:lnTo>
                  <a:pt x="1644127" y="404574"/>
                </a:lnTo>
                <a:lnTo>
                  <a:pt x="1642496" y="404574"/>
                </a:lnTo>
                <a:lnTo>
                  <a:pt x="1642973" y="397968"/>
                </a:lnTo>
                <a:close/>
                <a:moveTo>
                  <a:pt x="1591075" y="383254"/>
                </a:moveTo>
                <a:lnTo>
                  <a:pt x="1591595" y="404587"/>
                </a:lnTo>
                <a:lnTo>
                  <a:pt x="1591075" y="404587"/>
                </a:lnTo>
                <a:close/>
                <a:moveTo>
                  <a:pt x="1270129" y="383254"/>
                </a:moveTo>
                <a:lnTo>
                  <a:pt x="1270129" y="386057"/>
                </a:lnTo>
                <a:lnTo>
                  <a:pt x="1270953" y="404665"/>
                </a:lnTo>
                <a:lnTo>
                  <a:pt x="1269670" y="404665"/>
                </a:lnTo>
                <a:close/>
                <a:moveTo>
                  <a:pt x="1251008" y="383254"/>
                </a:moveTo>
                <a:lnTo>
                  <a:pt x="1251537" y="404669"/>
                </a:lnTo>
                <a:lnTo>
                  <a:pt x="1251008" y="404670"/>
                </a:lnTo>
                <a:close/>
                <a:moveTo>
                  <a:pt x="1107607" y="383254"/>
                </a:moveTo>
                <a:lnTo>
                  <a:pt x="1108281" y="404704"/>
                </a:lnTo>
                <a:lnTo>
                  <a:pt x="1107607" y="404705"/>
                </a:lnTo>
                <a:close/>
                <a:moveTo>
                  <a:pt x="924599" y="383254"/>
                </a:moveTo>
                <a:lnTo>
                  <a:pt x="925965" y="401471"/>
                </a:lnTo>
                <a:lnTo>
                  <a:pt x="925965" y="404749"/>
                </a:lnTo>
                <a:lnTo>
                  <a:pt x="924599" y="404749"/>
                </a:lnTo>
                <a:close/>
                <a:moveTo>
                  <a:pt x="245831" y="383254"/>
                </a:moveTo>
                <a:lnTo>
                  <a:pt x="245831" y="404914"/>
                </a:lnTo>
                <a:lnTo>
                  <a:pt x="243269" y="404915"/>
                </a:lnTo>
                <a:lnTo>
                  <a:pt x="244466" y="389560"/>
                </a:lnTo>
                <a:lnTo>
                  <a:pt x="244466" y="393764"/>
                </a:lnTo>
                <a:close/>
                <a:moveTo>
                  <a:pt x="228077" y="383254"/>
                </a:moveTo>
                <a:lnTo>
                  <a:pt x="228077" y="393063"/>
                </a:lnTo>
                <a:lnTo>
                  <a:pt x="228778" y="404919"/>
                </a:lnTo>
                <a:lnTo>
                  <a:pt x="227427" y="404919"/>
                </a:lnTo>
                <a:close/>
                <a:moveTo>
                  <a:pt x="3671081" y="382554"/>
                </a:moveTo>
                <a:lnTo>
                  <a:pt x="3671081" y="404080"/>
                </a:lnTo>
                <a:lnTo>
                  <a:pt x="3670057" y="404080"/>
                </a:lnTo>
                <a:close/>
                <a:moveTo>
                  <a:pt x="3417055" y="382554"/>
                </a:moveTo>
                <a:lnTo>
                  <a:pt x="3417624" y="404142"/>
                </a:lnTo>
                <a:lnTo>
                  <a:pt x="3417055" y="404142"/>
                </a:lnTo>
                <a:lnTo>
                  <a:pt x="3417055" y="396567"/>
                </a:lnTo>
                <a:close/>
                <a:moveTo>
                  <a:pt x="3347403" y="382554"/>
                </a:moveTo>
                <a:lnTo>
                  <a:pt x="3347403" y="404159"/>
                </a:lnTo>
                <a:lnTo>
                  <a:pt x="3346902" y="404159"/>
                </a:lnTo>
                <a:close/>
                <a:moveTo>
                  <a:pt x="2988216" y="382554"/>
                </a:moveTo>
                <a:lnTo>
                  <a:pt x="2988216" y="404247"/>
                </a:lnTo>
                <a:lnTo>
                  <a:pt x="2987387" y="404247"/>
                </a:lnTo>
                <a:close/>
                <a:moveTo>
                  <a:pt x="2883055" y="382554"/>
                </a:moveTo>
                <a:lnTo>
                  <a:pt x="2883055" y="394465"/>
                </a:lnTo>
                <a:lnTo>
                  <a:pt x="2884250" y="404272"/>
                </a:lnTo>
                <a:lnTo>
                  <a:pt x="2881911" y="404272"/>
                </a:lnTo>
                <a:close/>
                <a:moveTo>
                  <a:pt x="2435096" y="382554"/>
                </a:moveTo>
                <a:lnTo>
                  <a:pt x="2436159" y="404381"/>
                </a:lnTo>
                <a:lnTo>
                  <a:pt x="2435096" y="404381"/>
                </a:lnTo>
                <a:close/>
                <a:moveTo>
                  <a:pt x="1973479" y="382554"/>
                </a:moveTo>
                <a:lnTo>
                  <a:pt x="1973479" y="386758"/>
                </a:lnTo>
                <a:lnTo>
                  <a:pt x="1974845" y="395165"/>
                </a:lnTo>
                <a:lnTo>
                  <a:pt x="1974845" y="382554"/>
                </a:lnTo>
                <a:lnTo>
                  <a:pt x="1976211" y="394465"/>
                </a:lnTo>
                <a:lnTo>
                  <a:pt x="1976211" y="393764"/>
                </a:lnTo>
                <a:lnTo>
                  <a:pt x="1976761" y="404493"/>
                </a:lnTo>
                <a:lnTo>
                  <a:pt x="1971551" y="404494"/>
                </a:lnTo>
                <a:lnTo>
                  <a:pt x="1972113" y="387458"/>
                </a:lnTo>
                <a:lnTo>
                  <a:pt x="1972113" y="399369"/>
                </a:lnTo>
                <a:close/>
                <a:moveTo>
                  <a:pt x="1667556" y="382554"/>
                </a:moveTo>
                <a:lnTo>
                  <a:pt x="1668577" y="404568"/>
                </a:lnTo>
                <a:lnTo>
                  <a:pt x="1667556" y="404568"/>
                </a:lnTo>
                <a:close/>
                <a:moveTo>
                  <a:pt x="1256471" y="382554"/>
                </a:moveTo>
                <a:lnTo>
                  <a:pt x="1256471" y="404668"/>
                </a:lnTo>
                <a:lnTo>
                  <a:pt x="1255609" y="404669"/>
                </a:lnTo>
                <a:close/>
                <a:moveTo>
                  <a:pt x="1080292" y="382554"/>
                </a:moveTo>
                <a:lnTo>
                  <a:pt x="1080292" y="404711"/>
                </a:lnTo>
                <a:lnTo>
                  <a:pt x="1077770" y="404712"/>
                </a:lnTo>
                <a:lnTo>
                  <a:pt x="1078926" y="391662"/>
                </a:lnTo>
                <a:lnTo>
                  <a:pt x="1078926" y="383955"/>
                </a:lnTo>
                <a:close/>
                <a:moveTo>
                  <a:pt x="957376" y="382554"/>
                </a:moveTo>
                <a:lnTo>
                  <a:pt x="958742" y="402172"/>
                </a:lnTo>
                <a:lnTo>
                  <a:pt x="958742" y="404741"/>
                </a:lnTo>
                <a:lnTo>
                  <a:pt x="957376" y="404741"/>
                </a:lnTo>
                <a:close/>
                <a:moveTo>
                  <a:pt x="148865" y="382554"/>
                </a:moveTo>
                <a:lnTo>
                  <a:pt x="148865" y="394465"/>
                </a:lnTo>
                <a:lnTo>
                  <a:pt x="150230" y="390261"/>
                </a:lnTo>
                <a:lnTo>
                  <a:pt x="150230" y="404938"/>
                </a:lnTo>
                <a:lnTo>
                  <a:pt x="148865" y="404938"/>
                </a:lnTo>
                <a:lnTo>
                  <a:pt x="147686" y="404938"/>
                </a:lnTo>
                <a:close/>
                <a:moveTo>
                  <a:pt x="47801" y="382554"/>
                </a:moveTo>
                <a:lnTo>
                  <a:pt x="48841" y="404962"/>
                </a:lnTo>
                <a:lnTo>
                  <a:pt x="46778" y="404963"/>
                </a:lnTo>
                <a:lnTo>
                  <a:pt x="47801" y="398669"/>
                </a:lnTo>
                <a:close/>
                <a:moveTo>
                  <a:pt x="3590503" y="381853"/>
                </a:moveTo>
                <a:lnTo>
                  <a:pt x="3591869" y="387458"/>
                </a:lnTo>
                <a:lnTo>
                  <a:pt x="3591869" y="404100"/>
                </a:lnTo>
                <a:lnTo>
                  <a:pt x="3590503" y="404100"/>
                </a:lnTo>
                <a:lnTo>
                  <a:pt x="3590503" y="395866"/>
                </a:lnTo>
                <a:close/>
                <a:moveTo>
                  <a:pt x="3275019" y="381853"/>
                </a:moveTo>
                <a:lnTo>
                  <a:pt x="3275394" y="404177"/>
                </a:lnTo>
                <a:lnTo>
                  <a:pt x="3275019" y="404177"/>
                </a:lnTo>
                <a:close/>
                <a:moveTo>
                  <a:pt x="3221756" y="381853"/>
                </a:moveTo>
                <a:lnTo>
                  <a:pt x="3222594" y="404189"/>
                </a:lnTo>
                <a:lnTo>
                  <a:pt x="3221681" y="404190"/>
                </a:lnTo>
                <a:lnTo>
                  <a:pt x="3221756" y="402872"/>
                </a:lnTo>
                <a:close/>
                <a:moveTo>
                  <a:pt x="2783357" y="381853"/>
                </a:moveTo>
                <a:lnTo>
                  <a:pt x="2784424" y="404296"/>
                </a:lnTo>
                <a:lnTo>
                  <a:pt x="2783357" y="404296"/>
                </a:lnTo>
                <a:close/>
                <a:moveTo>
                  <a:pt x="1308369" y="381853"/>
                </a:moveTo>
                <a:lnTo>
                  <a:pt x="1308793" y="404656"/>
                </a:lnTo>
                <a:lnTo>
                  <a:pt x="1308369" y="404656"/>
                </a:lnTo>
                <a:close/>
                <a:moveTo>
                  <a:pt x="1052977" y="381853"/>
                </a:moveTo>
                <a:lnTo>
                  <a:pt x="1052977" y="404274"/>
                </a:lnTo>
                <a:lnTo>
                  <a:pt x="1054343" y="402172"/>
                </a:lnTo>
                <a:lnTo>
                  <a:pt x="1054343" y="398669"/>
                </a:lnTo>
                <a:lnTo>
                  <a:pt x="1054343" y="397968"/>
                </a:lnTo>
                <a:lnTo>
                  <a:pt x="1055074" y="404717"/>
                </a:lnTo>
                <a:lnTo>
                  <a:pt x="1052137" y="404718"/>
                </a:lnTo>
                <a:close/>
                <a:moveTo>
                  <a:pt x="1043417" y="381853"/>
                </a:moveTo>
                <a:lnTo>
                  <a:pt x="1044783" y="392363"/>
                </a:lnTo>
                <a:lnTo>
                  <a:pt x="1044783" y="404720"/>
                </a:lnTo>
                <a:lnTo>
                  <a:pt x="1043245" y="404720"/>
                </a:lnTo>
                <a:lnTo>
                  <a:pt x="1043417" y="403573"/>
                </a:lnTo>
                <a:close/>
                <a:moveTo>
                  <a:pt x="983325" y="381853"/>
                </a:moveTo>
                <a:lnTo>
                  <a:pt x="984363" y="404735"/>
                </a:lnTo>
                <a:lnTo>
                  <a:pt x="982820" y="404735"/>
                </a:lnTo>
                <a:lnTo>
                  <a:pt x="983325" y="400070"/>
                </a:lnTo>
                <a:close/>
                <a:moveTo>
                  <a:pt x="954645" y="381853"/>
                </a:moveTo>
                <a:lnTo>
                  <a:pt x="956011" y="402872"/>
                </a:lnTo>
                <a:lnTo>
                  <a:pt x="956011" y="404741"/>
                </a:lnTo>
                <a:lnTo>
                  <a:pt x="954645" y="404742"/>
                </a:lnTo>
                <a:lnTo>
                  <a:pt x="953461" y="404742"/>
                </a:lnTo>
                <a:lnTo>
                  <a:pt x="954645" y="398669"/>
                </a:lnTo>
                <a:lnTo>
                  <a:pt x="954645" y="384656"/>
                </a:lnTo>
                <a:close/>
                <a:moveTo>
                  <a:pt x="688328" y="381853"/>
                </a:moveTo>
                <a:lnTo>
                  <a:pt x="689300" y="404806"/>
                </a:lnTo>
                <a:lnTo>
                  <a:pt x="688328" y="404807"/>
                </a:lnTo>
                <a:lnTo>
                  <a:pt x="688092" y="404807"/>
                </a:lnTo>
                <a:lnTo>
                  <a:pt x="688328" y="393063"/>
                </a:lnTo>
                <a:close/>
                <a:moveTo>
                  <a:pt x="215785" y="381853"/>
                </a:moveTo>
                <a:lnTo>
                  <a:pt x="216522" y="404922"/>
                </a:lnTo>
                <a:lnTo>
                  <a:pt x="214420" y="404922"/>
                </a:lnTo>
                <a:lnTo>
                  <a:pt x="214420" y="393063"/>
                </a:lnTo>
                <a:lnTo>
                  <a:pt x="215785" y="399369"/>
                </a:lnTo>
                <a:close/>
                <a:moveTo>
                  <a:pt x="62824" y="381853"/>
                </a:moveTo>
                <a:lnTo>
                  <a:pt x="62824" y="404959"/>
                </a:lnTo>
                <a:lnTo>
                  <a:pt x="61458" y="404959"/>
                </a:lnTo>
                <a:lnTo>
                  <a:pt x="61458" y="403573"/>
                </a:lnTo>
                <a:close/>
                <a:moveTo>
                  <a:pt x="38240" y="381853"/>
                </a:moveTo>
                <a:lnTo>
                  <a:pt x="38240" y="402872"/>
                </a:lnTo>
                <a:lnTo>
                  <a:pt x="39606" y="387458"/>
                </a:lnTo>
                <a:lnTo>
                  <a:pt x="39606" y="396567"/>
                </a:lnTo>
                <a:lnTo>
                  <a:pt x="40386" y="404964"/>
                </a:lnTo>
                <a:lnTo>
                  <a:pt x="36875" y="404965"/>
                </a:lnTo>
                <a:lnTo>
                  <a:pt x="36875" y="390261"/>
                </a:lnTo>
                <a:close/>
                <a:moveTo>
                  <a:pt x="3497633" y="381152"/>
                </a:moveTo>
                <a:lnTo>
                  <a:pt x="3498999" y="399369"/>
                </a:lnTo>
                <a:lnTo>
                  <a:pt x="3498999" y="386758"/>
                </a:lnTo>
                <a:lnTo>
                  <a:pt x="3500365" y="402872"/>
                </a:lnTo>
                <a:lnTo>
                  <a:pt x="3500365" y="404122"/>
                </a:lnTo>
                <a:lnTo>
                  <a:pt x="3496944" y="404123"/>
                </a:lnTo>
                <a:lnTo>
                  <a:pt x="3497633" y="384656"/>
                </a:lnTo>
                <a:close/>
                <a:moveTo>
                  <a:pt x="3258631" y="381152"/>
                </a:moveTo>
                <a:lnTo>
                  <a:pt x="3258631" y="404181"/>
                </a:lnTo>
                <a:lnTo>
                  <a:pt x="3258040" y="404181"/>
                </a:lnTo>
                <a:close/>
                <a:moveTo>
                  <a:pt x="2060886" y="381152"/>
                </a:moveTo>
                <a:lnTo>
                  <a:pt x="2060886" y="393063"/>
                </a:lnTo>
                <a:lnTo>
                  <a:pt x="2062252" y="383955"/>
                </a:lnTo>
                <a:lnTo>
                  <a:pt x="2062252" y="404472"/>
                </a:lnTo>
                <a:lnTo>
                  <a:pt x="2060197" y="404473"/>
                </a:lnTo>
                <a:close/>
                <a:moveTo>
                  <a:pt x="1944799" y="381152"/>
                </a:moveTo>
                <a:lnTo>
                  <a:pt x="1944799" y="394465"/>
                </a:lnTo>
                <a:lnTo>
                  <a:pt x="1945731" y="404500"/>
                </a:lnTo>
                <a:lnTo>
                  <a:pt x="1944040" y="404501"/>
                </a:lnTo>
                <a:close/>
                <a:moveTo>
                  <a:pt x="1189551" y="381152"/>
                </a:moveTo>
                <a:lnTo>
                  <a:pt x="1190916" y="388859"/>
                </a:lnTo>
                <a:lnTo>
                  <a:pt x="1192282" y="384656"/>
                </a:lnTo>
                <a:lnTo>
                  <a:pt x="1192282" y="401471"/>
                </a:lnTo>
                <a:lnTo>
                  <a:pt x="1193648" y="400070"/>
                </a:lnTo>
                <a:lnTo>
                  <a:pt x="1193648" y="404684"/>
                </a:lnTo>
                <a:lnTo>
                  <a:pt x="1189551" y="404685"/>
                </a:lnTo>
                <a:lnTo>
                  <a:pt x="1189551" y="404274"/>
                </a:lnTo>
                <a:close/>
                <a:moveTo>
                  <a:pt x="684231" y="381152"/>
                </a:moveTo>
                <a:lnTo>
                  <a:pt x="684527" y="404808"/>
                </a:lnTo>
                <a:lnTo>
                  <a:pt x="684231" y="404808"/>
                </a:lnTo>
                <a:close/>
                <a:moveTo>
                  <a:pt x="281340" y="381152"/>
                </a:moveTo>
                <a:lnTo>
                  <a:pt x="282706" y="393063"/>
                </a:lnTo>
                <a:lnTo>
                  <a:pt x="282706" y="404905"/>
                </a:lnTo>
                <a:lnTo>
                  <a:pt x="281340" y="404906"/>
                </a:lnTo>
                <a:close/>
                <a:moveTo>
                  <a:pt x="218517" y="381152"/>
                </a:moveTo>
                <a:lnTo>
                  <a:pt x="219264" y="404921"/>
                </a:lnTo>
                <a:lnTo>
                  <a:pt x="218517" y="404921"/>
                </a:lnTo>
                <a:close/>
                <a:moveTo>
                  <a:pt x="157059" y="381152"/>
                </a:moveTo>
                <a:lnTo>
                  <a:pt x="157059" y="404936"/>
                </a:lnTo>
                <a:lnTo>
                  <a:pt x="155693" y="404936"/>
                </a:lnTo>
                <a:lnTo>
                  <a:pt x="155693" y="400070"/>
                </a:lnTo>
                <a:close/>
                <a:moveTo>
                  <a:pt x="72384" y="381152"/>
                </a:moveTo>
                <a:lnTo>
                  <a:pt x="73087" y="404957"/>
                </a:lnTo>
                <a:lnTo>
                  <a:pt x="72384" y="404957"/>
                </a:lnTo>
                <a:close/>
                <a:moveTo>
                  <a:pt x="3697030" y="380452"/>
                </a:moveTo>
                <a:lnTo>
                  <a:pt x="3698396" y="382554"/>
                </a:lnTo>
                <a:lnTo>
                  <a:pt x="3698396" y="404074"/>
                </a:lnTo>
                <a:lnTo>
                  <a:pt x="3697030" y="404074"/>
                </a:lnTo>
                <a:lnTo>
                  <a:pt x="3696241" y="404074"/>
                </a:lnTo>
                <a:lnTo>
                  <a:pt x="3697030" y="395165"/>
                </a:lnTo>
                <a:close/>
                <a:moveTo>
                  <a:pt x="3601429" y="380452"/>
                </a:moveTo>
                <a:lnTo>
                  <a:pt x="3602795" y="390261"/>
                </a:lnTo>
                <a:lnTo>
                  <a:pt x="3602795" y="403573"/>
                </a:lnTo>
                <a:lnTo>
                  <a:pt x="3604160" y="397267"/>
                </a:lnTo>
                <a:lnTo>
                  <a:pt x="3604160" y="399369"/>
                </a:lnTo>
                <a:lnTo>
                  <a:pt x="3605526" y="400770"/>
                </a:lnTo>
                <a:lnTo>
                  <a:pt x="3605526" y="388159"/>
                </a:lnTo>
                <a:lnTo>
                  <a:pt x="3606892" y="388159"/>
                </a:lnTo>
                <a:lnTo>
                  <a:pt x="3606892" y="395165"/>
                </a:lnTo>
                <a:lnTo>
                  <a:pt x="3607859" y="404096"/>
                </a:lnTo>
                <a:lnTo>
                  <a:pt x="3604160" y="404097"/>
                </a:lnTo>
                <a:lnTo>
                  <a:pt x="3601429" y="404097"/>
                </a:lnTo>
                <a:close/>
                <a:moveTo>
                  <a:pt x="3598697" y="380452"/>
                </a:moveTo>
                <a:lnTo>
                  <a:pt x="3599492" y="404098"/>
                </a:lnTo>
                <a:lnTo>
                  <a:pt x="3598697" y="404098"/>
                </a:lnTo>
                <a:close/>
                <a:moveTo>
                  <a:pt x="3402033" y="380452"/>
                </a:moveTo>
                <a:lnTo>
                  <a:pt x="3402033" y="403573"/>
                </a:lnTo>
                <a:lnTo>
                  <a:pt x="3402033" y="404146"/>
                </a:lnTo>
                <a:lnTo>
                  <a:pt x="3401109" y="404146"/>
                </a:lnTo>
                <a:close/>
                <a:moveTo>
                  <a:pt x="2450119" y="380452"/>
                </a:moveTo>
                <a:lnTo>
                  <a:pt x="2450119" y="402872"/>
                </a:lnTo>
                <a:lnTo>
                  <a:pt x="2450302" y="404378"/>
                </a:lnTo>
                <a:lnTo>
                  <a:pt x="2449105" y="404378"/>
                </a:lnTo>
                <a:close/>
                <a:moveTo>
                  <a:pt x="2437827" y="380452"/>
                </a:moveTo>
                <a:lnTo>
                  <a:pt x="2439193" y="402172"/>
                </a:lnTo>
                <a:lnTo>
                  <a:pt x="2439193" y="404380"/>
                </a:lnTo>
                <a:lnTo>
                  <a:pt x="2437827" y="404381"/>
                </a:lnTo>
                <a:close/>
                <a:moveTo>
                  <a:pt x="2343592" y="380452"/>
                </a:moveTo>
                <a:lnTo>
                  <a:pt x="2343592" y="404404"/>
                </a:lnTo>
                <a:lnTo>
                  <a:pt x="2343400" y="404404"/>
                </a:lnTo>
                <a:close/>
                <a:moveTo>
                  <a:pt x="1952993" y="380452"/>
                </a:moveTo>
                <a:lnTo>
                  <a:pt x="1953673" y="404498"/>
                </a:lnTo>
                <a:lnTo>
                  <a:pt x="1952993" y="404499"/>
                </a:lnTo>
                <a:close/>
                <a:moveTo>
                  <a:pt x="1906559" y="380452"/>
                </a:moveTo>
                <a:lnTo>
                  <a:pt x="1907280" y="404510"/>
                </a:lnTo>
                <a:lnTo>
                  <a:pt x="1906545" y="404510"/>
                </a:lnTo>
                <a:lnTo>
                  <a:pt x="1906559" y="404274"/>
                </a:lnTo>
                <a:close/>
                <a:moveTo>
                  <a:pt x="1876513" y="380452"/>
                </a:moveTo>
                <a:lnTo>
                  <a:pt x="1876513" y="404517"/>
                </a:lnTo>
                <a:lnTo>
                  <a:pt x="1875147" y="404518"/>
                </a:lnTo>
                <a:lnTo>
                  <a:pt x="1875147" y="383955"/>
                </a:lnTo>
                <a:close/>
                <a:moveTo>
                  <a:pt x="1275591" y="380452"/>
                </a:moveTo>
                <a:lnTo>
                  <a:pt x="1275591" y="404664"/>
                </a:lnTo>
                <a:lnTo>
                  <a:pt x="1274792" y="404664"/>
                </a:lnTo>
                <a:close/>
                <a:moveTo>
                  <a:pt x="1083023" y="380452"/>
                </a:moveTo>
                <a:lnTo>
                  <a:pt x="1083811" y="404710"/>
                </a:lnTo>
                <a:lnTo>
                  <a:pt x="1083023" y="404711"/>
                </a:lnTo>
                <a:lnTo>
                  <a:pt x="1083023" y="390261"/>
                </a:lnTo>
                <a:close/>
                <a:moveTo>
                  <a:pt x="1068001" y="380452"/>
                </a:moveTo>
                <a:lnTo>
                  <a:pt x="1069352" y="404714"/>
                </a:lnTo>
                <a:lnTo>
                  <a:pt x="1068001" y="404714"/>
                </a:lnTo>
                <a:lnTo>
                  <a:pt x="1066635" y="404715"/>
                </a:lnTo>
                <a:lnTo>
                  <a:pt x="1066635" y="387458"/>
                </a:lnTo>
                <a:lnTo>
                  <a:pt x="1068001" y="386758"/>
                </a:lnTo>
                <a:close/>
                <a:moveTo>
                  <a:pt x="1036589" y="380452"/>
                </a:moveTo>
                <a:lnTo>
                  <a:pt x="1036589" y="404722"/>
                </a:lnTo>
                <a:lnTo>
                  <a:pt x="1035406" y="404722"/>
                </a:lnTo>
                <a:close/>
                <a:moveTo>
                  <a:pt x="945085" y="380452"/>
                </a:moveTo>
                <a:lnTo>
                  <a:pt x="946451" y="402172"/>
                </a:lnTo>
                <a:lnTo>
                  <a:pt x="946451" y="404744"/>
                </a:lnTo>
                <a:lnTo>
                  <a:pt x="944748" y="404744"/>
                </a:lnTo>
                <a:lnTo>
                  <a:pt x="945085" y="400770"/>
                </a:lnTo>
                <a:close/>
                <a:moveTo>
                  <a:pt x="493028" y="380452"/>
                </a:moveTo>
                <a:lnTo>
                  <a:pt x="493028" y="404854"/>
                </a:lnTo>
                <a:lnTo>
                  <a:pt x="491663" y="404855"/>
                </a:lnTo>
                <a:lnTo>
                  <a:pt x="491663" y="383955"/>
                </a:lnTo>
                <a:close/>
                <a:moveTo>
                  <a:pt x="289535" y="380452"/>
                </a:moveTo>
                <a:lnTo>
                  <a:pt x="290226" y="404904"/>
                </a:lnTo>
                <a:lnTo>
                  <a:pt x="289102" y="404904"/>
                </a:lnTo>
                <a:lnTo>
                  <a:pt x="289535" y="394465"/>
                </a:lnTo>
                <a:close/>
                <a:moveTo>
                  <a:pt x="3336477" y="379751"/>
                </a:moveTo>
                <a:lnTo>
                  <a:pt x="3336477" y="390961"/>
                </a:lnTo>
                <a:lnTo>
                  <a:pt x="3337090" y="404162"/>
                </a:lnTo>
                <a:lnTo>
                  <a:pt x="3336477" y="404162"/>
                </a:lnTo>
                <a:lnTo>
                  <a:pt x="3335757" y="404162"/>
                </a:lnTo>
                <a:close/>
                <a:moveTo>
                  <a:pt x="3224487" y="379751"/>
                </a:moveTo>
                <a:lnTo>
                  <a:pt x="3225853" y="390261"/>
                </a:lnTo>
                <a:lnTo>
                  <a:pt x="3225853" y="404189"/>
                </a:lnTo>
                <a:lnTo>
                  <a:pt x="3224487" y="404189"/>
                </a:lnTo>
                <a:close/>
                <a:moveTo>
                  <a:pt x="2945879" y="379751"/>
                </a:moveTo>
                <a:lnTo>
                  <a:pt x="2945879" y="404257"/>
                </a:lnTo>
                <a:lnTo>
                  <a:pt x="2945611" y="404257"/>
                </a:lnTo>
                <a:close/>
                <a:moveTo>
                  <a:pt x="2680927" y="379751"/>
                </a:moveTo>
                <a:lnTo>
                  <a:pt x="2682222" y="404321"/>
                </a:lnTo>
                <a:lnTo>
                  <a:pt x="2680927" y="404321"/>
                </a:lnTo>
                <a:lnTo>
                  <a:pt x="2680377" y="404322"/>
                </a:lnTo>
                <a:lnTo>
                  <a:pt x="2680927" y="397267"/>
                </a:lnTo>
                <a:close/>
                <a:moveTo>
                  <a:pt x="2430999" y="379751"/>
                </a:moveTo>
                <a:lnTo>
                  <a:pt x="2430999" y="404382"/>
                </a:lnTo>
                <a:lnTo>
                  <a:pt x="2429239" y="404383"/>
                </a:lnTo>
                <a:lnTo>
                  <a:pt x="2429633" y="381152"/>
                </a:lnTo>
                <a:lnTo>
                  <a:pt x="2429633" y="401471"/>
                </a:lnTo>
                <a:close/>
                <a:moveTo>
                  <a:pt x="1729014" y="379751"/>
                </a:moveTo>
                <a:lnTo>
                  <a:pt x="1729014" y="399369"/>
                </a:lnTo>
                <a:lnTo>
                  <a:pt x="1729014" y="404553"/>
                </a:lnTo>
                <a:lnTo>
                  <a:pt x="1728007" y="404553"/>
                </a:lnTo>
                <a:close/>
                <a:moveTo>
                  <a:pt x="1589709" y="379751"/>
                </a:moveTo>
                <a:lnTo>
                  <a:pt x="1589709" y="404587"/>
                </a:lnTo>
                <a:lnTo>
                  <a:pt x="1589407" y="404587"/>
                </a:lnTo>
                <a:close/>
                <a:moveTo>
                  <a:pt x="1412164" y="379751"/>
                </a:moveTo>
                <a:lnTo>
                  <a:pt x="1412164" y="404630"/>
                </a:lnTo>
                <a:lnTo>
                  <a:pt x="1411481" y="404631"/>
                </a:lnTo>
                <a:close/>
                <a:moveTo>
                  <a:pt x="476640" y="379751"/>
                </a:moveTo>
                <a:lnTo>
                  <a:pt x="476640" y="404858"/>
                </a:lnTo>
                <a:lnTo>
                  <a:pt x="475274" y="404859"/>
                </a:lnTo>
                <a:lnTo>
                  <a:pt x="475274" y="381853"/>
                </a:lnTo>
                <a:close/>
                <a:moveTo>
                  <a:pt x="385136" y="379751"/>
                </a:moveTo>
                <a:lnTo>
                  <a:pt x="385136" y="404881"/>
                </a:lnTo>
                <a:lnTo>
                  <a:pt x="383812" y="404881"/>
                </a:lnTo>
                <a:close/>
                <a:moveTo>
                  <a:pt x="363284" y="379751"/>
                </a:moveTo>
                <a:lnTo>
                  <a:pt x="364650" y="404274"/>
                </a:lnTo>
                <a:lnTo>
                  <a:pt x="364650" y="404885"/>
                </a:lnTo>
                <a:lnTo>
                  <a:pt x="363284" y="404886"/>
                </a:lnTo>
                <a:close/>
                <a:moveTo>
                  <a:pt x="349627" y="379751"/>
                </a:moveTo>
                <a:lnTo>
                  <a:pt x="349627" y="404889"/>
                </a:lnTo>
                <a:lnTo>
                  <a:pt x="346895" y="404890"/>
                </a:lnTo>
                <a:lnTo>
                  <a:pt x="346895" y="395165"/>
                </a:lnTo>
                <a:lnTo>
                  <a:pt x="348261" y="388159"/>
                </a:lnTo>
                <a:lnTo>
                  <a:pt x="348261" y="401471"/>
                </a:lnTo>
                <a:close/>
                <a:moveTo>
                  <a:pt x="40972" y="379751"/>
                </a:moveTo>
                <a:lnTo>
                  <a:pt x="42338" y="402872"/>
                </a:lnTo>
                <a:lnTo>
                  <a:pt x="42338" y="379751"/>
                </a:lnTo>
                <a:lnTo>
                  <a:pt x="42896" y="404964"/>
                </a:lnTo>
                <a:lnTo>
                  <a:pt x="40972" y="404964"/>
                </a:lnTo>
                <a:lnTo>
                  <a:pt x="40972" y="396567"/>
                </a:lnTo>
                <a:close/>
                <a:moveTo>
                  <a:pt x="3051040" y="379050"/>
                </a:moveTo>
                <a:lnTo>
                  <a:pt x="3051751" y="404231"/>
                </a:lnTo>
                <a:lnTo>
                  <a:pt x="3051040" y="404231"/>
                </a:lnTo>
                <a:close/>
                <a:moveTo>
                  <a:pt x="2560743" y="379050"/>
                </a:moveTo>
                <a:lnTo>
                  <a:pt x="2560743" y="404351"/>
                </a:lnTo>
                <a:lnTo>
                  <a:pt x="2559377" y="404351"/>
                </a:lnTo>
                <a:lnTo>
                  <a:pt x="2559377" y="399369"/>
                </a:lnTo>
                <a:lnTo>
                  <a:pt x="2559377" y="393764"/>
                </a:lnTo>
                <a:close/>
                <a:moveTo>
                  <a:pt x="2044497" y="379050"/>
                </a:moveTo>
                <a:lnTo>
                  <a:pt x="2044497" y="404476"/>
                </a:lnTo>
                <a:lnTo>
                  <a:pt x="2043396" y="404477"/>
                </a:lnTo>
                <a:close/>
                <a:moveTo>
                  <a:pt x="2033571" y="379050"/>
                </a:moveTo>
                <a:lnTo>
                  <a:pt x="2034937" y="391662"/>
                </a:lnTo>
                <a:lnTo>
                  <a:pt x="2034937" y="404479"/>
                </a:lnTo>
                <a:lnTo>
                  <a:pt x="2033571" y="404479"/>
                </a:lnTo>
                <a:close/>
                <a:moveTo>
                  <a:pt x="1850564" y="379050"/>
                </a:moveTo>
                <a:lnTo>
                  <a:pt x="1850564" y="404524"/>
                </a:lnTo>
                <a:lnTo>
                  <a:pt x="1847832" y="404524"/>
                </a:lnTo>
                <a:lnTo>
                  <a:pt x="1847832" y="381152"/>
                </a:lnTo>
                <a:lnTo>
                  <a:pt x="1849198" y="383254"/>
                </a:lnTo>
                <a:lnTo>
                  <a:pt x="1849198" y="393764"/>
                </a:lnTo>
                <a:close/>
                <a:moveTo>
                  <a:pt x="1630681" y="379050"/>
                </a:moveTo>
                <a:lnTo>
                  <a:pt x="1630681" y="404577"/>
                </a:lnTo>
                <a:lnTo>
                  <a:pt x="1629724" y="404577"/>
                </a:lnTo>
                <a:close/>
                <a:moveTo>
                  <a:pt x="1479085" y="379050"/>
                </a:moveTo>
                <a:lnTo>
                  <a:pt x="1479085" y="404614"/>
                </a:lnTo>
                <a:lnTo>
                  <a:pt x="1477719" y="404614"/>
                </a:lnTo>
                <a:lnTo>
                  <a:pt x="1477719" y="393764"/>
                </a:lnTo>
                <a:close/>
                <a:moveTo>
                  <a:pt x="1473622" y="379050"/>
                </a:moveTo>
                <a:lnTo>
                  <a:pt x="1473622" y="404615"/>
                </a:lnTo>
                <a:lnTo>
                  <a:pt x="1472733" y="404616"/>
                </a:lnTo>
                <a:close/>
                <a:moveTo>
                  <a:pt x="976497" y="379050"/>
                </a:moveTo>
                <a:lnTo>
                  <a:pt x="976497" y="404736"/>
                </a:lnTo>
                <a:lnTo>
                  <a:pt x="975144" y="404737"/>
                </a:lnTo>
                <a:close/>
                <a:moveTo>
                  <a:pt x="964205" y="379050"/>
                </a:moveTo>
                <a:lnTo>
                  <a:pt x="964205" y="385356"/>
                </a:lnTo>
                <a:lnTo>
                  <a:pt x="965571" y="381152"/>
                </a:lnTo>
                <a:lnTo>
                  <a:pt x="965571" y="389560"/>
                </a:lnTo>
                <a:lnTo>
                  <a:pt x="966557" y="404739"/>
                </a:lnTo>
                <a:lnTo>
                  <a:pt x="964205" y="404739"/>
                </a:lnTo>
                <a:lnTo>
                  <a:pt x="963260" y="404740"/>
                </a:lnTo>
                <a:close/>
                <a:moveTo>
                  <a:pt x="920502" y="379050"/>
                </a:moveTo>
                <a:lnTo>
                  <a:pt x="920502" y="404750"/>
                </a:lnTo>
                <a:lnTo>
                  <a:pt x="919136" y="404750"/>
                </a:lnTo>
                <a:lnTo>
                  <a:pt x="919136" y="400070"/>
                </a:lnTo>
                <a:close/>
                <a:moveTo>
                  <a:pt x="853581" y="379050"/>
                </a:moveTo>
                <a:lnTo>
                  <a:pt x="854695" y="404766"/>
                </a:lnTo>
                <a:lnTo>
                  <a:pt x="853581" y="404766"/>
                </a:lnTo>
                <a:lnTo>
                  <a:pt x="852687" y="404767"/>
                </a:lnTo>
                <a:lnTo>
                  <a:pt x="853581" y="393764"/>
                </a:lnTo>
                <a:close/>
                <a:moveTo>
                  <a:pt x="273146" y="379050"/>
                </a:moveTo>
                <a:lnTo>
                  <a:pt x="274406" y="404907"/>
                </a:lnTo>
                <a:lnTo>
                  <a:pt x="272420" y="404908"/>
                </a:lnTo>
                <a:lnTo>
                  <a:pt x="273146" y="382554"/>
                </a:lnTo>
                <a:close/>
                <a:moveTo>
                  <a:pt x="3479879" y="378350"/>
                </a:moveTo>
                <a:lnTo>
                  <a:pt x="3479879" y="404127"/>
                </a:lnTo>
                <a:lnTo>
                  <a:pt x="3478513" y="404127"/>
                </a:lnTo>
                <a:lnTo>
                  <a:pt x="3478513" y="400770"/>
                </a:lnTo>
                <a:close/>
                <a:moveTo>
                  <a:pt x="2915833" y="378350"/>
                </a:moveTo>
                <a:lnTo>
                  <a:pt x="2915833" y="402172"/>
                </a:lnTo>
                <a:lnTo>
                  <a:pt x="2917199" y="397968"/>
                </a:lnTo>
                <a:lnTo>
                  <a:pt x="2917199" y="404264"/>
                </a:lnTo>
                <a:lnTo>
                  <a:pt x="2914467" y="404264"/>
                </a:lnTo>
                <a:lnTo>
                  <a:pt x="2913864" y="404265"/>
                </a:lnTo>
                <a:lnTo>
                  <a:pt x="2914467" y="390961"/>
                </a:lnTo>
                <a:lnTo>
                  <a:pt x="2914467" y="401471"/>
                </a:lnTo>
                <a:close/>
                <a:moveTo>
                  <a:pt x="2659075" y="378350"/>
                </a:moveTo>
                <a:lnTo>
                  <a:pt x="2660013" y="404326"/>
                </a:lnTo>
                <a:lnTo>
                  <a:pt x="2659075" y="404327"/>
                </a:lnTo>
                <a:close/>
                <a:moveTo>
                  <a:pt x="2194727" y="378350"/>
                </a:moveTo>
                <a:lnTo>
                  <a:pt x="2194727" y="404440"/>
                </a:lnTo>
                <a:lnTo>
                  <a:pt x="2194345" y="404440"/>
                </a:lnTo>
                <a:close/>
                <a:moveTo>
                  <a:pt x="1625218" y="378350"/>
                </a:moveTo>
                <a:lnTo>
                  <a:pt x="1626584" y="384656"/>
                </a:lnTo>
                <a:lnTo>
                  <a:pt x="1626584" y="403573"/>
                </a:lnTo>
                <a:lnTo>
                  <a:pt x="1627950" y="388859"/>
                </a:lnTo>
                <a:lnTo>
                  <a:pt x="1627950" y="404578"/>
                </a:lnTo>
                <a:lnTo>
                  <a:pt x="1625218" y="404578"/>
                </a:lnTo>
                <a:lnTo>
                  <a:pt x="1625218" y="403573"/>
                </a:lnTo>
                <a:close/>
                <a:moveTo>
                  <a:pt x="1343878" y="378350"/>
                </a:moveTo>
                <a:lnTo>
                  <a:pt x="1345244" y="400070"/>
                </a:lnTo>
                <a:lnTo>
                  <a:pt x="1345244" y="404647"/>
                </a:lnTo>
                <a:lnTo>
                  <a:pt x="1343878" y="404647"/>
                </a:lnTo>
                <a:close/>
                <a:moveTo>
                  <a:pt x="1341147" y="378350"/>
                </a:moveTo>
                <a:lnTo>
                  <a:pt x="1341147" y="404648"/>
                </a:lnTo>
                <a:lnTo>
                  <a:pt x="1339781" y="404648"/>
                </a:lnTo>
                <a:lnTo>
                  <a:pt x="1339781" y="388159"/>
                </a:lnTo>
                <a:close/>
                <a:moveTo>
                  <a:pt x="1100778" y="378350"/>
                </a:moveTo>
                <a:lnTo>
                  <a:pt x="1100778" y="401471"/>
                </a:lnTo>
                <a:lnTo>
                  <a:pt x="1100778" y="404274"/>
                </a:lnTo>
                <a:lnTo>
                  <a:pt x="1100796" y="404706"/>
                </a:lnTo>
                <a:lnTo>
                  <a:pt x="1099412" y="404707"/>
                </a:lnTo>
                <a:lnTo>
                  <a:pt x="1099412" y="385356"/>
                </a:lnTo>
                <a:close/>
                <a:moveTo>
                  <a:pt x="3634207" y="377649"/>
                </a:moveTo>
                <a:lnTo>
                  <a:pt x="3634207" y="404089"/>
                </a:lnTo>
                <a:lnTo>
                  <a:pt x="3631475" y="404090"/>
                </a:lnTo>
                <a:lnTo>
                  <a:pt x="3630756" y="404090"/>
                </a:lnTo>
                <a:lnTo>
                  <a:pt x="3631475" y="393764"/>
                </a:lnTo>
                <a:lnTo>
                  <a:pt x="3631475" y="402172"/>
                </a:lnTo>
                <a:lnTo>
                  <a:pt x="3632841" y="395165"/>
                </a:lnTo>
                <a:lnTo>
                  <a:pt x="3632841" y="401471"/>
                </a:lnTo>
                <a:close/>
                <a:moveTo>
                  <a:pt x="3494902" y="377649"/>
                </a:moveTo>
                <a:lnTo>
                  <a:pt x="3494902" y="404123"/>
                </a:lnTo>
                <a:lnTo>
                  <a:pt x="3493310" y="404124"/>
                </a:lnTo>
                <a:lnTo>
                  <a:pt x="3493536" y="400070"/>
                </a:lnTo>
                <a:lnTo>
                  <a:pt x="3493536" y="395866"/>
                </a:lnTo>
                <a:close/>
                <a:moveTo>
                  <a:pt x="2685024" y="377649"/>
                </a:moveTo>
                <a:lnTo>
                  <a:pt x="2686024" y="404320"/>
                </a:lnTo>
                <a:lnTo>
                  <a:pt x="2685024" y="404320"/>
                </a:lnTo>
                <a:lnTo>
                  <a:pt x="2683659" y="404321"/>
                </a:lnTo>
                <a:lnTo>
                  <a:pt x="2683659" y="391662"/>
                </a:lnTo>
                <a:lnTo>
                  <a:pt x="2685024" y="404274"/>
                </a:lnTo>
                <a:close/>
                <a:moveTo>
                  <a:pt x="2073177" y="377649"/>
                </a:moveTo>
                <a:lnTo>
                  <a:pt x="2074393" y="404469"/>
                </a:lnTo>
                <a:lnTo>
                  <a:pt x="2073177" y="404469"/>
                </a:lnTo>
                <a:close/>
                <a:moveTo>
                  <a:pt x="1981674" y="377649"/>
                </a:moveTo>
                <a:lnTo>
                  <a:pt x="1981674" y="390961"/>
                </a:lnTo>
                <a:lnTo>
                  <a:pt x="1981674" y="404492"/>
                </a:lnTo>
                <a:lnTo>
                  <a:pt x="1980308" y="404492"/>
                </a:lnTo>
                <a:lnTo>
                  <a:pt x="1980308" y="398669"/>
                </a:lnTo>
                <a:close/>
                <a:moveTo>
                  <a:pt x="1253740" y="377649"/>
                </a:moveTo>
                <a:lnTo>
                  <a:pt x="1253740" y="404669"/>
                </a:lnTo>
                <a:lnTo>
                  <a:pt x="1252619" y="404669"/>
                </a:lnTo>
                <a:close/>
                <a:moveTo>
                  <a:pt x="510783" y="377649"/>
                </a:moveTo>
                <a:lnTo>
                  <a:pt x="510783" y="396567"/>
                </a:lnTo>
                <a:lnTo>
                  <a:pt x="510783" y="404850"/>
                </a:lnTo>
                <a:lnTo>
                  <a:pt x="508455" y="404850"/>
                </a:lnTo>
                <a:lnTo>
                  <a:pt x="509417" y="389560"/>
                </a:lnTo>
                <a:lnTo>
                  <a:pt x="509417" y="394465"/>
                </a:lnTo>
                <a:close/>
                <a:moveTo>
                  <a:pt x="439765" y="377649"/>
                </a:moveTo>
                <a:lnTo>
                  <a:pt x="439765" y="397968"/>
                </a:lnTo>
                <a:lnTo>
                  <a:pt x="440110" y="404867"/>
                </a:lnTo>
                <a:lnTo>
                  <a:pt x="439765" y="404867"/>
                </a:lnTo>
                <a:lnTo>
                  <a:pt x="438725" y="404867"/>
                </a:lnTo>
                <a:close/>
                <a:moveTo>
                  <a:pt x="390599" y="377649"/>
                </a:moveTo>
                <a:lnTo>
                  <a:pt x="391964" y="390261"/>
                </a:lnTo>
                <a:lnTo>
                  <a:pt x="391964" y="385356"/>
                </a:lnTo>
                <a:lnTo>
                  <a:pt x="393330" y="393764"/>
                </a:lnTo>
                <a:lnTo>
                  <a:pt x="393330" y="404879"/>
                </a:lnTo>
                <a:lnTo>
                  <a:pt x="390599" y="404879"/>
                </a:lnTo>
                <a:close/>
                <a:moveTo>
                  <a:pt x="252660" y="377649"/>
                </a:moveTo>
                <a:lnTo>
                  <a:pt x="252660" y="404913"/>
                </a:lnTo>
                <a:lnTo>
                  <a:pt x="249929" y="404913"/>
                </a:lnTo>
                <a:lnTo>
                  <a:pt x="249929" y="391662"/>
                </a:lnTo>
                <a:lnTo>
                  <a:pt x="251294" y="379751"/>
                </a:lnTo>
                <a:lnTo>
                  <a:pt x="251294" y="400770"/>
                </a:lnTo>
                <a:close/>
                <a:moveTo>
                  <a:pt x="2971827" y="376948"/>
                </a:moveTo>
                <a:lnTo>
                  <a:pt x="2971827" y="404251"/>
                </a:lnTo>
                <a:lnTo>
                  <a:pt x="2970462" y="404251"/>
                </a:lnTo>
                <a:lnTo>
                  <a:pt x="2970462" y="388159"/>
                </a:lnTo>
                <a:close/>
                <a:moveTo>
                  <a:pt x="2932221" y="376948"/>
                </a:moveTo>
                <a:lnTo>
                  <a:pt x="2932221" y="404260"/>
                </a:lnTo>
                <a:lnTo>
                  <a:pt x="2931288" y="404260"/>
                </a:lnTo>
                <a:close/>
                <a:moveTo>
                  <a:pt x="2672733" y="376948"/>
                </a:moveTo>
                <a:lnTo>
                  <a:pt x="2672733" y="404323"/>
                </a:lnTo>
                <a:lnTo>
                  <a:pt x="2669622" y="404324"/>
                </a:lnTo>
                <a:lnTo>
                  <a:pt x="2670001" y="389560"/>
                </a:lnTo>
                <a:lnTo>
                  <a:pt x="2670001" y="399369"/>
                </a:lnTo>
                <a:lnTo>
                  <a:pt x="2671367" y="404274"/>
                </a:lnTo>
                <a:lnTo>
                  <a:pt x="2671367" y="392363"/>
                </a:lnTo>
                <a:close/>
                <a:moveTo>
                  <a:pt x="1219597" y="376948"/>
                </a:moveTo>
                <a:lnTo>
                  <a:pt x="1220962" y="401471"/>
                </a:lnTo>
                <a:lnTo>
                  <a:pt x="1220962" y="404677"/>
                </a:lnTo>
                <a:lnTo>
                  <a:pt x="1219597" y="404677"/>
                </a:lnTo>
                <a:close/>
                <a:moveTo>
                  <a:pt x="861775" y="376948"/>
                </a:moveTo>
                <a:lnTo>
                  <a:pt x="861775" y="390261"/>
                </a:lnTo>
                <a:lnTo>
                  <a:pt x="861775" y="393063"/>
                </a:lnTo>
                <a:lnTo>
                  <a:pt x="863141" y="399369"/>
                </a:lnTo>
                <a:lnTo>
                  <a:pt x="863141" y="396567"/>
                </a:lnTo>
                <a:lnTo>
                  <a:pt x="863712" y="404764"/>
                </a:lnTo>
                <a:lnTo>
                  <a:pt x="859044" y="404765"/>
                </a:lnTo>
                <a:lnTo>
                  <a:pt x="859044" y="404274"/>
                </a:lnTo>
                <a:lnTo>
                  <a:pt x="860410" y="384656"/>
                </a:lnTo>
                <a:lnTo>
                  <a:pt x="860410" y="377649"/>
                </a:lnTo>
                <a:close/>
                <a:moveTo>
                  <a:pt x="550389" y="376948"/>
                </a:moveTo>
                <a:lnTo>
                  <a:pt x="551378" y="404840"/>
                </a:lnTo>
                <a:lnTo>
                  <a:pt x="550389" y="404840"/>
                </a:lnTo>
                <a:close/>
                <a:moveTo>
                  <a:pt x="503954" y="376948"/>
                </a:moveTo>
                <a:lnTo>
                  <a:pt x="505087" y="404851"/>
                </a:lnTo>
                <a:lnTo>
                  <a:pt x="503776" y="404852"/>
                </a:lnTo>
                <a:lnTo>
                  <a:pt x="503954" y="403573"/>
                </a:lnTo>
                <a:close/>
                <a:moveTo>
                  <a:pt x="434302" y="376948"/>
                </a:moveTo>
                <a:lnTo>
                  <a:pt x="435512" y="404868"/>
                </a:lnTo>
                <a:lnTo>
                  <a:pt x="434302" y="404869"/>
                </a:lnTo>
                <a:lnTo>
                  <a:pt x="434079" y="404869"/>
                </a:lnTo>
                <a:lnTo>
                  <a:pt x="434302" y="400070"/>
                </a:lnTo>
                <a:close/>
                <a:moveTo>
                  <a:pt x="368747" y="376948"/>
                </a:moveTo>
                <a:lnTo>
                  <a:pt x="370109" y="404884"/>
                </a:lnTo>
                <a:lnTo>
                  <a:pt x="368747" y="404884"/>
                </a:lnTo>
                <a:close/>
                <a:moveTo>
                  <a:pt x="3514022" y="376248"/>
                </a:moveTo>
                <a:lnTo>
                  <a:pt x="3514022" y="404118"/>
                </a:lnTo>
                <a:lnTo>
                  <a:pt x="3512657" y="404119"/>
                </a:lnTo>
                <a:lnTo>
                  <a:pt x="3512657" y="393764"/>
                </a:lnTo>
                <a:close/>
                <a:moveTo>
                  <a:pt x="3171224" y="376248"/>
                </a:moveTo>
                <a:lnTo>
                  <a:pt x="3171224" y="382554"/>
                </a:lnTo>
                <a:lnTo>
                  <a:pt x="3172543" y="404202"/>
                </a:lnTo>
                <a:lnTo>
                  <a:pt x="3170089" y="404202"/>
                </a:lnTo>
                <a:close/>
                <a:moveTo>
                  <a:pt x="2959536" y="376248"/>
                </a:moveTo>
                <a:lnTo>
                  <a:pt x="2959536" y="404254"/>
                </a:lnTo>
                <a:lnTo>
                  <a:pt x="2958204" y="404254"/>
                </a:lnTo>
                <a:close/>
                <a:moveTo>
                  <a:pt x="2922661" y="376248"/>
                </a:moveTo>
                <a:lnTo>
                  <a:pt x="2923501" y="404262"/>
                </a:lnTo>
                <a:lnTo>
                  <a:pt x="2919930" y="404263"/>
                </a:lnTo>
                <a:lnTo>
                  <a:pt x="2919930" y="401471"/>
                </a:lnTo>
                <a:lnTo>
                  <a:pt x="2921295" y="402172"/>
                </a:lnTo>
                <a:lnTo>
                  <a:pt x="2921295" y="386057"/>
                </a:lnTo>
                <a:lnTo>
                  <a:pt x="2922661" y="397267"/>
                </a:lnTo>
                <a:close/>
                <a:moveTo>
                  <a:pt x="2870763" y="376248"/>
                </a:moveTo>
                <a:lnTo>
                  <a:pt x="2870763" y="404275"/>
                </a:lnTo>
                <a:lnTo>
                  <a:pt x="2869576" y="404275"/>
                </a:lnTo>
                <a:close/>
                <a:moveTo>
                  <a:pt x="2761505" y="376248"/>
                </a:moveTo>
                <a:lnTo>
                  <a:pt x="2762871" y="386057"/>
                </a:lnTo>
                <a:lnTo>
                  <a:pt x="2762871" y="404301"/>
                </a:lnTo>
                <a:lnTo>
                  <a:pt x="2761505" y="404302"/>
                </a:lnTo>
                <a:close/>
                <a:moveTo>
                  <a:pt x="2067715" y="376248"/>
                </a:moveTo>
                <a:lnTo>
                  <a:pt x="2067715" y="404471"/>
                </a:lnTo>
                <a:lnTo>
                  <a:pt x="2066349" y="404471"/>
                </a:lnTo>
                <a:lnTo>
                  <a:pt x="2066349" y="401471"/>
                </a:lnTo>
                <a:close/>
                <a:moveTo>
                  <a:pt x="1962553" y="376248"/>
                </a:moveTo>
                <a:lnTo>
                  <a:pt x="1962553" y="404496"/>
                </a:lnTo>
                <a:lnTo>
                  <a:pt x="1961407" y="404497"/>
                </a:lnTo>
                <a:close/>
                <a:moveTo>
                  <a:pt x="1955725" y="376248"/>
                </a:moveTo>
                <a:lnTo>
                  <a:pt x="1955725" y="404498"/>
                </a:lnTo>
                <a:lnTo>
                  <a:pt x="1954359" y="404498"/>
                </a:lnTo>
                <a:lnTo>
                  <a:pt x="1954359" y="401471"/>
                </a:lnTo>
                <a:lnTo>
                  <a:pt x="1954359" y="387458"/>
                </a:lnTo>
                <a:close/>
                <a:moveTo>
                  <a:pt x="1836906" y="376248"/>
                </a:moveTo>
                <a:lnTo>
                  <a:pt x="1837810" y="404527"/>
                </a:lnTo>
                <a:lnTo>
                  <a:pt x="1836906" y="404527"/>
                </a:lnTo>
                <a:lnTo>
                  <a:pt x="1836906" y="400070"/>
                </a:lnTo>
                <a:close/>
                <a:moveTo>
                  <a:pt x="1769985" y="376248"/>
                </a:moveTo>
                <a:lnTo>
                  <a:pt x="1771351" y="392363"/>
                </a:lnTo>
                <a:lnTo>
                  <a:pt x="1771351" y="395165"/>
                </a:lnTo>
                <a:lnTo>
                  <a:pt x="1771351" y="400070"/>
                </a:lnTo>
                <a:lnTo>
                  <a:pt x="1772144" y="404543"/>
                </a:lnTo>
                <a:lnTo>
                  <a:pt x="1769985" y="404543"/>
                </a:lnTo>
                <a:close/>
                <a:moveTo>
                  <a:pt x="1764523" y="376248"/>
                </a:moveTo>
                <a:lnTo>
                  <a:pt x="1765888" y="401471"/>
                </a:lnTo>
                <a:lnTo>
                  <a:pt x="1765888" y="398669"/>
                </a:lnTo>
                <a:lnTo>
                  <a:pt x="1767254" y="392363"/>
                </a:lnTo>
                <a:lnTo>
                  <a:pt x="1767254" y="377649"/>
                </a:lnTo>
                <a:lnTo>
                  <a:pt x="1768620" y="399369"/>
                </a:lnTo>
                <a:lnTo>
                  <a:pt x="1768620" y="379050"/>
                </a:lnTo>
                <a:lnTo>
                  <a:pt x="1769634" y="404543"/>
                </a:lnTo>
                <a:lnTo>
                  <a:pt x="1767254" y="404544"/>
                </a:lnTo>
                <a:lnTo>
                  <a:pt x="1764150" y="404545"/>
                </a:lnTo>
                <a:lnTo>
                  <a:pt x="1764523" y="397267"/>
                </a:lnTo>
                <a:close/>
                <a:moveTo>
                  <a:pt x="1757694" y="376248"/>
                </a:moveTo>
                <a:lnTo>
                  <a:pt x="1757694" y="404546"/>
                </a:lnTo>
                <a:lnTo>
                  <a:pt x="1756612" y="404546"/>
                </a:lnTo>
                <a:close/>
                <a:moveTo>
                  <a:pt x="1719453" y="376248"/>
                </a:moveTo>
                <a:lnTo>
                  <a:pt x="1720819" y="388859"/>
                </a:lnTo>
                <a:lnTo>
                  <a:pt x="1720819" y="401471"/>
                </a:lnTo>
                <a:lnTo>
                  <a:pt x="1721366" y="404555"/>
                </a:lnTo>
                <a:lnTo>
                  <a:pt x="1719453" y="404556"/>
                </a:lnTo>
                <a:close/>
                <a:moveTo>
                  <a:pt x="1267397" y="376248"/>
                </a:moveTo>
                <a:lnTo>
                  <a:pt x="1267851" y="404666"/>
                </a:lnTo>
                <a:lnTo>
                  <a:pt x="1267397" y="404666"/>
                </a:lnTo>
                <a:close/>
                <a:moveTo>
                  <a:pt x="1257837" y="376248"/>
                </a:moveTo>
                <a:lnTo>
                  <a:pt x="1257837" y="404668"/>
                </a:lnTo>
                <a:lnTo>
                  <a:pt x="1257404" y="404668"/>
                </a:lnTo>
                <a:close/>
                <a:moveTo>
                  <a:pt x="1114435" y="376248"/>
                </a:moveTo>
                <a:lnTo>
                  <a:pt x="1114435" y="404703"/>
                </a:lnTo>
                <a:lnTo>
                  <a:pt x="1113463" y="404703"/>
                </a:lnTo>
                <a:close/>
                <a:moveTo>
                  <a:pt x="935525" y="376248"/>
                </a:moveTo>
                <a:lnTo>
                  <a:pt x="935525" y="387458"/>
                </a:lnTo>
                <a:lnTo>
                  <a:pt x="936578" y="404746"/>
                </a:lnTo>
                <a:lnTo>
                  <a:pt x="934457" y="404747"/>
                </a:lnTo>
                <a:close/>
                <a:moveTo>
                  <a:pt x="846752" y="376248"/>
                </a:moveTo>
                <a:lnTo>
                  <a:pt x="847842" y="404768"/>
                </a:lnTo>
                <a:lnTo>
                  <a:pt x="846198" y="404768"/>
                </a:lnTo>
                <a:lnTo>
                  <a:pt x="846752" y="390261"/>
                </a:lnTo>
                <a:close/>
                <a:moveTo>
                  <a:pt x="775734" y="376248"/>
                </a:moveTo>
                <a:lnTo>
                  <a:pt x="775967" y="404785"/>
                </a:lnTo>
                <a:lnTo>
                  <a:pt x="775734" y="404785"/>
                </a:lnTo>
                <a:close/>
                <a:moveTo>
                  <a:pt x="536732" y="376248"/>
                </a:moveTo>
                <a:lnTo>
                  <a:pt x="536732" y="404844"/>
                </a:lnTo>
                <a:lnTo>
                  <a:pt x="535968" y="404844"/>
                </a:lnTo>
                <a:close/>
                <a:moveTo>
                  <a:pt x="359187" y="376248"/>
                </a:moveTo>
                <a:lnTo>
                  <a:pt x="360553" y="383955"/>
                </a:lnTo>
                <a:lnTo>
                  <a:pt x="360553" y="404886"/>
                </a:lnTo>
                <a:lnTo>
                  <a:pt x="358586" y="404887"/>
                </a:lnTo>
                <a:lnTo>
                  <a:pt x="359187" y="396567"/>
                </a:lnTo>
                <a:close/>
                <a:moveTo>
                  <a:pt x="3654692" y="375547"/>
                </a:moveTo>
                <a:lnTo>
                  <a:pt x="3654692" y="404084"/>
                </a:lnTo>
                <a:lnTo>
                  <a:pt x="3653920" y="404084"/>
                </a:lnTo>
                <a:close/>
                <a:moveTo>
                  <a:pt x="3197173" y="375547"/>
                </a:moveTo>
                <a:lnTo>
                  <a:pt x="3197173" y="404196"/>
                </a:lnTo>
                <a:lnTo>
                  <a:pt x="3196484" y="404196"/>
                </a:lnTo>
                <a:close/>
                <a:moveTo>
                  <a:pt x="2420073" y="375547"/>
                </a:moveTo>
                <a:lnTo>
                  <a:pt x="2420293" y="404385"/>
                </a:lnTo>
                <a:lnTo>
                  <a:pt x="2420073" y="404385"/>
                </a:lnTo>
                <a:close/>
                <a:moveTo>
                  <a:pt x="1065269" y="375547"/>
                </a:moveTo>
                <a:lnTo>
                  <a:pt x="1066201" y="404715"/>
                </a:lnTo>
                <a:lnTo>
                  <a:pt x="1065269" y="404715"/>
                </a:lnTo>
                <a:close/>
                <a:moveTo>
                  <a:pt x="497126" y="375547"/>
                </a:moveTo>
                <a:lnTo>
                  <a:pt x="497126" y="404853"/>
                </a:lnTo>
                <a:lnTo>
                  <a:pt x="495760" y="404854"/>
                </a:lnTo>
                <a:lnTo>
                  <a:pt x="494394" y="404854"/>
                </a:lnTo>
                <a:lnTo>
                  <a:pt x="494394" y="393764"/>
                </a:lnTo>
                <a:lnTo>
                  <a:pt x="494394" y="392363"/>
                </a:lnTo>
                <a:lnTo>
                  <a:pt x="495760" y="397968"/>
                </a:lnTo>
                <a:lnTo>
                  <a:pt x="495760" y="379050"/>
                </a:lnTo>
                <a:close/>
                <a:moveTo>
                  <a:pt x="19120" y="375547"/>
                </a:moveTo>
                <a:lnTo>
                  <a:pt x="19120" y="402172"/>
                </a:lnTo>
                <a:lnTo>
                  <a:pt x="19368" y="404970"/>
                </a:lnTo>
                <a:lnTo>
                  <a:pt x="17973" y="404970"/>
                </a:lnTo>
                <a:close/>
                <a:moveTo>
                  <a:pt x="3568651" y="374847"/>
                </a:moveTo>
                <a:lnTo>
                  <a:pt x="3568651" y="380452"/>
                </a:lnTo>
                <a:lnTo>
                  <a:pt x="3569395" y="404105"/>
                </a:lnTo>
                <a:lnTo>
                  <a:pt x="3567837" y="404105"/>
                </a:lnTo>
                <a:close/>
                <a:moveTo>
                  <a:pt x="3396569" y="374847"/>
                </a:moveTo>
                <a:lnTo>
                  <a:pt x="3396569" y="404147"/>
                </a:lnTo>
                <a:lnTo>
                  <a:pt x="3395568" y="404147"/>
                </a:lnTo>
                <a:close/>
                <a:moveTo>
                  <a:pt x="3382912" y="374847"/>
                </a:moveTo>
                <a:lnTo>
                  <a:pt x="3383184" y="404150"/>
                </a:lnTo>
                <a:lnTo>
                  <a:pt x="3382912" y="404150"/>
                </a:lnTo>
                <a:close/>
                <a:moveTo>
                  <a:pt x="3350135" y="374847"/>
                </a:moveTo>
                <a:lnTo>
                  <a:pt x="3350135" y="404158"/>
                </a:lnTo>
                <a:lnTo>
                  <a:pt x="3348769" y="404159"/>
                </a:lnTo>
                <a:lnTo>
                  <a:pt x="3348769" y="388859"/>
                </a:lnTo>
                <a:close/>
                <a:moveTo>
                  <a:pt x="3108401" y="374847"/>
                </a:moveTo>
                <a:lnTo>
                  <a:pt x="3108401" y="399369"/>
                </a:lnTo>
                <a:lnTo>
                  <a:pt x="3108524" y="404217"/>
                </a:lnTo>
                <a:lnTo>
                  <a:pt x="3107667" y="404217"/>
                </a:lnTo>
                <a:close/>
                <a:moveTo>
                  <a:pt x="2567571" y="374847"/>
                </a:moveTo>
                <a:lnTo>
                  <a:pt x="2568937" y="389560"/>
                </a:lnTo>
                <a:lnTo>
                  <a:pt x="2570303" y="395866"/>
                </a:lnTo>
                <a:lnTo>
                  <a:pt x="2570303" y="400770"/>
                </a:lnTo>
                <a:lnTo>
                  <a:pt x="2571669" y="396567"/>
                </a:lnTo>
                <a:lnTo>
                  <a:pt x="2571669" y="383955"/>
                </a:lnTo>
                <a:lnTo>
                  <a:pt x="2573035" y="383955"/>
                </a:lnTo>
                <a:lnTo>
                  <a:pt x="2573035" y="394465"/>
                </a:lnTo>
                <a:lnTo>
                  <a:pt x="2574400" y="390961"/>
                </a:lnTo>
                <a:lnTo>
                  <a:pt x="2574400" y="395165"/>
                </a:lnTo>
                <a:lnTo>
                  <a:pt x="2575214" y="404347"/>
                </a:lnTo>
                <a:lnTo>
                  <a:pt x="2568937" y="404349"/>
                </a:lnTo>
                <a:lnTo>
                  <a:pt x="2566206" y="404349"/>
                </a:lnTo>
                <a:lnTo>
                  <a:pt x="2566206" y="391662"/>
                </a:lnTo>
                <a:lnTo>
                  <a:pt x="2567571" y="383955"/>
                </a:lnTo>
                <a:close/>
                <a:moveTo>
                  <a:pt x="3298237" y="374146"/>
                </a:moveTo>
                <a:lnTo>
                  <a:pt x="3298237" y="404171"/>
                </a:lnTo>
                <a:lnTo>
                  <a:pt x="3297496" y="404171"/>
                </a:lnTo>
                <a:close/>
                <a:moveTo>
                  <a:pt x="3276385" y="374146"/>
                </a:moveTo>
                <a:lnTo>
                  <a:pt x="3277145" y="404176"/>
                </a:lnTo>
                <a:lnTo>
                  <a:pt x="3276385" y="404176"/>
                </a:lnTo>
                <a:close/>
                <a:moveTo>
                  <a:pt x="2463776" y="374146"/>
                </a:moveTo>
                <a:lnTo>
                  <a:pt x="2463776" y="404374"/>
                </a:lnTo>
                <a:lnTo>
                  <a:pt x="2462411" y="404375"/>
                </a:lnTo>
                <a:lnTo>
                  <a:pt x="2462411" y="398669"/>
                </a:lnTo>
                <a:close/>
                <a:moveTo>
                  <a:pt x="1991234" y="374146"/>
                </a:moveTo>
                <a:lnTo>
                  <a:pt x="1992599" y="399369"/>
                </a:lnTo>
                <a:lnTo>
                  <a:pt x="1992599" y="386758"/>
                </a:lnTo>
                <a:lnTo>
                  <a:pt x="1993965" y="399369"/>
                </a:lnTo>
                <a:lnTo>
                  <a:pt x="1993965" y="404489"/>
                </a:lnTo>
                <a:lnTo>
                  <a:pt x="1991234" y="404489"/>
                </a:lnTo>
                <a:lnTo>
                  <a:pt x="1991234" y="376248"/>
                </a:lnTo>
                <a:close/>
                <a:moveTo>
                  <a:pt x="1877878" y="374146"/>
                </a:moveTo>
                <a:lnTo>
                  <a:pt x="1878899" y="404517"/>
                </a:lnTo>
                <a:lnTo>
                  <a:pt x="1877878" y="404517"/>
                </a:lnTo>
                <a:lnTo>
                  <a:pt x="1876662" y="404517"/>
                </a:lnTo>
                <a:lnTo>
                  <a:pt x="1877878" y="400770"/>
                </a:lnTo>
                <a:lnTo>
                  <a:pt x="1877878" y="392363"/>
                </a:lnTo>
                <a:lnTo>
                  <a:pt x="1877878" y="384656"/>
                </a:lnTo>
                <a:close/>
                <a:moveTo>
                  <a:pt x="1860124" y="374146"/>
                </a:moveTo>
                <a:lnTo>
                  <a:pt x="1861021" y="404521"/>
                </a:lnTo>
                <a:lnTo>
                  <a:pt x="1860124" y="404521"/>
                </a:lnTo>
                <a:close/>
                <a:moveTo>
                  <a:pt x="1459965" y="374146"/>
                </a:moveTo>
                <a:lnTo>
                  <a:pt x="1459965" y="378350"/>
                </a:lnTo>
                <a:lnTo>
                  <a:pt x="1460219" y="404619"/>
                </a:lnTo>
                <a:lnTo>
                  <a:pt x="1459462" y="404619"/>
                </a:lnTo>
                <a:close/>
                <a:moveTo>
                  <a:pt x="751151" y="374146"/>
                </a:moveTo>
                <a:lnTo>
                  <a:pt x="751552" y="404791"/>
                </a:lnTo>
                <a:lnTo>
                  <a:pt x="751151" y="404791"/>
                </a:lnTo>
                <a:close/>
                <a:moveTo>
                  <a:pt x="374210" y="374146"/>
                </a:moveTo>
                <a:lnTo>
                  <a:pt x="375576" y="384656"/>
                </a:lnTo>
                <a:lnTo>
                  <a:pt x="375576" y="404883"/>
                </a:lnTo>
                <a:lnTo>
                  <a:pt x="372844" y="404883"/>
                </a:lnTo>
                <a:lnTo>
                  <a:pt x="372844" y="401471"/>
                </a:lnTo>
                <a:lnTo>
                  <a:pt x="374210" y="404274"/>
                </a:lnTo>
                <a:lnTo>
                  <a:pt x="374210" y="390961"/>
                </a:lnTo>
                <a:close/>
                <a:moveTo>
                  <a:pt x="243100" y="374146"/>
                </a:moveTo>
                <a:lnTo>
                  <a:pt x="243100" y="378350"/>
                </a:lnTo>
                <a:lnTo>
                  <a:pt x="243100" y="404915"/>
                </a:lnTo>
                <a:lnTo>
                  <a:pt x="239432" y="404916"/>
                </a:lnTo>
                <a:lnTo>
                  <a:pt x="240368" y="381853"/>
                </a:lnTo>
                <a:lnTo>
                  <a:pt x="240368" y="402872"/>
                </a:lnTo>
                <a:lnTo>
                  <a:pt x="241734" y="387458"/>
                </a:lnTo>
                <a:lnTo>
                  <a:pt x="241734" y="402872"/>
                </a:lnTo>
                <a:close/>
                <a:moveTo>
                  <a:pt x="165253" y="374146"/>
                </a:moveTo>
                <a:lnTo>
                  <a:pt x="165253" y="396567"/>
                </a:lnTo>
                <a:lnTo>
                  <a:pt x="166619" y="401471"/>
                </a:lnTo>
                <a:lnTo>
                  <a:pt x="166619" y="404934"/>
                </a:lnTo>
                <a:lnTo>
                  <a:pt x="165253" y="404934"/>
                </a:lnTo>
                <a:lnTo>
                  <a:pt x="164384" y="404934"/>
                </a:lnTo>
                <a:close/>
                <a:moveTo>
                  <a:pt x="3460759" y="373445"/>
                </a:moveTo>
                <a:lnTo>
                  <a:pt x="3462125" y="401471"/>
                </a:lnTo>
                <a:lnTo>
                  <a:pt x="3462125" y="404131"/>
                </a:lnTo>
                <a:lnTo>
                  <a:pt x="3460759" y="404131"/>
                </a:lnTo>
                <a:close/>
                <a:moveTo>
                  <a:pt x="3378815" y="373445"/>
                </a:moveTo>
                <a:lnTo>
                  <a:pt x="3378815" y="404151"/>
                </a:lnTo>
                <a:lnTo>
                  <a:pt x="3377948" y="404152"/>
                </a:lnTo>
                <a:close/>
                <a:moveTo>
                  <a:pt x="1600635" y="373445"/>
                </a:moveTo>
                <a:lnTo>
                  <a:pt x="1600635" y="404584"/>
                </a:lnTo>
                <a:lnTo>
                  <a:pt x="1599269" y="404585"/>
                </a:lnTo>
                <a:lnTo>
                  <a:pt x="1599269" y="397267"/>
                </a:lnTo>
                <a:close/>
                <a:moveTo>
                  <a:pt x="499857" y="373445"/>
                </a:moveTo>
                <a:lnTo>
                  <a:pt x="501218" y="404852"/>
                </a:lnTo>
                <a:lnTo>
                  <a:pt x="498491" y="404853"/>
                </a:lnTo>
                <a:lnTo>
                  <a:pt x="498491" y="397267"/>
                </a:lnTo>
                <a:lnTo>
                  <a:pt x="499857" y="397267"/>
                </a:lnTo>
                <a:lnTo>
                  <a:pt x="499857" y="393063"/>
                </a:lnTo>
                <a:close/>
                <a:moveTo>
                  <a:pt x="103795" y="373445"/>
                </a:moveTo>
                <a:lnTo>
                  <a:pt x="103795" y="403573"/>
                </a:lnTo>
                <a:lnTo>
                  <a:pt x="103882" y="404949"/>
                </a:lnTo>
                <a:lnTo>
                  <a:pt x="102805" y="404949"/>
                </a:lnTo>
                <a:close/>
                <a:moveTo>
                  <a:pt x="3279117" y="372745"/>
                </a:moveTo>
                <a:lnTo>
                  <a:pt x="3280252" y="404175"/>
                </a:lnTo>
                <a:lnTo>
                  <a:pt x="3279117" y="404176"/>
                </a:lnTo>
                <a:close/>
                <a:moveTo>
                  <a:pt x="564046" y="372745"/>
                </a:moveTo>
                <a:lnTo>
                  <a:pt x="565412" y="397267"/>
                </a:lnTo>
                <a:lnTo>
                  <a:pt x="565412" y="404837"/>
                </a:lnTo>
                <a:lnTo>
                  <a:pt x="563812" y="404837"/>
                </a:lnTo>
                <a:lnTo>
                  <a:pt x="564046" y="375547"/>
                </a:lnTo>
                <a:close/>
                <a:moveTo>
                  <a:pt x="264952" y="372745"/>
                </a:moveTo>
                <a:lnTo>
                  <a:pt x="266317" y="400770"/>
                </a:lnTo>
                <a:lnTo>
                  <a:pt x="266317" y="398669"/>
                </a:lnTo>
                <a:lnTo>
                  <a:pt x="267683" y="403573"/>
                </a:lnTo>
                <a:lnTo>
                  <a:pt x="267683" y="404909"/>
                </a:lnTo>
                <a:lnTo>
                  <a:pt x="266317" y="404909"/>
                </a:lnTo>
                <a:lnTo>
                  <a:pt x="264952" y="404910"/>
                </a:lnTo>
                <a:close/>
                <a:moveTo>
                  <a:pt x="1352072" y="372044"/>
                </a:moveTo>
                <a:lnTo>
                  <a:pt x="1353438" y="400770"/>
                </a:lnTo>
                <a:lnTo>
                  <a:pt x="1353438" y="404645"/>
                </a:lnTo>
                <a:lnTo>
                  <a:pt x="1352072" y="404645"/>
                </a:lnTo>
                <a:close/>
                <a:moveTo>
                  <a:pt x="943719" y="372044"/>
                </a:moveTo>
                <a:lnTo>
                  <a:pt x="943719" y="404744"/>
                </a:lnTo>
                <a:lnTo>
                  <a:pt x="942353" y="404745"/>
                </a:lnTo>
                <a:lnTo>
                  <a:pt x="942353" y="395165"/>
                </a:lnTo>
                <a:close/>
                <a:moveTo>
                  <a:pt x="3389741" y="371343"/>
                </a:moveTo>
                <a:lnTo>
                  <a:pt x="3390229" y="404149"/>
                </a:lnTo>
                <a:lnTo>
                  <a:pt x="3389741" y="404149"/>
                </a:lnTo>
                <a:close/>
                <a:moveTo>
                  <a:pt x="2933587" y="371343"/>
                </a:moveTo>
                <a:lnTo>
                  <a:pt x="2934953" y="390961"/>
                </a:lnTo>
                <a:lnTo>
                  <a:pt x="2934953" y="400070"/>
                </a:lnTo>
                <a:lnTo>
                  <a:pt x="2935696" y="404259"/>
                </a:lnTo>
                <a:lnTo>
                  <a:pt x="2933587" y="404260"/>
                </a:lnTo>
                <a:close/>
                <a:moveTo>
                  <a:pt x="2768334" y="371343"/>
                </a:moveTo>
                <a:lnTo>
                  <a:pt x="2769048" y="404300"/>
                </a:lnTo>
                <a:lnTo>
                  <a:pt x="2768334" y="404300"/>
                </a:lnTo>
                <a:close/>
                <a:moveTo>
                  <a:pt x="1988502" y="371343"/>
                </a:moveTo>
                <a:lnTo>
                  <a:pt x="1988502" y="385356"/>
                </a:lnTo>
                <a:lnTo>
                  <a:pt x="1989705" y="404490"/>
                </a:lnTo>
                <a:lnTo>
                  <a:pt x="1987875" y="404490"/>
                </a:lnTo>
                <a:close/>
                <a:moveTo>
                  <a:pt x="3202636" y="370643"/>
                </a:moveTo>
                <a:lnTo>
                  <a:pt x="3202636" y="393063"/>
                </a:lnTo>
                <a:lnTo>
                  <a:pt x="3203293" y="404194"/>
                </a:lnTo>
                <a:lnTo>
                  <a:pt x="3201270" y="404195"/>
                </a:lnTo>
                <a:lnTo>
                  <a:pt x="3201270" y="393764"/>
                </a:lnTo>
                <a:close/>
                <a:moveTo>
                  <a:pt x="2032206" y="370643"/>
                </a:moveTo>
                <a:lnTo>
                  <a:pt x="2033135" y="404479"/>
                </a:lnTo>
                <a:lnTo>
                  <a:pt x="2031715" y="404479"/>
                </a:lnTo>
                <a:lnTo>
                  <a:pt x="2032206" y="376248"/>
                </a:lnTo>
                <a:close/>
                <a:moveTo>
                  <a:pt x="1451771" y="370643"/>
                </a:moveTo>
                <a:lnTo>
                  <a:pt x="1453136" y="400070"/>
                </a:lnTo>
                <a:lnTo>
                  <a:pt x="1453136" y="404620"/>
                </a:lnTo>
                <a:lnTo>
                  <a:pt x="1451771" y="404621"/>
                </a:lnTo>
                <a:close/>
                <a:moveTo>
                  <a:pt x="473908" y="370643"/>
                </a:moveTo>
                <a:lnTo>
                  <a:pt x="473908" y="404859"/>
                </a:lnTo>
                <a:lnTo>
                  <a:pt x="472542" y="404859"/>
                </a:lnTo>
                <a:lnTo>
                  <a:pt x="469811" y="404860"/>
                </a:lnTo>
                <a:lnTo>
                  <a:pt x="469811" y="400770"/>
                </a:lnTo>
                <a:lnTo>
                  <a:pt x="471177" y="391662"/>
                </a:lnTo>
                <a:lnTo>
                  <a:pt x="471177" y="402872"/>
                </a:lnTo>
                <a:lnTo>
                  <a:pt x="472542" y="388859"/>
                </a:lnTo>
                <a:lnTo>
                  <a:pt x="472542" y="383254"/>
                </a:lnTo>
                <a:close/>
                <a:moveTo>
                  <a:pt x="146133" y="370643"/>
                </a:moveTo>
                <a:lnTo>
                  <a:pt x="146133" y="386057"/>
                </a:lnTo>
                <a:lnTo>
                  <a:pt x="146828" y="404939"/>
                </a:lnTo>
                <a:lnTo>
                  <a:pt x="144767" y="404939"/>
                </a:lnTo>
                <a:lnTo>
                  <a:pt x="143402" y="404939"/>
                </a:lnTo>
                <a:lnTo>
                  <a:pt x="143402" y="375547"/>
                </a:lnTo>
                <a:lnTo>
                  <a:pt x="144767" y="394465"/>
                </a:lnTo>
                <a:lnTo>
                  <a:pt x="144767" y="387458"/>
                </a:lnTo>
                <a:close/>
                <a:moveTo>
                  <a:pt x="128379" y="370643"/>
                </a:moveTo>
                <a:lnTo>
                  <a:pt x="128379" y="404943"/>
                </a:lnTo>
                <a:lnTo>
                  <a:pt x="127013" y="404943"/>
                </a:lnTo>
                <a:lnTo>
                  <a:pt x="127013" y="402872"/>
                </a:lnTo>
                <a:close/>
                <a:moveTo>
                  <a:pt x="3287311" y="369942"/>
                </a:moveTo>
                <a:lnTo>
                  <a:pt x="3287311" y="397267"/>
                </a:lnTo>
                <a:lnTo>
                  <a:pt x="3288677" y="397968"/>
                </a:lnTo>
                <a:lnTo>
                  <a:pt x="3288677" y="404173"/>
                </a:lnTo>
                <a:lnTo>
                  <a:pt x="3286881" y="404174"/>
                </a:lnTo>
                <a:close/>
                <a:moveTo>
                  <a:pt x="3232682" y="369942"/>
                </a:moveTo>
                <a:lnTo>
                  <a:pt x="3232682" y="400070"/>
                </a:lnTo>
                <a:lnTo>
                  <a:pt x="3233255" y="404187"/>
                </a:lnTo>
                <a:lnTo>
                  <a:pt x="3231569" y="404187"/>
                </a:lnTo>
                <a:close/>
                <a:moveTo>
                  <a:pt x="3079720" y="369942"/>
                </a:moveTo>
                <a:lnTo>
                  <a:pt x="3080198" y="404224"/>
                </a:lnTo>
                <a:lnTo>
                  <a:pt x="3079720" y="404224"/>
                </a:lnTo>
                <a:close/>
                <a:moveTo>
                  <a:pt x="2891249" y="369942"/>
                </a:moveTo>
                <a:lnTo>
                  <a:pt x="2892166" y="404270"/>
                </a:lnTo>
                <a:lnTo>
                  <a:pt x="2891249" y="404270"/>
                </a:lnTo>
                <a:close/>
                <a:moveTo>
                  <a:pt x="2678196" y="369942"/>
                </a:moveTo>
                <a:lnTo>
                  <a:pt x="2679509" y="404322"/>
                </a:lnTo>
                <a:lnTo>
                  <a:pt x="2675464" y="404323"/>
                </a:lnTo>
                <a:lnTo>
                  <a:pt x="2675461" y="404323"/>
                </a:lnTo>
                <a:lnTo>
                  <a:pt x="2675464" y="404274"/>
                </a:lnTo>
                <a:lnTo>
                  <a:pt x="2675464" y="392363"/>
                </a:lnTo>
                <a:lnTo>
                  <a:pt x="2676830" y="400070"/>
                </a:lnTo>
                <a:lnTo>
                  <a:pt x="2676830" y="392363"/>
                </a:lnTo>
                <a:lnTo>
                  <a:pt x="2678196" y="390961"/>
                </a:lnTo>
                <a:close/>
                <a:moveTo>
                  <a:pt x="2280769" y="369942"/>
                </a:moveTo>
                <a:lnTo>
                  <a:pt x="2280769" y="404419"/>
                </a:lnTo>
                <a:lnTo>
                  <a:pt x="2280244" y="404419"/>
                </a:lnTo>
                <a:close/>
                <a:moveTo>
                  <a:pt x="1126727" y="369942"/>
                </a:moveTo>
                <a:lnTo>
                  <a:pt x="1126727" y="400070"/>
                </a:lnTo>
                <a:lnTo>
                  <a:pt x="1127258" y="404700"/>
                </a:lnTo>
                <a:lnTo>
                  <a:pt x="1126105" y="404700"/>
                </a:lnTo>
                <a:close/>
                <a:moveTo>
                  <a:pt x="718374" y="369942"/>
                </a:moveTo>
                <a:lnTo>
                  <a:pt x="718374" y="404799"/>
                </a:lnTo>
                <a:lnTo>
                  <a:pt x="717855" y="404799"/>
                </a:lnTo>
                <a:close/>
                <a:moveTo>
                  <a:pt x="355090" y="369942"/>
                </a:moveTo>
                <a:lnTo>
                  <a:pt x="355090" y="402872"/>
                </a:lnTo>
                <a:lnTo>
                  <a:pt x="356455" y="402872"/>
                </a:lnTo>
                <a:lnTo>
                  <a:pt x="356455" y="397267"/>
                </a:lnTo>
                <a:lnTo>
                  <a:pt x="357821" y="400770"/>
                </a:lnTo>
                <a:lnTo>
                  <a:pt x="357821" y="404887"/>
                </a:lnTo>
                <a:lnTo>
                  <a:pt x="354169" y="404888"/>
                </a:lnTo>
                <a:close/>
                <a:moveTo>
                  <a:pt x="3477147" y="369241"/>
                </a:moveTo>
                <a:lnTo>
                  <a:pt x="3477147" y="399369"/>
                </a:lnTo>
                <a:lnTo>
                  <a:pt x="3477990" y="404127"/>
                </a:lnTo>
                <a:lnTo>
                  <a:pt x="3477147" y="404127"/>
                </a:lnTo>
                <a:lnTo>
                  <a:pt x="3473880" y="404128"/>
                </a:lnTo>
                <a:lnTo>
                  <a:pt x="3474416" y="389560"/>
                </a:lnTo>
                <a:lnTo>
                  <a:pt x="3475782" y="387458"/>
                </a:lnTo>
                <a:lnTo>
                  <a:pt x="3475782" y="383254"/>
                </a:lnTo>
                <a:close/>
                <a:moveTo>
                  <a:pt x="2772431" y="369241"/>
                </a:moveTo>
                <a:lnTo>
                  <a:pt x="2772431" y="404299"/>
                </a:lnTo>
                <a:lnTo>
                  <a:pt x="2771704" y="404299"/>
                </a:lnTo>
                <a:close/>
                <a:moveTo>
                  <a:pt x="2443290" y="369241"/>
                </a:moveTo>
                <a:lnTo>
                  <a:pt x="2444656" y="393764"/>
                </a:lnTo>
                <a:lnTo>
                  <a:pt x="2444656" y="401471"/>
                </a:lnTo>
                <a:lnTo>
                  <a:pt x="2446022" y="385356"/>
                </a:lnTo>
                <a:lnTo>
                  <a:pt x="2446022" y="397968"/>
                </a:lnTo>
                <a:lnTo>
                  <a:pt x="2446485" y="404378"/>
                </a:lnTo>
                <a:lnTo>
                  <a:pt x="2442981" y="404379"/>
                </a:lnTo>
                <a:lnTo>
                  <a:pt x="2443290" y="398669"/>
                </a:lnTo>
                <a:close/>
                <a:moveTo>
                  <a:pt x="2120978" y="369241"/>
                </a:moveTo>
                <a:lnTo>
                  <a:pt x="2122344" y="401471"/>
                </a:lnTo>
                <a:lnTo>
                  <a:pt x="2122344" y="404457"/>
                </a:lnTo>
                <a:lnTo>
                  <a:pt x="2120978" y="404458"/>
                </a:lnTo>
                <a:close/>
                <a:moveTo>
                  <a:pt x="2105955" y="369241"/>
                </a:moveTo>
                <a:lnTo>
                  <a:pt x="2107227" y="404461"/>
                </a:lnTo>
                <a:lnTo>
                  <a:pt x="2105710" y="404461"/>
                </a:lnTo>
                <a:lnTo>
                  <a:pt x="2105955" y="398669"/>
                </a:lnTo>
                <a:close/>
                <a:moveTo>
                  <a:pt x="1633413" y="369241"/>
                </a:moveTo>
                <a:lnTo>
                  <a:pt x="1634778" y="403573"/>
                </a:lnTo>
                <a:lnTo>
                  <a:pt x="1634778" y="396567"/>
                </a:lnTo>
                <a:lnTo>
                  <a:pt x="1635189" y="404576"/>
                </a:lnTo>
                <a:lnTo>
                  <a:pt x="1632047" y="404577"/>
                </a:lnTo>
                <a:lnTo>
                  <a:pt x="1632047" y="374146"/>
                </a:lnTo>
                <a:lnTo>
                  <a:pt x="1633413" y="377649"/>
                </a:lnTo>
                <a:close/>
                <a:moveTo>
                  <a:pt x="1350707" y="369241"/>
                </a:moveTo>
                <a:lnTo>
                  <a:pt x="1350707" y="395165"/>
                </a:lnTo>
                <a:lnTo>
                  <a:pt x="1350888" y="404645"/>
                </a:lnTo>
                <a:lnTo>
                  <a:pt x="1350707" y="404645"/>
                </a:lnTo>
                <a:lnTo>
                  <a:pt x="1350479" y="404645"/>
                </a:lnTo>
                <a:close/>
                <a:moveTo>
                  <a:pt x="1332952" y="369241"/>
                </a:moveTo>
                <a:lnTo>
                  <a:pt x="1333456" y="404650"/>
                </a:lnTo>
                <a:lnTo>
                  <a:pt x="1330304" y="404650"/>
                </a:lnTo>
                <a:lnTo>
                  <a:pt x="1331586" y="388859"/>
                </a:lnTo>
                <a:lnTo>
                  <a:pt x="1331586" y="378350"/>
                </a:lnTo>
                <a:lnTo>
                  <a:pt x="1332952" y="395165"/>
                </a:lnTo>
                <a:close/>
                <a:moveTo>
                  <a:pt x="857678" y="369241"/>
                </a:moveTo>
                <a:lnTo>
                  <a:pt x="858744" y="404765"/>
                </a:lnTo>
                <a:lnTo>
                  <a:pt x="857678" y="404765"/>
                </a:lnTo>
                <a:close/>
                <a:moveTo>
                  <a:pt x="700619" y="369241"/>
                </a:moveTo>
                <a:lnTo>
                  <a:pt x="701227" y="404804"/>
                </a:lnTo>
                <a:lnTo>
                  <a:pt x="700619" y="404804"/>
                </a:lnTo>
                <a:close/>
                <a:moveTo>
                  <a:pt x="3731173" y="368541"/>
                </a:moveTo>
                <a:lnTo>
                  <a:pt x="3731173" y="404066"/>
                </a:lnTo>
                <a:lnTo>
                  <a:pt x="3729807" y="404066"/>
                </a:lnTo>
                <a:lnTo>
                  <a:pt x="3729807" y="394465"/>
                </a:lnTo>
                <a:close/>
                <a:moveTo>
                  <a:pt x="3381547" y="368541"/>
                </a:moveTo>
                <a:lnTo>
                  <a:pt x="3382262" y="404151"/>
                </a:lnTo>
                <a:lnTo>
                  <a:pt x="3381547" y="404151"/>
                </a:lnTo>
                <a:close/>
                <a:moveTo>
                  <a:pt x="2766968" y="368541"/>
                </a:moveTo>
                <a:lnTo>
                  <a:pt x="2767393" y="404300"/>
                </a:lnTo>
                <a:lnTo>
                  <a:pt x="2766968" y="404300"/>
                </a:lnTo>
                <a:lnTo>
                  <a:pt x="2766309" y="404301"/>
                </a:lnTo>
                <a:lnTo>
                  <a:pt x="2766968" y="374847"/>
                </a:lnTo>
                <a:close/>
                <a:moveTo>
                  <a:pt x="2415976" y="368541"/>
                </a:moveTo>
                <a:lnTo>
                  <a:pt x="2417341" y="390961"/>
                </a:lnTo>
                <a:lnTo>
                  <a:pt x="2417341" y="404386"/>
                </a:lnTo>
                <a:lnTo>
                  <a:pt x="2415976" y="404386"/>
                </a:lnTo>
                <a:close/>
                <a:moveTo>
                  <a:pt x="3489439" y="367139"/>
                </a:moveTo>
                <a:lnTo>
                  <a:pt x="3489439" y="398669"/>
                </a:lnTo>
                <a:lnTo>
                  <a:pt x="3490503" y="404124"/>
                </a:lnTo>
                <a:lnTo>
                  <a:pt x="3488174" y="404125"/>
                </a:lnTo>
                <a:close/>
                <a:moveTo>
                  <a:pt x="3464856" y="367139"/>
                </a:moveTo>
                <a:lnTo>
                  <a:pt x="3464856" y="404130"/>
                </a:lnTo>
                <a:lnTo>
                  <a:pt x="3462315" y="404131"/>
                </a:lnTo>
                <a:lnTo>
                  <a:pt x="3463490" y="390261"/>
                </a:lnTo>
                <a:lnTo>
                  <a:pt x="3463490" y="397968"/>
                </a:lnTo>
                <a:close/>
                <a:moveTo>
                  <a:pt x="3393838" y="367139"/>
                </a:moveTo>
                <a:lnTo>
                  <a:pt x="3393838" y="404148"/>
                </a:lnTo>
                <a:lnTo>
                  <a:pt x="3392550" y="404148"/>
                </a:lnTo>
                <a:close/>
                <a:moveTo>
                  <a:pt x="2898078" y="367139"/>
                </a:moveTo>
                <a:lnTo>
                  <a:pt x="2898078" y="369942"/>
                </a:lnTo>
                <a:lnTo>
                  <a:pt x="2898078" y="377649"/>
                </a:lnTo>
                <a:lnTo>
                  <a:pt x="2899444" y="395866"/>
                </a:lnTo>
                <a:lnTo>
                  <a:pt x="2899444" y="393764"/>
                </a:lnTo>
                <a:lnTo>
                  <a:pt x="2899889" y="404268"/>
                </a:lnTo>
                <a:lnTo>
                  <a:pt x="2898078" y="404268"/>
                </a:lnTo>
                <a:lnTo>
                  <a:pt x="2895347" y="404269"/>
                </a:lnTo>
                <a:lnTo>
                  <a:pt x="2895347" y="383955"/>
                </a:lnTo>
                <a:lnTo>
                  <a:pt x="2896713" y="391662"/>
                </a:lnTo>
                <a:close/>
                <a:moveTo>
                  <a:pt x="1563760" y="367139"/>
                </a:moveTo>
                <a:lnTo>
                  <a:pt x="1564285" y="404593"/>
                </a:lnTo>
                <a:lnTo>
                  <a:pt x="1563596" y="404593"/>
                </a:lnTo>
                <a:lnTo>
                  <a:pt x="1563760" y="383254"/>
                </a:lnTo>
                <a:close/>
                <a:moveTo>
                  <a:pt x="506686" y="367139"/>
                </a:moveTo>
                <a:lnTo>
                  <a:pt x="507852" y="404851"/>
                </a:lnTo>
                <a:lnTo>
                  <a:pt x="505320" y="404851"/>
                </a:lnTo>
                <a:lnTo>
                  <a:pt x="505320" y="404274"/>
                </a:lnTo>
                <a:lnTo>
                  <a:pt x="506686" y="386758"/>
                </a:lnTo>
                <a:close/>
                <a:moveTo>
                  <a:pt x="1496840" y="366439"/>
                </a:moveTo>
                <a:lnTo>
                  <a:pt x="1497487" y="404610"/>
                </a:lnTo>
                <a:lnTo>
                  <a:pt x="1496840" y="404610"/>
                </a:lnTo>
                <a:close/>
                <a:moveTo>
                  <a:pt x="3104303" y="365738"/>
                </a:moveTo>
                <a:lnTo>
                  <a:pt x="3104303" y="397267"/>
                </a:lnTo>
                <a:lnTo>
                  <a:pt x="3105669" y="367840"/>
                </a:lnTo>
                <a:lnTo>
                  <a:pt x="3105669" y="404218"/>
                </a:lnTo>
                <a:lnTo>
                  <a:pt x="3103898" y="404218"/>
                </a:lnTo>
                <a:close/>
                <a:moveTo>
                  <a:pt x="2424170" y="365738"/>
                </a:moveTo>
                <a:lnTo>
                  <a:pt x="2424170" y="404384"/>
                </a:lnTo>
                <a:lnTo>
                  <a:pt x="2423273" y="404384"/>
                </a:lnTo>
                <a:close/>
                <a:moveTo>
                  <a:pt x="2294426" y="365738"/>
                </a:moveTo>
                <a:lnTo>
                  <a:pt x="2294426" y="404416"/>
                </a:lnTo>
                <a:lnTo>
                  <a:pt x="2294264" y="404416"/>
                </a:lnTo>
                <a:close/>
                <a:moveTo>
                  <a:pt x="2217945" y="365738"/>
                </a:moveTo>
                <a:lnTo>
                  <a:pt x="2218288" y="404434"/>
                </a:lnTo>
                <a:lnTo>
                  <a:pt x="2217764" y="404434"/>
                </a:lnTo>
                <a:lnTo>
                  <a:pt x="2217945" y="392363"/>
                </a:lnTo>
                <a:close/>
                <a:moveTo>
                  <a:pt x="3365158" y="365037"/>
                </a:moveTo>
                <a:lnTo>
                  <a:pt x="3366450" y="404154"/>
                </a:lnTo>
                <a:lnTo>
                  <a:pt x="3365158" y="404155"/>
                </a:lnTo>
                <a:close/>
                <a:moveTo>
                  <a:pt x="3000508" y="365037"/>
                </a:moveTo>
                <a:lnTo>
                  <a:pt x="3000508" y="376948"/>
                </a:lnTo>
                <a:lnTo>
                  <a:pt x="3001326" y="404243"/>
                </a:lnTo>
                <a:lnTo>
                  <a:pt x="2999142" y="404244"/>
                </a:lnTo>
                <a:lnTo>
                  <a:pt x="2999142" y="374847"/>
                </a:lnTo>
                <a:close/>
                <a:moveTo>
                  <a:pt x="2396855" y="365037"/>
                </a:moveTo>
                <a:lnTo>
                  <a:pt x="2397259" y="404390"/>
                </a:lnTo>
                <a:lnTo>
                  <a:pt x="2396855" y="404391"/>
                </a:lnTo>
                <a:close/>
                <a:moveTo>
                  <a:pt x="2301254" y="365037"/>
                </a:moveTo>
                <a:lnTo>
                  <a:pt x="2301616" y="404414"/>
                </a:lnTo>
                <a:lnTo>
                  <a:pt x="2301254" y="404414"/>
                </a:lnTo>
                <a:close/>
                <a:moveTo>
                  <a:pt x="1360267" y="365037"/>
                </a:moveTo>
                <a:lnTo>
                  <a:pt x="1360267" y="404643"/>
                </a:lnTo>
                <a:lnTo>
                  <a:pt x="1359955" y="404643"/>
                </a:lnTo>
                <a:close/>
                <a:moveTo>
                  <a:pt x="488931" y="365037"/>
                </a:moveTo>
                <a:lnTo>
                  <a:pt x="488931" y="404855"/>
                </a:lnTo>
                <a:lnTo>
                  <a:pt x="486200" y="404856"/>
                </a:lnTo>
                <a:lnTo>
                  <a:pt x="486200" y="395165"/>
                </a:lnTo>
                <a:lnTo>
                  <a:pt x="487565" y="398669"/>
                </a:lnTo>
                <a:lnTo>
                  <a:pt x="487565" y="396567"/>
                </a:lnTo>
                <a:close/>
                <a:moveTo>
                  <a:pt x="3179419" y="364337"/>
                </a:moveTo>
                <a:lnTo>
                  <a:pt x="3180254" y="404200"/>
                </a:lnTo>
                <a:lnTo>
                  <a:pt x="3179419" y="404200"/>
                </a:lnTo>
                <a:close/>
                <a:moveTo>
                  <a:pt x="3068794" y="364337"/>
                </a:moveTo>
                <a:lnTo>
                  <a:pt x="3068794" y="404227"/>
                </a:lnTo>
                <a:lnTo>
                  <a:pt x="3067785" y="404227"/>
                </a:lnTo>
                <a:close/>
                <a:moveTo>
                  <a:pt x="3063331" y="364337"/>
                </a:moveTo>
                <a:lnTo>
                  <a:pt x="3063331" y="404228"/>
                </a:lnTo>
                <a:lnTo>
                  <a:pt x="3062918" y="404228"/>
                </a:lnTo>
                <a:close/>
                <a:moveTo>
                  <a:pt x="2138733" y="364337"/>
                </a:moveTo>
                <a:lnTo>
                  <a:pt x="2140098" y="378350"/>
                </a:lnTo>
                <a:lnTo>
                  <a:pt x="2140098" y="404453"/>
                </a:lnTo>
                <a:lnTo>
                  <a:pt x="2138733" y="404453"/>
                </a:lnTo>
                <a:close/>
                <a:moveTo>
                  <a:pt x="2024011" y="364337"/>
                </a:moveTo>
                <a:lnTo>
                  <a:pt x="2024370" y="404481"/>
                </a:lnTo>
                <a:lnTo>
                  <a:pt x="2024011" y="404481"/>
                </a:lnTo>
                <a:lnTo>
                  <a:pt x="2024011" y="400770"/>
                </a:lnTo>
                <a:close/>
                <a:moveTo>
                  <a:pt x="2874861" y="363636"/>
                </a:moveTo>
                <a:lnTo>
                  <a:pt x="2876227" y="396567"/>
                </a:lnTo>
                <a:lnTo>
                  <a:pt x="2876227" y="404274"/>
                </a:lnTo>
                <a:lnTo>
                  <a:pt x="2874218" y="404274"/>
                </a:lnTo>
                <a:lnTo>
                  <a:pt x="2874861" y="398669"/>
                </a:lnTo>
                <a:close/>
                <a:moveTo>
                  <a:pt x="2791551" y="363636"/>
                </a:moveTo>
                <a:lnTo>
                  <a:pt x="2792917" y="393764"/>
                </a:lnTo>
                <a:lnTo>
                  <a:pt x="2792917" y="383955"/>
                </a:lnTo>
                <a:lnTo>
                  <a:pt x="2794283" y="367139"/>
                </a:lnTo>
                <a:lnTo>
                  <a:pt x="2794283" y="388859"/>
                </a:lnTo>
                <a:lnTo>
                  <a:pt x="2795649" y="387458"/>
                </a:lnTo>
                <a:lnTo>
                  <a:pt x="2795649" y="399369"/>
                </a:lnTo>
                <a:lnTo>
                  <a:pt x="2797014" y="403573"/>
                </a:lnTo>
                <a:lnTo>
                  <a:pt x="2797014" y="404293"/>
                </a:lnTo>
                <a:lnTo>
                  <a:pt x="2791551" y="404294"/>
                </a:lnTo>
                <a:close/>
                <a:moveTo>
                  <a:pt x="2002160" y="363636"/>
                </a:moveTo>
                <a:lnTo>
                  <a:pt x="2003384" y="404486"/>
                </a:lnTo>
                <a:lnTo>
                  <a:pt x="2001574" y="404487"/>
                </a:lnTo>
                <a:lnTo>
                  <a:pt x="2002160" y="374146"/>
                </a:lnTo>
                <a:close/>
                <a:moveTo>
                  <a:pt x="549023" y="363636"/>
                </a:moveTo>
                <a:lnTo>
                  <a:pt x="549803" y="404840"/>
                </a:lnTo>
                <a:lnTo>
                  <a:pt x="549023" y="404841"/>
                </a:lnTo>
                <a:close/>
                <a:moveTo>
                  <a:pt x="376941" y="363636"/>
                </a:moveTo>
                <a:lnTo>
                  <a:pt x="378307" y="400070"/>
                </a:lnTo>
                <a:lnTo>
                  <a:pt x="378307" y="400770"/>
                </a:lnTo>
                <a:lnTo>
                  <a:pt x="378307" y="401471"/>
                </a:lnTo>
                <a:lnTo>
                  <a:pt x="379673" y="397968"/>
                </a:lnTo>
                <a:lnTo>
                  <a:pt x="379673" y="403573"/>
                </a:lnTo>
                <a:lnTo>
                  <a:pt x="379957" y="404882"/>
                </a:lnTo>
                <a:lnTo>
                  <a:pt x="376941" y="404883"/>
                </a:lnTo>
                <a:close/>
                <a:moveTo>
                  <a:pt x="3486707" y="362936"/>
                </a:moveTo>
                <a:lnTo>
                  <a:pt x="3486707" y="393063"/>
                </a:lnTo>
                <a:lnTo>
                  <a:pt x="3488073" y="400770"/>
                </a:lnTo>
                <a:lnTo>
                  <a:pt x="3488073" y="404125"/>
                </a:lnTo>
                <a:lnTo>
                  <a:pt x="3482611" y="404126"/>
                </a:lnTo>
                <a:lnTo>
                  <a:pt x="3481245" y="404126"/>
                </a:lnTo>
                <a:lnTo>
                  <a:pt x="3481245" y="381152"/>
                </a:lnTo>
                <a:lnTo>
                  <a:pt x="3482611" y="386057"/>
                </a:lnTo>
                <a:lnTo>
                  <a:pt x="3482611" y="388859"/>
                </a:lnTo>
                <a:lnTo>
                  <a:pt x="3483976" y="395866"/>
                </a:lnTo>
                <a:lnTo>
                  <a:pt x="3483976" y="379050"/>
                </a:lnTo>
                <a:lnTo>
                  <a:pt x="3485342" y="400070"/>
                </a:lnTo>
                <a:lnTo>
                  <a:pt x="3485342" y="386057"/>
                </a:lnTo>
                <a:close/>
                <a:moveTo>
                  <a:pt x="3399301" y="362936"/>
                </a:moveTo>
                <a:lnTo>
                  <a:pt x="3399301" y="404146"/>
                </a:lnTo>
                <a:lnTo>
                  <a:pt x="3398887" y="404147"/>
                </a:lnTo>
                <a:close/>
                <a:moveTo>
                  <a:pt x="1540543" y="362936"/>
                </a:moveTo>
                <a:lnTo>
                  <a:pt x="1540994" y="404599"/>
                </a:lnTo>
                <a:lnTo>
                  <a:pt x="1540543" y="404599"/>
                </a:lnTo>
                <a:close/>
                <a:moveTo>
                  <a:pt x="1316563" y="362936"/>
                </a:moveTo>
                <a:lnTo>
                  <a:pt x="1316563" y="404654"/>
                </a:lnTo>
                <a:lnTo>
                  <a:pt x="1315618" y="404654"/>
                </a:lnTo>
                <a:close/>
                <a:moveTo>
                  <a:pt x="950548" y="362936"/>
                </a:moveTo>
                <a:lnTo>
                  <a:pt x="950548" y="393063"/>
                </a:lnTo>
                <a:lnTo>
                  <a:pt x="951913" y="395866"/>
                </a:lnTo>
                <a:lnTo>
                  <a:pt x="951913" y="397968"/>
                </a:lnTo>
                <a:lnTo>
                  <a:pt x="951913" y="404742"/>
                </a:lnTo>
                <a:lnTo>
                  <a:pt x="947170" y="404744"/>
                </a:lnTo>
                <a:lnTo>
                  <a:pt x="947816" y="394465"/>
                </a:lnTo>
                <a:lnTo>
                  <a:pt x="947816" y="403573"/>
                </a:lnTo>
                <a:lnTo>
                  <a:pt x="949182" y="386758"/>
                </a:lnTo>
                <a:lnTo>
                  <a:pt x="949182" y="383955"/>
                </a:lnTo>
                <a:close/>
                <a:moveTo>
                  <a:pt x="831729" y="362936"/>
                </a:moveTo>
                <a:lnTo>
                  <a:pt x="831729" y="404772"/>
                </a:lnTo>
                <a:lnTo>
                  <a:pt x="831072" y="404772"/>
                </a:lnTo>
                <a:close/>
                <a:moveTo>
                  <a:pt x="727934" y="362936"/>
                </a:moveTo>
                <a:lnTo>
                  <a:pt x="727934" y="404797"/>
                </a:lnTo>
                <a:lnTo>
                  <a:pt x="727212" y="404797"/>
                </a:lnTo>
                <a:close/>
                <a:moveTo>
                  <a:pt x="3597332" y="362235"/>
                </a:moveTo>
                <a:lnTo>
                  <a:pt x="3597332" y="396567"/>
                </a:lnTo>
                <a:lnTo>
                  <a:pt x="3598310" y="404098"/>
                </a:lnTo>
                <a:lnTo>
                  <a:pt x="3596037" y="404098"/>
                </a:lnTo>
                <a:close/>
                <a:moveTo>
                  <a:pt x="2777894" y="362235"/>
                </a:moveTo>
                <a:lnTo>
                  <a:pt x="2778757" y="404298"/>
                </a:lnTo>
                <a:lnTo>
                  <a:pt x="2774776" y="404299"/>
                </a:lnTo>
                <a:lnTo>
                  <a:pt x="2775163" y="393764"/>
                </a:lnTo>
                <a:lnTo>
                  <a:pt x="2775163" y="395866"/>
                </a:lnTo>
                <a:lnTo>
                  <a:pt x="2776528" y="381853"/>
                </a:lnTo>
                <a:lnTo>
                  <a:pt x="2776528" y="390261"/>
                </a:lnTo>
                <a:lnTo>
                  <a:pt x="2777894" y="363636"/>
                </a:lnTo>
                <a:close/>
                <a:moveTo>
                  <a:pt x="1354804" y="361534"/>
                </a:moveTo>
                <a:lnTo>
                  <a:pt x="1354804" y="404644"/>
                </a:lnTo>
                <a:lnTo>
                  <a:pt x="1354455" y="404644"/>
                </a:lnTo>
                <a:close/>
                <a:moveTo>
                  <a:pt x="2982753" y="360834"/>
                </a:moveTo>
                <a:lnTo>
                  <a:pt x="2983094" y="404248"/>
                </a:lnTo>
                <a:lnTo>
                  <a:pt x="2982640" y="404248"/>
                </a:lnTo>
                <a:lnTo>
                  <a:pt x="2982753" y="401471"/>
                </a:lnTo>
                <a:close/>
                <a:moveTo>
                  <a:pt x="3193076" y="360133"/>
                </a:moveTo>
                <a:lnTo>
                  <a:pt x="3193526" y="404197"/>
                </a:lnTo>
                <a:lnTo>
                  <a:pt x="3193076" y="404197"/>
                </a:lnTo>
                <a:close/>
                <a:moveTo>
                  <a:pt x="2189265" y="360133"/>
                </a:moveTo>
                <a:lnTo>
                  <a:pt x="2190630" y="397267"/>
                </a:lnTo>
                <a:lnTo>
                  <a:pt x="2190630" y="404441"/>
                </a:lnTo>
                <a:lnTo>
                  <a:pt x="2189265" y="404441"/>
                </a:lnTo>
                <a:close/>
                <a:moveTo>
                  <a:pt x="3384278" y="359432"/>
                </a:moveTo>
                <a:lnTo>
                  <a:pt x="3384820" y="404150"/>
                </a:lnTo>
                <a:lnTo>
                  <a:pt x="3384278" y="404150"/>
                </a:lnTo>
                <a:close/>
                <a:moveTo>
                  <a:pt x="1328855" y="359432"/>
                </a:moveTo>
                <a:lnTo>
                  <a:pt x="1329628" y="404650"/>
                </a:lnTo>
                <a:lnTo>
                  <a:pt x="1328171" y="404651"/>
                </a:lnTo>
                <a:lnTo>
                  <a:pt x="1328855" y="381853"/>
                </a:lnTo>
                <a:close/>
                <a:moveTo>
                  <a:pt x="1305637" y="359432"/>
                </a:moveTo>
                <a:lnTo>
                  <a:pt x="1305637" y="404656"/>
                </a:lnTo>
                <a:lnTo>
                  <a:pt x="1305185" y="404656"/>
                </a:lnTo>
                <a:close/>
                <a:moveTo>
                  <a:pt x="554486" y="359432"/>
                </a:moveTo>
                <a:lnTo>
                  <a:pt x="554486" y="404839"/>
                </a:lnTo>
                <a:lnTo>
                  <a:pt x="553121" y="404840"/>
                </a:lnTo>
                <a:lnTo>
                  <a:pt x="552847" y="404840"/>
                </a:lnTo>
                <a:lnTo>
                  <a:pt x="553121" y="403573"/>
                </a:lnTo>
                <a:lnTo>
                  <a:pt x="553121" y="398669"/>
                </a:lnTo>
                <a:close/>
                <a:moveTo>
                  <a:pt x="2309449" y="358732"/>
                </a:moveTo>
                <a:lnTo>
                  <a:pt x="2309449" y="390961"/>
                </a:lnTo>
                <a:lnTo>
                  <a:pt x="2309449" y="404412"/>
                </a:lnTo>
                <a:lnTo>
                  <a:pt x="2309027" y="404412"/>
                </a:lnTo>
                <a:close/>
                <a:moveTo>
                  <a:pt x="1492742" y="358732"/>
                </a:moveTo>
                <a:lnTo>
                  <a:pt x="1493054" y="404611"/>
                </a:lnTo>
                <a:lnTo>
                  <a:pt x="1492742" y="404611"/>
                </a:lnTo>
                <a:close/>
                <a:moveTo>
                  <a:pt x="930062" y="358732"/>
                </a:moveTo>
                <a:lnTo>
                  <a:pt x="930062" y="400070"/>
                </a:lnTo>
                <a:lnTo>
                  <a:pt x="930477" y="404748"/>
                </a:lnTo>
                <a:lnTo>
                  <a:pt x="928780" y="404748"/>
                </a:lnTo>
                <a:close/>
                <a:moveTo>
                  <a:pt x="543560" y="358732"/>
                </a:moveTo>
                <a:lnTo>
                  <a:pt x="544140" y="404842"/>
                </a:lnTo>
                <a:lnTo>
                  <a:pt x="543560" y="404842"/>
                </a:lnTo>
                <a:lnTo>
                  <a:pt x="542195" y="404842"/>
                </a:lnTo>
                <a:lnTo>
                  <a:pt x="542195" y="395165"/>
                </a:lnTo>
                <a:lnTo>
                  <a:pt x="543560" y="402872"/>
                </a:lnTo>
                <a:close/>
                <a:moveTo>
                  <a:pt x="3283214" y="358031"/>
                </a:moveTo>
                <a:lnTo>
                  <a:pt x="3284580" y="397267"/>
                </a:lnTo>
                <a:lnTo>
                  <a:pt x="3284580" y="404174"/>
                </a:lnTo>
                <a:lnTo>
                  <a:pt x="3283214" y="404175"/>
                </a:lnTo>
                <a:close/>
                <a:moveTo>
                  <a:pt x="2802477" y="358031"/>
                </a:moveTo>
                <a:lnTo>
                  <a:pt x="2802477" y="382554"/>
                </a:lnTo>
                <a:lnTo>
                  <a:pt x="2802477" y="404292"/>
                </a:lnTo>
                <a:lnTo>
                  <a:pt x="2801258" y="404292"/>
                </a:lnTo>
                <a:close/>
                <a:moveTo>
                  <a:pt x="3116595" y="357330"/>
                </a:moveTo>
                <a:lnTo>
                  <a:pt x="3116595" y="404215"/>
                </a:lnTo>
                <a:lnTo>
                  <a:pt x="3115786" y="404215"/>
                </a:lnTo>
                <a:close/>
                <a:moveTo>
                  <a:pt x="2179705" y="357330"/>
                </a:moveTo>
                <a:lnTo>
                  <a:pt x="2181070" y="387458"/>
                </a:lnTo>
                <a:lnTo>
                  <a:pt x="2181070" y="404443"/>
                </a:lnTo>
                <a:lnTo>
                  <a:pt x="2179705" y="404443"/>
                </a:lnTo>
                <a:close/>
                <a:moveTo>
                  <a:pt x="2014451" y="357330"/>
                </a:moveTo>
                <a:lnTo>
                  <a:pt x="2014451" y="404484"/>
                </a:lnTo>
                <a:lnTo>
                  <a:pt x="2013473" y="404484"/>
                </a:lnTo>
                <a:close/>
                <a:moveTo>
                  <a:pt x="773003" y="357330"/>
                </a:moveTo>
                <a:lnTo>
                  <a:pt x="774369" y="375547"/>
                </a:lnTo>
                <a:lnTo>
                  <a:pt x="774369" y="404786"/>
                </a:lnTo>
                <a:lnTo>
                  <a:pt x="773003" y="404786"/>
                </a:lnTo>
                <a:close/>
                <a:moveTo>
                  <a:pt x="741591" y="357330"/>
                </a:moveTo>
                <a:lnTo>
                  <a:pt x="741591" y="404794"/>
                </a:lnTo>
                <a:lnTo>
                  <a:pt x="741207" y="404794"/>
                </a:lnTo>
                <a:close/>
                <a:moveTo>
                  <a:pt x="3309163" y="356630"/>
                </a:moveTo>
                <a:lnTo>
                  <a:pt x="3309571" y="404168"/>
                </a:lnTo>
                <a:lnTo>
                  <a:pt x="3309163" y="404168"/>
                </a:lnTo>
                <a:close/>
                <a:moveTo>
                  <a:pt x="3183516" y="356630"/>
                </a:moveTo>
                <a:lnTo>
                  <a:pt x="3183516" y="404199"/>
                </a:lnTo>
                <a:lnTo>
                  <a:pt x="3182974" y="404199"/>
                </a:lnTo>
                <a:close/>
                <a:moveTo>
                  <a:pt x="2271208" y="356630"/>
                </a:moveTo>
                <a:lnTo>
                  <a:pt x="2271208" y="403573"/>
                </a:lnTo>
                <a:lnTo>
                  <a:pt x="2271295" y="404421"/>
                </a:lnTo>
                <a:lnTo>
                  <a:pt x="2270809" y="404421"/>
                </a:lnTo>
                <a:close/>
                <a:moveTo>
                  <a:pt x="1408067" y="356630"/>
                </a:moveTo>
                <a:lnTo>
                  <a:pt x="1409433" y="390961"/>
                </a:lnTo>
                <a:lnTo>
                  <a:pt x="1409433" y="404631"/>
                </a:lnTo>
                <a:lnTo>
                  <a:pt x="1406824" y="404632"/>
                </a:lnTo>
                <a:lnTo>
                  <a:pt x="1408067" y="358732"/>
                </a:lnTo>
                <a:close/>
                <a:moveTo>
                  <a:pt x="792123" y="356630"/>
                </a:moveTo>
                <a:lnTo>
                  <a:pt x="792679" y="404781"/>
                </a:lnTo>
                <a:lnTo>
                  <a:pt x="792123" y="404781"/>
                </a:lnTo>
                <a:close/>
                <a:moveTo>
                  <a:pt x="682865" y="356630"/>
                </a:moveTo>
                <a:lnTo>
                  <a:pt x="683340" y="404808"/>
                </a:lnTo>
                <a:lnTo>
                  <a:pt x="682865" y="404808"/>
                </a:lnTo>
                <a:close/>
                <a:moveTo>
                  <a:pt x="2380467" y="355929"/>
                </a:moveTo>
                <a:lnTo>
                  <a:pt x="2381069" y="404394"/>
                </a:lnTo>
                <a:lnTo>
                  <a:pt x="2380467" y="404395"/>
                </a:lnTo>
                <a:close/>
                <a:moveTo>
                  <a:pt x="1619755" y="355929"/>
                </a:moveTo>
                <a:lnTo>
                  <a:pt x="1619755" y="382554"/>
                </a:lnTo>
                <a:lnTo>
                  <a:pt x="1621121" y="390961"/>
                </a:lnTo>
                <a:lnTo>
                  <a:pt x="1621121" y="393764"/>
                </a:lnTo>
                <a:lnTo>
                  <a:pt x="1621427" y="404579"/>
                </a:lnTo>
                <a:lnTo>
                  <a:pt x="1618554" y="404580"/>
                </a:lnTo>
                <a:close/>
                <a:moveTo>
                  <a:pt x="844021" y="355929"/>
                </a:moveTo>
                <a:lnTo>
                  <a:pt x="845387" y="388859"/>
                </a:lnTo>
                <a:lnTo>
                  <a:pt x="845387" y="404768"/>
                </a:lnTo>
                <a:lnTo>
                  <a:pt x="842950" y="404769"/>
                </a:lnTo>
                <a:lnTo>
                  <a:pt x="844021" y="381152"/>
                </a:lnTo>
                <a:close/>
                <a:moveTo>
                  <a:pt x="2992313" y="355228"/>
                </a:moveTo>
                <a:lnTo>
                  <a:pt x="2992313" y="404246"/>
                </a:lnTo>
                <a:lnTo>
                  <a:pt x="2991668" y="404246"/>
                </a:lnTo>
                <a:close/>
                <a:moveTo>
                  <a:pt x="1618389" y="355228"/>
                </a:moveTo>
                <a:lnTo>
                  <a:pt x="1618389" y="404580"/>
                </a:lnTo>
                <a:lnTo>
                  <a:pt x="1617377" y="404580"/>
                </a:lnTo>
                <a:close/>
                <a:moveTo>
                  <a:pt x="719739" y="355228"/>
                </a:moveTo>
                <a:lnTo>
                  <a:pt x="719739" y="404799"/>
                </a:lnTo>
                <a:lnTo>
                  <a:pt x="718801" y="404799"/>
                </a:lnTo>
                <a:close/>
                <a:moveTo>
                  <a:pt x="655550" y="355228"/>
                </a:moveTo>
                <a:lnTo>
                  <a:pt x="655550" y="398669"/>
                </a:lnTo>
                <a:lnTo>
                  <a:pt x="656916" y="391662"/>
                </a:lnTo>
                <a:lnTo>
                  <a:pt x="656916" y="404814"/>
                </a:lnTo>
                <a:lnTo>
                  <a:pt x="655550" y="404815"/>
                </a:lnTo>
                <a:lnTo>
                  <a:pt x="654185" y="404815"/>
                </a:lnTo>
                <a:lnTo>
                  <a:pt x="654185" y="370643"/>
                </a:lnTo>
                <a:close/>
                <a:moveTo>
                  <a:pt x="3087915" y="354528"/>
                </a:moveTo>
                <a:lnTo>
                  <a:pt x="3088622" y="404222"/>
                </a:lnTo>
                <a:lnTo>
                  <a:pt x="3087915" y="404222"/>
                </a:lnTo>
                <a:close/>
                <a:moveTo>
                  <a:pt x="1362998" y="354528"/>
                </a:moveTo>
                <a:lnTo>
                  <a:pt x="1363756" y="404642"/>
                </a:lnTo>
                <a:lnTo>
                  <a:pt x="1362998" y="404642"/>
                </a:lnTo>
                <a:close/>
                <a:moveTo>
                  <a:pt x="786660" y="354528"/>
                </a:moveTo>
                <a:lnTo>
                  <a:pt x="786660" y="404783"/>
                </a:lnTo>
                <a:lnTo>
                  <a:pt x="786225" y="404783"/>
                </a:lnTo>
                <a:close/>
                <a:moveTo>
                  <a:pt x="3300969" y="353126"/>
                </a:moveTo>
                <a:lnTo>
                  <a:pt x="3300969" y="404170"/>
                </a:lnTo>
                <a:lnTo>
                  <a:pt x="3299603" y="404171"/>
                </a:lnTo>
                <a:lnTo>
                  <a:pt x="3299603" y="400770"/>
                </a:lnTo>
                <a:close/>
                <a:moveTo>
                  <a:pt x="3156201" y="352426"/>
                </a:moveTo>
                <a:lnTo>
                  <a:pt x="3157567" y="388859"/>
                </a:lnTo>
                <a:lnTo>
                  <a:pt x="3157567" y="372745"/>
                </a:lnTo>
                <a:lnTo>
                  <a:pt x="3158213" y="404205"/>
                </a:lnTo>
                <a:lnTo>
                  <a:pt x="3156201" y="404206"/>
                </a:lnTo>
                <a:close/>
                <a:moveTo>
                  <a:pt x="2249357" y="352426"/>
                </a:moveTo>
                <a:lnTo>
                  <a:pt x="2249357" y="404426"/>
                </a:lnTo>
                <a:lnTo>
                  <a:pt x="2249066" y="404427"/>
                </a:lnTo>
                <a:close/>
                <a:moveTo>
                  <a:pt x="2222042" y="352426"/>
                </a:moveTo>
                <a:lnTo>
                  <a:pt x="2223408" y="378350"/>
                </a:lnTo>
                <a:lnTo>
                  <a:pt x="2223408" y="398669"/>
                </a:lnTo>
                <a:lnTo>
                  <a:pt x="2223584" y="404433"/>
                </a:lnTo>
                <a:lnTo>
                  <a:pt x="2222042" y="404433"/>
                </a:lnTo>
                <a:close/>
                <a:moveTo>
                  <a:pt x="1274226" y="352426"/>
                </a:moveTo>
                <a:lnTo>
                  <a:pt x="1274226" y="404664"/>
                </a:lnTo>
                <a:lnTo>
                  <a:pt x="1272860" y="404664"/>
                </a:lnTo>
                <a:lnTo>
                  <a:pt x="1272860" y="368541"/>
                </a:lnTo>
                <a:close/>
                <a:moveTo>
                  <a:pt x="2990948" y="351725"/>
                </a:moveTo>
                <a:lnTo>
                  <a:pt x="2990948" y="404246"/>
                </a:lnTo>
                <a:lnTo>
                  <a:pt x="2990109" y="404246"/>
                </a:lnTo>
                <a:close/>
                <a:moveTo>
                  <a:pt x="2028108" y="351725"/>
                </a:moveTo>
                <a:lnTo>
                  <a:pt x="2028108" y="404480"/>
                </a:lnTo>
                <a:lnTo>
                  <a:pt x="2027466" y="404481"/>
                </a:lnTo>
                <a:close/>
                <a:moveTo>
                  <a:pt x="1375290" y="351725"/>
                </a:moveTo>
                <a:lnTo>
                  <a:pt x="1375676" y="404639"/>
                </a:lnTo>
                <a:lnTo>
                  <a:pt x="1374799" y="404639"/>
                </a:lnTo>
                <a:lnTo>
                  <a:pt x="1375290" y="361534"/>
                </a:lnTo>
                <a:close/>
                <a:moveTo>
                  <a:pt x="2344958" y="351025"/>
                </a:moveTo>
                <a:lnTo>
                  <a:pt x="2344958" y="404403"/>
                </a:lnTo>
                <a:lnTo>
                  <a:pt x="2343885" y="404403"/>
                </a:lnTo>
                <a:close/>
                <a:moveTo>
                  <a:pt x="3052405" y="350324"/>
                </a:moveTo>
                <a:lnTo>
                  <a:pt x="3053435" y="404231"/>
                </a:lnTo>
                <a:lnTo>
                  <a:pt x="3052405" y="404231"/>
                </a:lnTo>
                <a:close/>
                <a:moveTo>
                  <a:pt x="1666190" y="350324"/>
                </a:moveTo>
                <a:lnTo>
                  <a:pt x="1667036" y="404568"/>
                </a:lnTo>
                <a:lnTo>
                  <a:pt x="1664519" y="404569"/>
                </a:lnTo>
                <a:lnTo>
                  <a:pt x="1664824" y="395165"/>
                </a:lnTo>
                <a:lnTo>
                  <a:pt x="1664824" y="403573"/>
                </a:lnTo>
                <a:lnTo>
                  <a:pt x="1666190" y="399369"/>
                </a:lnTo>
                <a:close/>
                <a:moveTo>
                  <a:pt x="1436747" y="350324"/>
                </a:moveTo>
                <a:lnTo>
                  <a:pt x="1436747" y="404624"/>
                </a:lnTo>
                <a:lnTo>
                  <a:pt x="1436193" y="404625"/>
                </a:lnTo>
                <a:close/>
                <a:moveTo>
                  <a:pt x="1505034" y="349623"/>
                </a:moveTo>
                <a:lnTo>
                  <a:pt x="1505859" y="404608"/>
                </a:lnTo>
                <a:lnTo>
                  <a:pt x="1503668" y="404608"/>
                </a:lnTo>
                <a:lnTo>
                  <a:pt x="1503668" y="395165"/>
                </a:lnTo>
                <a:lnTo>
                  <a:pt x="1505034" y="355228"/>
                </a:lnTo>
                <a:close/>
                <a:moveTo>
                  <a:pt x="2926759" y="348923"/>
                </a:moveTo>
                <a:lnTo>
                  <a:pt x="2926759" y="403573"/>
                </a:lnTo>
                <a:lnTo>
                  <a:pt x="2928124" y="390961"/>
                </a:lnTo>
                <a:lnTo>
                  <a:pt x="2928124" y="401471"/>
                </a:lnTo>
                <a:lnTo>
                  <a:pt x="2928300" y="404261"/>
                </a:lnTo>
                <a:lnTo>
                  <a:pt x="2925393" y="404262"/>
                </a:lnTo>
                <a:lnTo>
                  <a:pt x="2924027" y="404262"/>
                </a:lnTo>
                <a:lnTo>
                  <a:pt x="2924027" y="400070"/>
                </a:lnTo>
                <a:lnTo>
                  <a:pt x="2925393" y="400770"/>
                </a:lnTo>
                <a:lnTo>
                  <a:pt x="2925393" y="381152"/>
                </a:lnTo>
                <a:close/>
                <a:moveTo>
                  <a:pt x="588629" y="348923"/>
                </a:moveTo>
                <a:lnTo>
                  <a:pt x="588629" y="404831"/>
                </a:lnTo>
                <a:lnTo>
                  <a:pt x="587264" y="404831"/>
                </a:lnTo>
                <a:lnTo>
                  <a:pt x="587264" y="357330"/>
                </a:lnTo>
                <a:close/>
                <a:moveTo>
                  <a:pt x="1533714" y="348222"/>
                </a:moveTo>
                <a:lnTo>
                  <a:pt x="1533714" y="404601"/>
                </a:lnTo>
                <a:lnTo>
                  <a:pt x="1532882" y="404601"/>
                </a:lnTo>
                <a:close/>
                <a:moveTo>
                  <a:pt x="3219025" y="347521"/>
                </a:moveTo>
                <a:lnTo>
                  <a:pt x="3219493" y="404190"/>
                </a:lnTo>
                <a:lnTo>
                  <a:pt x="3218782" y="404190"/>
                </a:lnTo>
                <a:lnTo>
                  <a:pt x="3219025" y="392363"/>
                </a:lnTo>
                <a:close/>
                <a:moveTo>
                  <a:pt x="1261934" y="347521"/>
                </a:moveTo>
                <a:lnTo>
                  <a:pt x="1261934" y="404667"/>
                </a:lnTo>
                <a:lnTo>
                  <a:pt x="1260568" y="404667"/>
                </a:lnTo>
                <a:lnTo>
                  <a:pt x="1260160" y="404667"/>
                </a:lnTo>
                <a:lnTo>
                  <a:pt x="1260568" y="395866"/>
                </a:lnTo>
                <a:lnTo>
                  <a:pt x="1260568" y="397968"/>
                </a:lnTo>
                <a:close/>
                <a:moveTo>
                  <a:pt x="839924" y="347521"/>
                </a:moveTo>
                <a:lnTo>
                  <a:pt x="839924" y="369942"/>
                </a:lnTo>
                <a:lnTo>
                  <a:pt x="841289" y="397267"/>
                </a:lnTo>
                <a:lnTo>
                  <a:pt x="841289" y="404769"/>
                </a:lnTo>
                <a:lnTo>
                  <a:pt x="838558" y="404770"/>
                </a:lnTo>
                <a:lnTo>
                  <a:pt x="838558" y="376948"/>
                </a:lnTo>
                <a:close/>
                <a:moveTo>
                  <a:pt x="721105" y="347521"/>
                </a:moveTo>
                <a:lnTo>
                  <a:pt x="721105" y="404799"/>
                </a:lnTo>
                <a:lnTo>
                  <a:pt x="720535" y="404799"/>
                </a:lnTo>
                <a:close/>
                <a:moveTo>
                  <a:pt x="2390027" y="346821"/>
                </a:moveTo>
                <a:lnTo>
                  <a:pt x="2390554" y="404392"/>
                </a:lnTo>
                <a:lnTo>
                  <a:pt x="2390027" y="404392"/>
                </a:lnTo>
                <a:close/>
                <a:moveTo>
                  <a:pt x="3033285" y="346120"/>
                </a:moveTo>
                <a:lnTo>
                  <a:pt x="3034517" y="404235"/>
                </a:lnTo>
                <a:lnTo>
                  <a:pt x="3033285" y="404236"/>
                </a:lnTo>
                <a:close/>
                <a:moveTo>
                  <a:pt x="1439479" y="346120"/>
                </a:moveTo>
                <a:lnTo>
                  <a:pt x="1440406" y="404623"/>
                </a:lnTo>
                <a:lnTo>
                  <a:pt x="1438113" y="404624"/>
                </a:lnTo>
                <a:lnTo>
                  <a:pt x="1438113" y="385356"/>
                </a:lnTo>
                <a:lnTo>
                  <a:pt x="1439479" y="371343"/>
                </a:lnTo>
                <a:close/>
                <a:moveTo>
                  <a:pt x="3115229" y="345419"/>
                </a:moveTo>
                <a:lnTo>
                  <a:pt x="3115229" y="404216"/>
                </a:lnTo>
                <a:lnTo>
                  <a:pt x="3114392" y="404216"/>
                </a:lnTo>
                <a:close/>
                <a:moveTo>
                  <a:pt x="1569223" y="345419"/>
                </a:moveTo>
                <a:lnTo>
                  <a:pt x="1569815" y="404592"/>
                </a:lnTo>
                <a:lnTo>
                  <a:pt x="1569223" y="404592"/>
                </a:lnTo>
                <a:lnTo>
                  <a:pt x="1569223" y="366439"/>
                </a:lnTo>
                <a:close/>
                <a:moveTo>
                  <a:pt x="1543274" y="344719"/>
                </a:moveTo>
                <a:lnTo>
                  <a:pt x="1543274" y="404598"/>
                </a:lnTo>
                <a:lnTo>
                  <a:pt x="1541933" y="404599"/>
                </a:lnTo>
                <a:close/>
                <a:moveTo>
                  <a:pt x="1536446" y="344719"/>
                </a:moveTo>
                <a:lnTo>
                  <a:pt x="1536446" y="404600"/>
                </a:lnTo>
                <a:lnTo>
                  <a:pt x="1535743" y="404600"/>
                </a:lnTo>
                <a:close/>
                <a:moveTo>
                  <a:pt x="1485914" y="344719"/>
                </a:moveTo>
                <a:lnTo>
                  <a:pt x="1487279" y="352426"/>
                </a:lnTo>
                <a:lnTo>
                  <a:pt x="1487279" y="404612"/>
                </a:lnTo>
                <a:lnTo>
                  <a:pt x="1485914" y="404612"/>
                </a:lnTo>
                <a:close/>
                <a:moveTo>
                  <a:pt x="2029474" y="344018"/>
                </a:moveTo>
                <a:lnTo>
                  <a:pt x="2030058" y="404480"/>
                </a:lnTo>
                <a:lnTo>
                  <a:pt x="2029474" y="404480"/>
                </a:lnTo>
                <a:close/>
                <a:moveTo>
                  <a:pt x="1544640" y="344018"/>
                </a:moveTo>
                <a:lnTo>
                  <a:pt x="1546006" y="370643"/>
                </a:lnTo>
                <a:lnTo>
                  <a:pt x="1546006" y="373445"/>
                </a:lnTo>
                <a:lnTo>
                  <a:pt x="1547372" y="363636"/>
                </a:lnTo>
                <a:lnTo>
                  <a:pt x="1547372" y="346821"/>
                </a:lnTo>
                <a:lnTo>
                  <a:pt x="1548737" y="358031"/>
                </a:lnTo>
                <a:lnTo>
                  <a:pt x="1548737" y="402872"/>
                </a:lnTo>
                <a:lnTo>
                  <a:pt x="1549043" y="404597"/>
                </a:lnTo>
                <a:lnTo>
                  <a:pt x="1548737" y="404597"/>
                </a:lnTo>
                <a:lnTo>
                  <a:pt x="1547372" y="404597"/>
                </a:lnTo>
                <a:lnTo>
                  <a:pt x="1544640" y="404598"/>
                </a:lnTo>
                <a:close/>
                <a:moveTo>
                  <a:pt x="1537811" y="344018"/>
                </a:moveTo>
                <a:lnTo>
                  <a:pt x="1537811" y="366439"/>
                </a:lnTo>
                <a:lnTo>
                  <a:pt x="1538803" y="404600"/>
                </a:lnTo>
                <a:lnTo>
                  <a:pt x="1536819" y="404600"/>
                </a:lnTo>
                <a:close/>
                <a:moveTo>
                  <a:pt x="1416262" y="344018"/>
                </a:moveTo>
                <a:lnTo>
                  <a:pt x="1416262" y="346120"/>
                </a:lnTo>
                <a:lnTo>
                  <a:pt x="1416966" y="404629"/>
                </a:lnTo>
                <a:lnTo>
                  <a:pt x="1414896" y="404630"/>
                </a:lnTo>
                <a:lnTo>
                  <a:pt x="1414896" y="360834"/>
                </a:lnTo>
                <a:close/>
                <a:moveTo>
                  <a:pt x="1312466" y="344018"/>
                </a:moveTo>
                <a:lnTo>
                  <a:pt x="1312466" y="358732"/>
                </a:lnTo>
                <a:lnTo>
                  <a:pt x="1312466" y="404655"/>
                </a:lnTo>
                <a:lnTo>
                  <a:pt x="1311762" y="404655"/>
                </a:lnTo>
                <a:close/>
                <a:moveTo>
                  <a:pt x="3366523" y="343317"/>
                </a:moveTo>
                <a:lnTo>
                  <a:pt x="3367415" y="404154"/>
                </a:lnTo>
                <a:lnTo>
                  <a:pt x="3366523" y="404154"/>
                </a:lnTo>
                <a:close/>
                <a:moveTo>
                  <a:pt x="2303986" y="343317"/>
                </a:moveTo>
                <a:lnTo>
                  <a:pt x="2304357" y="404413"/>
                </a:lnTo>
                <a:lnTo>
                  <a:pt x="2303508" y="404413"/>
                </a:lnTo>
                <a:lnTo>
                  <a:pt x="2303986" y="401471"/>
                </a:lnTo>
                <a:close/>
                <a:moveTo>
                  <a:pt x="658282" y="343317"/>
                </a:moveTo>
                <a:lnTo>
                  <a:pt x="658282" y="404814"/>
                </a:lnTo>
                <a:lnTo>
                  <a:pt x="657585" y="404814"/>
                </a:lnTo>
                <a:close/>
                <a:moveTo>
                  <a:pt x="3127521" y="342617"/>
                </a:moveTo>
                <a:lnTo>
                  <a:pt x="3127521" y="404213"/>
                </a:lnTo>
                <a:lnTo>
                  <a:pt x="3126155" y="404213"/>
                </a:lnTo>
                <a:lnTo>
                  <a:pt x="3126155" y="402872"/>
                </a:lnTo>
                <a:close/>
                <a:moveTo>
                  <a:pt x="3034651" y="342617"/>
                </a:moveTo>
                <a:lnTo>
                  <a:pt x="3035290" y="404235"/>
                </a:lnTo>
                <a:lnTo>
                  <a:pt x="3034651" y="404235"/>
                </a:lnTo>
                <a:close/>
                <a:moveTo>
                  <a:pt x="2021280" y="342617"/>
                </a:moveTo>
                <a:lnTo>
                  <a:pt x="2021280" y="404482"/>
                </a:lnTo>
                <a:lnTo>
                  <a:pt x="2020522" y="404482"/>
                </a:lnTo>
                <a:close/>
                <a:moveTo>
                  <a:pt x="1427187" y="342617"/>
                </a:moveTo>
                <a:lnTo>
                  <a:pt x="1427187" y="404627"/>
                </a:lnTo>
                <a:lnTo>
                  <a:pt x="1426548" y="404627"/>
                </a:lnTo>
                <a:close/>
                <a:moveTo>
                  <a:pt x="3160298" y="341916"/>
                </a:moveTo>
                <a:lnTo>
                  <a:pt x="3160298" y="404205"/>
                </a:lnTo>
                <a:lnTo>
                  <a:pt x="3159261" y="404205"/>
                </a:lnTo>
                <a:close/>
                <a:moveTo>
                  <a:pt x="3098841" y="341916"/>
                </a:moveTo>
                <a:lnTo>
                  <a:pt x="3098841" y="404220"/>
                </a:lnTo>
                <a:lnTo>
                  <a:pt x="3097747" y="404220"/>
                </a:lnTo>
                <a:close/>
                <a:moveTo>
                  <a:pt x="2198825" y="341916"/>
                </a:moveTo>
                <a:lnTo>
                  <a:pt x="2200190" y="376248"/>
                </a:lnTo>
                <a:lnTo>
                  <a:pt x="2200190" y="346821"/>
                </a:lnTo>
                <a:lnTo>
                  <a:pt x="2200976" y="404438"/>
                </a:lnTo>
                <a:lnTo>
                  <a:pt x="2198825" y="404439"/>
                </a:lnTo>
                <a:close/>
                <a:moveTo>
                  <a:pt x="1311100" y="341916"/>
                </a:moveTo>
                <a:lnTo>
                  <a:pt x="1311100" y="404655"/>
                </a:lnTo>
                <a:lnTo>
                  <a:pt x="1310350" y="404655"/>
                </a:lnTo>
                <a:close/>
                <a:moveTo>
                  <a:pt x="2771065" y="340515"/>
                </a:moveTo>
                <a:lnTo>
                  <a:pt x="2771065" y="404299"/>
                </a:lnTo>
                <a:lnTo>
                  <a:pt x="2769796" y="404300"/>
                </a:lnTo>
                <a:close/>
                <a:moveTo>
                  <a:pt x="2227505" y="340515"/>
                </a:moveTo>
                <a:lnTo>
                  <a:pt x="2228066" y="404432"/>
                </a:lnTo>
                <a:lnTo>
                  <a:pt x="2227505" y="404432"/>
                </a:lnTo>
                <a:close/>
                <a:moveTo>
                  <a:pt x="3089280" y="339814"/>
                </a:moveTo>
                <a:lnTo>
                  <a:pt x="3089817" y="404222"/>
                </a:lnTo>
                <a:lnTo>
                  <a:pt x="3089280" y="404222"/>
                </a:lnTo>
                <a:close/>
                <a:moveTo>
                  <a:pt x="3075623" y="339814"/>
                </a:moveTo>
                <a:lnTo>
                  <a:pt x="3075623" y="404225"/>
                </a:lnTo>
                <a:lnTo>
                  <a:pt x="3074867" y="404225"/>
                </a:lnTo>
                <a:close/>
                <a:moveTo>
                  <a:pt x="1323392" y="339814"/>
                </a:moveTo>
                <a:lnTo>
                  <a:pt x="1324047" y="404652"/>
                </a:lnTo>
                <a:lnTo>
                  <a:pt x="1323392" y="404652"/>
                </a:lnTo>
                <a:close/>
                <a:moveTo>
                  <a:pt x="576338" y="339814"/>
                </a:moveTo>
                <a:lnTo>
                  <a:pt x="577704" y="401471"/>
                </a:lnTo>
                <a:lnTo>
                  <a:pt x="577704" y="404834"/>
                </a:lnTo>
                <a:lnTo>
                  <a:pt x="575737" y="404834"/>
                </a:lnTo>
                <a:lnTo>
                  <a:pt x="576338" y="367840"/>
                </a:lnTo>
                <a:close/>
                <a:moveTo>
                  <a:pt x="3187613" y="338413"/>
                </a:moveTo>
                <a:lnTo>
                  <a:pt x="3188979" y="339814"/>
                </a:lnTo>
                <a:lnTo>
                  <a:pt x="3188979" y="365037"/>
                </a:lnTo>
                <a:lnTo>
                  <a:pt x="3189626" y="404197"/>
                </a:lnTo>
                <a:lnTo>
                  <a:pt x="3187613" y="404198"/>
                </a:lnTo>
                <a:lnTo>
                  <a:pt x="3187613" y="380452"/>
                </a:lnTo>
                <a:close/>
                <a:moveTo>
                  <a:pt x="2399587" y="338413"/>
                </a:moveTo>
                <a:lnTo>
                  <a:pt x="2399587" y="404390"/>
                </a:lnTo>
                <a:lnTo>
                  <a:pt x="2398997" y="404390"/>
                </a:lnTo>
                <a:close/>
                <a:moveTo>
                  <a:pt x="3362426" y="337712"/>
                </a:moveTo>
                <a:lnTo>
                  <a:pt x="3362426" y="404155"/>
                </a:lnTo>
                <a:lnTo>
                  <a:pt x="3361878" y="404156"/>
                </a:lnTo>
                <a:close/>
                <a:moveTo>
                  <a:pt x="1490011" y="337712"/>
                </a:moveTo>
                <a:lnTo>
                  <a:pt x="1490847" y="404611"/>
                </a:lnTo>
                <a:lnTo>
                  <a:pt x="1490011" y="404611"/>
                </a:lnTo>
                <a:close/>
                <a:moveTo>
                  <a:pt x="1429919" y="337712"/>
                </a:moveTo>
                <a:lnTo>
                  <a:pt x="1431034" y="404626"/>
                </a:lnTo>
                <a:lnTo>
                  <a:pt x="1429919" y="404626"/>
                </a:lnTo>
                <a:close/>
                <a:moveTo>
                  <a:pt x="2943147" y="337012"/>
                </a:moveTo>
                <a:lnTo>
                  <a:pt x="2943947" y="404257"/>
                </a:lnTo>
                <a:lnTo>
                  <a:pt x="2943147" y="404258"/>
                </a:lnTo>
                <a:lnTo>
                  <a:pt x="2943147" y="393764"/>
                </a:lnTo>
                <a:close/>
                <a:moveTo>
                  <a:pt x="1576052" y="337012"/>
                </a:moveTo>
                <a:lnTo>
                  <a:pt x="1577418" y="383254"/>
                </a:lnTo>
                <a:lnTo>
                  <a:pt x="1577418" y="404590"/>
                </a:lnTo>
                <a:lnTo>
                  <a:pt x="1576052" y="404590"/>
                </a:lnTo>
                <a:close/>
                <a:moveTo>
                  <a:pt x="1367095" y="337012"/>
                </a:moveTo>
                <a:lnTo>
                  <a:pt x="1367885" y="404641"/>
                </a:lnTo>
                <a:lnTo>
                  <a:pt x="1365730" y="404642"/>
                </a:lnTo>
                <a:lnTo>
                  <a:pt x="1365730" y="399369"/>
                </a:lnTo>
                <a:lnTo>
                  <a:pt x="1367095" y="359432"/>
                </a:lnTo>
                <a:close/>
                <a:moveTo>
                  <a:pt x="1361632" y="337012"/>
                </a:moveTo>
                <a:lnTo>
                  <a:pt x="1361632" y="404643"/>
                </a:lnTo>
                <a:lnTo>
                  <a:pt x="1360980" y="404643"/>
                </a:lnTo>
                <a:close/>
                <a:moveTo>
                  <a:pt x="747054" y="337012"/>
                </a:moveTo>
                <a:lnTo>
                  <a:pt x="747054" y="404792"/>
                </a:lnTo>
                <a:lnTo>
                  <a:pt x="745783" y="404793"/>
                </a:lnTo>
                <a:close/>
                <a:moveTo>
                  <a:pt x="2426901" y="336311"/>
                </a:moveTo>
                <a:lnTo>
                  <a:pt x="2426901" y="404383"/>
                </a:lnTo>
                <a:lnTo>
                  <a:pt x="2425423" y="404384"/>
                </a:lnTo>
                <a:lnTo>
                  <a:pt x="2425536" y="397968"/>
                </a:lnTo>
                <a:lnTo>
                  <a:pt x="2425536" y="379050"/>
                </a:lnTo>
                <a:close/>
                <a:moveTo>
                  <a:pt x="1266031" y="336311"/>
                </a:moveTo>
                <a:lnTo>
                  <a:pt x="1267221" y="404666"/>
                </a:lnTo>
                <a:lnTo>
                  <a:pt x="1265578" y="404666"/>
                </a:lnTo>
                <a:lnTo>
                  <a:pt x="1266031" y="390261"/>
                </a:lnTo>
                <a:close/>
                <a:moveTo>
                  <a:pt x="606384" y="336311"/>
                </a:moveTo>
                <a:lnTo>
                  <a:pt x="606384" y="353126"/>
                </a:lnTo>
                <a:lnTo>
                  <a:pt x="607584" y="404826"/>
                </a:lnTo>
                <a:lnTo>
                  <a:pt x="605018" y="404827"/>
                </a:lnTo>
                <a:lnTo>
                  <a:pt x="605018" y="342617"/>
                </a:lnTo>
                <a:close/>
                <a:moveTo>
                  <a:pt x="3356963" y="335610"/>
                </a:moveTo>
                <a:lnTo>
                  <a:pt x="3356963" y="372044"/>
                </a:lnTo>
                <a:lnTo>
                  <a:pt x="3358241" y="404156"/>
                </a:lnTo>
                <a:lnTo>
                  <a:pt x="3356123" y="404157"/>
                </a:lnTo>
                <a:close/>
                <a:moveTo>
                  <a:pt x="3131618" y="335610"/>
                </a:moveTo>
                <a:lnTo>
                  <a:pt x="3132984" y="392363"/>
                </a:lnTo>
                <a:lnTo>
                  <a:pt x="3132984" y="404211"/>
                </a:lnTo>
                <a:lnTo>
                  <a:pt x="3131618" y="404212"/>
                </a:lnTo>
                <a:close/>
                <a:moveTo>
                  <a:pt x="2258917" y="335610"/>
                </a:moveTo>
                <a:lnTo>
                  <a:pt x="2260283" y="397968"/>
                </a:lnTo>
                <a:lnTo>
                  <a:pt x="2260283" y="404424"/>
                </a:lnTo>
                <a:lnTo>
                  <a:pt x="2258917" y="404424"/>
                </a:lnTo>
                <a:close/>
                <a:moveTo>
                  <a:pt x="2232968" y="335610"/>
                </a:moveTo>
                <a:lnTo>
                  <a:pt x="2234333" y="352426"/>
                </a:lnTo>
                <a:lnTo>
                  <a:pt x="2234333" y="404430"/>
                </a:lnTo>
                <a:lnTo>
                  <a:pt x="2232891" y="404430"/>
                </a:lnTo>
                <a:lnTo>
                  <a:pt x="2232968" y="395165"/>
                </a:lnTo>
                <a:close/>
                <a:moveTo>
                  <a:pt x="1317929" y="335610"/>
                </a:moveTo>
                <a:lnTo>
                  <a:pt x="1319295" y="394465"/>
                </a:lnTo>
                <a:lnTo>
                  <a:pt x="1319295" y="404653"/>
                </a:lnTo>
                <a:lnTo>
                  <a:pt x="1317929" y="404653"/>
                </a:lnTo>
                <a:close/>
                <a:moveTo>
                  <a:pt x="3111132" y="334910"/>
                </a:moveTo>
                <a:lnTo>
                  <a:pt x="3112360" y="404216"/>
                </a:lnTo>
                <a:lnTo>
                  <a:pt x="3111132" y="404217"/>
                </a:lnTo>
                <a:close/>
                <a:moveTo>
                  <a:pt x="2996411" y="334910"/>
                </a:moveTo>
                <a:lnTo>
                  <a:pt x="2996411" y="404245"/>
                </a:lnTo>
                <a:lnTo>
                  <a:pt x="2993679" y="404245"/>
                </a:lnTo>
                <a:lnTo>
                  <a:pt x="2993679" y="397267"/>
                </a:lnTo>
                <a:lnTo>
                  <a:pt x="2995045" y="360133"/>
                </a:lnTo>
                <a:lnTo>
                  <a:pt x="2995045" y="355228"/>
                </a:lnTo>
                <a:close/>
                <a:moveTo>
                  <a:pt x="1481817" y="334910"/>
                </a:moveTo>
                <a:lnTo>
                  <a:pt x="1483182" y="364337"/>
                </a:lnTo>
                <a:lnTo>
                  <a:pt x="1483182" y="404613"/>
                </a:lnTo>
                <a:lnTo>
                  <a:pt x="1481817" y="404613"/>
                </a:lnTo>
                <a:close/>
                <a:moveTo>
                  <a:pt x="3239511" y="333508"/>
                </a:moveTo>
                <a:lnTo>
                  <a:pt x="3240876" y="374847"/>
                </a:lnTo>
                <a:lnTo>
                  <a:pt x="3240876" y="365738"/>
                </a:lnTo>
                <a:lnTo>
                  <a:pt x="3241728" y="404185"/>
                </a:lnTo>
                <a:lnTo>
                  <a:pt x="3239511" y="404185"/>
                </a:lnTo>
                <a:close/>
                <a:moveTo>
                  <a:pt x="2006257" y="332808"/>
                </a:moveTo>
                <a:lnTo>
                  <a:pt x="2007623" y="370643"/>
                </a:lnTo>
                <a:lnTo>
                  <a:pt x="2007623" y="404485"/>
                </a:lnTo>
                <a:lnTo>
                  <a:pt x="2006257" y="404486"/>
                </a:lnTo>
                <a:close/>
                <a:moveTo>
                  <a:pt x="3019628" y="331406"/>
                </a:moveTo>
                <a:lnTo>
                  <a:pt x="3020994" y="354528"/>
                </a:lnTo>
                <a:lnTo>
                  <a:pt x="3020994" y="404239"/>
                </a:lnTo>
                <a:lnTo>
                  <a:pt x="3019628" y="404239"/>
                </a:lnTo>
                <a:close/>
                <a:moveTo>
                  <a:pt x="1495474" y="331406"/>
                </a:moveTo>
                <a:lnTo>
                  <a:pt x="1495474" y="404610"/>
                </a:lnTo>
                <a:lnTo>
                  <a:pt x="1494108" y="404610"/>
                </a:lnTo>
                <a:lnTo>
                  <a:pt x="1494108" y="397267"/>
                </a:lnTo>
                <a:close/>
                <a:moveTo>
                  <a:pt x="1406701" y="331406"/>
                </a:moveTo>
                <a:lnTo>
                  <a:pt x="1406701" y="404632"/>
                </a:lnTo>
                <a:lnTo>
                  <a:pt x="1405930" y="404632"/>
                </a:lnTo>
                <a:close/>
                <a:moveTo>
                  <a:pt x="1286517" y="331406"/>
                </a:moveTo>
                <a:lnTo>
                  <a:pt x="1286517" y="377649"/>
                </a:lnTo>
                <a:lnTo>
                  <a:pt x="1287102" y="404661"/>
                </a:lnTo>
                <a:lnTo>
                  <a:pt x="1285732" y="404661"/>
                </a:lnTo>
                <a:close/>
                <a:moveTo>
                  <a:pt x="3122058" y="330706"/>
                </a:moveTo>
                <a:lnTo>
                  <a:pt x="3123423" y="387458"/>
                </a:lnTo>
                <a:lnTo>
                  <a:pt x="3123423" y="404214"/>
                </a:lnTo>
                <a:lnTo>
                  <a:pt x="3119936" y="404214"/>
                </a:lnTo>
                <a:lnTo>
                  <a:pt x="3120692" y="335610"/>
                </a:lnTo>
                <a:lnTo>
                  <a:pt x="3120692" y="393764"/>
                </a:lnTo>
                <a:lnTo>
                  <a:pt x="3122058" y="397968"/>
                </a:lnTo>
                <a:lnTo>
                  <a:pt x="3122058" y="348923"/>
                </a:lnTo>
                <a:close/>
                <a:moveTo>
                  <a:pt x="2388661" y="330706"/>
                </a:moveTo>
                <a:lnTo>
                  <a:pt x="2389442" y="404392"/>
                </a:lnTo>
                <a:lnTo>
                  <a:pt x="2388661" y="404393"/>
                </a:lnTo>
                <a:close/>
                <a:moveTo>
                  <a:pt x="2370907" y="330005"/>
                </a:moveTo>
                <a:lnTo>
                  <a:pt x="2371989" y="404397"/>
                </a:lnTo>
                <a:lnTo>
                  <a:pt x="2370907" y="404397"/>
                </a:lnTo>
                <a:close/>
                <a:moveTo>
                  <a:pt x="2276671" y="330005"/>
                </a:moveTo>
                <a:lnTo>
                  <a:pt x="2277561" y="404420"/>
                </a:lnTo>
                <a:lnTo>
                  <a:pt x="2276671" y="404420"/>
                </a:lnTo>
                <a:close/>
                <a:moveTo>
                  <a:pt x="594092" y="330005"/>
                </a:moveTo>
                <a:lnTo>
                  <a:pt x="595350" y="404829"/>
                </a:lnTo>
                <a:lnTo>
                  <a:pt x="594092" y="404830"/>
                </a:lnTo>
                <a:lnTo>
                  <a:pt x="594092" y="348222"/>
                </a:lnTo>
                <a:close/>
                <a:moveTo>
                  <a:pt x="1285151" y="329304"/>
                </a:moveTo>
                <a:lnTo>
                  <a:pt x="1285151" y="404661"/>
                </a:lnTo>
                <a:lnTo>
                  <a:pt x="1284095" y="404662"/>
                </a:lnTo>
                <a:close/>
                <a:moveTo>
                  <a:pt x="697888" y="328604"/>
                </a:moveTo>
                <a:lnTo>
                  <a:pt x="699106" y="404804"/>
                </a:lnTo>
                <a:lnTo>
                  <a:pt x="697888" y="404804"/>
                </a:lnTo>
                <a:close/>
                <a:moveTo>
                  <a:pt x="661013" y="328604"/>
                </a:moveTo>
                <a:lnTo>
                  <a:pt x="661013" y="404813"/>
                </a:lnTo>
                <a:lnTo>
                  <a:pt x="660540" y="404813"/>
                </a:lnTo>
                <a:close/>
                <a:moveTo>
                  <a:pt x="3216293" y="327903"/>
                </a:moveTo>
                <a:lnTo>
                  <a:pt x="3216293" y="404191"/>
                </a:lnTo>
                <a:lnTo>
                  <a:pt x="3214927" y="404191"/>
                </a:lnTo>
                <a:lnTo>
                  <a:pt x="3214927" y="349623"/>
                </a:lnTo>
                <a:close/>
                <a:moveTo>
                  <a:pt x="3212196" y="327903"/>
                </a:moveTo>
                <a:lnTo>
                  <a:pt x="3212196" y="400070"/>
                </a:lnTo>
                <a:lnTo>
                  <a:pt x="3213562" y="353827"/>
                </a:lnTo>
                <a:lnTo>
                  <a:pt x="3213562" y="404192"/>
                </a:lnTo>
                <a:lnTo>
                  <a:pt x="3210830" y="404192"/>
                </a:lnTo>
                <a:lnTo>
                  <a:pt x="3210830" y="364337"/>
                </a:lnTo>
                <a:close/>
                <a:moveTo>
                  <a:pt x="2298523" y="327903"/>
                </a:moveTo>
                <a:lnTo>
                  <a:pt x="2298523" y="404415"/>
                </a:lnTo>
                <a:lnTo>
                  <a:pt x="2298215" y="404415"/>
                </a:lnTo>
                <a:close/>
                <a:moveTo>
                  <a:pt x="2414610" y="327203"/>
                </a:moveTo>
                <a:lnTo>
                  <a:pt x="2414610" y="404386"/>
                </a:lnTo>
                <a:lnTo>
                  <a:pt x="2413774" y="404386"/>
                </a:lnTo>
                <a:close/>
                <a:moveTo>
                  <a:pt x="1388947" y="327203"/>
                </a:moveTo>
                <a:lnTo>
                  <a:pt x="1390313" y="375547"/>
                </a:lnTo>
                <a:lnTo>
                  <a:pt x="1390313" y="356630"/>
                </a:lnTo>
                <a:lnTo>
                  <a:pt x="1391679" y="369241"/>
                </a:lnTo>
                <a:lnTo>
                  <a:pt x="1391679" y="404635"/>
                </a:lnTo>
                <a:lnTo>
                  <a:pt x="1388947" y="404636"/>
                </a:lnTo>
                <a:close/>
                <a:moveTo>
                  <a:pt x="680133" y="327203"/>
                </a:moveTo>
                <a:lnTo>
                  <a:pt x="681499" y="360834"/>
                </a:lnTo>
                <a:lnTo>
                  <a:pt x="681499" y="404808"/>
                </a:lnTo>
                <a:lnTo>
                  <a:pt x="680133" y="404809"/>
                </a:lnTo>
                <a:close/>
                <a:moveTo>
                  <a:pt x="3292774" y="326502"/>
                </a:moveTo>
                <a:lnTo>
                  <a:pt x="3292774" y="404172"/>
                </a:lnTo>
                <a:lnTo>
                  <a:pt x="3291919" y="404173"/>
                </a:lnTo>
                <a:close/>
                <a:moveTo>
                  <a:pt x="3046943" y="326502"/>
                </a:moveTo>
                <a:lnTo>
                  <a:pt x="3046943" y="400070"/>
                </a:lnTo>
                <a:lnTo>
                  <a:pt x="3048309" y="361534"/>
                </a:lnTo>
                <a:lnTo>
                  <a:pt x="3048309" y="366439"/>
                </a:lnTo>
                <a:lnTo>
                  <a:pt x="3049674" y="391662"/>
                </a:lnTo>
                <a:lnTo>
                  <a:pt x="3049674" y="404232"/>
                </a:lnTo>
                <a:lnTo>
                  <a:pt x="3046943" y="404232"/>
                </a:lnTo>
                <a:lnTo>
                  <a:pt x="3046120" y="404232"/>
                </a:lnTo>
                <a:close/>
                <a:moveTo>
                  <a:pt x="766174" y="326502"/>
                </a:moveTo>
                <a:lnTo>
                  <a:pt x="766174" y="349623"/>
                </a:lnTo>
                <a:lnTo>
                  <a:pt x="766891" y="404788"/>
                </a:lnTo>
                <a:lnTo>
                  <a:pt x="764809" y="404788"/>
                </a:lnTo>
                <a:lnTo>
                  <a:pt x="764809" y="393764"/>
                </a:lnTo>
                <a:close/>
                <a:moveTo>
                  <a:pt x="1582881" y="325801"/>
                </a:moveTo>
                <a:lnTo>
                  <a:pt x="1582881" y="338413"/>
                </a:lnTo>
                <a:lnTo>
                  <a:pt x="1582881" y="404589"/>
                </a:lnTo>
                <a:lnTo>
                  <a:pt x="1582042" y="404589"/>
                </a:lnTo>
                <a:close/>
                <a:moveTo>
                  <a:pt x="645990" y="325801"/>
                </a:moveTo>
                <a:lnTo>
                  <a:pt x="645990" y="376248"/>
                </a:lnTo>
                <a:lnTo>
                  <a:pt x="646204" y="404817"/>
                </a:lnTo>
                <a:lnTo>
                  <a:pt x="644624" y="404817"/>
                </a:lnTo>
                <a:lnTo>
                  <a:pt x="644624" y="330005"/>
                </a:lnTo>
                <a:close/>
                <a:moveTo>
                  <a:pt x="3097475" y="325101"/>
                </a:moveTo>
                <a:lnTo>
                  <a:pt x="3097475" y="373445"/>
                </a:lnTo>
                <a:lnTo>
                  <a:pt x="3097475" y="404220"/>
                </a:lnTo>
                <a:lnTo>
                  <a:pt x="3096761" y="404220"/>
                </a:lnTo>
                <a:close/>
                <a:moveTo>
                  <a:pt x="2254819" y="325101"/>
                </a:moveTo>
                <a:lnTo>
                  <a:pt x="2254819" y="404425"/>
                </a:lnTo>
                <a:lnTo>
                  <a:pt x="2253454" y="404425"/>
                </a:lnTo>
                <a:lnTo>
                  <a:pt x="2253454" y="372745"/>
                </a:lnTo>
                <a:close/>
                <a:moveTo>
                  <a:pt x="1571955" y="325101"/>
                </a:moveTo>
                <a:lnTo>
                  <a:pt x="1573321" y="399369"/>
                </a:lnTo>
                <a:lnTo>
                  <a:pt x="1573321" y="404591"/>
                </a:lnTo>
                <a:lnTo>
                  <a:pt x="1571341" y="404592"/>
                </a:lnTo>
                <a:lnTo>
                  <a:pt x="1571955" y="354528"/>
                </a:lnTo>
                <a:close/>
                <a:moveTo>
                  <a:pt x="823535" y="325101"/>
                </a:moveTo>
                <a:lnTo>
                  <a:pt x="824712" y="404773"/>
                </a:lnTo>
                <a:lnTo>
                  <a:pt x="823357" y="404774"/>
                </a:lnTo>
                <a:lnTo>
                  <a:pt x="823535" y="396567"/>
                </a:lnTo>
                <a:lnTo>
                  <a:pt x="823535" y="360133"/>
                </a:lnTo>
                <a:lnTo>
                  <a:pt x="823535" y="327203"/>
                </a:lnTo>
                <a:close/>
                <a:moveTo>
                  <a:pt x="665110" y="325101"/>
                </a:moveTo>
                <a:lnTo>
                  <a:pt x="665110" y="370643"/>
                </a:lnTo>
                <a:lnTo>
                  <a:pt x="665110" y="404812"/>
                </a:lnTo>
                <a:lnTo>
                  <a:pt x="664604" y="404812"/>
                </a:lnTo>
                <a:close/>
                <a:moveTo>
                  <a:pt x="2977291" y="324400"/>
                </a:moveTo>
                <a:lnTo>
                  <a:pt x="2977901" y="404249"/>
                </a:lnTo>
                <a:lnTo>
                  <a:pt x="2977186" y="404249"/>
                </a:lnTo>
                <a:lnTo>
                  <a:pt x="2977291" y="397267"/>
                </a:lnTo>
                <a:close/>
                <a:moveTo>
                  <a:pt x="1535080" y="324400"/>
                </a:moveTo>
                <a:lnTo>
                  <a:pt x="1535080" y="404600"/>
                </a:lnTo>
                <a:lnTo>
                  <a:pt x="1534321" y="404601"/>
                </a:lnTo>
                <a:close/>
                <a:moveTo>
                  <a:pt x="1402604" y="324400"/>
                </a:moveTo>
                <a:lnTo>
                  <a:pt x="1403941" y="404632"/>
                </a:lnTo>
                <a:lnTo>
                  <a:pt x="1399873" y="404633"/>
                </a:lnTo>
                <a:lnTo>
                  <a:pt x="1399873" y="381853"/>
                </a:lnTo>
                <a:lnTo>
                  <a:pt x="1401239" y="391662"/>
                </a:lnTo>
                <a:lnTo>
                  <a:pt x="1401239" y="402872"/>
                </a:lnTo>
                <a:lnTo>
                  <a:pt x="1402604" y="387458"/>
                </a:lnTo>
                <a:close/>
                <a:moveTo>
                  <a:pt x="3270922" y="323699"/>
                </a:moveTo>
                <a:lnTo>
                  <a:pt x="3271997" y="404177"/>
                </a:lnTo>
                <a:lnTo>
                  <a:pt x="3270922" y="404178"/>
                </a:lnTo>
                <a:close/>
                <a:moveTo>
                  <a:pt x="3018263" y="323699"/>
                </a:moveTo>
                <a:lnTo>
                  <a:pt x="3018263" y="379751"/>
                </a:lnTo>
                <a:lnTo>
                  <a:pt x="3018263" y="404239"/>
                </a:lnTo>
                <a:lnTo>
                  <a:pt x="3015894" y="404240"/>
                </a:lnTo>
                <a:lnTo>
                  <a:pt x="3016897" y="336311"/>
                </a:lnTo>
                <a:lnTo>
                  <a:pt x="3016897" y="341916"/>
                </a:lnTo>
                <a:close/>
                <a:moveTo>
                  <a:pt x="2191996" y="323699"/>
                </a:moveTo>
                <a:lnTo>
                  <a:pt x="2192687" y="404440"/>
                </a:lnTo>
                <a:lnTo>
                  <a:pt x="2191605" y="404441"/>
                </a:lnTo>
                <a:lnTo>
                  <a:pt x="2191996" y="340515"/>
                </a:lnTo>
                <a:close/>
                <a:moveTo>
                  <a:pt x="805780" y="323699"/>
                </a:moveTo>
                <a:lnTo>
                  <a:pt x="805780" y="404778"/>
                </a:lnTo>
                <a:lnTo>
                  <a:pt x="805081" y="404778"/>
                </a:lnTo>
                <a:close/>
                <a:moveTo>
                  <a:pt x="580435" y="322999"/>
                </a:moveTo>
                <a:lnTo>
                  <a:pt x="581420" y="404833"/>
                </a:lnTo>
                <a:lnTo>
                  <a:pt x="578350" y="404833"/>
                </a:lnTo>
                <a:lnTo>
                  <a:pt x="579069" y="353126"/>
                </a:lnTo>
                <a:lnTo>
                  <a:pt x="579069" y="374146"/>
                </a:lnTo>
                <a:lnTo>
                  <a:pt x="580435" y="336311"/>
                </a:lnTo>
                <a:close/>
                <a:moveTo>
                  <a:pt x="3320089" y="322298"/>
                </a:moveTo>
                <a:lnTo>
                  <a:pt x="3321033" y="404165"/>
                </a:lnTo>
                <a:lnTo>
                  <a:pt x="3320089" y="404166"/>
                </a:lnTo>
                <a:close/>
                <a:moveTo>
                  <a:pt x="628236" y="322298"/>
                </a:moveTo>
                <a:lnTo>
                  <a:pt x="629601" y="392363"/>
                </a:lnTo>
                <a:lnTo>
                  <a:pt x="629601" y="325101"/>
                </a:lnTo>
                <a:lnTo>
                  <a:pt x="630896" y="404821"/>
                </a:lnTo>
                <a:lnTo>
                  <a:pt x="626870" y="404822"/>
                </a:lnTo>
                <a:lnTo>
                  <a:pt x="626870" y="400070"/>
                </a:lnTo>
                <a:lnTo>
                  <a:pt x="628236" y="397968"/>
                </a:lnTo>
                <a:close/>
                <a:moveTo>
                  <a:pt x="557218" y="321597"/>
                </a:moveTo>
                <a:lnTo>
                  <a:pt x="558195" y="404838"/>
                </a:lnTo>
                <a:lnTo>
                  <a:pt x="557218" y="404839"/>
                </a:lnTo>
                <a:lnTo>
                  <a:pt x="556378" y="404839"/>
                </a:lnTo>
                <a:lnTo>
                  <a:pt x="557218" y="347521"/>
                </a:lnTo>
                <a:close/>
                <a:moveTo>
                  <a:pt x="2010354" y="320897"/>
                </a:moveTo>
                <a:lnTo>
                  <a:pt x="2011720" y="370643"/>
                </a:lnTo>
                <a:lnTo>
                  <a:pt x="2011720" y="404484"/>
                </a:lnTo>
                <a:lnTo>
                  <a:pt x="2009675" y="404485"/>
                </a:lnTo>
                <a:lnTo>
                  <a:pt x="2010354" y="381853"/>
                </a:lnTo>
                <a:close/>
                <a:moveTo>
                  <a:pt x="1337049" y="320897"/>
                </a:moveTo>
                <a:lnTo>
                  <a:pt x="1338089" y="404648"/>
                </a:lnTo>
                <a:lnTo>
                  <a:pt x="1335683" y="404649"/>
                </a:lnTo>
                <a:lnTo>
                  <a:pt x="1335683" y="398669"/>
                </a:lnTo>
                <a:lnTo>
                  <a:pt x="1335683" y="376948"/>
                </a:lnTo>
                <a:lnTo>
                  <a:pt x="1337049" y="399369"/>
                </a:lnTo>
                <a:close/>
                <a:moveTo>
                  <a:pt x="756614" y="320897"/>
                </a:moveTo>
                <a:lnTo>
                  <a:pt x="756614" y="381853"/>
                </a:lnTo>
                <a:lnTo>
                  <a:pt x="757372" y="404790"/>
                </a:lnTo>
                <a:lnTo>
                  <a:pt x="755248" y="404790"/>
                </a:lnTo>
                <a:lnTo>
                  <a:pt x="755248" y="360834"/>
                </a:lnTo>
                <a:close/>
                <a:moveTo>
                  <a:pt x="738860" y="320897"/>
                </a:moveTo>
                <a:lnTo>
                  <a:pt x="739763" y="404794"/>
                </a:lnTo>
                <a:lnTo>
                  <a:pt x="736288" y="404795"/>
                </a:lnTo>
                <a:lnTo>
                  <a:pt x="737494" y="376948"/>
                </a:lnTo>
                <a:lnTo>
                  <a:pt x="737494" y="398669"/>
                </a:lnTo>
                <a:lnTo>
                  <a:pt x="738860" y="337712"/>
                </a:lnTo>
                <a:close/>
                <a:moveTo>
                  <a:pt x="1528251" y="320196"/>
                </a:moveTo>
                <a:lnTo>
                  <a:pt x="1528251" y="404602"/>
                </a:lnTo>
                <a:lnTo>
                  <a:pt x="1527085" y="404602"/>
                </a:lnTo>
                <a:close/>
                <a:moveTo>
                  <a:pt x="807146" y="320196"/>
                </a:moveTo>
                <a:lnTo>
                  <a:pt x="808512" y="352426"/>
                </a:lnTo>
                <a:lnTo>
                  <a:pt x="808512" y="331406"/>
                </a:lnTo>
                <a:lnTo>
                  <a:pt x="809307" y="404777"/>
                </a:lnTo>
                <a:lnTo>
                  <a:pt x="806712" y="404778"/>
                </a:lnTo>
                <a:lnTo>
                  <a:pt x="807146" y="367840"/>
                </a:lnTo>
                <a:close/>
                <a:moveTo>
                  <a:pt x="3351501" y="319495"/>
                </a:moveTo>
                <a:lnTo>
                  <a:pt x="3351501" y="404158"/>
                </a:lnTo>
                <a:lnTo>
                  <a:pt x="3350641" y="404158"/>
                </a:lnTo>
                <a:close/>
                <a:moveTo>
                  <a:pt x="2339495" y="318795"/>
                </a:moveTo>
                <a:lnTo>
                  <a:pt x="2340130" y="404404"/>
                </a:lnTo>
                <a:lnTo>
                  <a:pt x="2338500" y="404405"/>
                </a:lnTo>
                <a:lnTo>
                  <a:pt x="2339495" y="331406"/>
                </a:lnTo>
                <a:close/>
                <a:moveTo>
                  <a:pt x="1469525" y="318795"/>
                </a:moveTo>
                <a:lnTo>
                  <a:pt x="1469525" y="404616"/>
                </a:lnTo>
                <a:lnTo>
                  <a:pt x="1469047" y="404617"/>
                </a:lnTo>
                <a:close/>
                <a:moveTo>
                  <a:pt x="3142544" y="318094"/>
                </a:moveTo>
                <a:lnTo>
                  <a:pt x="3143641" y="404209"/>
                </a:lnTo>
                <a:lnTo>
                  <a:pt x="3140843" y="404209"/>
                </a:lnTo>
                <a:lnTo>
                  <a:pt x="3141178" y="392363"/>
                </a:lnTo>
                <a:lnTo>
                  <a:pt x="3141178" y="382554"/>
                </a:lnTo>
                <a:lnTo>
                  <a:pt x="3142544" y="342617"/>
                </a:lnTo>
                <a:close/>
                <a:moveTo>
                  <a:pt x="1529617" y="318094"/>
                </a:moveTo>
                <a:lnTo>
                  <a:pt x="1529617" y="365037"/>
                </a:lnTo>
                <a:lnTo>
                  <a:pt x="1530983" y="341215"/>
                </a:lnTo>
                <a:lnTo>
                  <a:pt x="1530983" y="404601"/>
                </a:lnTo>
                <a:lnTo>
                  <a:pt x="1528701" y="404602"/>
                </a:lnTo>
                <a:close/>
                <a:moveTo>
                  <a:pt x="1298809" y="318094"/>
                </a:moveTo>
                <a:lnTo>
                  <a:pt x="1298809" y="404274"/>
                </a:lnTo>
                <a:lnTo>
                  <a:pt x="1298813" y="404658"/>
                </a:lnTo>
                <a:lnTo>
                  <a:pt x="1297443" y="404658"/>
                </a:lnTo>
                <a:lnTo>
                  <a:pt x="1297030" y="404658"/>
                </a:lnTo>
                <a:lnTo>
                  <a:pt x="1297443" y="376248"/>
                </a:lnTo>
                <a:lnTo>
                  <a:pt x="1297443" y="352426"/>
                </a:lnTo>
                <a:close/>
                <a:moveTo>
                  <a:pt x="610481" y="318094"/>
                </a:moveTo>
                <a:lnTo>
                  <a:pt x="610932" y="404826"/>
                </a:lnTo>
                <a:lnTo>
                  <a:pt x="608230" y="404826"/>
                </a:lnTo>
                <a:lnTo>
                  <a:pt x="609115" y="374847"/>
                </a:lnTo>
                <a:lnTo>
                  <a:pt x="609115" y="333508"/>
                </a:lnTo>
                <a:lnTo>
                  <a:pt x="610481" y="400070"/>
                </a:lnTo>
                <a:close/>
                <a:moveTo>
                  <a:pt x="2985485" y="317393"/>
                </a:moveTo>
                <a:lnTo>
                  <a:pt x="2986358" y="404247"/>
                </a:lnTo>
                <a:lnTo>
                  <a:pt x="2985485" y="404247"/>
                </a:lnTo>
                <a:close/>
                <a:moveTo>
                  <a:pt x="1524154" y="316693"/>
                </a:moveTo>
                <a:lnTo>
                  <a:pt x="1525168" y="404603"/>
                </a:lnTo>
                <a:lnTo>
                  <a:pt x="1523715" y="404603"/>
                </a:lnTo>
                <a:lnTo>
                  <a:pt x="1524154" y="374847"/>
                </a:lnTo>
                <a:close/>
                <a:moveTo>
                  <a:pt x="1559663" y="315292"/>
                </a:moveTo>
                <a:lnTo>
                  <a:pt x="1559663" y="319495"/>
                </a:lnTo>
                <a:lnTo>
                  <a:pt x="1561029" y="388159"/>
                </a:lnTo>
                <a:lnTo>
                  <a:pt x="1561029" y="404594"/>
                </a:lnTo>
                <a:lnTo>
                  <a:pt x="1559663" y="404594"/>
                </a:lnTo>
                <a:lnTo>
                  <a:pt x="1558685" y="404595"/>
                </a:lnTo>
                <a:close/>
                <a:moveTo>
                  <a:pt x="1502303" y="315292"/>
                </a:moveTo>
                <a:lnTo>
                  <a:pt x="1502303" y="355228"/>
                </a:lnTo>
                <a:lnTo>
                  <a:pt x="1502883" y="404608"/>
                </a:lnTo>
                <a:lnTo>
                  <a:pt x="1500937" y="404609"/>
                </a:lnTo>
                <a:lnTo>
                  <a:pt x="1500937" y="341916"/>
                </a:lnTo>
                <a:close/>
                <a:moveTo>
                  <a:pt x="1383484" y="315292"/>
                </a:moveTo>
                <a:lnTo>
                  <a:pt x="1384195" y="404637"/>
                </a:lnTo>
                <a:lnTo>
                  <a:pt x="1383484" y="404637"/>
                </a:lnTo>
                <a:close/>
                <a:moveTo>
                  <a:pt x="3387009" y="314591"/>
                </a:moveTo>
                <a:lnTo>
                  <a:pt x="3387009" y="404149"/>
                </a:lnTo>
                <a:lnTo>
                  <a:pt x="3386227" y="404150"/>
                </a:lnTo>
                <a:close/>
                <a:moveTo>
                  <a:pt x="3163030" y="314591"/>
                </a:moveTo>
                <a:lnTo>
                  <a:pt x="3164395" y="367840"/>
                </a:lnTo>
                <a:lnTo>
                  <a:pt x="3164395" y="378350"/>
                </a:lnTo>
                <a:lnTo>
                  <a:pt x="3165761" y="400770"/>
                </a:lnTo>
                <a:lnTo>
                  <a:pt x="3165761" y="404203"/>
                </a:lnTo>
                <a:lnTo>
                  <a:pt x="3163030" y="404204"/>
                </a:lnTo>
                <a:close/>
                <a:moveTo>
                  <a:pt x="2235699" y="314591"/>
                </a:moveTo>
                <a:lnTo>
                  <a:pt x="2236062" y="404430"/>
                </a:lnTo>
                <a:lnTo>
                  <a:pt x="2235699" y="404430"/>
                </a:lnTo>
                <a:lnTo>
                  <a:pt x="2235699" y="387458"/>
                </a:lnTo>
                <a:close/>
                <a:moveTo>
                  <a:pt x="568143" y="314591"/>
                </a:moveTo>
                <a:lnTo>
                  <a:pt x="568143" y="359432"/>
                </a:lnTo>
                <a:lnTo>
                  <a:pt x="568941" y="404836"/>
                </a:lnTo>
                <a:lnTo>
                  <a:pt x="567508" y="404836"/>
                </a:lnTo>
                <a:close/>
                <a:moveTo>
                  <a:pt x="3380181" y="313890"/>
                </a:moveTo>
                <a:lnTo>
                  <a:pt x="3380181" y="404151"/>
                </a:lnTo>
                <a:lnTo>
                  <a:pt x="3379204" y="404151"/>
                </a:lnTo>
                <a:close/>
                <a:moveTo>
                  <a:pt x="3343306" y="313890"/>
                </a:moveTo>
                <a:lnTo>
                  <a:pt x="3344672" y="384656"/>
                </a:lnTo>
                <a:lnTo>
                  <a:pt x="3344672" y="404160"/>
                </a:lnTo>
                <a:lnTo>
                  <a:pt x="3342090" y="404160"/>
                </a:lnTo>
                <a:lnTo>
                  <a:pt x="3343306" y="334910"/>
                </a:lnTo>
                <a:close/>
                <a:moveTo>
                  <a:pt x="1322026" y="313890"/>
                </a:moveTo>
                <a:lnTo>
                  <a:pt x="1322026" y="363636"/>
                </a:lnTo>
                <a:lnTo>
                  <a:pt x="1322420" y="404652"/>
                </a:lnTo>
                <a:lnTo>
                  <a:pt x="1320661" y="404653"/>
                </a:lnTo>
                <a:lnTo>
                  <a:pt x="1320661" y="376948"/>
                </a:lnTo>
                <a:close/>
                <a:moveTo>
                  <a:pt x="1484548" y="313190"/>
                </a:moveTo>
                <a:lnTo>
                  <a:pt x="1484548" y="400770"/>
                </a:lnTo>
                <a:lnTo>
                  <a:pt x="1484735" y="404613"/>
                </a:lnTo>
                <a:lnTo>
                  <a:pt x="1483266" y="404613"/>
                </a:lnTo>
                <a:close/>
                <a:moveTo>
                  <a:pt x="1313832" y="312489"/>
                </a:moveTo>
                <a:lnTo>
                  <a:pt x="1314709" y="404654"/>
                </a:lnTo>
                <a:lnTo>
                  <a:pt x="1313832" y="404654"/>
                </a:lnTo>
                <a:close/>
                <a:moveTo>
                  <a:pt x="790757" y="312489"/>
                </a:moveTo>
                <a:lnTo>
                  <a:pt x="790757" y="327903"/>
                </a:lnTo>
                <a:lnTo>
                  <a:pt x="790757" y="404782"/>
                </a:lnTo>
                <a:lnTo>
                  <a:pt x="789840" y="404782"/>
                </a:lnTo>
                <a:close/>
                <a:moveTo>
                  <a:pt x="2306717" y="311788"/>
                </a:moveTo>
                <a:lnTo>
                  <a:pt x="2306717" y="385356"/>
                </a:lnTo>
                <a:lnTo>
                  <a:pt x="2306866" y="404412"/>
                </a:lnTo>
                <a:lnTo>
                  <a:pt x="2305819" y="404413"/>
                </a:lnTo>
                <a:close/>
                <a:moveTo>
                  <a:pt x="1393044" y="311788"/>
                </a:moveTo>
                <a:lnTo>
                  <a:pt x="1394410" y="402172"/>
                </a:lnTo>
                <a:lnTo>
                  <a:pt x="1394410" y="389560"/>
                </a:lnTo>
                <a:lnTo>
                  <a:pt x="1394625" y="404635"/>
                </a:lnTo>
                <a:lnTo>
                  <a:pt x="1392309" y="404635"/>
                </a:lnTo>
                <a:lnTo>
                  <a:pt x="1393044" y="320897"/>
                </a:lnTo>
                <a:close/>
                <a:moveTo>
                  <a:pt x="3266825" y="311088"/>
                </a:moveTo>
                <a:lnTo>
                  <a:pt x="3266825" y="369241"/>
                </a:lnTo>
                <a:lnTo>
                  <a:pt x="3266825" y="404179"/>
                </a:lnTo>
                <a:lnTo>
                  <a:pt x="3265151" y="404179"/>
                </a:lnTo>
                <a:lnTo>
                  <a:pt x="3265459" y="386758"/>
                </a:lnTo>
                <a:lnTo>
                  <a:pt x="3265459" y="378350"/>
                </a:lnTo>
                <a:close/>
                <a:moveTo>
                  <a:pt x="652819" y="311088"/>
                </a:moveTo>
                <a:lnTo>
                  <a:pt x="652819" y="404815"/>
                </a:lnTo>
                <a:lnTo>
                  <a:pt x="651495" y="404816"/>
                </a:lnTo>
                <a:close/>
                <a:moveTo>
                  <a:pt x="2265745" y="309686"/>
                </a:moveTo>
                <a:lnTo>
                  <a:pt x="2265745" y="404422"/>
                </a:lnTo>
                <a:lnTo>
                  <a:pt x="2264523" y="404423"/>
                </a:lnTo>
                <a:close/>
                <a:moveTo>
                  <a:pt x="1550103" y="309686"/>
                </a:moveTo>
                <a:lnTo>
                  <a:pt x="1551469" y="333508"/>
                </a:lnTo>
                <a:lnTo>
                  <a:pt x="1551469" y="404596"/>
                </a:lnTo>
                <a:lnTo>
                  <a:pt x="1550103" y="404597"/>
                </a:lnTo>
                <a:lnTo>
                  <a:pt x="1550103" y="380452"/>
                </a:lnTo>
                <a:close/>
                <a:moveTo>
                  <a:pt x="691059" y="309686"/>
                </a:moveTo>
                <a:lnTo>
                  <a:pt x="692425" y="398669"/>
                </a:lnTo>
                <a:lnTo>
                  <a:pt x="692425" y="400070"/>
                </a:lnTo>
                <a:lnTo>
                  <a:pt x="693791" y="399369"/>
                </a:lnTo>
                <a:lnTo>
                  <a:pt x="693791" y="404805"/>
                </a:lnTo>
                <a:lnTo>
                  <a:pt x="692425" y="404806"/>
                </a:lnTo>
                <a:lnTo>
                  <a:pt x="689693" y="404806"/>
                </a:lnTo>
                <a:lnTo>
                  <a:pt x="689693" y="371343"/>
                </a:lnTo>
                <a:lnTo>
                  <a:pt x="691059" y="393764"/>
                </a:lnTo>
                <a:close/>
                <a:moveTo>
                  <a:pt x="1397141" y="308986"/>
                </a:moveTo>
                <a:lnTo>
                  <a:pt x="1398507" y="404274"/>
                </a:lnTo>
                <a:lnTo>
                  <a:pt x="1398507" y="344719"/>
                </a:lnTo>
                <a:lnTo>
                  <a:pt x="1399302" y="404634"/>
                </a:lnTo>
                <a:lnTo>
                  <a:pt x="1395776" y="404634"/>
                </a:lnTo>
                <a:lnTo>
                  <a:pt x="1395776" y="351725"/>
                </a:lnTo>
                <a:lnTo>
                  <a:pt x="1395776" y="346821"/>
                </a:lnTo>
                <a:lnTo>
                  <a:pt x="1397141" y="387458"/>
                </a:lnTo>
                <a:close/>
                <a:moveTo>
                  <a:pt x="618675" y="308986"/>
                </a:moveTo>
                <a:lnTo>
                  <a:pt x="619873" y="404823"/>
                </a:lnTo>
                <a:lnTo>
                  <a:pt x="618675" y="404824"/>
                </a:lnTo>
                <a:lnTo>
                  <a:pt x="615944" y="404824"/>
                </a:lnTo>
                <a:lnTo>
                  <a:pt x="615944" y="353126"/>
                </a:lnTo>
                <a:lnTo>
                  <a:pt x="617310" y="382554"/>
                </a:lnTo>
                <a:lnTo>
                  <a:pt x="617310" y="344719"/>
                </a:lnTo>
                <a:lnTo>
                  <a:pt x="618675" y="374847"/>
                </a:lnTo>
                <a:close/>
                <a:moveTo>
                  <a:pt x="3371986" y="308285"/>
                </a:moveTo>
                <a:lnTo>
                  <a:pt x="3371986" y="309686"/>
                </a:lnTo>
                <a:lnTo>
                  <a:pt x="3373352" y="400770"/>
                </a:lnTo>
                <a:lnTo>
                  <a:pt x="3373352" y="404153"/>
                </a:lnTo>
                <a:lnTo>
                  <a:pt x="3370781" y="404153"/>
                </a:lnTo>
                <a:close/>
                <a:moveTo>
                  <a:pt x="3044211" y="308285"/>
                </a:moveTo>
                <a:lnTo>
                  <a:pt x="3044211" y="374146"/>
                </a:lnTo>
                <a:lnTo>
                  <a:pt x="3044571" y="404233"/>
                </a:lnTo>
                <a:lnTo>
                  <a:pt x="3042845" y="404233"/>
                </a:lnTo>
                <a:lnTo>
                  <a:pt x="3042845" y="346120"/>
                </a:lnTo>
                <a:close/>
                <a:moveTo>
                  <a:pt x="2411879" y="307584"/>
                </a:moveTo>
                <a:lnTo>
                  <a:pt x="2412301" y="404387"/>
                </a:lnTo>
                <a:lnTo>
                  <a:pt x="2410513" y="404387"/>
                </a:lnTo>
                <a:lnTo>
                  <a:pt x="2410513" y="386057"/>
                </a:lnTo>
                <a:lnTo>
                  <a:pt x="2411879" y="396567"/>
                </a:lnTo>
                <a:close/>
                <a:moveTo>
                  <a:pt x="2250722" y="307584"/>
                </a:moveTo>
                <a:lnTo>
                  <a:pt x="2251298" y="404426"/>
                </a:lnTo>
                <a:lnTo>
                  <a:pt x="2250712" y="404426"/>
                </a:lnTo>
                <a:lnTo>
                  <a:pt x="2250722" y="402872"/>
                </a:lnTo>
                <a:close/>
                <a:moveTo>
                  <a:pt x="1574686" y="307584"/>
                </a:moveTo>
                <a:lnTo>
                  <a:pt x="1574686" y="404591"/>
                </a:lnTo>
                <a:lnTo>
                  <a:pt x="1573976" y="404591"/>
                </a:lnTo>
                <a:close/>
                <a:moveTo>
                  <a:pt x="1435382" y="307584"/>
                </a:moveTo>
                <a:lnTo>
                  <a:pt x="1435382" y="404625"/>
                </a:lnTo>
                <a:lnTo>
                  <a:pt x="1434319" y="404625"/>
                </a:lnTo>
                <a:close/>
                <a:moveTo>
                  <a:pt x="633699" y="307584"/>
                </a:moveTo>
                <a:lnTo>
                  <a:pt x="633699" y="404820"/>
                </a:lnTo>
                <a:lnTo>
                  <a:pt x="632333" y="404820"/>
                </a:lnTo>
                <a:lnTo>
                  <a:pt x="632333" y="372044"/>
                </a:lnTo>
                <a:close/>
                <a:moveTo>
                  <a:pt x="3329649" y="306884"/>
                </a:moveTo>
                <a:lnTo>
                  <a:pt x="3329649" y="404163"/>
                </a:lnTo>
                <a:lnTo>
                  <a:pt x="3328540" y="404164"/>
                </a:lnTo>
                <a:close/>
                <a:moveTo>
                  <a:pt x="3285945" y="306884"/>
                </a:moveTo>
                <a:lnTo>
                  <a:pt x="3285945" y="404174"/>
                </a:lnTo>
                <a:lnTo>
                  <a:pt x="3285084" y="404174"/>
                </a:lnTo>
                <a:close/>
                <a:moveTo>
                  <a:pt x="3354232" y="306183"/>
                </a:moveTo>
                <a:lnTo>
                  <a:pt x="3355597" y="397968"/>
                </a:lnTo>
                <a:lnTo>
                  <a:pt x="3355597" y="404157"/>
                </a:lnTo>
                <a:lnTo>
                  <a:pt x="3352700" y="404158"/>
                </a:lnTo>
                <a:lnTo>
                  <a:pt x="3352866" y="393063"/>
                </a:lnTo>
                <a:lnTo>
                  <a:pt x="3352866" y="383955"/>
                </a:lnTo>
                <a:lnTo>
                  <a:pt x="3354232" y="376248"/>
                </a:lnTo>
                <a:close/>
                <a:moveTo>
                  <a:pt x="2753311" y="306183"/>
                </a:moveTo>
                <a:lnTo>
                  <a:pt x="2753311" y="404304"/>
                </a:lnTo>
                <a:lnTo>
                  <a:pt x="2752409" y="404304"/>
                </a:lnTo>
                <a:close/>
                <a:moveTo>
                  <a:pt x="2377735" y="304782"/>
                </a:moveTo>
                <a:lnTo>
                  <a:pt x="2378528" y="404395"/>
                </a:lnTo>
                <a:lnTo>
                  <a:pt x="2376945" y="404395"/>
                </a:lnTo>
                <a:lnTo>
                  <a:pt x="2377735" y="328604"/>
                </a:lnTo>
                <a:close/>
                <a:moveTo>
                  <a:pt x="2207019" y="304782"/>
                </a:moveTo>
                <a:lnTo>
                  <a:pt x="2207842" y="404437"/>
                </a:lnTo>
                <a:lnTo>
                  <a:pt x="2207019" y="404437"/>
                </a:lnTo>
                <a:lnTo>
                  <a:pt x="2207019" y="402172"/>
                </a:lnTo>
                <a:close/>
                <a:moveTo>
                  <a:pt x="1466794" y="304782"/>
                </a:moveTo>
                <a:lnTo>
                  <a:pt x="1467363" y="404617"/>
                </a:lnTo>
                <a:lnTo>
                  <a:pt x="1466794" y="404617"/>
                </a:lnTo>
                <a:lnTo>
                  <a:pt x="1466794" y="374146"/>
                </a:lnTo>
                <a:close/>
                <a:moveTo>
                  <a:pt x="1567857" y="302680"/>
                </a:moveTo>
                <a:lnTo>
                  <a:pt x="1568943" y="404592"/>
                </a:lnTo>
                <a:lnTo>
                  <a:pt x="1567268" y="404593"/>
                </a:lnTo>
                <a:lnTo>
                  <a:pt x="1567857" y="333508"/>
                </a:lnTo>
                <a:close/>
                <a:moveTo>
                  <a:pt x="636430" y="302680"/>
                </a:moveTo>
                <a:lnTo>
                  <a:pt x="636430" y="355929"/>
                </a:lnTo>
                <a:lnTo>
                  <a:pt x="636821" y="404819"/>
                </a:lnTo>
                <a:lnTo>
                  <a:pt x="636430" y="404819"/>
                </a:lnTo>
                <a:lnTo>
                  <a:pt x="635311" y="404820"/>
                </a:lnTo>
                <a:close/>
                <a:moveTo>
                  <a:pt x="3247705" y="301279"/>
                </a:moveTo>
                <a:lnTo>
                  <a:pt x="3247705" y="335610"/>
                </a:lnTo>
                <a:lnTo>
                  <a:pt x="3247705" y="404183"/>
                </a:lnTo>
                <a:lnTo>
                  <a:pt x="3247127" y="404183"/>
                </a:lnTo>
                <a:close/>
                <a:moveTo>
                  <a:pt x="699254" y="301279"/>
                </a:moveTo>
                <a:lnTo>
                  <a:pt x="700278" y="404804"/>
                </a:lnTo>
                <a:lnTo>
                  <a:pt x="699254" y="404804"/>
                </a:lnTo>
                <a:close/>
                <a:moveTo>
                  <a:pt x="3255899" y="300578"/>
                </a:moveTo>
                <a:lnTo>
                  <a:pt x="3257087" y="404181"/>
                </a:lnTo>
                <a:lnTo>
                  <a:pt x="3254533" y="404182"/>
                </a:lnTo>
                <a:lnTo>
                  <a:pt x="3254533" y="321597"/>
                </a:lnTo>
                <a:lnTo>
                  <a:pt x="3255899" y="382554"/>
                </a:lnTo>
                <a:close/>
                <a:moveTo>
                  <a:pt x="3040114" y="300578"/>
                </a:moveTo>
                <a:lnTo>
                  <a:pt x="3041480" y="371343"/>
                </a:lnTo>
                <a:lnTo>
                  <a:pt x="3041480" y="318094"/>
                </a:lnTo>
                <a:lnTo>
                  <a:pt x="3042503" y="404233"/>
                </a:lnTo>
                <a:lnTo>
                  <a:pt x="3041480" y="404234"/>
                </a:lnTo>
                <a:lnTo>
                  <a:pt x="3037835" y="404234"/>
                </a:lnTo>
                <a:lnTo>
                  <a:pt x="3038748" y="354528"/>
                </a:lnTo>
                <a:lnTo>
                  <a:pt x="3038748" y="333508"/>
                </a:lnTo>
                <a:lnTo>
                  <a:pt x="3040114" y="359432"/>
                </a:lnTo>
                <a:close/>
                <a:moveTo>
                  <a:pt x="2940416" y="299877"/>
                </a:moveTo>
                <a:lnTo>
                  <a:pt x="2941612" y="404258"/>
                </a:lnTo>
                <a:lnTo>
                  <a:pt x="2940416" y="404258"/>
                </a:lnTo>
                <a:close/>
                <a:moveTo>
                  <a:pt x="1565126" y="299877"/>
                </a:moveTo>
                <a:lnTo>
                  <a:pt x="1566010" y="404593"/>
                </a:lnTo>
                <a:lnTo>
                  <a:pt x="1565126" y="404593"/>
                </a:lnTo>
                <a:close/>
                <a:moveTo>
                  <a:pt x="730665" y="299877"/>
                </a:moveTo>
                <a:lnTo>
                  <a:pt x="732031" y="335610"/>
                </a:lnTo>
                <a:lnTo>
                  <a:pt x="732031" y="404796"/>
                </a:lnTo>
                <a:lnTo>
                  <a:pt x="730665" y="404796"/>
                </a:lnTo>
                <a:close/>
                <a:moveTo>
                  <a:pt x="3339209" y="299177"/>
                </a:moveTo>
                <a:lnTo>
                  <a:pt x="3339209" y="335610"/>
                </a:lnTo>
                <a:lnTo>
                  <a:pt x="3340575" y="395165"/>
                </a:lnTo>
                <a:lnTo>
                  <a:pt x="3340575" y="404161"/>
                </a:lnTo>
                <a:lnTo>
                  <a:pt x="3338109" y="404161"/>
                </a:lnTo>
                <a:close/>
                <a:moveTo>
                  <a:pt x="1454502" y="299177"/>
                </a:moveTo>
                <a:lnTo>
                  <a:pt x="1455192" y="404620"/>
                </a:lnTo>
                <a:lnTo>
                  <a:pt x="1453179" y="404620"/>
                </a:lnTo>
                <a:lnTo>
                  <a:pt x="1454502" y="393764"/>
                </a:lnTo>
                <a:close/>
                <a:moveTo>
                  <a:pt x="3138447" y="298476"/>
                </a:moveTo>
                <a:lnTo>
                  <a:pt x="3139673" y="404210"/>
                </a:lnTo>
                <a:lnTo>
                  <a:pt x="3137532" y="404210"/>
                </a:lnTo>
                <a:lnTo>
                  <a:pt x="3138447" y="322999"/>
                </a:lnTo>
                <a:close/>
                <a:moveTo>
                  <a:pt x="3359695" y="297775"/>
                </a:moveTo>
                <a:lnTo>
                  <a:pt x="3359695" y="359432"/>
                </a:lnTo>
                <a:lnTo>
                  <a:pt x="3359695" y="404156"/>
                </a:lnTo>
                <a:lnTo>
                  <a:pt x="3358949" y="404156"/>
                </a:lnTo>
                <a:close/>
                <a:moveTo>
                  <a:pt x="793489" y="297775"/>
                </a:moveTo>
                <a:lnTo>
                  <a:pt x="794855" y="379751"/>
                </a:lnTo>
                <a:lnTo>
                  <a:pt x="794855" y="404781"/>
                </a:lnTo>
                <a:lnTo>
                  <a:pt x="793489" y="404781"/>
                </a:lnTo>
                <a:close/>
                <a:moveTo>
                  <a:pt x="3148007" y="297075"/>
                </a:moveTo>
                <a:lnTo>
                  <a:pt x="3148007" y="362936"/>
                </a:lnTo>
                <a:lnTo>
                  <a:pt x="3149264" y="404207"/>
                </a:lnTo>
                <a:lnTo>
                  <a:pt x="3145028" y="404208"/>
                </a:lnTo>
                <a:lnTo>
                  <a:pt x="3145275" y="383955"/>
                </a:lnTo>
                <a:lnTo>
                  <a:pt x="3145275" y="369241"/>
                </a:lnTo>
                <a:lnTo>
                  <a:pt x="3146641" y="402872"/>
                </a:lnTo>
                <a:lnTo>
                  <a:pt x="3146641" y="376948"/>
                </a:lnTo>
                <a:close/>
                <a:moveTo>
                  <a:pt x="1302906" y="297075"/>
                </a:moveTo>
                <a:lnTo>
                  <a:pt x="1302906" y="334209"/>
                </a:lnTo>
                <a:lnTo>
                  <a:pt x="1304272" y="301279"/>
                </a:lnTo>
                <a:lnTo>
                  <a:pt x="1304272" y="404657"/>
                </a:lnTo>
                <a:lnTo>
                  <a:pt x="1302906" y="404657"/>
                </a:lnTo>
                <a:lnTo>
                  <a:pt x="1300175" y="404658"/>
                </a:lnTo>
                <a:lnTo>
                  <a:pt x="1300175" y="363636"/>
                </a:lnTo>
                <a:lnTo>
                  <a:pt x="1301540" y="348923"/>
                </a:lnTo>
                <a:lnTo>
                  <a:pt x="1301540" y="351025"/>
                </a:lnTo>
                <a:close/>
                <a:moveTo>
                  <a:pt x="1387581" y="296374"/>
                </a:moveTo>
                <a:lnTo>
                  <a:pt x="1387581" y="404636"/>
                </a:lnTo>
                <a:lnTo>
                  <a:pt x="1386215" y="404637"/>
                </a:lnTo>
                <a:lnTo>
                  <a:pt x="1384850" y="404637"/>
                </a:lnTo>
                <a:lnTo>
                  <a:pt x="1384850" y="346821"/>
                </a:lnTo>
                <a:lnTo>
                  <a:pt x="1386215" y="346821"/>
                </a:lnTo>
                <a:lnTo>
                  <a:pt x="1386215" y="344018"/>
                </a:lnTo>
                <a:close/>
                <a:moveTo>
                  <a:pt x="3228585" y="294973"/>
                </a:moveTo>
                <a:lnTo>
                  <a:pt x="3228585" y="337012"/>
                </a:lnTo>
                <a:lnTo>
                  <a:pt x="3228585" y="390961"/>
                </a:lnTo>
                <a:lnTo>
                  <a:pt x="3229111" y="404188"/>
                </a:lnTo>
                <a:lnTo>
                  <a:pt x="3227219" y="404188"/>
                </a:lnTo>
                <a:lnTo>
                  <a:pt x="3227219" y="397267"/>
                </a:lnTo>
                <a:lnTo>
                  <a:pt x="3227219" y="360133"/>
                </a:lnTo>
                <a:close/>
                <a:moveTo>
                  <a:pt x="599555" y="294973"/>
                </a:moveTo>
                <a:lnTo>
                  <a:pt x="600921" y="376248"/>
                </a:lnTo>
                <a:lnTo>
                  <a:pt x="600921" y="385356"/>
                </a:lnTo>
                <a:lnTo>
                  <a:pt x="602287" y="308285"/>
                </a:lnTo>
                <a:lnTo>
                  <a:pt x="602287" y="325101"/>
                </a:lnTo>
                <a:lnTo>
                  <a:pt x="602963" y="404827"/>
                </a:lnTo>
                <a:lnTo>
                  <a:pt x="599555" y="404828"/>
                </a:lnTo>
                <a:close/>
                <a:moveTo>
                  <a:pt x="1507765" y="294272"/>
                </a:moveTo>
                <a:lnTo>
                  <a:pt x="1509131" y="342617"/>
                </a:lnTo>
                <a:lnTo>
                  <a:pt x="1509131" y="381853"/>
                </a:lnTo>
                <a:lnTo>
                  <a:pt x="1510497" y="294272"/>
                </a:lnTo>
                <a:lnTo>
                  <a:pt x="1510497" y="359432"/>
                </a:lnTo>
                <a:lnTo>
                  <a:pt x="1511250" y="404606"/>
                </a:lnTo>
                <a:lnTo>
                  <a:pt x="1506400" y="404607"/>
                </a:lnTo>
                <a:lnTo>
                  <a:pt x="1506400" y="386057"/>
                </a:lnTo>
                <a:lnTo>
                  <a:pt x="1507765" y="360133"/>
                </a:lnTo>
                <a:close/>
                <a:moveTo>
                  <a:pt x="733397" y="293571"/>
                </a:moveTo>
                <a:lnTo>
                  <a:pt x="734763" y="372745"/>
                </a:lnTo>
                <a:lnTo>
                  <a:pt x="734763" y="355929"/>
                </a:lnTo>
                <a:lnTo>
                  <a:pt x="736128" y="371343"/>
                </a:lnTo>
                <a:lnTo>
                  <a:pt x="736128" y="404795"/>
                </a:lnTo>
                <a:lnTo>
                  <a:pt x="733384" y="404796"/>
                </a:lnTo>
                <a:lnTo>
                  <a:pt x="733397" y="404274"/>
                </a:lnTo>
                <a:close/>
                <a:moveTo>
                  <a:pt x="3150738" y="292871"/>
                </a:moveTo>
                <a:lnTo>
                  <a:pt x="3150738" y="399369"/>
                </a:lnTo>
                <a:lnTo>
                  <a:pt x="3152104" y="390961"/>
                </a:lnTo>
                <a:lnTo>
                  <a:pt x="3152104" y="404207"/>
                </a:lnTo>
                <a:lnTo>
                  <a:pt x="3149373" y="404207"/>
                </a:lnTo>
                <a:lnTo>
                  <a:pt x="3149373" y="397267"/>
                </a:lnTo>
                <a:close/>
                <a:moveTo>
                  <a:pt x="614578" y="292871"/>
                </a:moveTo>
                <a:lnTo>
                  <a:pt x="615870" y="404824"/>
                </a:lnTo>
                <a:lnTo>
                  <a:pt x="614578" y="404825"/>
                </a:lnTo>
                <a:close/>
                <a:moveTo>
                  <a:pt x="1511863" y="292170"/>
                </a:moveTo>
                <a:lnTo>
                  <a:pt x="1513228" y="338413"/>
                </a:lnTo>
                <a:lnTo>
                  <a:pt x="1513228" y="404606"/>
                </a:lnTo>
                <a:lnTo>
                  <a:pt x="1511863" y="404606"/>
                </a:lnTo>
                <a:close/>
                <a:moveTo>
                  <a:pt x="1425822" y="291470"/>
                </a:moveTo>
                <a:lnTo>
                  <a:pt x="1425822" y="404627"/>
                </a:lnTo>
                <a:lnTo>
                  <a:pt x="1423956" y="404628"/>
                </a:lnTo>
                <a:lnTo>
                  <a:pt x="1424456" y="364337"/>
                </a:lnTo>
                <a:lnTo>
                  <a:pt x="1424456" y="400770"/>
                </a:lnTo>
                <a:close/>
                <a:moveTo>
                  <a:pt x="1282420" y="291470"/>
                </a:moveTo>
                <a:lnTo>
                  <a:pt x="1282420" y="404662"/>
                </a:lnTo>
                <a:lnTo>
                  <a:pt x="1281054" y="404662"/>
                </a:lnTo>
                <a:lnTo>
                  <a:pt x="1281054" y="298476"/>
                </a:lnTo>
                <a:close/>
                <a:moveTo>
                  <a:pt x="2310815" y="290769"/>
                </a:moveTo>
                <a:lnTo>
                  <a:pt x="2311864" y="404411"/>
                </a:lnTo>
                <a:lnTo>
                  <a:pt x="2310815" y="404412"/>
                </a:lnTo>
                <a:close/>
                <a:moveTo>
                  <a:pt x="809878" y="290769"/>
                </a:moveTo>
                <a:lnTo>
                  <a:pt x="811060" y="404777"/>
                </a:lnTo>
                <a:lnTo>
                  <a:pt x="809878" y="404777"/>
                </a:lnTo>
                <a:close/>
                <a:moveTo>
                  <a:pt x="611847" y="290769"/>
                </a:moveTo>
                <a:lnTo>
                  <a:pt x="612588" y="404825"/>
                </a:lnTo>
                <a:lnTo>
                  <a:pt x="611847" y="404825"/>
                </a:lnTo>
                <a:close/>
                <a:moveTo>
                  <a:pt x="2332666" y="290068"/>
                </a:moveTo>
                <a:lnTo>
                  <a:pt x="2332666" y="322999"/>
                </a:lnTo>
                <a:lnTo>
                  <a:pt x="2333408" y="404406"/>
                </a:lnTo>
                <a:lnTo>
                  <a:pt x="2331301" y="404407"/>
                </a:lnTo>
                <a:lnTo>
                  <a:pt x="2331301" y="324400"/>
                </a:lnTo>
                <a:close/>
                <a:moveTo>
                  <a:pt x="3184881" y="289368"/>
                </a:moveTo>
                <a:lnTo>
                  <a:pt x="3185640" y="404198"/>
                </a:lnTo>
                <a:lnTo>
                  <a:pt x="3184881" y="404199"/>
                </a:lnTo>
                <a:close/>
                <a:moveTo>
                  <a:pt x="3249071" y="288667"/>
                </a:moveTo>
                <a:lnTo>
                  <a:pt x="3250437" y="294973"/>
                </a:lnTo>
                <a:lnTo>
                  <a:pt x="3250437" y="325101"/>
                </a:lnTo>
                <a:lnTo>
                  <a:pt x="3251802" y="389560"/>
                </a:lnTo>
                <a:lnTo>
                  <a:pt x="3251802" y="374847"/>
                </a:lnTo>
                <a:lnTo>
                  <a:pt x="3253168" y="386758"/>
                </a:lnTo>
                <a:lnTo>
                  <a:pt x="3253168" y="404182"/>
                </a:lnTo>
                <a:lnTo>
                  <a:pt x="3249071" y="404183"/>
                </a:lnTo>
                <a:close/>
                <a:moveTo>
                  <a:pt x="3235413" y="288667"/>
                </a:moveTo>
                <a:lnTo>
                  <a:pt x="3236779" y="393063"/>
                </a:lnTo>
                <a:lnTo>
                  <a:pt x="3236779" y="367840"/>
                </a:lnTo>
                <a:lnTo>
                  <a:pt x="3238145" y="330706"/>
                </a:lnTo>
                <a:lnTo>
                  <a:pt x="3238145" y="363636"/>
                </a:lnTo>
                <a:lnTo>
                  <a:pt x="3239014" y="404185"/>
                </a:lnTo>
                <a:lnTo>
                  <a:pt x="3238145" y="404186"/>
                </a:lnTo>
                <a:lnTo>
                  <a:pt x="3234703" y="404186"/>
                </a:lnTo>
                <a:lnTo>
                  <a:pt x="3235413" y="360834"/>
                </a:lnTo>
                <a:close/>
                <a:moveTo>
                  <a:pt x="827632" y="287266"/>
                </a:moveTo>
                <a:lnTo>
                  <a:pt x="827632" y="353126"/>
                </a:lnTo>
                <a:lnTo>
                  <a:pt x="828998" y="340515"/>
                </a:lnTo>
                <a:lnTo>
                  <a:pt x="828998" y="318795"/>
                </a:lnTo>
                <a:lnTo>
                  <a:pt x="830364" y="373445"/>
                </a:lnTo>
                <a:lnTo>
                  <a:pt x="830364" y="404772"/>
                </a:lnTo>
                <a:lnTo>
                  <a:pt x="824901" y="404773"/>
                </a:lnTo>
                <a:lnTo>
                  <a:pt x="824901" y="391662"/>
                </a:lnTo>
                <a:lnTo>
                  <a:pt x="826266" y="363636"/>
                </a:lnTo>
                <a:lnTo>
                  <a:pt x="826266" y="395866"/>
                </a:lnTo>
                <a:close/>
                <a:moveTo>
                  <a:pt x="2365444" y="286565"/>
                </a:moveTo>
                <a:lnTo>
                  <a:pt x="2366115" y="404398"/>
                </a:lnTo>
                <a:lnTo>
                  <a:pt x="2365256" y="404398"/>
                </a:lnTo>
                <a:lnTo>
                  <a:pt x="2365444" y="397267"/>
                </a:lnTo>
                <a:close/>
                <a:moveTo>
                  <a:pt x="2216579" y="285864"/>
                </a:moveTo>
                <a:lnTo>
                  <a:pt x="2216579" y="404434"/>
                </a:lnTo>
                <a:lnTo>
                  <a:pt x="2215288" y="404435"/>
                </a:lnTo>
                <a:close/>
                <a:moveTo>
                  <a:pt x="837192" y="284463"/>
                </a:moveTo>
                <a:lnTo>
                  <a:pt x="837192" y="367139"/>
                </a:lnTo>
                <a:lnTo>
                  <a:pt x="837770" y="404770"/>
                </a:lnTo>
                <a:lnTo>
                  <a:pt x="833095" y="404771"/>
                </a:lnTo>
                <a:lnTo>
                  <a:pt x="833095" y="357330"/>
                </a:lnTo>
                <a:lnTo>
                  <a:pt x="833095" y="328604"/>
                </a:lnTo>
                <a:lnTo>
                  <a:pt x="834461" y="384656"/>
                </a:lnTo>
                <a:lnTo>
                  <a:pt x="834461" y="373445"/>
                </a:lnTo>
                <a:lnTo>
                  <a:pt x="835827" y="314591"/>
                </a:lnTo>
                <a:lnTo>
                  <a:pt x="835827" y="377649"/>
                </a:lnTo>
                <a:close/>
                <a:moveTo>
                  <a:pt x="2238431" y="283062"/>
                </a:moveTo>
                <a:lnTo>
                  <a:pt x="2239797" y="304782"/>
                </a:lnTo>
                <a:lnTo>
                  <a:pt x="2239797" y="320196"/>
                </a:lnTo>
                <a:lnTo>
                  <a:pt x="2239797" y="404429"/>
                </a:lnTo>
                <a:lnTo>
                  <a:pt x="2237065" y="404429"/>
                </a:lnTo>
                <a:lnTo>
                  <a:pt x="2237065" y="404274"/>
                </a:lnTo>
                <a:lnTo>
                  <a:pt x="2238431" y="368541"/>
                </a:lnTo>
                <a:close/>
                <a:moveTo>
                  <a:pt x="722471" y="283062"/>
                </a:moveTo>
                <a:lnTo>
                  <a:pt x="723409" y="404798"/>
                </a:lnTo>
                <a:lnTo>
                  <a:pt x="721993" y="404798"/>
                </a:lnTo>
                <a:lnTo>
                  <a:pt x="722471" y="344719"/>
                </a:lnTo>
                <a:close/>
                <a:moveTo>
                  <a:pt x="573606" y="282361"/>
                </a:moveTo>
                <a:lnTo>
                  <a:pt x="574972" y="365037"/>
                </a:lnTo>
                <a:lnTo>
                  <a:pt x="574972" y="404834"/>
                </a:lnTo>
                <a:lnTo>
                  <a:pt x="573606" y="404835"/>
                </a:lnTo>
                <a:close/>
                <a:moveTo>
                  <a:pt x="3161664" y="281660"/>
                </a:moveTo>
                <a:lnTo>
                  <a:pt x="3161664" y="378350"/>
                </a:lnTo>
                <a:lnTo>
                  <a:pt x="3161664" y="404204"/>
                </a:lnTo>
                <a:lnTo>
                  <a:pt x="3160487" y="404205"/>
                </a:lnTo>
                <a:close/>
                <a:moveTo>
                  <a:pt x="1464062" y="281660"/>
                </a:moveTo>
                <a:lnTo>
                  <a:pt x="1465351" y="404617"/>
                </a:lnTo>
                <a:lnTo>
                  <a:pt x="1464062" y="404618"/>
                </a:lnTo>
                <a:close/>
                <a:moveTo>
                  <a:pt x="3137081" y="280259"/>
                </a:moveTo>
                <a:lnTo>
                  <a:pt x="3137081" y="404210"/>
                </a:lnTo>
                <a:lnTo>
                  <a:pt x="3135715" y="404211"/>
                </a:lnTo>
                <a:lnTo>
                  <a:pt x="3135715" y="372745"/>
                </a:lnTo>
                <a:close/>
                <a:moveTo>
                  <a:pt x="666476" y="280259"/>
                </a:moveTo>
                <a:lnTo>
                  <a:pt x="666476" y="372044"/>
                </a:lnTo>
                <a:lnTo>
                  <a:pt x="666949" y="404812"/>
                </a:lnTo>
                <a:lnTo>
                  <a:pt x="665680" y="404812"/>
                </a:lnTo>
                <a:close/>
                <a:moveTo>
                  <a:pt x="3008702" y="279559"/>
                </a:moveTo>
                <a:lnTo>
                  <a:pt x="3010068" y="354528"/>
                </a:lnTo>
                <a:lnTo>
                  <a:pt x="3010068" y="404241"/>
                </a:lnTo>
                <a:lnTo>
                  <a:pt x="3007337" y="404242"/>
                </a:lnTo>
                <a:lnTo>
                  <a:pt x="3007337" y="361534"/>
                </a:lnTo>
                <a:lnTo>
                  <a:pt x="3008702" y="351025"/>
                </a:lnTo>
                <a:lnTo>
                  <a:pt x="3008702" y="329304"/>
                </a:lnTo>
                <a:close/>
                <a:moveTo>
                  <a:pt x="1555566" y="278858"/>
                </a:moveTo>
                <a:lnTo>
                  <a:pt x="1555566" y="344719"/>
                </a:lnTo>
                <a:lnTo>
                  <a:pt x="1555566" y="395866"/>
                </a:lnTo>
                <a:lnTo>
                  <a:pt x="1556932" y="345419"/>
                </a:lnTo>
                <a:lnTo>
                  <a:pt x="1556932" y="404595"/>
                </a:lnTo>
                <a:lnTo>
                  <a:pt x="1552412" y="404596"/>
                </a:lnTo>
                <a:lnTo>
                  <a:pt x="1552835" y="365738"/>
                </a:lnTo>
                <a:lnTo>
                  <a:pt x="1552835" y="320897"/>
                </a:lnTo>
                <a:lnTo>
                  <a:pt x="1554200" y="383254"/>
                </a:lnTo>
                <a:lnTo>
                  <a:pt x="1554200" y="338413"/>
                </a:lnTo>
                <a:close/>
                <a:moveTo>
                  <a:pt x="1413530" y="278858"/>
                </a:moveTo>
                <a:lnTo>
                  <a:pt x="1414801" y="404630"/>
                </a:lnTo>
                <a:lnTo>
                  <a:pt x="1412432" y="404630"/>
                </a:lnTo>
                <a:lnTo>
                  <a:pt x="1413530" y="331406"/>
                </a:lnTo>
                <a:close/>
                <a:moveTo>
                  <a:pt x="3093377" y="278157"/>
                </a:moveTo>
                <a:lnTo>
                  <a:pt x="3093993" y="404221"/>
                </a:lnTo>
                <a:lnTo>
                  <a:pt x="3093377" y="404221"/>
                </a:lnTo>
                <a:lnTo>
                  <a:pt x="3093377" y="385356"/>
                </a:lnTo>
                <a:close/>
                <a:moveTo>
                  <a:pt x="3153469" y="277457"/>
                </a:moveTo>
                <a:lnTo>
                  <a:pt x="3154835" y="366439"/>
                </a:lnTo>
                <a:lnTo>
                  <a:pt x="3154835" y="388159"/>
                </a:lnTo>
                <a:lnTo>
                  <a:pt x="3154835" y="392363"/>
                </a:lnTo>
                <a:lnTo>
                  <a:pt x="3154951" y="404206"/>
                </a:lnTo>
                <a:lnTo>
                  <a:pt x="3152314" y="404207"/>
                </a:lnTo>
                <a:lnTo>
                  <a:pt x="3153469" y="326502"/>
                </a:lnTo>
                <a:close/>
                <a:moveTo>
                  <a:pt x="1428553" y="277457"/>
                </a:moveTo>
                <a:lnTo>
                  <a:pt x="1428553" y="404626"/>
                </a:lnTo>
                <a:lnTo>
                  <a:pt x="1427405" y="404627"/>
                </a:lnTo>
                <a:close/>
                <a:moveTo>
                  <a:pt x="816706" y="277457"/>
                </a:moveTo>
                <a:lnTo>
                  <a:pt x="818072" y="351025"/>
                </a:lnTo>
                <a:lnTo>
                  <a:pt x="818072" y="347521"/>
                </a:lnTo>
                <a:lnTo>
                  <a:pt x="819438" y="308285"/>
                </a:lnTo>
                <a:lnTo>
                  <a:pt x="819438" y="404775"/>
                </a:lnTo>
                <a:lnTo>
                  <a:pt x="815341" y="404776"/>
                </a:lnTo>
                <a:lnTo>
                  <a:pt x="815341" y="386758"/>
                </a:lnTo>
                <a:lnTo>
                  <a:pt x="816706" y="369942"/>
                </a:lnTo>
                <a:close/>
                <a:moveTo>
                  <a:pt x="3134349" y="276756"/>
                </a:moveTo>
                <a:lnTo>
                  <a:pt x="3134349" y="360133"/>
                </a:lnTo>
                <a:lnTo>
                  <a:pt x="3134349" y="404211"/>
                </a:lnTo>
                <a:lnTo>
                  <a:pt x="3133390" y="404211"/>
                </a:lnTo>
                <a:close/>
                <a:moveTo>
                  <a:pt x="1296077" y="276756"/>
                </a:moveTo>
                <a:lnTo>
                  <a:pt x="1296077" y="404659"/>
                </a:lnTo>
                <a:lnTo>
                  <a:pt x="1293346" y="404659"/>
                </a:lnTo>
                <a:lnTo>
                  <a:pt x="1293346" y="388159"/>
                </a:lnTo>
                <a:lnTo>
                  <a:pt x="1294712" y="315292"/>
                </a:lnTo>
                <a:lnTo>
                  <a:pt x="1294712" y="383955"/>
                </a:lnTo>
                <a:close/>
                <a:moveTo>
                  <a:pt x="647356" y="276756"/>
                </a:moveTo>
                <a:lnTo>
                  <a:pt x="647971" y="404816"/>
                </a:lnTo>
                <a:lnTo>
                  <a:pt x="647356" y="404817"/>
                </a:lnTo>
                <a:close/>
                <a:moveTo>
                  <a:pt x="1525520" y="276055"/>
                </a:moveTo>
                <a:lnTo>
                  <a:pt x="1526886" y="342617"/>
                </a:lnTo>
                <a:lnTo>
                  <a:pt x="1526886" y="404602"/>
                </a:lnTo>
                <a:lnTo>
                  <a:pt x="1525520" y="404603"/>
                </a:lnTo>
                <a:close/>
                <a:moveTo>
                  <a:pt x="669207" y="276055"/>
                </a:moveTo>
                <a:lnTo>
                  <a:pt x="669207" y="404811"/>
                </a:lnTo>
                <a:lnTo>
                  <a:pt x="668702" y="404811"/>
                </a:lnTo>
                <a:close/>
                <a:moveTo>
                  <a:pt x="2219311" y="274654"/>
                </a:moveTo>
                <a:lnTo>
                  <a:pt x="2220396" y="404434"/>
                </a:lnTo>
                <a:lnTo>
                  <a:pt x="2219311" y="404434"/>
                </a:lnTo>
                <a:close/>
                <a:moveTo>
                  <a:pt x="603653" y="271851"/>
                </a:moveTo>
                <a:lnTo>
                  <a:pt x="604899" y="404827"/>
                </a:lnTo>
                <a:lnTo>
                  <a:pt x="603653" y="404827"/>
                </a:lnTo>
                <a:close/>
                <a:moveTo>
                  <a:pt x="2263014" y="271151"/>
                </a:moveTo>
                <a:lnTo>
                  <a:pt x="2263014" y="351025"/>
                </a:lnTo>
                <a:lnTo>
                  <a:pt x="2264380" y="367840"/>
                </a:lnTo>
                <a:lnTo>
                  <a:pt x="2264380" y="404423"/>
                </a:lnTo>
                <a:lnTo>
                  <a:pt x="2261648" y="404423"/>
                </a:lnTo>
                <a:lnTo>
                  <a:pt x="2261648" y="376248"/>
                </a:lnTo>
                <a:close/>
                <a:moveTo>
                  <a:pt x="801683" y="271151"/>
                </a:moveTo>
                <a:lnTo>
                  <a:pt x="801683" y="404779"/>
                </a:lnTo>
                <a:lnTo>
                  <a:pt x="800753" y="404779"/>
                </a:lnTo>
                <a:close/>
                <a:moveTo>
                  <a:pt x="796220" y="271151"/>
                </a:moveTo>
                <a:lnTo>
                  <a:pt x="796220" y="372044"/>
                </a:lnTo>
                <a:lnTo>
                  <a:pt x="797586" y="402872"/>
                </a:lnTo>
                <a:lnTo>
                  <a:pt x="797586" y="328604"/>
                </a:lnTo>
                <a:lnTo>
                  <a:pt x="798952" y="308986"/>
                </a:lnTo>
                <a:lnTo>
                  <a:pt x="798952" y="404780"/>
                </a:lnTo>
                <a:lnTo>
                  <a:pt x="796220" y="404780"/>
                </a:lnTo>
                <a:lnTo>
                  <a:pt x="795273" y="404781"/>
                </a:lnTo>
                <a:close/>
                <a:moveTo>
                  <a:pt x="696522" y="271151"/>
                </a:moveTo>
                <a:lnTo>
                  <a:pt x="696522" y="404805"/>
                </a:lnTo>
                <a:lnTo>
                  <a:pt x="695728" y="404805"/>
                </a:lnTo>
                <a:close/>
                <a:moveTo>
                  <a:pt x="2288963" y="270450"/>
                </a:moveTo>
                <a:lnTo>
                  <a:pt x="2288963" y="376248"/>
                </a:lnTo>
                <a:lnTo>
                  <a:pt x="2289157" y="404417"/>
                </a:lnTo>
                <a:lnTo>
                  <a:pt x="2287597" y="404417"/>
                </a:lnTo>
                <a:lnTo>
                  <a:pt x="2287597" y="387458"/>
                </a:lnTo>
                <a:close/>
                <a:moveTo>
                  <a:pt x="1291980" y="270450"/>
                </a:moveTo>
                <a:lnTo>
                  <a:pt x="1291980" y="369241"/>
                </a:lnTo>
                <a:lnTo>
                  <a:pt x="1292723" y="404659"/>
                </a:lnTo>
                <a:lnTo>
                  <a:pt x="1291100" y="404660"/>
                </a:lnTo>
                <a:close/>
                <a:moveTo>
                  <a:pt x="1276957" y="270450"/>
                </a:moveTo>
                <a:lnTo>
                  <a:pt x="1278306" y="404663"/>
                </a:lnTo>
                <a:lnTo>
                  <a:pt x="1276492" y="404663"/>
                </a:lnTo>
                <a:lnTo>
                  <a:pt x="1276957" y="397267"/>
                </a:lnTo>
                <a:close/>
                <a:moveTo>
                  <a:pt x="1515960" y="268348"/>
                </a:moveTo>
                <a:lnTo>
                  <a:pt x="1515960" y="308986"/>
                </a:lnTo>
                <a:lnTo>
                  <a:pt x="1517326" y="365738"/>
                </a:lnTo>
                <a:lnTo>
                  <a:pt x="1517326" y="404605"/>
                </a:lnTo>
                <a:lnTo>
                  <a:pt x="1514594" y="404605"/>
                </a:lnTo>
                <a:lnTo>
                  <a:pt x="1514594" y="367840"/>
                </a:lnTo>
                <a:lnTo>
                  <a:pt x="1514594" y="362235"/>
                </a:lnTo>
                <a:lnTo>
                  <a:pt x="1514594" y="359432"/>
                </a:lnTo>
                <a:close/>
                <a:moveTo>
                  <a:pt x="2966365" y="266947"/>
                </a:moveTo>
                <a:lnTo>
                  <a:pt x="2967411" y="404252"/>
                </a:lnTo>
                <a:lnTo>
                  <a:pt x="2966365" y="404252"/>
                </a:lnTo>
                <a:close/>
                <a:moveTo>
                  <a:pt x="584532" y="266947"/>
                </a:moveTo>
                <a:lnTo>
                  <a:pt x="585898" y="376948"/>
                </a:lnTo>
                <a:lnTo>
                  <a:pt x="585898" y="404832"/>
                </a:lnTo>
                <a:lnTo>
                  <a:pt x="584532" y="404832"/>
                </a:lnTo>
                <a:close/>
                <a:moveTo>
                  <a:pt x="2383198" y="265546"/>
                </a:moveTo>
                <a:lnTo>
                  <a:pt x="2383198" y="404394"/>
                </a:lnTo>
                <a:lnTo>
                  <a:pt x="2381833" y="404394"/>
                </a:lnTo>
                <a:lnTo>
                  <a:pt x="2381833" y="390961"/>
                </a:lnTo>
                <a:close/>
                <a:moveTo>
                  <a:pt x="670573" y="263444"/>
                </a:moveTo>
                <a:lnTo>
                  <a:pt x="671939" y="339814"/>
                </a:lnTo>
                <a:lnTo>
                  <a:pt x="671939" y="398669"/>
                </a:lnTo>
                <a:lnTo>
                  <a:pt x="673305" y="395165"/>
                </a:lnTo>
                <a:lnTo>
                  <a:pt x="673305" y="376248"/>
                </a:lnTo>
                <a:lnTo>
                  <a:pt x="674670" y="382554"/>
                </a:lnTo>
                <a:lnTo>
                  <a:pt x="674670" y="404810"/>
                </a:lnTo>
                <a:lnTo>
                  <a:pt x="670304" y="404811"/>
                </a:lnTo>
                <a:lnTo>
                  <a:pt x="670573" y="366439"/>
                </a:lnTo>
                <a:close/>
                <a:moveTo>
                  <a:pt x="3026457" y="262743"/>
                </a:moveTo>
                <a:lnTo>
                  <a:pt x="3027823" y="308285"/>
                </a:lnTo>
                <a:lnTo>
                  <a:pt x="3027823" y="365738"/>
                </a:lnTo>
                <a:lnTo>
                  <a:pt x="3029188" y="358031"/>
                </a:lnTo>
                <a:lnTo>
                  <a:pt x="3029188" y="313190"/>
                </a:lnTo>
                <a:lnTo>
                  <a:pt x="3030257" y="404236"/>
                </a:lnTo>
                <a:lnTo>
                  <a:pt x="3027823" y="404237"/>
                </a:lnTo>
                <a:lnTo>
                  <a:pt x="3026457" y="404237"/>
                </a:lnTo>
                <a:close/>
                <a:moveTo>
                  <a:pt x="1405336" y="262743"/>
                </a:moveTo>
                <a:lnTo>
                  <a:pt x="1405336" y="286565"/>
                </a:lnTo>
                <a:lnTo>
                  <a:pt x="1405336" y="404632"/>
                </a:lnTo>
                <a:lnTo>
                  <a:pt x="1404452" y="404632"/>
                </a:lnTo>
                <a:close/>
                <a:moveTo>
                  <a:pt x="3012799" y="262042"/>
                </a:moveTo>
                <a:lnTo>
                  <a:pt x="3012799" y="311088"/>
                </a:lnTo>
                <a:lnTo>
                  <a:pt x="3014165" y="370643"/>
                </a:lnTo>
                <a:lnTo>
                  <a:pt x="3014165" y="332107"/>
                </a:lnTo>
                <a:lnTo>
                  <a:pt x="3015531" y="386758"/>
                </a:lnTo>
                <a:lnTo>
                  <a:pt x="3015531" y="404240"/>
                </a:lnTo>
                <a:lnTo>
                  <a:pt x="3012799" y="404241"/>
                </a:lnTo>
                <a:lnTo>
                  <a:pt x="3011252" y="404241"/>
                </a:lnTo>
                <a:lnTo>
                  <a:pt x="3011434" y="397968"/>
                </a:lnTo>
                <a:lnTo>
                  <a:pt x="3011434" y="364337"/>
                </a:lnTo>
                <a:close/>
                <a:moveTo>
                  <a:pt x="595458" y="261342"/>
                </a:moveTo>
                <a:lnTo>
                  <a:pt x="596426" y="404829"/>
                </a:lnTo>
                <a:lnTo>
                  <a:pt x="595458" y="404829"/>
                </a:lnTo>
                <a:close/>
                <a:moveTo>
                  <a:pt x="3243608" y="260641"/>
                </a:moveTo>
                <a:lnTo>
                  <a:pt x="3243608" y="400770"/>
                </a:lnTo>
                <a:lnTo>
                  <a:pt x="3244973" y="367139"/>
                </a:lnTo>
                <a:lnTo>
                  <a:pt x="3244973" y="334910"/>
                </a:lnTo>
                <a:lnTo>
                  <a:pt x="3246190" y="404184"/>
                </a:lnTo>
                <a:lnTo>
                  <a:pt x="3243608" y="404184"/>
                </a:lnTo>
                <a:lnTo>
                  <a:pt x="3242242" y="404185"/>
                </a:lnTo>
                <a:lnTo>
                  <a:pt x="3242242" y="341215"/>
                </a:lnTo>
                <a:close/>
                <a:moveTo>
                  <a:pt x="621407" y="260641"/>
                </a:moveTo>
                <a:lnTo>
                  <a:pt x="622773" y="311088"/>
                </a:lnTo>
                <a:lnTo>
                  <a:pt x="622773" y="404823"/>
                </a:lnTo>
                <a:lnTo>
                  <a:pt x="621407" y="404823"/>
                </a:lnTo>
                <a:close/>
                <a:moveTo>
                  <a:pt x="1518691" y="258539"/>
                </a:moveTo>
                <a:lnTo>
                  <a:pt x="1520057" y="390961"/>
                </a:lnTo>
                <a:lnTo>
                  <a:pt x="1520057" y="404604"/>
                </a:lnTo>
                <a:lnTo>
                  <a:pt x="1517917" y="404605"/>
                </a:lnTo>
                <a:lnTo>
                  <a:pt x="1518691" y="351725"/>
                </a:lnTo>
                <a:close/>
                <a:moveTo>
                  <a:pt x="589995" y="257838"/>
                </a:moveTo>
                <a:lnTo>
                  <a:pt x="591361" y="351025"/>
                </a:lnTo>
                <a:lnTo>
                  <a:pt x="591361" y="379050"/>
                </a:lnTo>
                <a:lnTo>
                  <a:pt x="592727" y="372745"/>
                </a:lnTo>
                <a:lnTo>
                  <a:pt x="592727" y="397267"/>
                </a:lnTo>
                <a:lnTo>
                  <a:pt x="592829" y="404830"/>
                </a:lnTo>
                <a:lnTo>
                  <a:pt x="592727" y="404830"/>
                </a:lnTo>
                <a:lnTo>
                  <a:pt x="589388" y="404831"/>
                </a:lnTo>
                <a:lnTo>
                  <a:pt x="589995" y="386758"/>
                </a:lnTo>
                <a:close/>
                <a:moveTo>
                  <a:pt x="2247991" y="257138"/>
                </a:moveTo>
                <a:lnTo>
                  <a:pt x="2247991" y="404427"/>
                </a:lnTo>
                <a:lnTo>
                  <a:pt x="2246991" y="404427"/>
                </a:lnTo>
                <a:close/>
                <a:moveTo>
                  <a:pt x="714277" y="256437"/>
                </a:moveTo>
                <a:lnTo>
                  <a:pt x="714277" y="401471"/>
                </a:lnTo>
                <a:lnTo>
                  <a:pt x="715642" y="388159"/>
                </a:lnTo>
                <a:lnTo>
                  <a:pt x="715642" y="404800"/>
                </a:lnTo>
                <a:lnTo>
                  <a:pt x="712911" y="404801"/>
                </a:lnTo>
                <a:lnTo>
                  <a:pt x="712911" y="332808"/>
                </a:lnTo>
                <a:close/>
                <a:moveTo>
                  <a:pt x="2364078" y="255737"/>
                </a:moveTo>
                <a:lnTo>
                  <a:pt x="2364078" y="404399"/>
                </a:lnTo>
                <a:lnTo>
                  <a:pt x="2363068" y="404399"/>
                </a:lnTo>
                <a:close/>
                <a:moveTo>
                  <a:pt x="711545" y="253635"/>
                </a:moveTo>
                <a:lnTo>
                  <a:pt x="712826" y="404801"/>
                </a:lnTo>
                <a:lnTo>
                  <a:pt x="711545" y="404801"/>
                </a:lnTo>
                <a:lnTo>
                  <a:pt x="711545" y="257138"/>
                </a:lnTo>
                <a:close/>
                <a:moveTo>
                  <a:pt x="723837" y="251533"/>
                </a:moveTo>
                <a:lnTo>
                  <a:pt x="725202" y="342617"/>
                </a:lnTo>
                <a:lnTo>
                  <a:pt x="725202" y="368541"/>
                </a:lnTo>
                <a:lnTo>
                  <a:pt x="726568" y="335610"/>
                </a:lnTo>
                <a:lnTo>
                  <a:pt x="726568" y="404797"/>
                </a:lnTo>
                <a:lnTo>
                  <a:pt x="725202" y="404798"/>
                </a:lnTo>
                <a:lnTo>
                  <a:pt x="723837" y="404798"/>
                </a:lnTo>
                <a:close/>
                <a:moveTo>
                  <a:pt x="598190" y="251533"/>
                </a:moveTo>
                <a:lnTo>
                  <a:pt x="599535" y="404828"/>
                </a:lnTo>
                <a:lnTo>
                  <a:pt x="597674" y="404829"/>
                </a:lnTo>
                <a:lnTo>
                  <a:pt x="598190" y="358732"/>
                </a:lnTo>
                <a:lnTo>
                  <a:pt x="598190" y="297775"/>
                </a:lnTo>
                <a:close/>
                <a:moveTo>
                  <a:pt x="1290615" y="247329"/>
                </a:moveTo>
                <a:lnTo>
                  <a:pt x="1290615" y="404660"/>
                </a:lnTo>
                <a:lnTo>
                  <a:pt x="1287883" y="404661"/>
                </a:lnTo>
                <a:lnTo>
                  <a:pt x="1287883" y="404274"/>
                </a:lnTo>
                <a:lnTo>
                  <a:pt x="1287883" y="332808"/>
                </a:lnTo>
                <a:lnTo>
                  <a:pt x="1289249" y="369942"/>
                </a:lnTo>
                <a:lnTo>
                  <a:pt x="1289249" y="339114"/>
                </a:lnTo>
                <a:close/>
                <a:moveTo>
                  <a:pt x="2361347" y="245927"/>
                </a:moveTo>
                <a:lnTo>
                  <a:pt x="2361347" y="305482"/>
                </a:lnTo>
                <a:lnTo>
                  <a:pt x="2362481" y="404399"/>
                </a:lnTo>
                <a:lnTo>
                  <a:pt x="2360519" y="404399"/>
                </a:lnTo>
                <a:close/>
                <a:moveTo>
                  <a:pt x="2351786" y="245927"/>
                </a:moveTo>
                <a:lnTo>
                  <a:pt x="2352926" y="404401"/>
                </a:lnTo>
                <a:lnTo>
                  <a:pt x="2350470" y="404402"/>
                </a:lnTo>
                <a:lnTo>
                  <a:pt x="2351786" y="276756"/>
                </a:lnTo>
                <a:close/>
                <a:moveTo>
                  <a:pt x="2355883" y="245227"/>
                </a:moveTo>
                <a:lnTo>
                  <a:pt x="2356655" y="404400"/>
                </a:lnTo>
                <a:lnTo>
                  <a:pt x="2354636" y="404401"/>
                </a:lnTo>
                <a:lnTo>
                  <a:pt x="2355883" y="368541"/>
                </a:lnTo>
                <a:close/>
                <a:moveTo>
                  <a:pt x="583167" y="243826"/>
                </a:moveTo>
                <a:lnTo>
                  <a:pt x="584264" y="404832"/>
                </a:lnTo>
                <a:lnTo>
                  <a:pt x="581801" y="404833"/>
                </a:lnTo>
                <a:lnTo>
                  <a:pt x="581801" y="301279"/>
                </a:lnTo>
                <a:lnTo>
                  <a:pt x="583167" y="381152"/>
                </a:lnTo>
                <a:close/>
                <a:moveTo>
                  <a:pt x="3261362" y="239622"/>
                </a:moveTo>
                <a:lnTo>
                  <a:pt x="3262728" y="382554"/>
                </a:lnTo>
                <a:lnTo>
                  <a:pt x="3262728" y="404180"/>
                </a:lnTo>
                <a:lnTo>
                  <a:pt x="3261362" y="404180"/>
                </a:lnTo>
                <a:lnTo>
                  <a:pt x="3260681" y="404180"/>
                </a:lnTo>
                <a:lnTo>
                  <a:pt x="3261362" y="342617"/>
                </a:lnTo>
                <a:lnTo>
                  <a:pt x="3261362" y="307584"/>
                </a:lnTo>
                <a:close/>
                <a:moveTo>
                  <a:pt x="2291694" y="239622"/>
                </a:moveTo>
                <a:lnTo>
                  <a:pt x="2291694" y="404416"/>
                </a:lnTo>
                <a:lnTo>
                  <a:pt x="2290329" y="404416"/>
                </a:lnTo>
                <a:lnTo>
                  <a:pt x="2290329" y="275355"/>
                </a:lnTo>
                <a:close/>
                <a:moveTo>
                  <a:pt x="813975" y="236819"/>
                </a:moveTo>
                <a:lnTo>
                  <a:pt x="815108" y="404776"/>
                </a:lnTo>
                <a:lnTo>
                  <a:pt x="811378" y="404777"/>
                </a:lnTo>
                <a:lnTo>
                  <a:pt x="812609" y="300578"/>
                </a:lnTo>
                <a:lnTo>
                  <a:pt x="812609" y="355929"/>
                </a:lnTo>
                <a:lnTo>
                  <a:pt x="813975" y="361534"/>
                </a:lnTo>
                <a:close/>
                <a:moveTo>
                  <a:pt x="3031920" y="235418"/>
                </a:moveTo>
                <a:lnTo>
                  <a:pt x="3032964" y="404236"/>
                </a:lnTo>
                <a:lnTo>
                  <a:pt x="3031213" y="404236"/>
                </a:lnTo>
                <a:lnTo>
                  <a:pt x="3031920" y="342617"/>
                </a:lnTo>
                <a:lnTo>
                  <a:pt x="3031920" y="309686"/>
                </a:lnTo>
                <a:close/>
                <a:moveTo>
                  <a:pt x="2321740" y="235418"/>
                </a:moveTo>
                <a:lnTo>
                  <a:pt x="2323106" y="288667"/>
                </a:lnTo>
                <a:lnTo>
                  <a:pt x="2323106" y="378350"/>
                </a:lnTo>
                <a:lnTo>
                  <a:pt x="2324472" y="353126"/>
                </a:lnTo>
                <a:lnTo>
                  <a:pt x="2324472" y="324400"/>
                </a:lnTo>
                <a:lnTo>
                  <a:pt x="2325837" y="254335"/>
                </a:lnTo>
                <a:lnTo>
                  <a:pt x="2325837" y="404408"/>
                </a:lnTo>
                <a:lnTo>
                  <a:pt x="2324472" y="404408"/>
                </a:lnTo>
                <a:lnTo>
                  <a:pt x="2321740" y="404409"/>
                </a:lnTo>
                <a:close/>
                <a:moveTo>
                  <a:pt x="822169" y="235418"/>
                </a:moveTo>
                <a:lnTo>
                  <a:pt x="822169" y="404774"/>
                </a:lnTo>
                <a:lnTo>
                  <a:pt x="821372" y="404774"/>
                </a:lnTo>
                <a:close/>
                <a:moveTo>
                  <a:pt x="2368175" y="234016"/>
                </a:moveTo>
                <a:lnTo>
                  <a:pt x="2368175" y="404398"/>
                </a:lnTo>
                <a:lnTo>
                  <a:pt x="2367576" y="404398"/>
                </a:lnTo>
                <a:close/>
                <a:moveTo>
                  <a:pt x="2375004" y="233316"/>
                </a:moveTo>
                <a:lnTo>
                  <a:pt x="2375004" y="253635"/>
                </a:lnTo>
                <a:lnTo>
                  <a:pt x="2375881" y="404396"/>
                </a:lnTo>
                <a:lnTo>
                  <a:pt x="2375004" y="404396"/>
                </a:lnTo>
                <a:lnTo>
                  <a:pt x="2374294" y="404396"/>
                </a:lnTo>
                <a:close/>
                <a:moveTo>
                  <a:pt x="1450405" y="233316"/>
                </a:moveTo>
                <a:lnTo>
                  <a:pt x="1451763" y="404621"/>
                </a:lnTo>
                <a:lnTo>
                  <a:pt x="1450405" y="404621"/>
                </a:lnTo>
                <a:close/>
                <a:moveTo>
                  <a:pt x="2279403" y="232615"/>
                </a:moveTo>
                <a:lnTo>
                  <a:pt x="2279403" y="404419"/>
                </a:lnTo>
                <a:lnTo>
                  <a:pt x="2278680" y="404419"/>
                </a:lnTo>
                <a:close/>
                <a:moveTo>
                  <a:pt x="3335112" y="231214"/>
                </a:moveTo>
                <a:lnTo>
                  <a:pt x="3335112" y="404162"/>
                </a:lnTo>
                <a:lnTo>
                  <a:pt x="3333849" y="404162"/>
                </a:lnTo>
                <a:close/>
                <a:moveTo>
                  <a:pt x="2241162" y="229112"/>
                </a:moveTo>
                <a:lnTo>
                  <a:pt x="2242528" y="315292"/>
                </a:lnTo>
                <a:lnTo>
                  <a:pt x="2242528" y="352426"/>
                </a:lnTo>
                <a:lnTo>
                  <a:pt x="2243894" y="360133"/>
                </a:lnTo>
                <a:lnTo>
                  <a:pt x="2243894" y="404428"/>
                </a:lnTo>
                <a:lnTo>
                  <a:pt x="2240127" y="404429"/>
                </a:lnTo>
                <a:lnTo>
                  <a:pt x="2241162" y="275355"/>
                </a:lnTo>
                <a:close/>
                <a:moveTo>
                  <a:pt x="1421725" y="228411"/>
                </a:moveTo>
                <a:lnTo>
                  <a:pt x="1422893" y="404628"/>
                </a:lnTo>
                <a:lnTo>
                  <a:pt x="1418993" y="404629"/>
                </a:lnTo>
                <a:lnTo>
                  <a:pt x="1417627" y="404629"/>
                </a:lnTo>
                <a:lnTo>
                  <a:pt x="1417627" y="322298"/>
                </a:lnTo>
                <a:lnTo>
                  <a:pt x="1418993" y="321597"/>
                </a:lnTo>
                <a:lnTo>
                  <a:pt x="1418993" y="377649"/>
                </a:lnTo>
                <a:lnTo>
                  <a:pt x="1420359" y="336311"/>
                </a:lnTo>
                <a:lnTo>
                  <a:pt x="1420359" y="394465"/>
                </a:lnTo>
                <a:lnTo>
                  <a:pt x="1421725" y="311788"/>
                </a:lnTo>
                <a:close/>
                <a:moveTo>
                  <a:pt x="2340861" y="227711"/>
                </a:moveTo>
                <a:lnTo>
                  <a:pt x="2342226" y="288667"/>
                </a:lnTo>
                <a:lnTo>
                  <a:pt x="2342226" y="404404"/>
                </a:lnTo>
                <a:lnTo>
                  <a:pt x="2340861" y="404404"/>
                </a:lnTo>
                <a:close/>
                <a:moveTo>
                  <a:pt x="2205653" y="227711"/>
                </a:moveTo>
                <a:lnTo>
                  <a:pt x="2206451" y="404437"/>
                </a:lnTo>
                <a:lnTo>
                  <a:pt x="2205653" y="404437"/>
                </a:lnTo>
                <a:close/>
                <a:moveTo>
                  <a:pt x="639161" y="227711"/>
                </a:moveTo>
                <a:lnTo>
                  <a:pt x="639161" y="404819"/>
                </a:lnTo>
                <a:lnTo>
                  <a:pt x="638218" y="404819"/>
                </a:lnTo>
                <a:close/>
                <a:moveTo>
                  <a:pt x="3264094" y="222806"/>
                </a:moveTo>
                <a:lnTo>
                  <a:pt x="3264094" y="404179"/>
                </a:lnTo>
                <a:lnTo>
                  <a:pt x="3262862" y="404180"/>
                </a:lnTo>
                <a:close/>
                <a:moveTo>
                  <a:pt x="1443576" y="222105"/>
                </a:moveTo>
                <a:lnTo>
                  <a:pt x="1443576" y="334209"/>
                </a:lnTo>
                <a:lnTo>
                  <a:pt x="1443576" y="404623"/>
                </a:lnTo>
                <a:lnTo>
                  <a:pt x="1442560" y="404623"/>
                </a:lnTo>
                <a:close/>
                <a:moveTo>
                  <a:pt x="2201556" y="220003"/>
                </a:moveTo>
                <a:lnTo>
                  <a:pt x="2202431" y="404438"/>
                </a:lnTo>
                <a:lnTo>
                  <a:pt x="2201556" y="404438"/>
                </a:lnTo>
                <a:close/>
                <a:moveTo>
                  <a:pt x="707448" y="219303"/>
                </a:moveTo>
                <a:lnTo>
                  <a:pt x="708717" y="404802"/>
                </a:lnTo>
                <a:lnTo>
                  <a:pt x="702831" y="404803"/>
                </a:lnTo>
                <a:lnTo>
                  <a:pt x="703351" y="362936"/>
                </a:lnTo>
                <a:lnTo>
                  <a:pt x="703351" y="339114"/>
                </a:lnTo>
                <a:lnTo>
                  <a:pt x="704716" y="354528"/>
                </a:lnTo>
                <a:lnTo>
                  <a:pt x="704716" y="396567"/>
                </a:lnTo>
                <a:lnTo>
                  <a:pt x="706082" y="392363"/>
                </a:lnTo>
                <a:lnTo>
                  <a:pt x="706082" y="378350"/>
                </a:lnTo>
                <a:lnTo>
                  <a:pt x="707448" y="391662"/>
                </a:lnTo>
                <a:lnTo>
                  <a:pt x="707448" y="309686"/>
                </a:lnTo>
                <a:close/>
                <a:moveTo>
                  <a:pt x="2230237" y="218602"/>
                </a:moveTo>
                <a:lnTo>
                  <a:pt x="2231602" y="249431"/>
                </a:lnTo>
                <a:lnTo>
                  <a:pt x="2231602" y="338413"/>
                </a:lnTo>
                <a:lnTo>
                  <a:pt x="2231602" y="404431"/>
                </a:lnTo>
                <a:lnTo>
                  <a:pt x="2230237" y="404431"/>
                </a:lnTo>
                <a:close/>
                <a:moveTo>
                  <a:pt x="3005971" y="217902"/>
                </a:moveTo>
                <a:lnTo>
                  <a:pt x="3005971" y="404242"/>
                </a:lnTo>
                <a:lnTo>
                  <a:pt x="3004839" y="404242"/>
                </a:lnTo>
                <a:close/>
                <a:moveTo>
                  <a:pt x="2350421" y="217902"/>
                </a:moveTo>
                <a:lnTo>
                  <a:pt x="2350421" y="404402"/>
                </a:lnTo>
                <a:lnTo>
                  <a:pt x="2349778" y="404402"/>
                </a:lnTo>
                <a:close/>
                <a:moveTo>
                  <a:pt x="2246625" y="217902"/>
                </a:moveTo>
                <a:lnTo>
                  <a:pt x="2246625" y="404427"/>
                </a:lnTo>
                <a:lnTo>
                  <a:pt x="2245810" y="404427"/>
                </a:lnTo>
                <a:close/>
                <a:moveTo>
                  <a:pt x="744323" y="217201"/>
                </a:moveTo>
                <a:lnTo>
                  <a:pt x="744323" y="339814"/>
                </a:lnTo>
                <a:lnTo>
                  <a:pt x="745688" y="395165"/>
                </a:lnTo>
                <a:lnTo>
                  <a:pt x="745688" y="404793"/>
                </a:lnTo>
                <a:lnTo>
                  <a:pt x="742957" y="404793"/>
                </a:lnTo>
                <a:lnTo>
                  <a:pt x="742957" y="369241"/>
                </a:lnTo>
                <a:close/>
                <a:moveTo>
                  <a:pt x="2354518" y="216500"/>
                </a:moveTo>
                <a:lnTo>
                  <a:pt x="2354518" y="404401"/>
                </a:lnTo>
                <a:lnTo>
                  <a:pt x="2353687" y="404401"/>
                </a:lnTo>
                <a:close/>
                <a:moveTo>
                  <a:pt x="2256185" y="216500"/>
                </a:moveTo>
                <a:lnTo>
                  <a:pt x="2256185" y="404425"/>
                </a:lnTo>
                <a:lnTo>
                  <a:pt x="2255088" y="404425"/>
                </a:lnTo>
                <a:close/>
                <a:moveTo>
                  <a:pt x="2202922" y="214398"/>
                </a:moveTo>
                <a:lnTo>
                  <a:pt x="2204287" y="299877"/>
                </a:lnTo>
                <a:lnTo>
                  <a:pt x="2204287" y="382554"/>
                </a:lnTo>
                <a:lnTo>
                  <a:pt x="2205049" y="404437"/>
                </a:lnTo>
                <a:lnTo>
                  <a:pt x="2202922" y="404438"/>
                </a:lnTo>
                <a:lnTo>
                  <a:pt x="2202922" y="301279"/>
                </a:lnTo>
                <a:close/>
                <a:moveTo>
                  <a:pt x="2283500" y="210895"/>
                </a:moveTo>
                <a:lnTo>
                  <a:pt x="2283500" y="299877"/>
                </a:lnTo>
                <a:lnTo>
                  <a:pt x="2284190" y="404418"/>
                </a:lnTo>
                <a:lnTo>
                  <a:pt x="2282952" y="404418"/>
                </a:lnTo>
                <a:close/>
                <a:moveTo>
                  <a:pt x="1326123" y="210194"/>
                </a:moveTo>
                <a:lnTo>
                  <a:pt x="1327489" y="375547"/>
                </a:lnTo>
                <a:lnTo>
                  <a:pt x="1327489" y="404651"/>
                </a:lnTo>
                <a:lnTo>
                  <a:pt x="1325804" y="404651"/>
                </a:lnTo>
                <a:lnTo>
                  <a:pt x="1326123" y="395165"/>
                </a:lnTo>
                <a:lnTo>
                  <a:pt x="1326123" y="282361"/>
                </a:lnTo>
                <a:close/>
                <a:moveTo>
                  <a:pt x="3363792" y="209494"/>
                </a:moveTo>
                <a:lnTo>
                  <a:pt x="3363792" y="404155"/>
                </a:lnTo>
                <a:lnTo>
                  <a:pt x="3362470" y="404155"/>
                </a:lnTo>
                <a:close/>
                <a:moveTo>
                  <a:pt x="2245259" y="206691"/>
                </a:moveTo>
                <a:lnTo>
                  <a:pt x="2245259" y="404427"/>
                </a:lnTo>
                <a:lnTo>
                  <a:pt x="2244036" y="404428"/>
                </a:lnTo>
                <a:close/>
                <a:moveTo>
                  <a:pt x="2273940" y="200385"/>
                </a:moveTo>
                <a:lnTo>
                  <a:pt x="2273940" y="399369"/>
                </a:lnTo>
                <a:lnTo>
                  <a:pt x="2273989" y="404420"/>
                </a:lnTo>
                <a:lnTo>
                  <a:pt x="2273191" y="404421"/>
                </a:lnTo>
                <a:close/>
                <a:moveTo>
                  <a:pt x="635064" y="199685"/>
                </a:moveTo>
                <a:lnTo>
                  <a:pt x="635064" y="404820"/>
                </a:lnTo>
                <a:lnTo>
                  <a:pt x="634509" y="404820"/>
                </a:lnTo>
                <a:close/>
                <a:moveTo>
                  <a:pt x="2407781" y="195481"/>
                </a:moveTo>
                <a:lnTo>
                  <a:pt x="2408731" y="404388"/>
                </a:lnTo>
                <a:lnTo>
                  <a:pt x="2407781" y="404388"/>
                </a:lnTo>
                <a:lnTo>
                  <a:pt x="2407781" y="393764"/>
                </a:lnTo>
                <a:close/>
                <a:moveTo>
                  <a:pt x="2295791" y="192678"/>
                </a:moveTo>
                <a:lnTo>
                  <a:pt x="2295791" y="404415"/>
                </a:lnTo>
                <a:lnTo>
                  <a:pt x="2294849" y="404415"/>
                </a:lnTo>
                <a:close/>
                <a:moveTo>
                  <a:pt x="710179" y="189175"/>
                </a:moveTo>
                <a:lnTo>
                  <a:pt x="711380" y="404801"/>
                </a:lnTo>
                <a:lnTo>
                  <a:pt x="709876" y="404801"/>
                </a:lnTo>
                <a:lnTo>
                  <a:pt x="710179" y="383955"/>
                </a:lnTo>
                <a:close/>
                <a:moveTo>
                  <a:pt x="643259" y="188474"/>
                </a:moveTo>
                <a:lnTo>
                  <a:pt x="643259" y="404818"/>
                </a:lnTo>
                <a:lnTo>
                  <a:pt x="641893" y="404818"/>
                </a:lnTo>
                <a:lnTo>
                  <a:pt x="640485" y="404818"/>
                </a:lnTo>
                <a:lnTo>
                  <a:pt x="640527" y="403573"/>
                </a:lnTo>
                <a:lnTo>
                  <a:pt x="640527" y="339114"/>
                </a:lnTo>
                <a:lnTo>
                  <a:pt x="641893" y="377649"/>
                </a:lnTo>
                <a:lnTo>
                  <a:pt x="641893" y="393764"/>
                </a:lnTo>
                <a:close/>
                <a:moveTo>
                  <a:pt x="624138" y="185672"/>
                </a:moveTo>
                <a:lnTo>
                  <a:pt x="625504" y="346821"/>
                </a:lnTo>
                <a:lnTo>
                  <a:pt x="625504" y="363636"/>
                </a:lnTo>
                <a:lnTo>
                  <a:pt x="626575" y="404822"/>
                </a:lnTo>
                <a:lnTo>
                  <a:pt x="624138" y="404822"/>
                </a:lnTo>
                <a:close/>
                <a:moveTo>
                  <a:pt x="2349055" y="168856"/>
                </a:moveTo>
                <a:lnTo>
                  <a:pt x="2349055" y="404402"/>
                </a:lnTo>
                <a:lnTo>
                  <a:pt x="2347951" y="404402"/>
                </a:lnTo>
                <a:close/>
                <a:moveTo>
                  <a:pt x="2334032" y="167455"/>
                </a:moveTo>
                <a:lnTo>
                  <a:pt x="2335397" y="292871"/>
                </a:lnTo>
                <a:lnTo>
                  <a:pt x="2335397" y="229813"/>
                </a:lnTo>
                <a:lnTo>
                  <a:pt x="2336763" y="378350"/>
                </a:lnTo>
                <a:lnTo>
                  <a:pt x="2336763" y="257138"/>
                </a:lnTo>
                <a:lnTo>
                  <a:pt x="2338129" y="315992"/>
                </a:lnTo>
                <a:lnTo>
                  <a:pt x="2338129" y="404405"/>
                </a:lnTo>
                <a:lnTo>
                  <a:pt x="2334032" y="404406"/>
                </a:lnTo>
                <a:lnTo>
                  <a:pt x="2334032" y="322298"/>
                </a:lnTo>
                <a:close/>
                <a:moveTo>
                  <a:pt x="2317643" y="163251"/>
                </a:moveTo>
                <a:lnTo>
                  <a:pt x="2319009" y="259940"/>
                </a:lnTo>
                <a:lnTo>
                  <a:pt x="2319009" y="404410"/>
                </a:lnTo>
                <a:lnTo>
                  <a:pt x="2317422" y="404410"/>
                </a:lnTo>
                <a:lnTo>
                  <a:pt x="2317643" y="393764"/>
                </a:lnTo>
                <a:close/>
                <a:moveTo>
                  <a:pt x="2226139" y="152041"/>
                </a:moveTo>
                <a:lnTo>
                  <a:pt x="2226139" y="234717"/>
                </a:lnTo>
                <a:lnTo>
                  <a:pt x="2226923" y="404432"/>
                </a:lnTo>
                <a:lnTo>
                  <a:pt x="2224773" y="404432"/>
                </a:lnTo>
                <a:lnTo>
                  <a:pt x="2224773" y="315292"/>
                </a:lnTo>
                <a:close/>
                <a:moveTo>
                  <a:pt x="2211116" y="149238"/>
                </a:moveTo>
                <a:lnTo>
                  <a:pt x="2212482" y="245227"/>
                </a:lnTo>
                <a:lnTo>
                  <a:pt x="2212482" y="212296"/>
                </a:lnTo>
                <a:lnTo>
                  <a:pt x="2213848" y="404274"/>
                </a:lnTo>
                <a:lnTo>
                  <a:pt x="2213848" y="365037"/>
                </a:lnTo>
                <a:lnTo>
                  <a:pt x="2214188" y="404435"/>
                </a:lnTo>
                <a:lnTo>
                  <a:pt x="2211116" y="404436"/>
                </a:lnTo>
                <a:lnTo>
                  <a:pt x="2209961" y="404436"/>
                </a:lnTo>
                <a:lnTo>
                  <a:pt x="2211116" y="227711"/>
                </a:lnTo>
                <a:close/>
                <a:moveTo>
                  <a:pt x="2313546" y="103696"/>
                </a:moveTo>
                <a:lnTo>
                  <a:pt x="2313546" y="404411"/>
                </a:lnTo>
                <a:lnTo>
                  <a:pt x="2312180" y="404411"/>
                </a:lnTo>
                <a:lnTo>
                  <a:pt x="2312180" y="383955"/>
                </a:lnTo>
                <a:close/>
                <a:moveTo>
                  <a:pt x="2329935" y="0"/>
                </a:moveTo>
                <a:lnTo>
                  <a:pt x="2329935" y="297775"/>
                </a:lnTo>
                <a:lnTo>
                  <a:pt x="2330975" y="404407"/>
                </a:lnTo>
                <a:lnTo>
                  <a:pt x="2326661" y="404408"/>
                </a:lnTo>
                <a:lnTo>
                  <a:pt x="2327203" y="310387"/>
                </a:lnTo>
                <a:lnTo>
                  <a:pt x="2327203" y="232615"/>
                </a:lnTo>
                <a:lnTo>
                  <a:pt x="2328569" y="397968"/>
                </a:lnTo>
                <a:lnTo>
                  <a:pt x="2328569" y="260641"/>
                </a:lnTo>
                <a:close/>
              </a:path>
            </a:pathLst>
          </a:custGeom>
          <a:noFill/>
          <a:ln w="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53" name="テキスト ボックス 52">
            <a:extLst>
              <a:ext uri="{FF2B5EF4-FFF2-40B4-BE49-F238E27FC236}">
                <a16:creationId xmlns:a16="http://schemas.microsoft.com/office/drawing/2014/main" id="{1D09A2D2-A558-A160-C726-7873FCBF430F}"/>
              </a:ext>
            </a:extLst>
          </p:cNvPr>
          <p:cNvSpPr txBox="1"/>
          <p:nvPr/>
        </p:nvSpPr>
        <p:spPr>
          <a:xfrm>
            <a:off x="6935723" y="6181370"/>
            <a:ext cx="949062"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chemeClr val="accent2"/>
                </a:solidFill>
                <a:effectLst/>
                <a:uLnTx/>
                <a:uFillTx/>
                <a:latin typeface="Arial" panose="020B0604020202020204" pitchFamily="34" charset="0"/>
                <a:ea typeface="ＭＳ Ｐゴシック" panose="020B0600070205080204" pitchFamily="50" charset="-128"/>
              </a:rPr>
              <a:t>推論</a:t>
            </a:r>
          </a:p>
        </p:txBody>
      </p:sp>
      <p:sp>
        <p:nvSpPr>
          <p:cNvPr id="55" name="テキスト ボックス 54">
            <a:extLst>
              <a:ext uri="{FF2B5EF4-FFF2-40B4-BE49-F238E27FC236}">
                <a16:creationId xmlns:a16="http://schemas.microsoft.com/office/drawing/2014/main" id="{45B8B6CF-322E-C596-2E3B-8D802217C71D}"/>
              </a:ext>
            </a:extLst>
          </p:cNvPr>
          <p:cNvSpPr txBox="1"/>
          <p:nvPr/>
        </p:nvSpPr>
        <p:spPr>
          <a:xfrm>
            <a:off x="2155683" y="4899022"/>
            <a:ext cx="1370605"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rPr>
              <a:t>音声波形</a:t>
            </a:r>
          </a:p>
        </p:txBody>
      </p:sp>
      <p:sp>
        <p:nvSpPr>
          <p:cNvPr id="57" name="テキスト ボックス 56">
            <a:extLst>
              <a:ext uri="{FF2B5EF4-FFF2-40B4-BE49-F238E27FC236}">
                <a16:creationId xmlns:a16="http://schemas.microsoft.com/office/drawing/2014/main" id="{31547698-C1A5-61EA-F0DC-C4ECD9479198}"/>
              </a:ext>
            </a:extLst>
          </p:cNvPr>
          <p:cNvSpPr txBox="1"/>
          <p:nvPr/>
        </p:nvSpPr>
        <p:spPr>
          <a:xfrm>
            <a:off x="4110356" y="6181370"/>
            <a:ext cx="949062"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solidFill>
                  <a:schemeClr val="accent6"/>
                </a:solidFill>
                <a:effectLst/>
                <a:uLnTx/>
                <a:uFillTx/>
                <a:latin typeface="Arial" panose="020B0604020202020204" pitchFamily="34" charset="0"/>
                <a:ea typeface="ＭＳ Ｐゴシック" panose="020B0600070205080204" pitchFamily="50" charset="-128"/>
              </a:rPr>
              <a:t>推論</a:t>
            </a:r>
          </a:p>
        </p:txBody>
      </p:sp>
      <p:sp>
        <p:nvSpPr>
          <p:cNvPr id="59" name="テキスト ボックス 58">
            <a:extLst>
              <a:ext uri="{FF2B5EF4-FFF2-40B4-BE49-F238E27FC236}">
                <a16:creationId xmlns:a16="http://schemas.microsoft.com/office/drawing/2014/main" id="{2908E739-0BCE-D3E0-6F09-EE41AE0B0CBA}"/>
              </a:ext>
            </a:extLst>
          </p:cNvPr>
          <p:cNvSpPr txBox="1"/>
          <p:nvPr/>
        </p:nvSpPr>
        <p:spPr>
          <a:xfrm>
            <a:off x="7647193" y="6178401"/>
            <a:ext cx="3743551" cy="36933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ja-JP" altLang="en-US" sz="1800" b="1" i="0" u="none" strike="noStrike" kern="0" cap="none" spc="0" normalizeH="0" baseline="0" noProof="0" dirty="0">
                <a:ln>
                  <a:noFill/>
                </a:ln>
                <a:effectLst/>
                <a:uLnTx/>
                <a:uFillTx/>
                <a:latin typeface="Arial" panose="020B0604020202020204" pitchFamily="34" charset="0"/>
                <a:ea typeface="ＭＳ Ｐゴシック" panose="020B0600070205080204" pitchFamily="50" charset="-128"/>
              </a:rPr>
              <a:t>いずれかの推論で検出→検出！</a:t>
            </a:r>
          </a:p>
        </p:txBody>
      </p:sp>
      <p:sp>
        <p:nvSpPr>
          <p:cNvPr id="14" name="正方形/長方形 13">
            <a:extLst>
              <a:ext uri="{FF2B5EF4-FFF2-40B4-BE49-F238E27FC236}">
                <a16:creationId xmlns:a16="http://schemas.microsoft.com/office/drawing/2014/main" id="{3D89CABD-CC0C-7B63-E88E-FB9A49A3B2B3}"/>
              </a:ext>
            </a:extLst>
          </p:cNvPr>
          <p:cNvSpPr/>
          <p:nvPr/>
        </p:nvSpPr>
        <p:spPr bwMode="auto">
          <a:xfrm>
            <a:off x="3639959" y="4867783"/>
            <a:ext cx="4602338" cy="742764"/>
          </a:xfrm>
          <a:prstGeom prst="rect">
            <a:avLst/>
          </a:prstGeom>
          <a:noFill/>
          <a:ln w="28575" cap="flat" cmpd="sng" algn="ctr">
            <a:solidFill>
              <a:srgbClr val="000000"/>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0" tIns="0" rIns="0" bIns="0" numCol="1" rtlCol="0" anchor="ctr" anchorCtr="0" compatLnSpc="1">
            <a:prstTxWarp prst="textNoShape">
              <a:avLst/>
            </a:prstTxWarp>
            <a:noAutofit/>
          </a:bodyPr>
          <a:lstStyle/>
          <a:p>
            <a:pPr marL="0" marR="0" lvl="0" indent="0" algn="ctr" defTabSz="914400" eaLnBrk="0" fontAlgn="base" latinLnBrk="0" hangingPunct="0">
              <a:lnSpc>
                <a:spcPct val="85000"/>
              </a:lnSpc>
              <a:spcBef>
                <a:spcPct val="50000"/>
              </a:spcBef>
              <a:spcAft>
                <a:spcPct val="0"/>
              </a:spcAft>
              <a:buClrTx/>
              <a:buSzTx/>
              <a:buFontTx/>
              <a:buNone/>
              <a:tabLst/>
              <a:defRPr/>
            </a:pPr>
            <a:endParaRPr kumimoji="0" lang="ja-JP" altLang="en-US" sz="18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cxnSp>
        <p:nvCxnSpPr>
          <p:cNvPr id="4" name="直線矢印コネクタ 3">
            <a:extLst>
              <a:ext uri="{FF2B5EF4-FFF2-40B4-BE49-F238E27FC236}">
                <a16:creationId xmlns:a16="http://schemas.microsoft.com/office/drawing/2014/main" id="{A98B4493-B15C-707A-8D15-C9F945455A97}"/>
              </a:ext>
            </a:extLst>
          </p:cNvPr>
          <p:cNvCxnSpPr/>
          <p:nvPr/>
        </p:nvCxnSpPr>
        <p:spPr bwMode="auto">
          <a:xfrm>
            <a:off x="7411907" y="5496702"/>
            <a:ext cx="0" cy="748748"/>
          </a:xfrm>
          <a:prstGeom prst="straightConnector1">
            <a:avLst/>
          </a:prstGeom>
          <a:noFill/>
          <a:ln w="28575" cap="flat" cmpd="sng" algn="ctr">
            <a:solidFill>
              <a:schemeClr val="accent2"/>
            </a:solidFill>
            <a:prstDash val="sysDash"/>
            <a:round/>
            <a:headEnd type="none" w="med" len="med"/>
            <a:tailEnd type="triangle"/>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 name="直線矢印コネクタ 55">
            <a:extLst>
              <a:ext uri="{FF2B5EF4-FFF2-40B4-BE49-F238E27FC236}">
                <a16:creationId xmlns:a16="http://schemas.microsoft.com/office/drawing/2014/main" id="{1FA5FD91-0B1B-0E5A-066E-193CAE05E4C1}"/>
              </a:ext>
            </a:extLst>
          </p:cNvPr>
          <p:cNvCxnSpPr/>
          <p:nvPr/>
        </p:nvCxnSpPr>
        <p:spPr bwMode="auto">
          <a:xfrm>
            <a:off x="4584887" y="5496702"/>
            <a:ext cx="0" cy="748748"/>
          </a:xfrm>
          <a:prstGeom prst="straightConnector1">
            <a:avLst/>
          </a:prstGeom>
          <a:noFill/>
          <a:ln w="28575" cap="flat" cmpd="sng" algn="ctr">
            <a:solidFill>
              <a:schemeClr val="accent6"/>
            </a:solidFill>
            <a:prstDash val="sysDash"/>
            <a:round/>
            <a:headEnd type="none" w="med" len="med"/>
            <a:tailEnd type="triangle"/>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Tree>
    <p:extLst>
      <p:ext uri="{BB962C8B-B14F-4D97-AF65-F5344CB8AC3E}">
        <p14:creationId xmlns:p14="http://schemas.microsoft.com/office/powerpoint/2010/main" val="2460359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6D6FC-549C-024F-2619-0CCF1BFCE0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AA7971A-4014-FE98-6C6E-2CC9A32F9040}"/>
              </a:ext>
            </a:extLst>
          </p:cNvPr>
          <p:cNvSpPr>
            <a:spLocks noGrp="1"/>
          </p:cNvSpPr>
          <p:nvPr>
            <p:ph type="title"/>
          </p:nvPr>
        </p:nvSpPr>
        <p:spPr/>
        <p:txBody>
          <a:bodyPr>
            <a:normAutofit fontScale="90000"/>
          </a:bodyPr>
          <a:lstStyle/>
          <a:p>
            <a:r>
              <a:rPr kumimoji="1" lang="ja-JP" altLang="en-US" dirty="0"/>
              <a:t>アピールポイント</a:t>
            </a:r>
          </a:p>
        </p:txBody>
      </p:sp>
      <p:sp>
        <p:nvSpPr>
          <p:cNvPr id="3" name="コンテンツ プレースホルダー 2">
            <a:extLst>
              <a:ext uri="{FF2B5EF4-FFF2-40B4-BE49-F238E27FC236}">
                <a16:creationId xmlns:a16="http://schemas.microsoft.com/office/drawing/2014/main" id="{072EEFA9-5203-B99C-0ECB-4F250DEB925D}"/>
              </a:ext>
            </a:extLst>
          </p:cNvPr>
          <p:cNvSpPr>
            <a:spLocks noGrp="1"/>
          </p:cNvSpPr>
          <p:nvPr>
            <p:ph idx="1"/>
          </p:nvPr>
        </p:nvSpPr>
        <p:spPr>
          <a:xfrm>
            <a:off x="838199" y="816707"/>
            <a:ext cx="11060576" cy="5782213"/>
          </a:xfrm>
        </p:spPr>
        <p:txBody>
          <a:bodyPr>
            <a:normAutofit/>
          </a:bodyPr>
          <a:lstStyle/>
          <a:p>
            <a:r>
              <a:rPr lang="ja-JP" altLang="en-US" dirty="0"/>
              <a:t>応答の遅いガスと、瞬時に消える音を紐づける</a:t>
            </a:r>
            <a:r>
              <a:rPr lang="ja-JP" altLang="en-US" u="sng" dirty="0">
                <a:solidFill>
                  <a:srgbClr val="FF0000"/>
                </a:solidFill>
              </a:rPr>
              <a:t>遡及解析</a:t>
            </a:r>
            <a:endParaRPr lang="en-US" altLang="ja-JP" u="sng" dirty="0">
              <a:solidFill>
                <a:srgbClr val="FF0000"/>
              </a:solidFill>
            </a:endParaRPr>
          </a:p>
          <a:p>
            <a:pPr lvl="1"/>
            <a:r>
              <a:rPr lang="ja-JP" altLang="en-US" b="0" dirty="0"/>
              <a:t>直近の音声を常時リングバッファで更新し、ガス立上り検知時にコピーして確保</a:t>
            </a:r>
            <a:endParaRPr kumimoji="1" lang="en-US" altLang="ja-JP" b="0" dirty="0"/>
          </a:p>
          <a:p>
            <a:pPr>
              <a:spcBef>
                <a:spcPts val="2400"/>
              </a:spcBef>
            </a:pPr>
            <a:r>
              <a:rPr kumimoji="1" lang="ja-JP" altLang="en-US" dirty="0"/>
              <a:t>計算リソース最適化による</a:t>
            </a:r>
            <a:r>
              <a:rPr lang="ja-JP" altLang="en-US" dirty="0"/>
              <a:t>低消費電力</a:t>
            </a:r>
            <a:r>
              <a:rPr kumimoji="1" lang="ja-JP" altLang="en-US" dirty="0"/>
              <a:t>設計</a:t>
            </a:r>
            <a:endParaRPr kumimoji="1" lang="en-US" altLang="ja-JP" dirty="0"/>
          </a:p>
          <a:p>
            <a:pPr lvl="1"/>
            <a:r>
              <a:rPr kumimoji="1" lang="ja-JP" altLang="en-US" b="0" u="sng" dirty="0">
                <a:solidFill>
                  <a:srgbClr val="FF0000"/>
                </a:solidFill>
              </a:rPr>
              <a:t>低負荷のガス推論の結果をトリガーとし、高負荷の音響推論の実行を最小限に</a:t>
            </a:r>
            <a:endParaRPr lang="en-US" altLang="ja-JP" u="sng" dirty="0">
              <a:solidFill>
                <a:srgbClr val="FF0000"/>
              </a:solidFill>
            </a:endParaRPr>
          </a:p>
          <a:p>
            <a:pPr>
              <a:spcBef>
                <a:spcPts val="2400"/>
              </a:spcBef>
            </a:pPr>
            <a:r>
              <a:rPr kumimoji="1" lang="ja-JP" altLang="en-US" dirty="0"/>
              <a:t>多様なアプリケーションを想定した汎用アーキテクチャ</a:t>
            </a:r>
            <a:endParaRPr kumimoji="1" lang="en-US" altLang="ja-JP" dirty="0"/>
          </a:p>
          <a:p>
            <a:pPr lvl="1"/>
            <a:r>
              <a:rPr kumimoji="1" lang="ja-JP" altLang="en-US" b="0" dirty="0"/>
              <a:t>ガス</a:t>
            </a:r>
            <a:r>
              <a:rPr kumimoji="1" lang="en-US" altLang="ja-JP" b="0" dirty="0"/>
              <a:t>: </a:t>
            </a:r>
            <a:r>
              <a:rPr kumimoji="1" lang="ja-JP" altLang="en-US" b="0" dirty="0"/>
              <a:t>立上り直前の平均と</a:t>
            </a:r>
            <a:r>
              <a:rPr lang="ja-JP" altLang="en-US" b="0" dirty="0"/>
              <a:t>の相対差を特徴量とし</a:t>
            </a:r>
            <a:r>
              <a:rPr kumimoji="1" lang="ja-JP" altLang="en-US" b="0" dirty="0"/>
              <a:t>、</a:t>
            </a:r>
            <a:r>
              <a:rPr kumimoji="1" lang="ja-JP" altLang="en-US" b="0" u="sng" dirty="0">
                <a:solidFill>
                  <a:srgbClr val="FF0000"/>
                </a:solidFill>
              </a:rPr>
              <a:t>異なる環境下で</a:t>
            </a:r>
            <a:r>
              <a:rPr lang="ja-JP" altLang="en-US" b="0" u="sng" dirty="0">
                <a:solidFill>
                  <a:srgbClr val="FF0000"/>
                </a:solidFill>
              </a:rPr>
              <a:t>も対応可能</a:t>
            </a:r>
            <a:endParaRPr kumimoji="1" lang="en-US" altLang="ja-JP" b="0" u="sng" dirty="0">
              <a:solidFill>
                <a:srgbClr val="FF0000"/>
              </a:solidFill>
            </a:endParaRPr>
          </a:p>
          <a:p>
            <a:pPr lvl="1"/>
            <a:r>
              <a:rPr lang="ja-JP" altLang="en-US" b="0" dirty="0"/>
              <a:t>音響</a:t>
            </a:r>
            <a:r>
              <a:rPr lang="en-US" altLang="ja-JP" b="0" dirty="0"/>
              <a:t>: </a:t>
            </a:r>
            <a:r>
              <a:rPr lang="ja-JP" altLang="en-US" b="0" dirty="0"/>
              <a:t>モデル入力窓単位の時間分割によって、</a:t>
            </a:r>
            <a:r>
              <a:rPr lang="ja-JP" altLang="en-US" b="0" u="sng" dirty="0">
                <a:solidFill>
                  <a:srgbClr val="FF0000"/>
                </a:solidFill>
              </a:rPr>
              <a:t>遡り参照時間を柔軟に拡張可能</a:t>
            </a:r>
            <a:endParaRPr lang="en-US" altLang="ja-JP" u="sng" dirty="0">
              <a:solidFill>
                <a:srgbClr val="FF0000"/>
              </a:solidFill>
            </a:endParaRPr>
          </a:p>
          <a:p>
            <a:pPr>
              <a:spcBef>
                <a:spcPts val="2400"/>
              </a:spcBef>
            </a:pPr>
            <a:r>
              <a:rPr lang="en-US" altLang="ja-JP" dirty="0"/>
              <a:t>Renesas</a:t>
            </a:r>
            <a:r>
              <a:rPr lang="ja-JP" altLang="en-US" dirty="0"/>
              <a:t>最新マイコンの主要ハードウェア機能を活用</a:t>
            </a:r>
            <a:endParaRPr lang="en-US" altLang="ja-JP" dirty="0"/>
          </a:p>
          <a:p>
            <a:pPr lvl="1"/>
            <a:r>
              <a:rPr lang="ja-JP" altLang="en-US" b="0" dirty="0"/>
              <a:t>デュアルコア</a:t>
            </a:r>
            <a:r>
              <a:rPr lang="en-US" altLang="ja-JP" b="0" dirty="0"/>
              <a:t>: </a:t>
            </a:r>
            <a:r>
              <a:rPr lang="ja-JP" altLang="en-US" b="0" dirty="0"/>
              <a:t>処理特性に応じたコア分離（サンプリング</a:t>
            </a:r>
            <a:r>
              <a:rPr lang="en-US" altLang="ja-JP" b="0" dirty="0"/>
              <a:t>/</a:t>
            </a:r>
            <a:r>
              <a:rPr lang="ja-JP" altLang="en-US" b="0" dirty="0"/>
              <a:t>推論⇔表示</a:t>
            </a:r>
            <a:r>
              <a:rPr lang="en-US" altLang="ja-JP" b="0" dirty="0"/>
              <a:t>/</a:t>
            </a:r>
            <a:r>
              <a:rPr lang="ja-JP" altLang="en-US" b="0" dirty="0"/>
              <a:t>通信）</a:t>
            </a:r>
            <a:endParaRPr lang="en-US" altLang="ja-JP" b="0" dirty="0"/>
          </a:p>
          <a:p>
            <a:pPr lvl="1"/>
            <a:r>
              <a:rPr lang="en-US" altLang="ja-JP" b="0" dirty="0"/>
              <a:t>NPU</a:t>
            </a:r>
            <a:r>
              <a:rPr lang="ja-JP" altLang="en-US" b="0" dirty="0"/>
              <a:t>（</a:t>
            </a:r>
            <a:r>
              <a:rPr lang="en-US" altLang="ja-JP" b="0" dirty="0"/>
              <a:t>Ethos-U55</a:t>
            </a:r>
            <a:r>
              <a:rPr lang="ja-JP" altLang="en-US" b="0" dirty="0"/>
              <a:t>）</a:t>
            </a:r>
            <a:r>
              <a:rPr lang="en-US" altLang="ja-JP" b="0" dirty="0"/>
              <a:t>: </a:t>
            </a:r>
            <a:r>
              <a:rPr lang="ja-JP" altLang="en-US" b="0" dirty="0"/>
              <a:t>音響認識での</a:t>
            </a:r>
            <a:r>
              <a:rPr lang="en-US" altLang="ja-JP" b="0" dirty="0"/>
              <a:t>CNN</a:t>
            </a:r>
            <a:r>
              <a:rPr lang="ja-JP" altLang="en-US" b="0" dirty="0"/>
              <a:t>推論を高速・低消費電力で実行</a:t>
            </a:r>
            <a:endParaRPr lang="en-US" altLang="ja-JP" b="0" dirty="0"/>
          </a:p>
          <a:p>
            <a:pPr lvl="1"/>
            <a:r>
              <a:rPr lang="en-US" altLang="ja-JP" b="0" dirty="0"/>
              <a:t>Helium</a:t>
            </a:r>
            <a:r>
              <a:rPr lang="ja-JP" altLang="en-US" b="0" dirty="0"/>
              <a:t>（</a:t>
            </a:r>
            <a:r>
              <a:rPr lang="en-US" altLang="ja-JP" b="0" dirty="0"/>
              <a:t>MVE</a:t>
            </a:r>
            <a:r>
              <a:rPr lang="ja-JP" altLang="en-US" b="0" dirty="0"/>
              <a:t>）</a:t>
            </a:r>
            <a:r>
              <a:rPr lang="en-US" altLang="ja-JP" b="0" dirty="0"/>
              <a:t>: MFCC</a:t>
            </a:r>
            <a:r>
              <a:rPr lang="ja-JP" altLang="en-US" b="0" dirty="0"/>
              <a:t>抽出処理（窓関数・</a:t>
            </a:r>
            <a:r>
              <a:rPr lang="en-US" altLang="ja-JP" b="0" dirty="0"/>
              <a:t>FFT</a:t>
            </a:r>
            <a:r>
              <a:rPr lang="ja-JP" altLang="en-US" b="0" dirty="0"/>
              <a:t>・メルフィルタ・</a:t>
            </a:r>
            <a:r>
              <a:rPr lang="en-US" altLang="ja-JP" b="0" dirty="0"/>
              <a:t>DCT</a:t>
            </a:r>
            <a:r>
              <a:rPr lang="ja-JP" altLang="en-US" b="0" dirty="0"/>
              <a:t>）を高速化</a:t>
            </a:r>
            <a:endParaRPr lang="en-US" altLang="ja-JP" b="0" dirty="0"/>
          </a:p>
          <a:p>
            <a:pPr lvl="1"/>
            <a:r>
              <a:rPr lang="ja-JP" altLang="en-US" b="0" dirty="0"/>
              <a:t>大容量オンチップ</a:t>
            </a:r>
            <a:r>
              <a:rPr lang="en-US" altLang="ja-JP" b="0" dirty="0"/>
              <a:t>SRAM</a:t>
            </a:r>
            <a:r>
              <a:rPr lang="ja-JP" altLang="en-US" b="0" dirty="0"/>
              <a:t>（</a:t>
            </a:r>
            <a:r>
              <a:rPr lang="en-US" altLang="ja-JP" b="0" dirty="0"/>
              <a:t>2MB</a:t>
            </a:r>
            <a:r>
              <a:rPr lang="ja-JP" altLang="en-US" b="0" dirty="0"/>
              <a:t>）</a:t>
            </a:r>
            <a:r>
              <a:rPr lang="en-US" altLang="ja-JP" b="0" dirty="0"/>
              <a:t>: </a:t>
            </a:r>
            <a:r>
              <a:rPr lang="ja-JP" altLang="en-US" b="0" dirty="0"/>
              <a:t>音声リングバッファを外部メモリなしで保持</a:t>
            </a:r>
            <a:endParaRPr kumimoji="1" lang="en-US" altLang="ja-JP" dirty="0"/>
          </a:p>
          <a:p>
            <a:endParaRPr kumimoji="1" lang="ja-JP" altLang="en-US" dirty="0"/>
          </a:p>
        </p:txBody>
      </p:sp>
    </p:spTree>
    <p:extLst>
      <p:ext uri="{BB962C8B-B14F-4D97-AF65-F5344CB8AC3E}">
        <p14:creationId xmlns:p14="http://schemas.microsoft.com/office/powerpoint/2010/main" val="3218367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F3DE2-310E-E7B3-5B06-BC802599B05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18787CF-0FDB-6173-9FF8-E06009FB0B7B}"/>
              </a:ext>
            </a:extLst>
          </p:cNvPr>
          <p:cNvSpPr>
            <a:spLocks noGrp="1"/>
          </p:cNvSpPr>
          <p:nvPr>
            <p:ph type="title"/>
          </p:nvPr>
        </p:nvSpPr>
        <p:spPr/>
        <p:txBody>
          <a:bodyPr>
            <a:normAutofit fontScale="90000"/>
          </a:bodyPr>
          <a:lstStyle/>
          <a:p>
            <a:r>
              <a:rPr kumimoji="1" lang="ja-JP" altLang="en-US" dirty="0"/>
              <a:t>その他開発の工夫点</a:t>
            </a:r>
          </a:p>
        </p:txBody>
      </p:sp>
      <p:sp>
        <p:nvSpPr>
          <p:cNvPr id="3" name="コンテンツ プレースホルダー 2">
            <a:extLst>
              <a:ext uri="{FF2B5EF4-FFF2-40B4-BE49-F238E27FC236}">
                <a16:creationId xmlns:a16="http://schemas.microsoft.com/office/drawing/2014/main" id="{AA0839AE-4885-2A8F-1DDF-8B06439047EA}"/>
              </a:ext>
            </a:extLst>
          </p:cNvPr>
          <p:cNvSpPr>
            <a:spLocks noGrp="1"/>
          </p:cNvSpPr>
          <p:nvPr>
            <p:ph idx="1"/>
          </p:nvPr>
        </p:nvSpPr>
        <p:spPr>
          <a:xfrm>
            <a:off x="838199" y="816708"/>
            <a:ext cx="11018521" cy="5360255"/>
          </a:xfrm>
        </p:spPr>
        <p:txBody>
          <a:bodyPr>
            <a:normAutofit/>
          </a:bodyPr>
          <a:lstStyle/>
          <a:p>
            <a:r>
              <a:rPr kumimoji="1" lang="ja-JP" altLang="en-US" dirty="0"/>
              <a:t>ガスセンサのウォームアップ検知機能</a:t>
            </a:r>
            <a:endParaRPr kumimoji="1" lang="en-US" altLang="ja-JP" dirty="0"/>
          </a:p>
          <a:p>
            <a:pPr lvl="1"/>
            <a:r>
              <a:rPr lang="ja-JP" altLang="en-US" b="0" dirty="0"/>
              <a:t>電源投入後、ヒーターが</a:t>
            </a:r>
            <a:r>
              <a:rPr kumimoji="1" lang="ja-JP" altLang="en-US" b="0" dirty="0"/>
              <a:t>十分温まるまでガスセンサ応答は下降し続ける</a:t>
            </a:r>
            <a:endParaRPr kumimoji="1" lang="en-US" altLang="ja-JP" b="0" dirty="0"/>
          </a:p>
          <a:p>
            <a:pPr lvl="1"/>
            <a:r>
              <a:rPr kumimoji="1" lang="ja-JP" altLang="en-US" b="0" dirty="0"/>
              <a:t>センサ応答の傾きの</a:t>
            </a:r>
            <a:r>
              <a:rPr lang="ja-JP" altLang="en-US" b="0" dirty="0"/>
              <a:t>小さい状態が一定時間続くまで立上り検出自体を無効化</a:t>
            </a:r>
            <a:endParaRPr lang="en-US" altLang="ja-JP" b="0" dirty="0"/>
          </a:p>
          <a:p>
            <a:pPr>
              <a:spcBef>
                <a:spcPts val="3000"/>
              </a:spcBef>
            </a:pPr>
            <a:r>
              <a:rPr lang="ja-JP" altLang="en-US" dirty="0"/>
              <a:t>ディスプレイでガスセンサ応答のリアルタイム表示</a:t>
            </a:r>
            <a:r>
              <a:rPr lang="ja-JP" altLang="en-US" b="0" dirty="0"/>
              <a:t>（動作確認・デモ用）</a:t>
            </a:r>
            <a:endParaRPr lang="en-US" altLang="ja-JP" b="0" dirty="0"/>
          </a:p>
          <a:p>
            <a:pPr lvl="1"/>
            <a:r>
              <a:rPr lang="en-US" altLang="ja-JP" b="0" dirty="0"/>
              <a:t>I2C</a:t>
            </a:r>
            <a:r>
              <a:rPr lang="ja-JP" altLang="en-US" b="0" dirty="0"/>
              <a:t>と同一</a:t>
            </a:r>
            <a:r>
              <a:rPr lang="en-US" altLang="ja-JP" b="0" dirty="0"/>
              <a:t>CPU</a:t>
            </a:r>
            <a:r>
              <a:rPr lang="ja-JP" altLang="en-US" b="0" dirty="0"/>
              <a:t>コア内で実行したところ、バス競合でガスセンサ応答が不安定に</a:t>
            </a:r>
            <a:endParaRPr lang="en-US" altLang="ja-JP" b="0" dirty="0"/>
          </a:p>
          <a:p>
            <a:pPr marL="457200" lvl="1" indent="0">
              <a:buNone/>
            </a:pPr>
            <a:r>
              <a:rPr lang="ja-JP" altLang="en-US" b="0" dirty="0"/>
              <a:t>  </a:t>
            </a:r>
            <a:r>
              <a:rPr lang="ja-JP" altLang="en-US" b="0" dirty="0">
                <a:solidFill>
                  <a:srgbClr val="FF0000"/>
                </a:solidFill>
              </a:rPr>
              <a:t>→</a:t>
            </a:r>
            <a:r>
              <a:rPr lang="ja-JP" altLang="en-US" b="0" u="sng" dirty="0">
                <a:solidFill>
                  <a:srgbClr val="FF0000"/>
                </a:solidFill>
              </a:rPr>
              <a:t>デュアルコアでセンシングタスクと表示タスクを完全に分離させることで安定化</a:t>
            </a:r>
            <a:endParaRPr lang="en-US" altLang="ja-JP" b="0" u="sng" dirty="0">
              <a:solidFill>
                <a:srgbClr val="FF0000"/>
              </a:solidFill>
            </a:endParaRPr>
          </a:p>
          <a:p>
            <a:pPr>
              <a:spcBef>
                <a:spcPts val="3000"/>
              </a:spcBef>
            </a:pPr>
            <a:r>
              <a:rPr lang="en-US" altLang="ja-JP" dirty="0"/>
              <a:t>Wi-Fi</a:t>
            </a:r>
            <a:r>
              <a:rPr lang="ja-JP" altLang="en-US" dirty="0"/>
              <a:t>通信によるプッシュ通知機能</a:t>
            </a:r>
            <a:endParaRPr lang="en-US" altLang="ja-JP" dirty="0"/>
          </a:p>
          <a:p>
            <a:pPr lvl="1"/>
            <a:r>
              <a:rPr lang="ja-JP" altLang="en-US" b="0" dirty="0"/>
              <a:t>目的の「においの文脈」を検知した場合、</a:t>
            </a:r>
            <a:br>
              <a:rPr lang="en-US" altLang="ja-JP" b="0" dirty="0"/>
            </a:br>
            <a:r>
              <a:rPr lang="en-US" altLang="ja-JP" b="0" dirty="0"/>
              <a:t>Wi-Fi</a:t>
            </a:r>
            <a:r>
              <a:rPr lang="ja-JP" altLang="en-US" b="0" dirty="0"/>
              <a:t>経由で</a:t>
            </a:r>
            <a:r>
              <a:rPr lang="en-US" altLang="ja-JP" b="0" dirty="0"/>
              <a:t>ntfy.sh</a:t>
            </a:r>
            <a:r>
              <a:rPr lang="ja-JP" altLang="en-US" b="0" dirty="0"/>
              <a:t>へプッシュ通知</a:t>
            </a:r>
            <a:endParaRPr lang="en-US" altLang="ja-JP" b="0" dirty="0"/>
          </a:p>
          <a:p>
            <a:pPr lvl="1"/>
            <a:r>
              <a:rPr kumimoji="1" lang="ja-JP" altLang="en-US" b="0" dirty="0"/>
              <a:t>長期運用時はディスプレイを</a:t>
            </a:r>
            <a:r>
              <a:rPr kumimoji="1" lang="en-US" altLang="ja-JP" b="0" dirty="0"/>
              <a:t>OFF</a:t>
            </a:r>
            <a:r>
              <a:rPr kumimoji="1" lang="ja-JP" altLang="en-US" b="0" dirty="0"/>
              <a:t>にして</a:t>
            </a:r>
            <a:br>
              <a:rPr kumimoji="1" lang="en-US" altLang="ja-JP" b="0" dirty="0"/>
            </a:br>
            <a:r>
              <a:rPr kumimoji="1" lang="ja-JP" altLang="en-US" b="0" dirty="0"/>
              <a:t>省電力化しても、通知は独立して機能</a:t>
            </a:r>
          </a:p>
        </p:txBody>
      </p:sp>
      <p:pic>
        <p:nvPicPr>
          <p:cNvPr id="5" name="図 4">
            <a:extLst>
              <a:ext uri="{FF2B5EF4-FFF2-40B4-BE49-F238E27FC236}">
                <a16:creationId xmlns:a16="http://schemas.microsoft.com/office/drawing/2014/main" id="{7B1B2A1C-F788-CEA6-063A-2C0A2BC17E19}"/>
              </a:ext>
            </a:extLst>
          </p:cNvPr>
          <p:cNvPicPr>
            <a:picLocks noChangeAspect="1"/>
          </p:cNvPicPr>
          <p:nvPr/>
        </p:nvPicPr>
        <p:blipFill>
          <a:blip r:embed="rId3"/>
          <a:srcRect t="19006" b="25264"/>
          <a:stretch>
            <a:fillRect/>
          </a:stretch>
        </p:blipFill>
        <p:spPr>
          <a:xfrm>
            <a:off x="6803166" y="4319588"/>
            <a:ext cx="5053554" cy="1857375"/>
          </a:xfrm>
          <a:prstGeom prst="rect">
            <a:avLst/>
          </a:prstGeom>
        </p:spPr>
      </p:pic>
    </p:spTree>
    <p:extLst>
      <p:ext uri="{BB962C8B-B14F-4D97-AF65-F5344CB8AC3E}">
        <p14:creationId xmlns:p14="http://schemas.microsoft.com/office/powerpoint/2010/main" val="862325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064774-0DBD-1D2E-8343-BA8CE988A579}"/>
              </a:ext>
            </a:extLst>
          </p:cNvPr>
          <p:cNvSpPr>
            <a:spLocks noGrp="1"/>
          </p:cNvSpPr>
          <p:nvPr>
            <p:ph type="title"/>
          </p:nvPr>
        </p:nvSpPr>
        <p:spPr/>
        <p:txBody>
          <a:bodyPr>
            <a:normAutofit fontScale="90000"/>
          </a:bodyPr>
          <a:lstStyle/>
          <a:p>
            <a:r>
              <a:rPr lang="ja-JP" altLang="en-US" dirty="0"/>
              <a:t>簡易デモ</a:t>
            </a:r>
            <a:endParaRPr kumimoji="1" lang="ja-JP" altLang="en-US" dirty="0"/>
          </a:p>
        </p:txBody>
      </p:sp>
      <p:sp>
        <p:nvSpPr>
          <p:cNvPr id="3" name="コンテンツ プレースホルダー 2">
            <a:extLst>
              <a:ext uri="{FF2B5EF4-FFF2-40B4-BE49-F238E27FC236}">
                <a16:creationId xmlns:a16="http://schemas.microsoft.com/office/drawing/2014/main" id="{06A5D00C-8F71-C02C-5892-0E0F50B48214}"/>
              </a:ext>
            </a:extLst>
          </p:cNvPr>
          <p:cNvSpPr>
            <a:spLocks noGrp="1"/>
          </p:cNvSpPr>
          <p:nvPr>
            <p:ph idx="1"/>
          </p:nvPr>
        </p:nvSpPr>
        <p:spPr>
          <a:xfrm>
            <a:off x="838199" y="816709"/>
            <a:ext cx="10652761" cy="5904766"/>
          </a:xfrm>
        </p:spPr>
        <p:txBody>
          <a:bodyPr>
            <a:normAutofit/>
          </a:bodyPr>
          <a:lstStyle/>
          <a:p>
            <a:r>
              <a:rPr lang="ja-JP" altLang="en-US" dirty="0"/>
              <a:t>スプレーから噴射されたアルコールのリアルタイム検知</a:t>
            </a:r>
            <a:endParaRPr lang="en-US" altLang="ja-JP" dirty="0"/>
          </a:p>
        </p:txBody>
      </p:sp>
      <p:graphicFrame>
        <p:nvGraphicFramePr>
          <p:cNvPr id="4" name="表 3">
            <a:extLst>
              <a:ext uri="{FF2B5EF4-FFF2-40B4-BE49-F238E27FC236}">
                <a16:creationId xmlns:a16="http://schemas.microsoft.com/office/drawing/2014/main" id="{0A27AFC3-8C87-AA36-7DB2-0F37CC5ED273}"/>
              </a:ext>
            </a:extLst>
          </p:cNvPr>
          <p:cNvGraphicFramePr>
            <a:graphicFrameLocks noGrp="1"/>
          </p:cNvGraphicFramePr>
          <p:nvPr>
            <p:extLst>
              <p:ext uri="{D42A27DB-BD31-4B8C-83A1-F6EECF244321}">
                <p14:modId xmlns:p14="http://schemas.microsoft.com/office/powerpoint/2010/main" val="1588696280"/>
              </p:ext>
            </p:extLst>
          </p:nvPr>
        </p:nvGraphicFramePr>
        <p:xfrm>
          <a:off x="454427" y="1401811"/>
          <a:ext cx="11420304" cy="5048916"/>
        </p:xfrm>
        <a:graphic>
          <a:graphicData uri="http://schemas.openxmlformats.org/drawingml/2006/table">
            <a:tbl>
              <a:tblPr firstRow="1" bandRow="1">
                <a:tableStyleId>{F2DE63D5-997A-4646-A377-4702673A728D}</a:tableStyleId>
              </a:tblPr>
              <a:tblGrid>
                <a:gridCol w="2717067">
                  <a:extLst>
                    <a:ext uri="{9D8B030D-6E8A-4147-A177-3AD203B41FA5}">
                      <a16:colId xmlns:a16="http://schemas.microsoft.com/office/drawing/2014/main" val="1798582010"/>
                    </a:ext>
                  </a:extLst>
                </a:gridCol>
                <a:gridCol w="4201045">
                  <a:extLst>
                    <a:ext uri="{9D8B030D-6E8A-4147-A177-3AD203B41FA5}">
                      <a16:colId xmlns:a16="http://schemas.microsoft.com/office/drawing/2014/main" val="341461883"/>
                    </a:ext>
                  </a:extLst>
                </a:gridCol>
                <a:gridCol w="4502192">
                  <a:extLst>
                    <a:ext uri="{9D8B030D-6E8A-4147-A177-3AD203B41FA5}">
                      <a16:colId xmlns:a16="http://schemas.microsoft.com/office/drawing/2014/main" val="3809920788"/>
                    </a:ext>
                  </a:extLst>
                </a:gridCol>
              </a:tblGrid>
              <a:tr h="1008049">
                <a:tc>
                  <a:txBody>
                    <a:bodyPr/>
                    <a:lstStyle/>
                    <a:p>
                      <a:pPr algn="ctr"/>
                      <a:endParaRPr kumimoji="1" lang="ja-JP" altLang="en-US" dirty="0">
                        <a:latin typeface="ＭＳ Ｐゴシック" panose="020B0600070205080204" pitchFamily="50" charset="-128"/>
                        <a:ea typeface="ＭＳ Ｐゴシック" panose="020B0600070205080204" pitchFamily="50" charset="-128"/>
                      </a:endParaRPr>
                    </a:p>
                  </a:txBody>
                  <a:tcPr anchor="ctr">
                    <a:lnR w="12700" cap="flat" cmpd="sng" algn="ctr">
                      <a:solidFill>
                        <a:schemeClr val="bg2">
                          <a:lumMod val="90000"/>
                        </a:schemeClr>
                      </a:solidFill>
                      <a:prstDash val="solid"/>
                      <a:round/>
                      <a:headEnd type="none" w="med" len="med"/>
                      <a:tailEnd type="none" w="med" len="med"/>
                    </a:lnR>
                  </a:tcPr>
                </a:tc>
                <a:tc>
                  <a:txBody>
                    <a:bodyPr/>
                    <a:lstStyle/>
                    <a:p>
                      <a:pPr algn="ctr"/>
                      <a:r>
                        <a:rPr kumimoji="1" lang="ja-JP" altLang="en-US" sz="2800" dirty="0">
                          <a:latin typeface="ＭＳ Ｐゴシック" panose="020B0600070205080204" pitchFamily="50" charset="-128"/>
                          <a:ea typeface="ＭＳ Ｐゴシック" panose="020B0600070205080204" pitchFamily="50" charset="-128"/>
                        </a:rPr>
                        <a:t>ガス認識</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r>
                        <a:rPr kumimoji="1" lang="ja-JP" altLang="en-US" sz="2800" dirty="0">
                          <a:latin typeface="ＭＳ Ｐゴシック" panose="020B0600070205080204" pitchFamily="50" charset="-128"/>
                          <a:ea typeface="ＭＳ Ｐゴシック" panose="020B0600070205080204" pitchFamily="50" charset="-128"/>
                        </a:rPr>
                        <a:t>音響認識</a:t>
                      </a:r>
                    </a:p>
                  </a:txBody>
                  <a:tcPr anchor="ctr">
                    <a:lnL w="12700" cap="flat" cmpd="sng" algn="ctr">
                      <a:solidFill>
                        <a:schemeClr val="bg2">
                          <a:lumMod val="90000"/>
                        </a:schemeClr>
                      </a:solidFill>
                      <a:prstDash val="solid"/>
                      <a:round/>
                      <a:headEnd type="none" w="med" len="med"/>
                      <a:tailEnd type="none" w="med" len="med"/>
                    </a:lnL>
                  </a:tcPr>
                </a:tc>
                <a:extLst>
                  <a:ext uri="{0D108BD9-81ED-4DB2-BD59-A6C34878D82A}">
                    <a16:rowId xmlns:a16="http://schemas.microsoft.com/office/drawing/2014/main" val="1322276699"/>
                  </a:ext>
                </a:extLst>
              </a:tr>
              <a:tr h="1981165">
                <a:tc>
                  <a:txBody>
                    <a:bodyPr/>
                    <a:lstStyle/>
                    <a:p>
                      <a:pPr algn="ctr"/>
                      <a:r>
                        <a:rPr kumimoji="1" lang="ja-JP" altLang="en-US" sz="2400" b="1" dirty="0">
                          <a:latin typeface="ＭＳ Ｐゴシック" panose="020B0600070205080204" pitchFamily="50" charset="-128"/>
                          <a:ea typeface="ＭＳ Ｐゴシック" panose="020B0600070205080204" pitchFamily="50" charset="-128"/>
                        </a:rPr>
                        <a:t>データセット収集</a:t>
                      </a:r>
                    </a:p>
                  </a:txBody>
                  <a:tcPr anchor="ctr">
                    <a:lnR w="12700" cap="flat" cmpd="sng" algn="ctr">
                      <a:solidFill>
                        <a:schemeClr val="bg2">
                          <a:lumMod val="90000"/>
                        </a:schemeClr>
                      </a:solidFill>
                      <a:prstDash val="solid"/>
                      <a:round/>
                      <a:headEnd type="none" w="med" len="med"/>
                      <a:tailEnd type="none" w="med" len="med"/>
                    </a:lnR>
                  </a:tcPr>
                </a:tc>
                <a:tc>
                  <a:txBody>
                    <a:bodyPr/>
                    <a:lstStyle/>
                    <a:p>
                      <a:pPr marL="285750" indent="-193675" algn="l">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マイコンのコンソール出力からセンサ応答の時系列データを</a:t>
                      </a:r>
                      <a:r>
                        <a:rPr kumimoji="1" lang="en-US" altLang="ja-JP" dirty="0">
                          <a:latin typeface="ＭＳ Ｐゴシック" panose="020B0600070205080204" pitchFamily="50" charset="-128"/>
                          <a:ea typeface="ＭＳ Ｐゴシック" panose="020B0600070205080204" pitchFamily="50" charset="-128"/>
                        </a:rPr>
                        <a:t>PC</a:t>
                      </a:r>
                      <a:r>
                        <a:rPr kumimoji="1" lang="ja-JP" altLang="en-US" dirty="0">
                          <a:latin typeface="ＭＳ Ｐゴシック" panose="020B0600070205080204" pitchFamily="50" charset="-128"/>
                          <a:ea typeface="ＭＳ Ｐゴシック" panose="020B0600070205080204" pitchFamily="50" charset="-128"/>
                        </a:rPr>
                        <a:t>で取得</a:t>
                      </a:r>
                      <a:endParaRPr kumimoji="1" lang="en-US" altLang="ja-JP" dirty="0">
                        <a:latin typeface="ＭＳ Ｐゴシック" panose="020B0600070205080204" pitchFamily="50" charset="-128"/>
                        <a:ea typeface="ＭＳ Ｐゴシック" panose="020B0600070205080204" pitchFamily="50" charset="-128"/>
                      </a:endParaRPr>
                    </a:p>
                    <a:p>
                      <a:pPr marL="285750" indent="-193675" algn="l">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アルコールへの応答、呼気＋コーヒーへの応答をそれぞれ</a:t>
                      </a:r>
                      <a:r>
                        <a:rPr kumimoji="1" lang="en-US" altLang="ja-JP" dirty="0">
                          <a:latin typeface="ＭＳ Ｐゴシック" panose="020B0600070205080204" pitchFamily="50" charset="-128"/>
                          <a:ea typeface="ＭＳ Ｐゴシック" panose="020B0600070205080204" pitchFamily="50" charset="-128"/>
                        </a:rPr>
                        <a:t>20</a:t>
                      </a:r>
                      <a:r>
                        <a:rPr kumimoji="1" lang="ja-JP" altLang="en-US" dirty="0">
                          <a:latin typeface="ＭＳ Ｐゴシック" panose="020B0600070205080204" pitchFamily="50" charset="-128"/>
                          <a:ea typeface="ＭＳ Ｐゴシック" panose="020B0600070205080204" pitchFamily="50" charset="-128"/>
                        </a:rPr>
                        <a:t>回ずつ測定</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marL="285750" indent="-193675" algn="l">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マイコン→</a:t>
                      </a:r>
                      <a:r>
                        <a:rPr kumimoji="1" lang="en-US" altLang="ja-JP" dirty="0">
                          <a:latin typeface="ＭＳ Ｐゴシック" panose="020B0600070205080204" pitchFamily="50" charset="-128"/>
                          <a:ea typeface="ＭＳ Ｐゴシック" panose="020B0600070205080204" pitchFamily="50" charset="-128"/>
                        </a:rPr>
                        <a:t>PC</a:t>
                      </a:r>
                      <a:r>
                        <a:rPr kumimoji="1" lang="ja-JP" altLang="en-US" dirty="0">
                          <a:latin typeface="ＭＳ Ｐゴシック" panose="020B0600070205080204" pitchFamily="50" charset="-128"/>
                          <a:ea typeface="ＭＳ Ｐゴシック" panose="020B0600070205080204" pitchFamily="50" charset="-128"/>
                        </a:rPr>
                        <a:t>への送信は時間がかかる</a:t>
                      </a:r>
                      <a:br>
                        <a:rPr kumimoji="1" lang="en-US" altLang="ja-JP" dirty="0">
                          <a:latin typeface="ＭＳ Ｐゴシック" panose="020B0600070205080204" pitchFamily="50" charset="-128"/>
                          <a:ea typeface="ＭＳ Ｐゴシック" panose="020B0600070205080204" pitchFamily="50" charset="-128"/>
                        </a:rPr>
                      </a:br>
                      <a:r>
                        <a:rPr kumimoji="1" lang="ja-JP" altLang="en-US" dirty="0">
                          <a:latin typeface="ＭＳ Ｐゴシック" panose="020B0600070205080204" pitchFamily="50" charset="-128"/>
                          <a:ea typeface="ＭＳ Ｐゴシック" panose="020B0600070205080204" pitchFamily="50" charset="-128"/>
                        </a:rPr>
                        <a:t>ため、実機と同じ</a:t>
                      </a:r>
                      <a:r>
                        <a:rPr kumimoji="1" lang="en-US" altLang="ja-JP" dirty="0">
                          <a:latin typeface="ＭＳ Ｐゴシック" panose="020B0600070205080204" pitchFamily="50" charset="-128"/>
                          <a:ea typeface="ＭＳ Ｐゴシック" panose="020B0600070205080204" pitchFamily="50" charset="-128"/>
                        </a:rPr>
                        <a:t>16kHz</a:t>
                      </a:r>
                      <a:r>
                        <a:rPr kumimoji="1" lang="ja-JP" altLang="en-US" dirty="0">
                          <a:latin typeface="ＭＳ Ｐゴシック" panose="020B0600070205080204" pitchFamily="50" charset="-128"/>
                          <a:ea typeface="ＭＳ Ｐゴシック" panose="020B0600070205080204" pitchFamily="50" charset="-128"/>
                        </a:rPr>
                        <a:t>の</a:t>
                      </a:r>
                      <a:r>
                        <a:rPr kumimoji="1" lang="en-US" altLang="ja-JP" dirty="0">
                          <a:latin typeface="ＭＳ Ｐゴシック" panose="020B0600070205080204" pitchFamily="50" charset="-128"/>
                          <a:ea typeface="ＭＳ Ｐゴシック" panose="020B0600070205080204" pitchFamily="50" charset="-128"/>
                        </a:rPr>
                        <a:t>PC</a:t>
                      </a:r>
                      <a:r>
                        <a:rPr kumimoji="1" lang="ja-JP" altLang="en-US" dirty="0">
                          <a:latin typeface="ＭＳ Ｐゴシック" panose="020B0600070205080204" pitchFamily="50" charset="-128"/>
                          <a:ea typeface="ＭＳ Ｐゴシック" panose="020B0600070205080204" pitchFamily="50" charset="-128"/>
                        </a:rPr>
                        <a:t>マイクで録音</a:t>
                      </a:r>
                      <a:br>
                        <a:rPr kumimoji="1" lang="en-US" altLang="ja-JP" dirty="0">
                          <a:latin typeface="ＭＳ Ｐゴシック" panose="020B0600070205080204" pitchFamily="50" charset="-128"/>
                          <a:ea typeface="ＭＳ Ｐゴシック" panose="020B0600070205080204" pitchFamily="50" charset="-128"/>
                        </a:rPr>
                      </a:br>
                      <a:r>
                        <a:rPr kumimoji="1" lang="ja-JP" altLang="en-US" dirty="0">
                          <a:latin typeface="ＭＳ Ｐゴシック" panose="020B0600070205080204" pitchFamily="50" charset="-128"/>
                          <a:ea typeface="ＭＳ Ｐゴシック" panose="020B0600070205080204" pitchFamily="50" charset="-128"/>
                        </a:rPr>
                        <a:t>（ファイル単位の正規化で特性差を吸収）</a:t>
                      </a:r>
                      <a:endParaRPr kumimoji="1" lang="en-US" altLang="ja-JP" dirty="0">
                        <a:latin typeface="ＭＳ Ｐゴシック" panose="020B0600070205080204" pitchFamily="50" charset="-128"/>
                        <a:ea typeface="ＭＳ Ｐゴシック" panose="020B0600070205080204" pitchFamily="50" charset="-128"/>
                      </a:endParaRPr>
                    </a:p>
                    <a:p>
                      <a:pPr marL="285750" indent="-193675" algn="l">
                        <a:buFont typeface="Arial" panose="020B0604020202020204" pitchFamily="34" charset="0"/>
                        <a:buChar char="•"/>
                      </a:pPr>
                      <a:r>
                        <a:rPr kumimoji="1" lang="en-US" altLang="ja-JP" dirty="0">
                          <a:latin typeface="ＭＳ Ｐゴシック" panose="020B0600070205080204" pitchFamily="50" charset="-128"/>
                          <a:ea typeface="ＭＳ Ｐゴシック" panose="020B0600070205080204" pitchFamily="50" charset="-128"/>
                        </a:rPr>
                        <a:t>1</a:t>
                      </a:r>
                      <a:r>
                        <a:rPr kumimoji="1" lang="ja-JP" altLang="en-US" dirty="0">
                          <a:latin typeface="ＭＳ Ｐゴシック" panose="020B0600070205080204" pitchFamily="50" charset="-128"/>
                          <a:ea typeface="ＭＳ Ｐゴシック" panose="020B0600070205080204" pitchFamily="50" charset="-128"/>
                        </a:rPr>
                        <a:t>秒スプレー音（</a:t>
                      </a:r>
                      <a:r>
                        <a:rPr kumimoji="1" lang="en-US" altLang="ja-JP" dirty="0">
                          <a:latin typeface="ＭＳ Ｐゴシック" panose="020B0600070205080204" pitchFamily="50" charset="-128"/>
                          <a:ea typeface="ＭＳ Ｐゴシック" panose="020B0600070205080204" pitchFamily="50" charset="-128"/>
                        </a:rPr>
                        <a:t>50</a:t>
                      </a:r>
                      <a:r>
                        <a:rPr kumimoji="1" lang="ja-JP" altLang="en-US" dirty="0">
                          <a:latin typeface="ＭＳ Ｐゴシック" panose="020B0600070205080204" pitchFamily="50" charset="-128"/>
                          <a:ea typeface="ＭＳ Ｐゴシック" panose="020B0600070205080204" pitchFamily="50" charset="-128"/>
                        </a:rPr>
                        <a:t>種）＋</a:t>
                      </a:r>
                      <a:r>
                        <a:rPr kumimoji="1" lang="en-US" altLang="ja-JP" dirty="0">
                          <a:latin typeface="ＭＳ Ｐゴシック" panose="020B0600070205080204" pitchFamily="50" charset="-128"/>
                          <a:ea typeface="ＭＳ Ｐゴシック" panose="020B0600070205080204" pitchFamily="50" charset="-128"/>
                        </a:rPr>
                        <a:t>3</a:t>
                      </a:r>
                      <a:r>
                        <a:rPr kumimoji="1" lang="ja-JP" altLang="en-US" dirty="0">
                          <a:latin typeface="ＭＳ Ｐゴシック" panose="020B0600070205080204" pitchFamily="50" charset="-128"/>
                          <a:ea typeface="ＭＳ Ｐゴシック" panose="020B0600070205080204" pitchFamily="50" charset="-128"/>
                        </a:rPr>
                        <a:t>分環境音（</a:t>
                      </a:r>
                      <a:r>
                        <a:rPr kumimoji="1" lang="en-US" altLang="ja-JP" dirty="0">
                          <a:latin typeface="ＭＳ Ｐゴシック" panose="020B0600070205080204" pitchFamily="50" charset="-128"/>
                          <a:ea typeface="ＭＳ Ｐゴシック" panose="020B0600070205080204" pitchFamily="50" charset="-128"/>
                        </a:rPr>
                        <a:t>5</a:t>
                      </a:r>
                      <a:r>
                        <a:rPr kumimoji="1" lang="ja-JP" altLang="en-US" dirty="0">
                          <a:latin typeface="ＭＳ Ｐゴシック" panose="020B0600070205080204" pitchFamily="50" charset="-128"/>
                          <a:ea typeface="ＭＳ Ｐゴシック" panose="020B0600070205080204" pitchFamily="50" charset="-128"/>
                        </a:rPr>
                        <a:t>種）を元に、</a:t>
                      </a:r>
                      <a:r>
                        <a:rPr kumimoji="1" lang="en-US" altLang="ja-JP" dirty="0">
                          <a:latin typeface="ＭＳ Ｐゴシック" panose="020B0600070205080204" pitchFamily="50" charset="-128"/>
                          <a:ea typeface="ＭＳ Ｐゴシック" panose="020B0600070205080204" pitchFamily="50" charset="-128"/>
                        </a:rPr>
                        <a:t>5</a:t>
                      </a:r>
                      <a:r>
                        <a:rPr kumimoji="1" lang="ja-JP" altLang="en-US" dirty="0">
                          <a:latin typeface="ＭＳ Ｐゴシック" panose="020B0600070205080204" pitchFamily="50" charset="-128"/>
                          <a:ea typeface="ＭＳ Ｐゴシック" panose="020B0600070205080204" pitchFamily="50" charset="-128"/>
                        </a:rPr>
                        <a:t>秒間の音声データとしてスプレー音あり</a:t>
                      </a:r>
                      <a:r>
                        <a:rPr kumimoji="1" lang="en-US" altLang="ja-JP" dirty="0">
                          <a:latin typeface="ＭＳ Ｐゴシック" panose="020B0600070205080204" pitchFamily="50" charset="-128"/>
                          <a:ea typeface="ＭＳ Ｐゴシック" panose="020B0600070205080204" pitchFamily="50" charset="-128"/>
                        </a:rPr>
                        <a:t>/</a:t>
                      </a:r>
                      <a:r>
                        <a:rPr kumimoji="1" lang="ja-JP" altLang="en-US" dirty="0">
                          <a:latin typeface="ＭＳ Ｐゴシック" panose="020B0600070205080204" pitchFamily="50" charset="-128"/>
                          <a:ea typeface="ＭＳ Ｐゴシック" panose="020B0600070205080204" pitchFamily="50" charset="-128"/>
                        </a:rPr>
                        <a:t>なし各々</a:t>
                      </a:r>
                      <a:r>
                        <a:rPr kumimoji="1" lang="en-US" altLang="ja-JP" dirty="0">
                          <a:latin typeface="ＭＳ Ｐゴシック" panose="020B0600070205080204" pitchFamily="50" charset="-128"/>
                          <a:ea typeface="ＭＳ Ｐゴシック" panose="020B0600070205080204" pitchFamily="50" charset="-128"/>
                        </a:rPr>
                        <a:t>5,000</a:t>
                      </a:r>
                      <a:r>
                        <a:rPr kumimoji="1" lang="ja-JP" altLang="en-US" dirty="0">
                          <a:latin typeface="ＭＳ Ｐゴシック" panose="020B0600070205080204" pitchFamily="50" charset="-128"/>
                          <a:ea typeface="ＭＳ Ｐゴシック" panose="020B0600070205080204" pitchFamily="50" charset="-128"/>
                        </a:rPr>
                        <a:t>個を生成</a:t>
                      </a:r>
                    </a:p>
                  </a:txBody>
                  <a:tcPr anchor="ctr">
                    <a:lnL w="12700" cap="flat" cmpd="sng" algn="ctr">
                      <a:solidFill>
                        <a:schemeClr val="bg2">
                          <a:lumMod val="90000"/>
                        </a:schemeClr>
                      </a:solidFill>
                      <a:prstDash val="solid"/>
                      <a:round/>
                      <a:headEnd type="none" w="med" len="med"/>
                      <a:tailEnd type="none" w="med" len="med"/>
                    </a:lnL>
                  </a:tcPr>
                </a:tc>
                <a:extLst>
                  <a:ext uri="{0D108BD9-81ED-4DB2-BD59-A6C34878D82A}">
                    <a16:rowId xmlns:a16="http://schemas.microsoft.com/office/drawing/2014/main" val="438187251"/>
                  </a:ext>
                </a:extLst>
              </a:tr>
              <a:tr h="2059702">
                <a:tc>
                  <a:txBody>
                    <a:bodyPr/>
                    <a:lstStyle/>
                    <a:p>
                      <a:pPr algn="ctr"/>
                      <a:r>
                        <a:rPr kumimoji="1" lang="ja-JP" altLang="en-US" sz="2400" b="1" dirty="0">
                          <a:latin typeface="ＭＳ Ｐゴシック" panose="020B0600070205080204" pitchFamily="50" charset="-128"/>
                          <a:ea typeface="ＭＳ Ｐゴシック" panose="020B0600070205080204" pitchFamily="50" charset="-128"/>
                        </a:rPr>
                        <a:t>推論モデル学習</a:t>
                      </a:r>
                    </a:p>
                  </a:txBody>
                  <a:tcPr anchor="ctr">
                    <a:lnR w="12700" cap="flat" cmpd="sng" algn="ctr">
                      <a:solidFill>
                        <a:schemeClr val="bg2">
                          <a:lumMod val="90000"/>
                        </a:schemeClr>
                      </a:solidFill>
                      <a:prstDash val="solid"/>
                      <a:round/>
                      <a:headEnd type="none" w="med" len="med"/>
                      <a:tailEnd type="none" w="med" len="med"/>
                    </a:lnR>
                  </a:tcPr>
                </a:tc>
                <a:tc>
                  <a:txBody>
                    <a:bodyPr/>
                    <a:lstStyle/>
                    <a:p>
                      <a:pPr marL="285750" indent="-193675" algn="l">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ログから実機と同じ立上り検知ロジックでイベントを自動抽出し特徴量を計算</a:t>
                      </a:r>
                    </a:p>
                    <a:p>
                      <a:pPr marL="285750" indent="-193675" algn="l">
                        <a:buFont typeface="Arial" panose="020B0604020202020204" pitchFamily="34" charset="0"/>
                        <a:buChar char="•"/>
                      </a:pPr>
                      <a:r>
                        <a:rPr kumimoji="1" lang="en-US" altLang="ja-JP" dirty="0">
                          <a:latin typeface="ＭＳ Ｐゴシック" panose="020B0600070205080204" pitchFamily="50" charset="-128"/>
                          <a:ea typeface="ＭＳ Ｐゴシック" panose="020B0600070205080204" pitchFamily="50" charset="-128"/>
                        </a:rPr>
                        <a:t>2</a:t>
                      </a:r>
                      <a:r>
                        <a:rPr kumimoji="1" lang="ja-JP" altLang="en-US" dirty="0">
                          <a:latin typeface="ＭＳ Ｐゴシック" panose="020B0600070205080204" pitchFamily="50" charset="-128"/>
                          <a:ea typeface="ＭＳ Ｐゴシック" panose="020B0600070205080204" pitchFamily="50" charset="-128"/>
                        </a:rPr>
                        <a:t>クラス（</a:t>
                      </a:r>
                      <a:r>
                        <a:rPr kumimoji="1" lang="ja-JP" altLang="en-US" dirty="0">
                          <a:solidFill>
                            <a:srgbClr val="FF0000"/>
                          </a:solidFill>
                          <a:latin typeface="ＭＳ Ｐゴシック" panose="020B0600070205080204" pitchFamily="50" charset="-128"/>
                          <a:ea typeface="ＭＳ Ｐゴシック" panose="020B0600070205080204" pitchFamily="50" charset="-128"/>
                        </a:rPr>
                        <a:t>アルコール </a:t>
                      </a:r>
                      <a:r>
                        <a:rPr kumimoji="1" lang="en-US" altLang="ja-JP" dirty="0">
                          <a:solidFill>
                            <a:srgbClr val="FF0000"/>
                          </a:solidFill>
                          <a:latin typeface="ＭＳ Ｐゴシック" panose="020B0600070205080204" pitchFamily="50" charset="-128"/>
                          <a:ea typeface="ＭＳ Ｐゴシック" panose="020B0600070205080204" pitchFamily="50" charset="-128"/>
                        </a:rPr>
                        <a:t>vs </a:t>
                      </a:r>
                      <a:r>
                        <a:rPr kumimoji="1" lang="ja-JP" altLang="en-US" dirty="0">
                          <a:solidFill>
                            <a:srgbClr val="FF0000"/>
                          </a:solidFill>
                          <a:latin typeface="ＭＳ Ｐゴシック" panose="020B0600070205080204" pitchFamily="50" charset="-128"/>
                          <a:ea typeface="ＭＳ Ｐゴシック" panose="020B0600070205080204" pitchFamily="50" charset="-128"/>
                        </a:rPr>
                        <a:t>非アルコール</a:t>
                      </a:r>
                      <a:r>
                        <a:rPr kumimoji="1" lang="ja-JP" altLang="en-US" dirty="0">
                          <a:solidFill>
                            <a:schemeClr val="tx1"/>
                          </a:solidFill>
                          <a:latin typeface="ＭＳ Ｐゴシック" panose="020B0600070205080204" pitchFamily="50" charset="-128"/>
                          <a:ea typeface="ＭＳ Ｐゴシック" panose="020B0600070205080204" pitchFamily="50" charset="-128"/>
                        </a:rPr>
                        <a:t>）を</a:t>
                      </a:r>
                      <a:r>
                        <a:rPr kumimoji="1" lang="ja-JP" altLang="en-US" dirty="0">
                          <a:latin typeface="ＭＳ Ｐゴシック" panose="020B0600070205080204" pitchFamily="50" charset="-128"/>
                          <a:ea typeface="ＭＳ Ｐゴシック" panose="020B0600070205080204" pitchFamily="50" charset="-128"/>
                        </a:rPr>
                        <a:t>ロジスティック回帰で学習</a:t>
                      </a:r>
                      <a:endParaRPr kumimoji="1" lang="en-US" altLang="ja-JP" dirty="0">
                        <a:latin typeface="ＭＳ Ｐゴシック" panose="020B0600070205080204" pitchFamily="50" charset="-128"/>
                        <a:ea typeface="ＭＳ Ｐゴシック" panose="020B0600070205080204" pitchFamily="50" charset="-128"/>
                      </a:endParaRPr>
                    </a:p>
                    <a:p>
                      <a:pPr marL="285750" indent="-193675" algn="l">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学習した係数を</a:t>
                      </a:r>
                      <a:r>
                        <a:rPr kumimoji="1" lang="en-US" altLang="ja-JP" dirty="0">
                          <a:latin typeface="ＭＳ Ｐゴシック" panose="020B0600070205080204" pitchFamily="50" charset="-128"/>
                          <a:ea typeface="ＭＳ Ｐゴシック" panose="020B0600070205080204" pitchFamily="50" charset="-128"/>
                        </a:rPr>
                        <a:t>Python</a:t>
                      </a:r>
                      <a:r>
                        <a:rPr kumimoji="1" lang="ja-JP" altLang="en-US" dirty="0">
                          <a:latin typeface="ＭＳ Ｐゴシック" panose="020B0600070205080204" pitchFamily="50" charset="-128"/>
                          <a:ea typeface="ＭＳ Ｐゴシック" panose="020B0600070205080204" pitchFamily="50" charset="-128"/>
                        </a:rPr>
                        <a:t>スクリプトで</a:t>
                      </a:r>
                      <a:r>
                        <a:rPr kumimoji="1" lang="en-US" altLang="ja-JP" dirty="0">
                          <a:latin typeface="ＭＳ Ｐゴシック" panose="020B0600070205080204" pitchFamily="50" charset="-128"/>
                          <a:ea typeface="ＭＳ Ｐゴシック" panose="020B0600070205080204" pitchFamily="50" charset="-128"/>
                        </a:rPr>
                        <a:t>C</a:t>
                      </a:r>
                      <a:r>
                        <a:rPr kumimoji="1" lang="ja-JP" altLang="en-US" dirty="0">
                          <a:latin typeface="ＭＳ Ｐゴシック" panose="020B0600070205080204" pitchFamily="50" charset="-128"/>
                          <a:ea typeface="ＭＳ Ｐゴシック" panose="020B0600070205080204" pitchFamily="50" charset="-128"/>
                        </a:rPr>
                        <a:t>言語配列に変換</a:t>
                      </a: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marL="285750" indent="-193675" algn="l">
                        <a:buFont typeface="Arial" panose="020B0604020202020204" pitchFamily="34" charset="0"/>
                        <a:buChar char="•"/>
                      </a:pPr>
                      <a:r>
                        <a:rPr kumimoji="1" lang="en-US" altLang="ja-JP" dirty="0">
                          <a:latin typeface="ＭＳ Ｐゴシック" panose="020B0600070205080204" pitchFamily="50" charset="-128"/>
                          <a:ea typeface="ＭＳ Ｐゴシック" panose="020B0600070205080204" pitchFamily="50" charset="-128"/>
                        </a:rPr>
                        <a:t>CNN</a:t>
                      </a:r>
                      <a:r>
                        <a:rPr kumimoji="1" lang="ja-JP" altLang="en-US" dirty="0">
                          <a:latin typeface="ＭＳ Ｐゴシック" panose="020B0600070205080204" pitchFamily="50" charset="-128"/>
                          <a:ea typeface="ＭＳ Ｐゴシック" panose="020B0600070205080204" pitchFamily="50" charset="-128"/>
                        </a:rPr>
                        <a:t>（畳み込み</a:t>
                      </a:r>
                      <a:r>
                        <a:rPr kumimoji="1" lang="en-US" altLang="ja-JP" dirty="0">
                          <a:latin typeface="ＭＳ Ｐゴシック" panose="020B0600070205080204" pitchFamily="50" charset="-128"/>
                          <a:ea typeface="ＭＳ Ｐゴシック" panose="020B0600070205080204" pitchFamily="50" charset="-128"/>
                        </a:rPr>
                        <a:t>2</a:t>
                      </a:r>
                      <a:r>
                        <a:rPr kumimoji="1" lang="ja-JP" altLang="en-US" dirty="0">
                          <a:latin typeface="ＭＳ Ｐゴシック" panose="020B0600070205080204" pitchFamily="50" charset="-128"/>
                          <a:ea typeface="ＭＳ Ｐゴシック" panose="020B0600070205080204" pitchFamily="50" charset="-128"/>
                        </a:rPr>
                        <a:t>層＋プーリング層＋</a:t>
                      </a:r>
                      <a:br>
                        <a:rPr kumimoji="1" lang="en-US" altLang="ja-JP" dirty="0">
                          <a:latin typeface="ＭＳ Ｐゴシック" panose="020B0600070205080204" pitchFamily="50" charset="-128"/>
                          <a:ea typeface="ＭＳ Ｐゴシック" panose="020B0600070205080204" pitchFamily="50" charset="-128"/>
                        </a:rPr>
                      </a:br>
                      <a:r>
                        <a:rPr kumimoji="1" lang="ja-JP" altLang="en-US" dirty="0">
                          <a:latin typeface="ＭＳ Ｐゴシック" panose="020B0600070205080204" pitchFamily="50" charset="-128"/>
                          <a:ea typeface="ＭＳ Ｐゴシック" panose="020B0600070205080204" pitchFamily="50" charset="-128"/>
                        </a:rPr>
                        <a:t>全結合層）で</a:t>
                      </a:r>
                      <a:r>
                        <a:rPr kumimoji="1" lang="ja-JP" altLang="en-US" dirty="0">
                          <a:solidFill>
                            <a:srgbClr val="FF0000"/>
                          </a:solidFill>
                          <a:latin typeface="ＭＳ Ｐゴシック" panose="020B0600070205080204" pitchFamily="50" charset="-128"/>
                          <a:ea typeface="ＭＳ Ｐゴシック" panose="020B0600070205080204" pitchFamily="50" charset="-128"/>
                        </a:rPr>
                        <a:t>スプレー音の有無</a:t>
                      </a:r>
                      <a:r>
                        <a:rPr kumimoji="1" lang="ja-JP" altLang="en-US" dirty="0">
                          <a:latin typeface="ＭＳ Ｐゴシック" panose="020B0600070205080204" pitchFamily="50" charset="-128"/>
                          <a:ea typeface="ＭＳ Ｐゴシック" panose="020B0600070205080204" pitchFamily="50" charset="-128"/>
                        </a:rPr>
                        <a:t>を学習</a:t>
                      </a:r>
                    </a:p>
                    <a:p>
                      <a:pPr marL="285750" indent="-193675" algn="l">
                        <a:buFont typeface="Arial" panose="020B0604020202020204" pitchFamily="34" charset="0"/>
                        <a:buChar char="•"/>
                      </a:pPr>
                      <a:r>
                        <a:rPr kumimoji="1" lang="en-US" altLang="ja-JP" dirty="0">
                          <a:latin typeface="ＭＳ Ｐゴシック" panose="020B0600070205080204" pitchFamily="50" charset="-128"/>
                          <a:ea typeface="ＭＳ Ｐゴシック" panose="020B0600070205080204" pitchFamily="50" charset="-128"/>
                        </a:rPr>
                        <a:t>TensorFlow</a:t>
                      </a:r>
                      <a:r>
                        <a:rPr kumimoji="1" lang="ja-JP" altLang="en-US" dirty="0">
                          <a:latin typeface="ＭＳ Ｐゴシック" panose="020B0600070205080204" pitchFamily="50" charset="-128"/>
                          <a:ea typeface="ＭＳ Ｐゴシック" panose="020B0600070205080204" pitchFamily="50" charset="-128"/>
                        </a:rPr>
                        <a:t>（</a:t>
                      </a:r>
                      <a:r>
                        <a:rPr kumimoji="1" lang="en-US" altLang="ja-JP" dirty="0">
                          <a:latin typeface="ＭＳ Ｐゴシック" panose="020B0600070205080204" pitchFamily="50" charset="-128"/>
                          <a:ea typeface="ＭＳ Ｐゴシック" panose="020B0600070205080204" pitchFamily="50" charset="-128"/>
                        </a:rPr>
                        <a:t>Python</a:t>
                      </a:r>
                      <a:r>
                        <a:rPr kumimoji="1" lang="ja-JP" altLang="en-US" dirty="0">
                          <a:latin typeface="ＭＳ Ｐゴシック" panose="020B0600070205080204" pitchFamily="50" charset="-128"/>
                          <a:ea typeface="ＭＳ Ｐゴシック" panose="020B0600070205080204" pitchFamily="50" charset="-128"/>
                        </a:rPr>
                        <a:t>）で学習済みモデル（</a:t>
                      </a:r>
                      <a:r>
                        <a:rPr kumimoji="1" lang="en-US" altLang="ja-JP" dirty="0">
                          <a:latin typeface="ＭＳ Ｐゴシック" panose="020B0600070205080204" pitchFamily="50" charset="-128"/>
                          <a:ea typeface="ＭＳ Ｐゴシック" panose="020B0600070205080204" pitchFamily="50" charset="-128"/>
                        </a:rPr>
                        <a:t>.h5</a:t>
                      </a:r>
                      <a:r>
                        <a:rPr kumimoji="1" lang="ja-JP" altLang="en-US" dirty="0">
                          <a:latin typeface="ＭＳ Ｐゴシック" panose="020B0600070205080204" pitchFamily="50" charset="-128"/>
                          <a:ea typeface="ＭＳ Ｐゴシック" panose="020B0600070205080204" pitchFamily="50" charset="-128"/>
                        </a:rPr>
                        <a:t>）を</a:t>
                      </a:r>
                      <a:r>
                        <a:rPr kumimoji="1" lang="en-US" altLang="ja-JP" dirty="0">
                          <a:latin typeface="ＭＳ Ｐゴシック" panose="020B0600070205080204" pitchFamily="50" charset="-128"/>
                          <a:ea typeface="ＭＳ Ｐゴシック" panose="020B0600070205080204" pitchFamily="50" charset="-128"/>
                        </a:rPr>
                        <a:t>.</a:t>
                      </a:r>
                      <a:r>
                        <a:rPr kumimoji="1" lang="en-US" altLang="ja-JP" dirty="0" err="1">
                          <a:latin typeface="ＭＳ Ｐゴシック" panose="020B0600070205080204" pitchFamily="50" charset="-128"/>
                          <a:ea typeface="ＭＳ Ｐゴシック" panose="020B0600070205080204" pitchFamily="50" charset="-128"/>
                        </a:rPr>
                        <a:t>tflite</a:t>
                      </a:r>
                      <a:r>
                        <a:rPr kumimoji="1" lang="ja-JP" altLang="en-US" dirty="0">
                          <a:latin typeface="ＭＳ Ｐゴシック" panose="020B0600070205080204" pitchFamily="50" charset="-128"/>
                          <a:ea typeface="ＭＳ Ｐゴシック" panose="020B0600070205080204" pitchFamily="50" charset="-128"/>
                        </a:rPr>
                        <a:t>に変換</a:t>
                      </a:r>
                    </a:p>
                    <a:p>
                      <a:pPr marL="285750" indent="-193675" algn="l">
                        <a:buFont typeface="Arial" panose="020B0604020202020204" pitchFamily="34" charset="0"/>
                        <a:buChar char="•"/>
                      </a:pPr>
                      <a:r>
                        <a:rPr kumimoji="1" lang="en-US" altLang="ja-JP" b="1" dirty="0">
                          <a:latin typeface="ＭＳ Ｐゴシック" panose="020B0600070205080204" pitchFamily="50" charset="-128"/>
                          <a:ea typeface="ＭＳ Ｐゴシック" panose="020B0600070205080204" pitchFamily="50" charset="-128"/>
                        </a:rPr>
                        <a:t>Renesas AI Navigator</a:t>
                      </a:r>
                      <a:r>
                        <a:rPr kumimoji="1" lang="ja-JP" altLang="en-US" dirty="0">
                          <a:latin typeface="ＭＳ Ｐゴシック" panose="020B0600070205080204" pitchFamily="50" charset="-128"/>
                          <a:ea typeface="ＭＳ Ｐゴシック" panose="020B0600070205080204" pitchFamily="50" charset="-128"/>
                        </a:rPr>
                        <a:t>で</a:t>
                      </a:r>
                      <a:r>
                        <a:rPr kumimoji="1" lang="en-US" altLang="ja-JP" dirty="0">
                          <a:latin typeface="ＭＳ Ｐゴシック" panose="020B0600070205080204" pitchFamily="50" charset="-128"/>
                          <a:ea typeface="ＭＳ Ｐゴシック" panose="020B0600070205080204" pitchFamily="50" charset="-128"/>
                        </a:rPr>
                        <a:t>.</a:t>
                      </a:r>
                      <a:r>
                        <a:rPr kumimoji="1" lang="en-US" altLang="ja-JP" dirty="0" err="1">
                          <a:latin typeface="ＭＳ Ｐゴシック" panose="020B0600070205080204" pitchFamily="50" charset="-128"/>
                          <a:ea typeface="ＭＳ Ｐゴシック" panose="020B0600070205080204" pitchFamily="50" charset="-128"/>
                        </a:rPr>
                        <a:t>tflite</a:t>
                      </a:r>
                      <a:r>
                        <a:rPr kumimoji="1" lang="ja-JP" altLang="en-US" dirty="0">
                          <a:latin typeface="ＭＳ Ｐゴシック" panose="020B0600070205080204" pitchFamily="50" charset="-128"/>
                          <a:ea typeface="ＭＳ Ｐゴシック" panose="020B0600070205080204" pitchFamily="50" charset="-128"/>
                        </a:rPr>
                        <a:t>を量子化＋</a:t>
                      </a:r>
                      <a:br>
                        <a:rPr kumimoji="1" lang="en-US" altLang="ja-JP" dirty="0">
                          <a:latin typeface="ＭＳ Ｐゴシック" panose="020B0600070205080204" pitchFamily="50" charset="-128"/>
                          <a:ea typeface="ＭＳ Ｐゴシック" panose="020B0600070205080204" pitchFamily="50" charset="-128"/>
                        </a:rPr>
                      </a:br>
                      <a:r>
                        <a:rPr kumimoji="1" lang="en-US" altLang="ja-JP" dirty="0">
                          <a:latin typeface="ＭＳ Ｐゴシック" panose="020B0600070205080204" pitchFamily="50" charset="-128"/>
                          <a:ea typeface="ＭＳ Ｐゴシック" panose="020B0600070205080204" pitchFamily="50" charset="-128"/>
                        </a:rPr>
                        <a:t>C</a:t>
                      </a:r>
                      <a:r>
                        <a:rPr kumimoji="1" lang="ja-JP" altLang="en-US" dirty="0">
                          <a:latin typeface="ＭＳ Ｐゴシック" panose="020B0600070205080204" pitchFamily="50" charset="-128"/>
                          <a:ea typeface="ＭＳ Ｐゴシック" panose="020B0600070205080204" pitchFamily="50" charset="-128"/>
                        </a:rPr>
                        <a:t>言語ソースコードに変換</a:t>
                      </a:r>
                    </a:p>
                  </a:txBody>
                  <a:tcPr anchor="ctr">
                    <a:lnL w="12700" cap="flat" cmpd="sng" algn="ctr">
                      <a:solidFill>
                        <a:schemeClr val="bg2">
                          <a:lumMod val="90000"/>
                        </a:schemeClr>
                      </a:solidFill>
                      <a:prstDash val="solid"/>
                      <a:round/>
                      <a:headEnd type="none" w="med" len="med"/>
                      <a:tailEnd type="none" w="med" len="med"/>
                    </a:lnL>
                  </a:tcPr>
                </a:tc>
                <a:extLst>
                  <a:ext uri="{0D108BD9-81ED-4DB2-BD59-A6C34878D82A}">
                    <a16:rowId xmlns:a16="http://schemas.microsoft.com/office/drawing/2014/main" val="904359167"/>
                  </a:ext>
                </a:extLst>
              </a:tr>
            </a:tbl>
          </a:graphicData>
        </a:graphic>
      </p:graphicFrame>
    </p:spTree>
    <p:extLst>
      <p:ext uri="{BB962C8B-B14F-4D97-AF65-F5344CB8AC3E}">
        <p14:creationId xmlns:p14="http://schemas.microsoft.com/office/powerpoint/2010/main" val="3135421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オンライン メディア 4" title="Scentextデモ: スプレー音（水 vs アルコール）">
            <a:hlinkClick r:id="" action="ppaction://media"/>
            <a:extLst>
              <a:ext uri="{FF2B5EF4-FFF2-40B4-BE49-F238E27FC236}">
                <a16:creationId xmlns:a16="http://schemas.microsoft.com/office/drawing/2014/main" id="{B3B451AE-ED87-A260-C1DF-231A860B4DA9}"/>
              </a:ext>
            </a:extLst>
          </p:cNvPr>
          <p:cNvPicPr>
            <a:picLocks noRot="1" noChangeAspect="1"/>
          </p:cNvPicPr>
          <p:nvPr>
            <a:videoFile r:link="rId1"/>
          </p:nvPr>
        </p:nvPicPr>
        <p:blipFill>
          <a:blip r:embed="rId3"/>
          <a:stretch>
            <a:fillRect/>
          </a:stretch>
        </p:blipFill>
        <p:spPr>
          <a:xfrm>
            <a:off x="1934318" y="1814814"/>
            <a:ext cx="8294929" cy="4682971"/>
          </a:xfrm>
          <a:prstGeom prst="rect">
            <a:avLst/>
          </a:prstGeom>
        </p:spPr>
      </p:pic>
      <p:sp>
        <p:nvSpPr>
          <p:cNvPr id="2" name="タイトル 1">
            <a:extLst>
              <a:ext uri="{FF2B5EF4-FFF2-40B4-BE49-F238E27FC236}">
                <a16:creationId xmlns:a16="http://schemas.microsoft.com/office/drawing/2014/main" id="{54F007EB-BE00-4D9C-433C-35CF0D413714}"/>
              </a:ext>
            </a:extLst>
          </p:cNvPr>
          <p:cNvSpPr>
            <a:spLocks noGrp="1"/>
          </p:cNvSpPr>
          <p:nvPr>
            <p:ph type="title"/>
          </p:nvPr>
        </p:nvSpPr>
        <p:spPr/>
        <p:txBody>
          <a:bodyPr>
            <a:normAutofit fontScale="90000"/>
          </a:bodyPr>
          <a:lstStyle/>
          <a:p>
            <a:r>
              <a:rPr kumimoji="1" lang="ja-JP" altLang="en-US" dirty="0"/>
              <a:t>デモ結果</a:t>
            </a:r>
            <a:r>
              <a:rPr lang="ja-JP" altLang="en-US" dirty="0"/>
              <a:t>①</a:t>
            </a:r>
            <a:r>
              <a:rPr kumimoji="1" lang="en-US" altLang="ja-JP" dirty="0"/>
              <a:t> </a:t>
            </a:r>
            <a:r>
              <a:rPr kumimoji="1" lang="ja-JP" altLang="en-US" dirty="0"/>
              <a:t>スプレー（水</a:t>
            </a:r>
            <a:r>
              <a:rPr lang="en-US" altLang="ja-JP" dirty="0"/>
              <a:t>vs</a:t>
            </a:r>
            <a:r>
              <a:rPr kumimoji="1" lang="ja-JP" altLang="en-US" dirty="0"/>
              <a:t>アルコール）</a:t>
            </a:r>
          </a:p>
        </p:txBody>
      </p:sp>
      <p:sp>
        <p:nvSpPr>
          <p:cNvPr id="3" name="コンテンツ プレースホルダー 2">
            <a:extLst>
              <a:ext uri="{FF2B5EF4-FFF2-40B4-BE49-F238E27FC236}">
                <a16:creationId xmlns:a16="http://schemas.microsoft.com/office/drawing/2014/main" id="{7584526E-74DC-6E57-8F74-65811D0B162E}"/>
              </a:ext>
            </a:extLst>
          </p:cNvPr>
          <p:cNvSpPr>
            <a:spLocks noGrp="1"/>
          </p:cNvSpPr>
          <p:nvPr>
            <p:ph idx="1"/>
          </p:nvPr>
        </p:nvSpPr>
        <p:spPr/>
        <p:txBody>
          <a:bodyPr/>
          <a:lstStyle/>
          <a:p>
            <a:r>
              <a:rPr kumimoji="1" lang="ja-JP" altLang="en-US" dirty="0"/>
              <a:t>水</a:t>
            </a:r>
            <a:r>
              <a:rPr kumimoji="1" lang="en-US" altLang="ja-JP" dirty="0"/>
              <a:t>: </a:t>
            </a:r>
            <a:r>
              <a:rPr kumimoji="1" lang="ja-JP" altLang="en-US" dirty="0"/>
              <a:t>ガス応答の立上り</a:t>
            </a:r>
            <a:r>
              <a:rPr kumimoji="1" lang="ja-JP" altLang="en-US" dirty="0">
                <a:solidFill>
                  <a:srgbClr val="FF0000"/>
                </a:solidFill>
              </a:rPr>
              <a:t>検知せず</a:t>
            </a:r>
            <a:r>
              <a:rPr kumimoji="1" lang="ja-JP" altLang="en-US" dirty="0"/>
              <a:t>→ガス推論と音響推論</a:t>
            </a:r>
            <a:r>
              <a:rPr kumimoji="1" lang="ja-JP" altLang="en-US" dirty="0">
                <a:solidFill>
                  <a:srgbClr val="FFC000"/>
                </a:solidFill>
              </a:rPr>
              <a:t>スキップ</a:t>
            </a:r>
            <a:endParaRPr kumimoji="1" lang="en-US" altLang="ja-JP" dirty="0">
              <a:solidFill>
                <a:srgbClr val="FFC000"/>
              </a:solidFill>
            </a:endParaRPr>
          </a:p>
          <a:p>
            <a:r>
              <a:rPr kumimoji="1" lang="ja-JP" altLang="en-US" dirty="0"/>
              <a:t>アルコール</a:t>
            </a:r>
            <a:r>
              <a:rPr kumimoji="1" lang="en-US" altLang="ja-JP" dirty="0"/>
              <a:t>: </a:t>
            </a:r>
            <a:r>
              <a:rPr kumimoji="1" lang="ja-JP" altLang="en-US" dirty="0"/>
              <a:t>ガス</a:t>
            </a:r>
            <a:r>
              <a:rPr lang="ja-JP" altLang="en-US" dirty="0"/>
              <a:t>立上り</a:t>
            </a:r>
            <a:r>
              <a:rPr lang="ja-JP" altLang="en-US" dirty="0">
                <a:solidFill>
                  <a:srgbClr val="00B050"/>
                </a:solidFill>
              </a:rPr>
              <a:t>検知</a:t>
            </a:r>
            <a:r>
              <a:rPr lang="ja-JP" altLang="en-US" dirty="0"/>
              <a:t>→アルコール</a:t>
            </a:r>
            <a:r>
              <a:rPr lang="ja-JP" altLang="en-US" dirty="0">
                <a:solidFill>
                  <a:srgbClr val="00B050"/>
                </a:solidFill>
              </a:rPr>
              <a:t>検知</a:t>
            </a:r>
            <a:r>
              <a:rPr lang="ja-JP" altLang="en-US" dirty="0"/>
              <a:t>→スプレー音</a:t>
            </a:r>
            <a:r>
              <a:rPr lang="ja-JP" altLang="en-US" dirty="0">
                <a:solidFill>
                  <a:srgbClr val="00B050"/>
                </a:solidFill>
              </a:rPr>
              <a:t>検知</a:t>
            </a:r>
            <a:endParaRPr kumimoji="1" lang="ja-JP" altLang="en-US" dirty="0">
              <a:solidFill>
                <a:srgbClr val="00B050"/>
              </a:solidFill>
            </a:endParaRPr>
          </a:p>
        </p:txBody>
      </p:sp>
    </p:spTree>
    <p:extLst>
      <p:ext uri="{BB962C8B-B14F-4D97-AF65-F5344CB8AC3E}">
        <p14:creationId xmlns:p14="http://schemas.microsoft.com/office/powerpoint/2010/main" val="2013353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オンライン メディア 3" title="Scentextデモ: アルコールを湿らせた紙">
            <a:hlinkClick r:id="" action="ppaction://media"/>
            <a:extLst>
              <a:ext uri="{FF2B5EF4-FFF2-40B4-BE49-F238E27FC236}">
                <a16:creationId xmlns:a16="http://schemas.microsoft.com/office/drawing/2014/main" id="{7A65EC9E-8384-144F-B6F0-AF9756E09D27}"/>
              </a:ext>
            </a:extLst>
          </p:cNvPr>
          <p:cNvPicPr>
            <a:picLocks noRot="1" noChangeAspect="1"/>
          </p:cNvPicPr>
          <p:nvPr>
            <a:videoFile r:link="rId1"/>
          </p:nvPr>
        </p:nvPicPr>
        <p:blipFill>
          <a:blip r:embed="rId3"/>
          <a:stretch>
            <a:fillRect/>
          </a:stretch>
        </p:blipFill>
        <p:spPr>
          <a:xfrm>
            <a:off x="1932400" y="1820967"/>
            <a:ext cx="8284032" cy="4676819"/>
          </a:xfrm>
          <a:prstGeom prst="rect">
            <a:avLst/>
          </a:prstGeom>
        </p:spPr>
      </p:pic>
      <p:sp>
        <p:nvSpPr>
          <p:cNvPr id="2" name="タイトル 1">
            <a:extLst>
              <a:ext uri="{FF2B5EF4-FFF2-40B4-BE49-F238E27FC236}">
                <a16:creationId xmlns:a16="http://schemas.microsoft.com/office/drawing/2014/main" id="{54F007EB-BE00-4D9C-433C-35CF0D413714}"/>
              </a:ext>
            </a:extLst>
          </p:cNvPr>
          <p:cNvSpPr>
            <a:spLocks noGrp="1"/>
          </p:cNvSpPr>
          <p:nvPr>
            <p:ph type="title"/>
          </p:nvPr>
        </p:nvSpPr>
        <p:spPr/>
        <p:txBody>
          <a:bodyPr>
            <a:normAutofit fontScale="90000"/>
          </a:bodyPr>
          <a:lstStyle/>
          <a:p>
            <a:r>
              <a:rPr kumimoji="1" lang="ja-JP" altLang="en-US" dirty="0"/>
              <a:t>デモ結果</a:t>
            </a:r>
            <a:r>
              <a:rPr lang="ja-JP" altLang="en-US" dirty="0"/>
              <a:t>②</a:t>
            </a:r>
            <a:r>
              <a:rPr kumimoji="1" lang="en-US" altLang="ja-JP" dirty="0"/>
              <a:t> </a:t>
            </a:r>
            <a:r>
              <a:rPr kumimoji="1" lang="ja-JP" altLang="en-US" dirty="0"/>
              <a:t>アルコールを湿らせた紙</a:t>
            </a:r>
          </a:p>
        </p:txBody>
      </p:sp>
      <p:sp>
        <p:nvSpPr>
          <p:cNvPr id="3" name="コンテンツ プレースホルダー 2">
            <a:extLst>
              <a:ext uri="{FF2B5EF4-FFF2-40B4-BE49-F238E27FC236}">
                <a16:creationId xmlns:a16="http://schemas.microsoft.com/office/drawing/2014/main" id="{7584526E-74DC-6E57-8F74-65811D0B162E}"/>
              </a:ext>
            </a:extLst>
          </p:cNvPr>
          <p:cNvSpPr>
            <a:spLocks noGrp="1"/>
          </p:cNvSpPr>
          <p:nvPr>
            <p:ph idx="1"/>
          </p:nvPr>
        </p:nvSpPr>
        <p:spPr/>
        <p:txBody>
          <a:bodyPr/>
          <a:lstStyle/>
          <a:p>
            <a:r>
              <a:rPr lang="ja-JP" altLang="en-US" dirty="0"/>
              <a:t>ガス立上り</a:t>
            </a:r>
            <a:r>
              <a:rPr lang="ja-JP" altLang="en-US" dirty="0">
                <a:solidFill>
                  <a:srgbClr val="00B050"/>
                </a:solidFill>
              </a:rPr>
              <a:t>検知</a:t>
            </a:r>
            <a:r>
              <a:rPr lang="ja-JP" altLang="en-US" dirty="0"/>
              <a:t>→アルコール</a:t>
            </a:r>
            <a:r>
              <a:rPr lang="ja-JP" altLang="en-US" dirty="0">
                <a:solidFill>
                  <a:srgbClr val="00B050"/>
                </a:solidFill>
              </a:rPr>
              <a:t>検知</a:t>
            </a:r>
            <a:r>
              <a:rPr lang="ja-JP" altLang="en-US" dirty="0"/>
              <a:t>→スプレー音</a:t>
            </a:r>
            <a:r>
              <a:rPr lang="ja-JP" altLang="en-US" dirty="0">
                <a:solidFill>
                  <a:srgbClr val="FF0000"/>
                </a:solidFill>
              </a:rPr>
              <a:t>検知せず</a:t>
            </a:r>
            <a:endParaRPr lang="en-US" altLang="ja-JP" dirty="0">
              <a:solidFill>
                <a:srgbClr val="FF0000"/>
              </a:solidFill>
            </a:endParaRPr>
          </a:p>
          <a:p>
            <a:pPr lvl="1"/>
            <a:r>
              <a:rPr lang="ja-JP" altLang="en-US" dirty="0"/>
              <a:t>音響推論の有効性を確認（</a:t>
            </a:r>
            <a:r>
              <a:rPr lang="ja-JP" altLang="en-US" u="sng" dirty="0"/>
              <a:t>アルコール発生の文脈を識別</a:t>
            </a:r>
            <a:r>
              <a:rPr lang="ja-JP" altLang="en-US" dirty="0"/>
              <a:t>）</a:t>
            </a:r>
            <a:endParaRPr kumimoji="1" lang="ja-JP" altLang="en-US" dirty="0"/>
          </a:p>
        </p:txBody>
      </p:sp>
    </p:spTree>
    <p:extLst>
      <p:ext uri="{BB962C8B-B14F-4D97-AF65-F5344CB8AC3E}">
        <p14:creationId xmlns:p14="http://schemas.microsoft.com/office/powerpoint/2010/main" val="865369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オンライン メディア 4" title="Scentextデモ: 呼気の吹きかけ">
            <a:hlinkClick r:id="" action="ppaction://media"/>
            <a:extLst>
              <a:ext uri="{FF2B5EF4-FFF2-40B4-BE49-F238E27FC236}">
                <a16:creationId xmlns:a16="http://schemas.microsoft.com/office/drawing/2014/main" id="{BD44E2D9-6A90-E673-F578-2E4ABEA6F130}"/>
              </a:ext>
            </a:extLst>
          </p:cNvPr>
          <p:cNvPicPr>
            <a:picLocks noRot="1" noChangeAspect="1"/>
          </p:cNvPicPr>
          <p:nvPr>
            <a:videoFile r:link="rId1"/>
          </p:nvPr>
        </p:nvPicPr>
        <p:blipFill>
          <a:blip r:embed="rId3"/>
          <a:stretch>
            <a:fillRect/>
          </a:stretch>
        </p:blipFill>
        <p:spPr>
          <a:xfrm>
            <a:off x="1932399" y="1802869"/>
            <a:ext cx="8294932" cy="4682973"/>
          </a:xfrm>
          <a:prstGeom prst="rect">
            <a:avLst/>
          </a:prstGeom>
        </p:spPr>
      </p:pic>
      <p:sp>
        <p:nvSpPr>
          <p:cNvPr id="2" name="タイトル 1">
            <a:extLst>
              <a:ext uri="{FF2B5EF4-FFF2-40B4-BE49-F238E27FC236}">
                <a16:creationId xmlns:a16="http://schemas.microsoft.com/office/drawing/2014/main" id="{54F007EB-BE00-4D9C-433C-35CF0D413714}"/>
              </a:ext>
            </a:extLst>
          </p:cNvPr>
          <p:cNvSpPr>
            <a:spLocks noGrp="1"/>
          </p:cNvSpPr>
          <p:nvPr>
            <p:ph type="title"/>
          </p:nvPr>
        </p:nvSpPr>
        <p:spPr/>
        <p:txBody>
          <a:bodyPr>
            <a:normAutofit fontScale="90000"/>
          </a:bodyPr>
          <a:lstStyle/>
          <a:p>
            <a:r>
              <a:rPr kumimoji="1" lang="ja-JP" altLang="en-US" dirty="0"/>
              <a:t>デモ結果</a:t>
            </a:r>
            <a:r>
              <a:rPr lang="ja-JP" altLang="en-US" dirty="0"/>
              <a:t>③</a:t>
            </a:r>
            <a:r>
              <a:rPr kumimoji="1" lang="en-US" altLang="ja-JP" dirty="0"/>
              <a:t> </a:t>
            </a:r>
            <a:r>
              <a:rPr kumimoji="1" lang="ja-JP" altLang="en-US" dirty="0"/>
              <a:t>呼気の吹きかけ</a:t>
            </a:r>
          </a:p>
        </p:txBody>
      </p:sp>
      <p:sp>
        <p:nvSpPr>
          <p:cNvPr id="3" name="コンテンツ プレースホルダー 2">
            <a:extLst>
              <a:ext uri="{FF2B5EF4-FFF2-40B4-BE49-F238E27FC236}">
                <a16:creationId xmlns:a16="http://schemas.microsoft.com/office/drawing/2014/main" id="{7584526E-74DC-6E57-8F74-65811D0B162E}"/>
              </a:ext>
            </a:extLst>
          </p:cNvPr>
          <p:cNvSpPr>
            <a:spLocks noGrp="1"/>
          </p:cNvSpPr>
          <p:nvPr>
            <p:ph idx="1"/>
          </p:nvPr>
        </p:nvSpPr>
        <p:spPr/>
        <p:txBody>
          <a:bodyPr/>
          <a:lstStyle/>
          <a:p>
            <a:r>
              <a:rPr lang="ja-JP" altLang="en-US" dirty="0"/>
              <a:t>ガス立上り</a:t>
            </a:r>
            <a:r>
              <a:rPr lang="ja-JP" altLang="en-US" dirty="0">
                <a:solidFill>
                  <a:srgbClr val="00B050"/>
                </a:solidFill>
              </a:rPr>
              <a:t>検知</a:t>
            </a:r>
            <a:r>
              <a:rPr lang="ja-JP" altLang="en-US" dirty="0"/>
              <a:t>→アルコール</a:t>
            </a:r>
            <a:r>
              <a:rPr lang="ja-JP" altLang="en-US" dirty="0">
                <a:solidFill>
                  <a:srgbClr val="FF0000"/>
                </a:solidFill>
              </a:rPr>
              <a:t>検知せず</a:t>
            </a:r>
            <a:r>
              <a:rPr lang="ja-JP" altLang="en-US" dirty="0"/>
              <a:t>→音響推論</a:t>
            </a:r>
            <a:r>
              <a:rPr lang="ja-JP" altLang="en-US" dirty="0">
                <a:solidFill>
                  <a:srgbClr val="FFC000"/>
                </a:solidFill>
              </a:rPr>
              <a:t>スキップ</a:t>
            </a:r>
            <a:endParaRPr lang="en-US" altLang="ja-JP" dirty="0">
              <a:solidFill>
                <a:srgbClr val="FFC000"/>
              </a:solidFill>
            </a:endParaRPr>
          </a:p>
          <a:p>
            <a:pPr lvl="1"/>
            <a:r>
              <a:rPr lang="ja-JP" altLang="en-US" dirty="0"/>
              <a:t>ガス推論の有効性を確認（単なる閾値による検出では識別不可能）</a:t>
            </a:r>
            <a:endParaRPr kumimoji="1" lang="ja-JP" altLang="en-US" dirty="0"/>
          </a:p>
        </p:txBody>
      </p:sp>
    </p:spTree>
    <p:extLst>
      <p:ext uri="{BB962C8B-B14F-4D97-AF65-F5344CB8AC3E}">
        <p14:creationId xmlns:p14="http://schemas.microsoft.com/office/powerpoint/2010/main" val="1261487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3C3D19-66CC-833E-9902-C4AA7765A48F}"/>
              </a:ext>
            </a:extLst>
          </p:cNvPr>
          <p:cNvSpPr>
            <a:spLocks noGrp="1"/>
          </p:cNvSpPr>
          <p:nvPr>
            <p:ph type="title"/>
          </p:nvPr>
        </p:nvSpPr>
        <p:spPr/>
        <p:txBody>
          <a:bodyPr>
            <a:normAutofit fontScale="90000"/>
          </a:bodyPr>
          <a:lstStyle/>
          <a:p>
            <a:r>
              <a:rPr kumimoji="1" lang="ja-JP" altLang="en-US" dirty="0"/>
              <a:t>課題</a:t>
            </a:r>
          </a:p>
        </p:txBody>
      </p:sp>
      <p:sp>
        <p:nvSpPr>
          <p:cNvPr id="3" name="コンテンツ プレースホルダー 2">
            <a:extLst>
              <a:ext uri="{FF2B5EF4-FFF2-40B4-BE49-F238E27FC236}">
                <a16:creationId xmlns:a16="http://schemas.microsoft.com/office/drawing/2014/main" id="{0CC2A925-9332-0EA9-CF15-8825EDB1BC68}"/>
              </a:ext>
            </a:extLst>
          </p:cNvPr>
          <p:cNvSpPr>
            <a:spLocks noGrp="1"/>
          </p:cNvSpPr>
          <p:nvPr>
            <p:ph idx="1"/>
          </p:nvPr>
        </p:nvSpPr>
        <p:spPr>
          <a:xfrm>
            <a:off x="838199" y="816708"/>
            <a:ext cx="11140441" cy="5360255"/>
          </a:xfrm>
        </p:spPr>
        <p:txBody>
          <a:bodyPr/>
          <a:lstStyle/>
          <a:p>
            <a:r>
              <a:rPr lang="ja-JP" altLang="en-US" dirty="0"/>
              <a:t>アプリケーションに応じた</a:t>
            </a:r>
            <a:r>
              <a:rPr lang="en-US" altLang="ja-JP" dirty="0"/>
              <a:t>AI</a:t>
            </a:r>
            <a:r>
              <a:rPr lang="ja-JP" altLang="en-US" dirty="0"/>
              <a:t>推論モデル個別最適化の知見の集約</a:t>
            </a:r>
            <a:endParaRPr lang="en-US" altLang="ja-JP" dirty="0"/>
          </a:p>
          <a:p>
            <a:pPr lvl="1"/>
            <a:r>
              <a:rPr lang="ja-JP" altLang="en-US" b="0" dirty="0"/>
              <a:t>ガス推論の特徴量は、認識対象の</a:t>
            </a:r>
            <a:r>
              <a:rPr lang="ja-JP" altLang="en-US" b="0" u="sng" dirty="0">
                <a:solidFill>
                  <a:srgbClr val="FF0000"/>
                </a:solidFill>
              </a:rPr>
              <a:t>ガス種によって最適なものが変わる</a:t>
            </a:r>
            <a:r>
              <a:rPr lang="ja-JP" altLang="en-US" b="0" dirty="0"/>
              <a:t>可能性</a:t>
            </a:r>
            <a:endParaRPr lang="en-US" altLang="ja-JP" b="0" dirty="0"/>
          </a:p>
          <a:p>
            <a:pPr lvl="1"/>
            <a:r>
              <a:rPr lang="ja-JP" altLang="en-US" b="0" dirty="0"/>
              <a:t>ガス</a:t>
            </a:r>
            <a:r>
              <a:rPr lang="en-US" altLang="ja-JP" b="0" dirty="0"/>
              <a:t>/</a:t>
            </a:r>
            <a:r>
              <a:rPr lang="ja-JP" altLang="en-US" b="0" dirty="0"/>
              <a:t>音響推論いずれも、異なる環境下での</a:t>
            </a:r>
            <a:r>
              <a:rPr lang="ja-JP" altLang="en-US" b="0" u="sng" dirty="0">
                <a:solidFill>
                  <a:srgbClr val="FF0000"/>
                </a:solidFill>
              </a:rPr>
              <a:t>推論精度のロバスト性の向上</a:t>
            </a:r>
            <a:r>
              <a:rPr lang="ja-JP" altLang="en-US" b="0" dirty="0"/>
              <a:t>が必要</a:t>
            </a:r>
            <a:endParaRPr lang="en-US" altLang="ja-JP" dirty="0"/>
          </a:p>
          <a:p>
            <a:pPr>
              <a:spcBef>
                <a:spcPts val="3600"/>
              </a:spcBef>
            </a:pPr>
            <a:r>
              <a:rPr kumimoji="1" lang="en-US" altLang="ja-JP" dirty="0"/>
              <a:t>NPU</a:t>
            </a:r>
            <a:r>
              <a:rPr kumimoji="1" lang="ja-JP" altLang="en-US" dirty="0"/>
              <a:t>（</a:t>
            </a:r>
            <a:r>
              <a:rPr lang="en-US" altLang="ja-JP" dirty="0"/>
              <a:t>Ethos-U55</a:t>
            </a:r>
            <a:r>
              <a:rPr lang="ja-JP" altLang="en-US" dirty="0"/>
              <a:t>）の演算性能をさらに活かせる余地あり</a:t>
            </a:r>
            <a:endParaRPr lang="en-US" altLang="ja-JP" dirty="0"/>
          </a:p>
          <a:p>
            <a:pPr lvl="1"/>
            <a:r>
              <a:rPr lang="en-US" altLang="ja-JP" b="0" dirty="0"/>
              <a:t>NPU</a:t>
            </a:r>
            <a:r>
              <a:rPr lang="ja-JP" altLang="en-US" b="0" dirty="0"/>
              <a:t>の高い演算性能は今回の音響推論以上の計算規模にも対応可能</a:t>
            </a:r>
            <a:endParaRPr lang="en-US" altLang="ja-JP" b="0" dirty="0"/>
          </a:p>
          <a:p>
            <a:pPr lvl="1"/>
            <a:r>
              <a:rPr lang="en-US" altLang="ja-JP" b="0" dirty="0" err="1"/>
              <a:t>Scentext</a:t>
            </a:r>
            <a:r>
              <a:rPr lang="ja-JP" altLang="en-US" b="0" dirty="0"/>
              <a:t>の「においの文脈」認識に加え、</a:t>
            </a:r>
            <a:r>
              <a:rPr lang="ja-JP" altLang="en-US" b="0" u="sng" dirty="0">
                <a:solidFill>
                  <a:srgbClr val="FF0000"/>
                </a:solidFill>
              </a:rPr>
              <a:t>特定の文脈を検知した際にカメラ映像の</a:t>
            </a:r>
            <a:r>
              <a:rPr lang="en-US" altLang="ja-JP" b="0" u="sng" dirty="0">
                <a:solidFill>
                  <a:srgbClr val="FF0000"/>
                </a:solidFill>
              </a:rPr>
              <a:t>AI</a:t>
            </a:r>
            <a:r>
              <a:rPr lang="ja-JP" altLang="en-US" b="0" u="sng" dirty="0">
                <a:solidFill>
                  <a:srgbClr val="FF0000"/>
                </a:solidFill>
              </a:rPr>
              <a:t>推論をイベント駆動で実行</a:t>
            </a:r>
            <a:r>
              <a:rPr lang="ja-JP" altLang="en-US" b="0" dirty="0"/>
              <a:t>し、現在の状況を把握する拡張も考えられる</a:t>
            </a:r>
            <a:br>
              <a:rPr lang="en-US" altLang="ja-JP" b="0" dirty="0"/>
            </a:br>
            <a:r>
              <a:rPr lang="ja-JP" altLang="en-US" b="0" dirty="0"/>
              <a:t>（今回の「においの文脈」認識のスコープ外のため未実施）</a:t>
            </a:r>
            <a:endParaRPr kumimoji="1" lang="ja-JP" altLang="en-US" b="0" dirty="0"/>
          </a:p>
        </p:txBody>
      </p:sp>
    </p:spTree>
    <p:extLst>
      <p:ext uri="{BB962C8B-B14F-4D97-AF65-F5344CB8AC3E}">
        <p14:creationId xmlns:p14="http://schemas.microsoft.com/office/powerpoint/2010/main" val="2793057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377F20-1D18-C522-3C01-50BFB1AF54E1}"/>
              </a:ext>
            </a:extLst>
          </p:cNvPr>
          <p:cNvSpPr>
            <a:spLocks noGrp="1"/>
          </p:cNvSpPr>
          <p:nvPr>
            <p:ph type="title"/>
          </p:nvPr>
        </p:nvSpPr>
        <p:spPr/>
        <p:txBody>
          <a:bodyPr>
            <a:normAutofit fontScale="90000"/>
          </a:bodyPr>
          <a:lstStyle/>
          <a:p>
            <a:r>
              <a:rPr lang="en-US" altLang="ja-JP" dirty="0" err="1"/>
              <a:t>Scentext</a:t>
            </a:r>
            <a:r>
              <a:rPr kumimoji="1" lang="ja-JP" altLang="en-US" dirty="0"/>
              <a:t>の将来ビジョン</a:t>
            </a:r>
          </a:p>
        </p:txBody>
      </p:sp>
      <p:sp>
        <p:nvSpPr>
          <p:cNvPr id="3" name="コンテンツ プレースホルダー 2">
            <a:extLst>
              <a:ext uri="{FF2B5EF4-FFF2-40B4-BE49-F238E27FC236}">
                <a16:creationId xmlns:a16="http://schemas.microsoft.com/office/drawing/2014/main" id="{EBA9D909-E0FD-8BC5-14AD-ADE2A748836F}"/>
              </a:ext>
            </a:extLst>
          </p:cNvPr>
          <p:cNvSpPr>
            <a:spLocks noGrp="1"/>
          </p:cNvSpPr>
          <p:nvPr>
            <p:ph idx="1"/>
          </p:nvPr>
        </p:nvSpPr>
        <p:spPr>
          <a:xfrm>
            <a:off x="838199" y="816708"/>
            <a:ext cx="11268919" cy="5477412"/>
          </a:xfrm>
        </p:spPr>
        <p:txBody>
          <a:bodyPr>
            <a:normAutofit/>
          </a:bodyPr>
          <a:lstStyle/>
          <a:p>
            <a:r>
              <a:rPr lang="ja-JP" altLang="en-US" dirty="0"/>
              <a:t>本システムは、応答速度の異なる異種センサ（ガス</a:t>
            </a:r>
            <a:r>
              <a:rPr lang="en-US" altLang="ja-JP" dirty="0"/>
              <a:t>×</a:t>
            </a:r>
            <a:r>
              <a:rPr lang="ja-JP" altLang="en-US" dirty="0"/>
              <a:t>音響）の情報を</a:t>
            </a:r>
            <a:br>
              <a:rPr lang="en-US" altLang="ja-JP" dirty="0"/>
            </a:br>
            <a:r>
              <a:rPr lang="ja-JP" altLang="en-US" dirty="0"/>
              <a:t>遡及的に紐づける、新しいエッジ</a:t>
            </a:r>
            <a:r>
              <a:rPr lang="en-US" altLang="ja-JP" dirty="0"/>
              <a:t>AI</a:t>
            </a:r>
            <a:r>
              <a:rPr lang="ja-JP" altLang="en-US" dirty="0"/>
              <a:t>のアプローチを提案</a:t>
            </a:r>
            <a:endParaRPr lang="en-US" altLang="ja-JP" dirty="0"/>
          </a:p>
          <a:p>
            <a:pPr>
              <a:spcBef>
                <a:spcPts val="2400"/>
              </a:spcBef>
            </a:pPr>
            <a:r>
              <a:rPr lang="ja-JP" altLang="en-US" dirty="0"/>
              <a:t>ガス推論結果をトリガーとしたイベント駆動型の低消費電力動作により、エッジ</a:t>
            </a:r>
            <a:r>
              <a:rPr lang="en-US" altLang="ja-JP" dirty="0"/>
              <a:t>AI</a:t>
            </a:r>
            <a:r>
              <a:rPr lang="ja-JP" altLang="en-US" dirty="0"/>
              <a:t>として幅広い現場での長期・独立稼働に対応可能</a:t>
            </a:r>
            <a:endParaRPr lang="en-US" altLang="ja-JP" dirty="0"/>
          </a:p>
          <a:p>
            <a:pPr>
              <a:spcBef>
                <a:spcPts val="2400"/>
              </a:spcBef>
            </a:pPr>
            <a:r>
              <a:rPr kumimoji="1" lang="ja-JP" altLang="en-US" dirty="0"/>
              <a:t>特定の用途に限定されず、遡り参照時間幅、ガス</a:t>
            </a:r>
            <a:r>
              <a:rPr kumimoji="1" lang="en-US" altLang="ja-JP" dirty="0"/>
              <a:t>/</a:t>
            </a:r>
            <a:r>
              <a:rPr kumimoji="1" lang="ja-JP" altLang="en-US" dirty="0"/>
              <a:t>音響センサの推論</a:t>
            </a:r>
            <a:br>
              <a:rPr kumimoji="1" lang="en-US" altLang="ja-JP" dirty="0"/>
            </a:br>
            <a:r>
              <a:rPr kumimoji="1" lang="ja-JP" altLang="en-US" dirty="0"/>
              <a:t>モデルを変えることで、多様な現場の「においの文脈」認識に展開可能</a:t>
            </a:r>
            <a:endParaRPr kumimoji="1" lang="en-US" altLang="ja-JP" dirty="0"/>
          </a:p>
          <a:p>
            <a:pPr lvl="1"/>
            <a:r>
              <a:rPr lang="ja-JP" altLang="en-US" b="0" dirty="0"/>
              <a:t>例①</a:t>
            </a:r>
            <a:r>
              <a:rPr lang="en-US" altLang="ja-JP" b="0" dirty="0"/>
              <a:t> </a:t>
            </a:r>
            <a:r>
              <a:rPr lang="ja-JP" altLang="en-US" b="0" dirty="0"/>
              <a:t>厨房・飲食店→「焦げ臭＋異常な調理音」による火災予兆検知</a:t>
            </a:r>
            <a:endParaRPr lang="en-US" altLang="ja-JP" b="0" dirty="0"/>
          </a:p>
          <a:p>
            <a:pPr lvl="1"/>
            <a:r>
              <a:rPr lang="ja-JP" altLang="en-US" b="0" dirty="0"/>
              <a:t>例②</a:t>
            </a:r>
            <a:r>
              <a:rPr lang="en-US" altLang="ja-JP" b="0" dirty="0"/>
              <a:t> </a:t>
            </a:r>
            <a:r>
              <a:rPr lang="ja-JP" altLang="en-US" b="0" dirty="0"/>
              <a:t>工場・生産設備→「化学物質の漏出＋設備の異音」による異常予兆保全</a:t>
            </a:r>
            <a:endParaRPr lang="en-US" altLang="ja-JP" b="0" dirty="0"/>
          </a:p>
          <a:p>
            <a:pPr lvl="1"/>
            <a:r>
              <a:rPr lang="ja-JP" altLang="en-US" b="0" dirty="0"/>
              <a:t>例③</a:t>
            </a:r>
            <a:r>
              <a:rPr lang="en-US" altLang="ja-JP" b="0" dirty="0"/>
              <a:t> </a:t>
            </a:r>
            <a:r>
              <a:rPr lang="ja-JP" altLang="en-US" b="0" dirty="0"/>
              <a:t>介護・見守り→「体調変化に伴うにおい変化＋生活音」による異変検知</a:t>
            </a:r>
            <a:endParaRPr lang="en-US" altLang="ja-JP" b="0" dirty="0"/>
          </a:p>
          <a:p>
            <a:pPr>
              <a:spcBef>
                <a:spcPts val="3600"/>
              </a:spcBef>
            </a:pPr>
            <a:r>
              <a:rPr lang="ja-JP" altLang="en-US" u="sng" dirty="0">
                <a:solidFill>
                  <a:srgbClr val="FF0000"/>
                </a:solidFill>
              </a:rPr>
              <a:t>嗅覚センサを組み込んだ今後のフィジカル</a:t>
            </a:r>
            <a:r>
              <a:rPr lang="en-US" altLang="ja-JP" u="sng" dirty="0">
                <a:solidFill>
                  <a:srgbClr val="FF0000"/>
                </a:solidFill>
              </a:rPr>
              <a:t>AI</a:t>
            </a:r>
            <a:r>
              <a:rPr lang="ja-JP" altLang="en-US" u="sng" dirty="0">
                <a:solidFill>
                  <a:srgbClr val="FF0000"/>
                </a:solidFill>
              </a:rPr>
              <a:t>の知覚基盤になり得る</a:t>
            </a:r>
            <a:endParaRPr lang="en-US" altLang="ja-JP" u="sng" dirty="0">
              <a:solidFill>
                <a:srgbClr val="FF0000"/>
              </a:solidFill>
            </a:endParaRPr>
          </a:p>
        </p:txBody>
      </p:sp>
    </p:spTree>
    <p:extLst>
      <p:ext uri="{BB962C8B-B14F-4D97-AF65-F5344CB8AC3E}">
        <p14:creationId xmlns:p14="http://schemas.microsoft.com/office/powerpoint/2010/main" val="1686698431"/>
      </p:ext>
    </p:extLst>
  </p:cSld>
  <p:clrMapOvr>
    <a:masterClrMapping/>
  </p:clrMapOvr>
</p:sld>
</file>

<file path=ppt/theme/theme1.xml><?xml version="1.0" encoding="utf-8"?>
<a:theme xmlns:a="http://schemas.openxmlformats.org/drawingml/2006/main" name="標準デザイン">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chemeClr val="tx1"/>
          </a:solidFill>
        </a:ln>
      </a:spPr>
      <a:bodyPr rtlCol="0" anchor="ctr"/>
      <a:lstStyle>
        <a:defPPr algn="ctr">
          <a:defRPr kumimoji="1" b="1" dirty="0" smtClean="0">
            <a:solidFill>
              <a:schemeClr val="tx1"/>
            </a:solidFill>
            <a:latin typeface="Arial" panose="020B0604020202020204" pitchFamily="34" charset="0"/>
            <a:ea typeface="ＭＳ Ｐゴシック" panose="020B0600070205080204" pitchFamily="50" charset="-128"/>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ctr">
          <a:defRPr kumimoji="1" b="1" dirty="0" smtClean="0">
            <a:latin typeface="Arial" panose="020B0604020202020204" pitchFamily="34" charset="0"/>
            <a:ea typeface="ＭＳ Ｐゴシック" panose="020B0600070205080204" pitchFamily="50" charset="-128"/>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34063</TotalTime>
  <Words>1787</Words>
  <Application>Microsoft Office PowerPoint</Application>
  <PresentationFormat>ワイド画面</PresentationFormat>
  <Paragraphs>174</Paragraphs>
  <Slides>15</Slides>
  <Notes>6</Notes>
  <HiddenSlides>0</HiddenSlides>
  <MMClips>3</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15</vt:i4>
      </vt:variant>
    </vt:vector>
  </HeadingPairs>
  <TitlesOfParts>
    <vt:vector size="21" baseType="lpstr">
      <vt:lpstr>ＭＳ Ｐゴシック</vt:lpstr>
      <vt:lpstr>Arial</vt:lpstr>
      <vt:lpstr>Calibri</vt:lpstr>
      <vt:lpstr>Symbol</vt:lpstr>
      <vt:lpstr>Times New Roman</vt:lpstr>
      <vt:lpstr>標準デザイン</vt:lpstr>
      <vt:lpstr>Scentext ～音で遡る「においの文脈」リアルタイム認識システム～</vt:lpstr>
      <vt:lpstr>はじめに</vt:lpstr>
      <vt:lpstr>Scentextのコンセプト</vt:lpstr>
      <vt:lpstr>システム構成</vt:lpstr>
      <vt:lpstr>タスク・モジュール構成</vt:lpstr>
      <vt:lpstr>AI処理概要（ガス認識）</vt:lpstr>
      <vt:lpstr>AI処理概要（音響認識）</vt:lpstr>
      <vt:lpstr>アピールポイント</vt:lpstr>
      <vt:lpstr>その他開発の工夫点</vt:lpstr>
      <vt:lpstr>簡易デモ</vt:lpstr>
      <vt:lpstr>デモ結果① スプレー（水vsアルコール）</vt:lpstr>
      <vt:lpstr>デモ結果② アルコールを湿らせた紙</vt:lpstr>
      <vt:lpstr>デモ結果③ 呼気の吹きかけ</vt:lpstr>
      <vt:lpstr>課題</vt:lpstr>
      <vt:lpstr>Scentextの将来ビジョン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Miura Noriyuki</dc:creator>
  <cp:lastModifiedBy>厚太郎 成瀬</cp:lastModifiedBy>
  <cp:revision>4147</cp:revision>
  <dcterms:created xsi:type="dcterms:W3CDTF">1601-01-01T00:00:00Z</dcterms:created>
  <dcterms:modified xsi:type="dcterms:W3CDTF">2026-08-20T06:35:37Z</dcterms:modified>
</cp:coreProperties>
</file>